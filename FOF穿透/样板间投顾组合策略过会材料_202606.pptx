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6" r:id="rId2"/>
    <p:sldMasterId id="2147483685" r:id="rId3"/>
  </p:sldMasterIdLst>
  <p:notesMasterIdLst>
    <p:notesMasterId r:id="rId20"/>
  </p:notesMasterIdLst>
  <p:sldIdLst>
    <p:sldId id="7324" r:id="rId4"/>
    <p:sldId id="7400" r:id="rId5"/>
    <p:sldId id="7399" r:id="rId6"/>
    <p:sldId id="7403" r:id="rId7"/>
    <p:sldId id="7404" r:id="rId8"/>
    <p:sldId id="7405" r:id="rId9"/>
    <p:sldId id="7406" r:id="rId10"/>
    <p:sldId id="7407" r:id="rId11"/>
    <p:sldId id="7408" r:id="rId12"/>
    <p:sldId id="7409" r:id="rId13"/>
    <p:sldId id="7411" r:id="rId14"/>
    <p:sldId id="7412" r:id="rId15"/>
    <p:sldId id="7392" r:id="rId16"/>
    <p:sldId id="7397" r:id="rId17"/>
    <p:sldId id="7398" r:id="rId18"/>
    <p:sldId id="7322" r:id="rId19"/>
  </p:sldIdLst>
  <p:sldSz cx="12192000" cy="6858000"/>
  <p:notesSz cx="6858000" cy="9144000"/>
  <p:custDataLst>
    <p:tags r:id="rId21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2D86"/>
    <a:srgbClr val="4C81B7"/>
    <a:srgbClr val="F4B183"/>
    <a:srgbClr val="4472C4"/>
    <a:srgbClr val="000000"/>
    <a:srgbClr val="FFEAAA"/>
    <a:srgbClr val="A6A6A6"/>
    <a:srgbClr val="FFC000"/>
    <a:srgbClr val="F09524"/>
    <a:srgbClr val="DED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23" autoAdjust="0"/>
    <p:restoredTop sz="89008" autoAdjust="0"/>
  </p:normalViewPr>
  <p:slideViewPr>
    <p:cSldViewPr snapToGrid="0">
      <p:cViewPr varScale="1">
        <p:scale>
          <a:sx n="97" d="100"/>
          <a:sy n="97" d="100"/>
        </p:scale>
        <p:origin x="492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tags" Target="tags/tag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file:///C:\Users\liuxx02\Desktop\&#26679;&#26495;&#38388;version2.xlsx" TargetMode="External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file:///C:\Users\liuxx02\Desktop\&#26679;&#26495;&#38388;version2.xlsx" TargetMode="External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oleObject" Target="file:///C:\Users\liuxx02\Desktop\&#26679;&#26495;&#38388;version2.xlsx" TargetMode="External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oleObject" Target="file:///C:\Users\liuxx02\Desktop\&#26679;&#26495;&#38388;version2.xlsx" TargetMode="External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oleObject" Target="file:///C:\Users\liuxx02\Desktop\&#26679;&#26495;&#38388;version2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结果页!$B$1</c:f>
              <c:strCache>
                <c:ptCount val="1"/>
                <c:pt idx="0">
                  <c:v>10-90组合净值（费后）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1531"/>
              <c:layout>
                <c:manualLayout>
                  <c:x val="-6.7803769697395511E-3"/>
                  <c:y val="-6.0803158804619471E-2"/>
                </c:manualLayout>
              </c:layout>
              <c:numFmt formatCode="#,##0.00_);[Red]\(#,##0.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C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2054-4B39-97C0-5D10C2833171}"/>
                </c:ext>
                <c:ext xmlns:c15="http://schemas.microsoft.com/office/drawing/2012/chart" uri="{CE6537A1-D6FC-4f65-9D91-7224C49458BB}"/>
              </c:extLst>
            </c:dLbl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结果页!$A$2:$A$1533</c:f>
              <c:strCache>
                <c:ptCount val="1532"/>
                <c:pt idx="0">
                  <c:v>2020-01-02</c:v>
                </c:pt>
                <c:pt idx="1">
                  <c:v>2020-01-03</c:v>
                </c:pt>
                <c:pt idx="2">
                  <c:v>2020-01-06</c:v>
                </c:pt>
                <c:pt idx="3">
                  <c:v>2020-01-07</c:v>
                </c:pt>
                <c:pt idx="4">
                  <c:v>2020-01-08</c:v>
                </c:pt>
                <c:pt idx="5">
                  <c:v>2020-01-09</c:v>
                </c:pt>
                <c:pt idx="6">
                  <c:v>2020-01-10</c:v>
                </c:pt>
                <c:pt idx="7">
                  <c:v>2020-01-13</c:v>
                </c:pt>
                <c:pt idx="8">
                  <c:v>2020-01-14</c:v>
                </c:pt>
                <c:pt idx="9">
                  <c:v>2020-01-15</c:v>
                </c:pt>
                <c:pt idx="10">
                  <c:v>2020-01-16</c:v>
                </c:pt>
                <c:pt idx="11">
                  <c:v>2020-01-17</c:v>
                </c:pt>
                <c:pt idx="12">
                  <c:v>2020-01-20</c:v>
                </c:pt>
                <c:pt idx="13">
                  <c:v>2020-01-21</c:v>
                </c:pt>
                <c:pt idx="14">
                  <c:v>2020-01-22</c:v>
                </c:pt>
                <c:pt idx="15">
                  <c:v>2020-01-23</c:v>
                </c:pt>
                <c:pt idx="16">
                  <c:v>2020-02-03</c:v>
                </c:pt>
                <c:pt idx="17">
                  <c:v>2020-02-04</c:v>
                </c:pt>
                <c:pt idx="18">
                  <c:v>2020-02-05</c:v>
                </c:pt>
                <c:pt idx="19">
                  <c:v>2020-02-06</c:v>
                </c:pt>
                <c:pt idx="20">
                  <c:v>2020-02-07</c:v>
                </c:pt>
                <c:pt idx="21">
                  <c:v>2020-02-10</c:v>
                </c:pt>
                <c:pt idx="22">
                  <c:v>2020-02-11</c:v>
                </c:pt>
                <c:pt idx="23">
                  <c:v>2020-02-12</c:v>
                </c:pt>
                <c:pt idx="24">
                  <c:v>2020-02-13</c:v>
                </c:pt>
                <c:pt idx="25">
                  <c:v>2020-02-14</c:v>
                </c:pt>
                <c:pt idx="26">
                  <c:v>2020-02-17</c:v>
                </c:pt>
                <c:pt idx="27">
                  <c:v>2020-02-18</c:v>
                </c:pt>
                <c:pt idx="28">
                  <c:v>2020-02-19</c:v>
                </c:pt>
                <c:pt idx="29">
                  <c:v>2020-02-20</c:v>
                </c:pt>
                <c:pt idx="30">
                  <c:v>2020-02-21</c:v>
                </c:pt>
                <c:pt idx="31">
                  <c:v>2020-02-24</c:v>
                </c:pt>
                <c:pt idx="32">
                  <c:v>2020-02-25</c:v>
                </c:pt>
                <c:pt idx="33">
                  <c:v>2020-02-26</c:v>
                </c:pt>
                <c:pt idx="34">
                  <c:v>2020-02-27</c:v>
                </c:pt>
                <c:pt idx="35">
                  <c:v>2020-02-28</c:v>
                </c:pt>
                <c:pt idx="36">
                  <c:v>2020-03-02</c:v>
                </c:pt>
                <c:pt idx="37">
                  <c:v>2020-03-03</c:v>
                </c:pt>
                <c:pt idx="38">
                  <c:v>2020-03-04</c:v>
                </c:pt>
                <c:pt idx="39">
                  <c:v>2020-03-05</c:v>
                </c:pt>
                <c:pt idx="40">
                  <c:v>2020-03-06</c:v>
                </c:pt>
                <c:pt idx="41">
                  <c:v>2020-03-09</c:v>
                </c:pt>
                <c:pt idx="42">
                  <c:v>2020-03-10</c:v>
                </c:pt>
                <c:pt idx="43">
                  <c:v>2020-03-11</c:v>
                </c:pt>
                <c:pt idx="44">
                  <c:v>2020-03-12</c:v>
                </c:pt>
                <c:pt idx="45">
                  <c:v>2020-03-13</c:v>
                </c:pt>
                <c:pt idx="46">
                  <c:v>2020-03-16</c:v>
                </c:pt>
                <c:pt idx="47">
                  <c:v>2020-03-17</c:v>
                </c:pt>
                <c:pt idx="48">
                  <c:v>2020-03-18</c:v>
                </c:pt>
                <c:pt idx="49">
                  <c:v>2020-03-19</c:v>
                </c:pt>
                <c:pt idx="50">
                  <c:v>2020-03-20</c:v>
                </c:pt>
                <c:pt idx="51">
                  <c:v>2020-03-23</c:v>
                </c:pt>
                <c:pt idx="52">
                  <c:v>2020-03-24</c:v>
                </c:pt>
                <c:pt idx="53">
                  <c:v>2020-03-25</c:v>
                </c:pt>
                <c:pt idx="54">
                  <c:v>2020-03-26</c:v>
                </c:pt>
                <c:pt idx="55">
                  <c:v>2020-03-27</c:v>
                </c:pt>
                <c:pt idx="56">
                  <c:v>2020-03-30</c:v>
                </c:pt>
                <c:pt idx="57">
                  <c:v>2020-03-31</c:v>
                </c:pt>
                <c:pt idx="58">
                  <c:v>2020-04-01</c:v>
                </c:pt>
                <c:pt idx="59">
                  <c:v>2020-04-02</c:v>
                </c:pt>
                <c:pt idx="60">
                  <c:v>2020-04-03</c:v>
                </c:pt>
                <c:pt idx="61">
                  <c:v>2020-04-07</c:v>
                </c:pt>
                <c:pt idx="62">
                  <c:v>2020-04-08</c:v>
                </c:pt>
                <c:pt idx="63">
                  <c:v>2020-04-09</c:v>
                </c:pt>
                <c:pt idx="64">
                  <c:v>2020-04-10</c:v>
                </c:pt>
                <c:pt idx="65">
                  <c:v>2020-04-13</c:v>
                </c:pt>
                <c:pt idx="66">
                  <c:v>2020-04-14</c:v>
                </c:pt>
                <c:pt idx="67">
                  <c:v>2020-04-15</c:v>
                </c:pt>
                <c:pt idx="68">
                  <c:v>2020-04-16</c:v>
                </c:pt>
                <c:pt idx="69">
                  <c:v>2020-04-17</c:v>
                </c:pt>
                <c:pt idx="70">
                  <c:v>2020-04-20</c:v>
                </c:pt>
                <c:pt idx="71">
                  <c:v>2020-04-21</c:v>
                </c:pt>
                <c:pt idx="72">
                  <c:v>2020-04-22</c:v>
                </c:pt>
                <c:pt idx="73">
                  <c:v>2020-04-23</c:v>
                </c:pt>
                <c:pt idx="74">
                  <c:v>2020-04-24</c:v>
                </c:pt>
                <c:pt idx="75">
                  <c:v>2020-04-27</c:v>
                </c:pt>
                <c:pt idx="76">
                  <c:v>2020-04-28</c:v>
                </c:pt>
                <c:pt idx="77">
                  <c:v>2020-04-29</c:v>
                </c:pt>
                <c:pt idx="78">
                  <c:v>2020-04-30</c:v>
                </c:pt>
                <c:pt idx="79">
                  <c:v>2020-05-06</c:v>
                </c:pt>
                <c:pt idx="80">
                  <c:v>2020-05-07</c:v>
                </c:pt>
                <c:pt idx="81">
                  <c:v>2020-05-08</c:v>
                </c:pt>
                <c:pt idx="82">
                  <c:v>2020-05-11</c:v>
                </c:pt>
                <c:pt idx="83">
                  <c:v>2020-05-12</c:v>
                </c:pt>
                <c:pt idx="84">
                  <c:v>2020-05-13</c:v>
                </c:pt>
                <c:pt idx="85">
                  <c:v>2020-05-14</c:v>
                </c:pt>
                <c:pt idx="86">
                  <c:v>2020-05-15</c:v>
                </c:pt>
                <c:pt idx="87">
                  <c:v>2020-05-18</c:v>
                </c:pt>
                <c:pt idx="88">
                  <c:v>2020-05-19</c:v>
                </c:pt>
                <c:pt idx="89">
                  <c:v>2020-05-20</c:v>
                </c:pt>
                <c:pt idx="90">
                  <c:v>2020-05-21</c:v>
                </c:pt>
                <c:pt idx="91">
                  <c:v>2020-05-22</c:v>
                </c:pt>
                <c:pt idx="92">
                  <c:v>2020-05-25</c:v>
                </c:pt>
                <c:pt idx="93">
                  <c:v>2020-05-26</c:v>
                </c:pt>
                <c:pt idx="94">
                  <c:v>2020-05-27</c:v>
                </c:pt>
                <c:pt idx="95">
                  <c:v>2020-05-28</c:v>
                </c:pt>
                <c:pt idx="96">
                  <c:v>2020-05-29</c:v>
                </c:pt>
                <c:pt idx="97">
                  <c:v>2020-06-01</c:v>
                </c:pt>
                <c:pt idx="98">
                  <c:v>2020-06-02</c:v>
                </c:pt>
                <c:pt idx="99">
                  <c:v>2020-06-03</c:v>
                </c:pt>
                <c:pt idx="100">
                  <c:v>2020-06-04</c:v>
                </c:pt>
                <c:pt idx="101">
                  <c:v>2020-06-05</c:v>
                </c:pt>
                <c:pt idx="102">
                  <c:v>2020-06-08</c:v>
                </c:pt>
                <c:pt idx="103">
                  <c:v>2020-06-09</c:v>
                </c:pt>
                <c:pt idx="104">
                  <c:v>2020-06-10</c:v>
                </c:pt>
                <c:pt idx="105">
                  <c:v>2020-06-11</c:v>
                </c:pt>
                <c:pt idx="106">
                  <c:v>2020-06-12</c:v>
                </c:pt>
                <c:pt idx="107">
                  <c:v>2020-06-15</c:v>
                </c:pt>
                <c:pt idx="108">
                  <c:v>2020-06-16</c:v>
                </c:pt>
                <c:pt idx="109">
                  <c:v>2020-06-17</c:v>
                </c:pt>
                <c:pt idx="110">
                  <c:v>2020-06-18</c:v>
                </c:pt>
                <c:pt idx="111">
                  <c:v>2020-06-19</c:v>
                </c:pt>
                <c:pt idx="112">
                  <c:v>2020-06-22</c:v>
                </c:pt>
                <c:pt idx="113">
                  <c:v>2020-06-23</c:v>
                </c:pt>
                <c:pt idx="114">
                  <c:v>2020-06-24</c:v>
                </c:pt>
                <c:pt idx="115">
                  <c:v>2020-06-29</c:v>
                </c:pt>
                <c:pt idx="116">
                  <c:v>2020-06-30</c:v>
                </c:pt>
                <c:pt idx="117">
                  <c:v>2020-07-01</c:v>
                </c:pt>
                <c:pt idx="118">
                  <c:v>2020-07-02</c:v>
                </c:pt>
                <c:pt idx="119">
                  <c:v>2020-07-03</c:v>
                </c:pt>
                <c:pt idx="120">
                  <c:v>2020-07-06</c:v>
                </c:pt>
                <c:pt idx="121">
                  <c:v>2020-07-07</c:v>
                </c:pt>
                <c:pt idx="122">
                  <c:v>2020-07-08</c:v>
                </c:pt>
                <c:pt idx="123">
                  <c:v>2020-07-09</c:v>
                </c:pt>
                <c:pt idx="124">
                  <c:v>2020-07-10</c:v>
                </c:pt>
                <c:pt idx="125">
                  <c:v>2020-07-13</c:v>
                </c:pt>
                <c:pt idx="126">
                  <c:v>2020-07-14</c:v>
                </c:pt>
                <c:pt idx="127">
                  <c:v>2020-07-15</c:v>
                </c:pt>
                <c:pt idx="128">
                  <c:v>2020-07-16</c:v>
                </c:pt>
                <c:pt idx="129">
                  <c:v>2020-07-17</c:v>
                </c:pt>
                <c:pt idx="130">
                  <c:v>2020-07-20</c:v>
                </c:pt>
                <c:pt idx="131">
                  <c:v>2020-07-21</c:v>
                </c:pt>
                <c:pt idx="132">
                  <c:v>2020-07-22</c:v>
                </c:pt>
                <c:pt idx="133">
                  <c:v>2020-07-23</c:v>
                </c:pt>
                <c:pt idx="134">
                  <c:v>2020-07-24</c:v>
                </c:pt>
                <c:pt idx="135">
                  <c:v>2020-07-27</c:v>
                </c:pt>
                <c:pt idx="136">
                  <c:v>2020-07-28</c:v>
                </c:pt>
                <c:pt idx="137">
                  <c:v>2020-07-29</c:v>
                </c:pt>
                <c:pt idx="138">
                  <c:v>2020-07-30</c:v>
                </c:pt>
                <c:pt idx="139">
                  <c:v>2020-07-31</c:v>
                </c:pt>
                <c:pt idx="140">
                  <c:v>2020-08-03</c:v>
                </c:pt>
                <c:pt idx="141">
                  <c:v>2020-08-04</c:v>
                </c:pt>
                <c:pt idx="142">
                  <c:v>2020-08-05</c:v>
                </c:pt>
                <c:pt idx="143">
                  <c:v>2020-08-06</c:v>
                </c:pt>
                <c:pt idx="144">
                  <c:v>2020-08-07</c:v>
                </c:pt>
                <c:pt idx="145">
                  <c:v>2020-08-10</c:v>
                </c:pt>
                <c:pt idx="146">
                  <c:v>2020-08-11</c:v>
                </c:pt>
                <c:pt idx="147">
                  <c:v>2020-08-12</c:v>
                </c:pt>
                <c:pt idx="148">
                  <c:v>2020-08-13</c:v>
                </c:pt>
                <c:pt idx="149">
                  <c:v>2020-08-14</c:v>
                </c:pt>
                <c:pt idx="150">
                  <c:v>2020-08-17</c:v>
                </c:pt>
                <c:pt idx="151">
                  <c:v>2020-08-18</c:v>
                </c:pt>
                <c:pt idx="152">
                  <c:v>2020-08-19</c:v>
                </c:pt>
                <c:pt idx="153">
                  <c:v>2020-08-20</c:v>
                </c:pt>
                <c:pt idx="154">
                  <c:v>2020-08-21</c:v>
                </c:pt>
                <c:pt idx="155">
                  <c:v>2020-08-24</c:v>
                </c:pt>
                <c:pt idx="156">
                  <c:v>2020-08-25</c:v>
                </c:pt>
                <c:pt idx="157">
                  <c:v>2020-08-26</c:v>
                </c:pt>
                <c:pt idx="158">
                  <c:v>2020-08-27</c:v>
                </c:pt>
                <c:pt idx="159">
                  <c:v>2020-08-28</c:v>
                </c:pt>
                <c:pt idx="160">
                  <c:v>2020-08-31</c:v>
                </c:pt>
                <c:pt idx="161">
                  <c:v>2020-09-01</c:v>
                </c:pt>
                <c:pt idx="162">
                  <c:v>2020-09-02</c:v>
                </c:pt>
                <c:pt idx="163">
                  <c:v>2020-09-03</c:v>
                </c:pt>
                <c:pt idx="164">
                  <c:v>2020-09-04</c:v>
                </c:pt>
                <c:pt idx="165">
                  <c:v>2020-09-07</c:v>
                </c:pt>
                <c:pt idx="166">
                  <c:v>2020-09-08</c:v>
                </c:pt>
                <c:pt idx="167">
                  <c:v>2020-09-09</c:v>
                </c:pt>
                <c:pt idx="168">
                  <c:v>2020-09-10</c:v>
                </c:pt>
                <c:pt idx="169">
                  <c:v>2020-09-11</c:v>
                </c:pt>
                <c:pt idx="170">
                  <c:v>2020-09-14</c:v>
                </c:pt>
                <c:pt idx="171">
                  <c:v>2020-09-15</c:v>
                </c:pt>
                <c:pt idx="172">
                  <c:v>2020-09-16</c:v>
                </c:pt>
                <c:pt idx="173">
                  <c:v>2020-09-17</c:v>
                </c:pt>
                <c:pt idx="174">
                  <c:v>2020-09-18</c:v>
                </c:pt>
                <c:pt idx="175">
                  <c:v>2020-09-21</c:v>
                </c:pt>
                <c:pt idx="176">
                  <c:v>2020-09-22</c:v>
                </c:pt>
                <c:pt idx="177">
                  <c:v>2020-09-23</c:v>
                </c:pt>
                <c:pt idx="178">
                  <c:v>2020-09-24</c:v>
                </c:pt>
                <c:pt idx="179">
                  <c:v>2020-09-25</c:v>
                </c:pt>
                <c:pt idx="180">
                  <c:v>2020-09-28</c:v>
                </c:pt>
                <c:pt idx="181">
                  <c:v>2020-09-29</c:v>
                </c:pt>
                <c:pt idx="182">
                  <c:v>2020-09-30</c:v>
                </c:pt>
                <c:pt idx="183">
                  <c:v>2020-10-09</c:v>
                </c:pt>
                <c:pt idx="184">
                  <c:v>2020-10-12</c:v>
                </c:pt>
                <c:pt idx="185">
                  <c:v>2020-10-13</c:v>
                </c:pt>
                <c:pt idx="186">
                  <c:v>2020-10-14</c:v>
                </c:pt>
                <c:pt idx="187">
                  <c:v>2020-10-15</c:v>
                </c:pt>
                <c:pt idx="188">
                  <c:v>2020-10-16</c:v>
                </c:pt>
                <c:pt idx="189">
                  <c:v>2020-10-19</c:v>
                </c:pt>
                <c:pt idx="190">
                  <c:v>2020-10-20</c:v>
                </c:pt>
                <c:pt idx="191">
                  <c:v>2020-10-21</c:v>
                </c:pt>
                <c:pt idx="192">
                  <c:v>2020-10-22</c:v>
                </c:pt>
                <c:pt idx="193">
                  <c:v>2020-10-23</c:v>
                </c:pt>
                <c:pt idx="194">
                  <c:v>2020-10-26</c:v>
                </c:pt>
                <c:pt idx="195">
                  <c:v>2020-10-27</c:v>
                </c:pt>
                <c:pt idx="196">
                  <c:v>2020-10-28</c:v>
                </c:pt>
                <c:pt idx="197">
                  <c:v>2020-10-29</c:v>
                </c:pt>
                <c:pt idx="198">
                  <c:v>2020-10-30</c:v>
                </c:pt>
                <c:pt idx="199">
                  <c:v>2020-11-02</c:v>
                </c:pt>
                <c:pt idx="200">
                  <c:v>2020-11-03</c:v>
                </c:pt>
                <c:pt idx="201">
                  <c:v>2020-11-04</c:v>
                </c:pt>
                <c:pt idx="202">
                  <c:v>2020-11-05</c:v>
                </c:pt>
                <c:pt idx="203">
                  <c:v>2020-11-06</c:v>
                </c:pt>
                <c:pt idx="204">
                  <c:v>2020-11-09</c:v>
                </c:pt>
                <c:pt idx="205">
                  <c:v>2020-11-10</c:v>
                </c:pt>
                <c:pt idx="206">
                  <c:v>2020-11-11</c:v>
                </c:pt>
                <c:pt idx="207">
                  <c:v>2020-11-12</c:v>
                </c:pt>
                <c:pt idx="208">
                  <c:v>2020-11-13</c:v>
                </c:pt>
                <c:pt idx="209">
                  <c:v>2020-11-16</c:v>
                </c:pt>
                <c:pt idx="210">
                  <c:v>2020-11-17</c:v>
                </c:pt>
                <c:pt idx="211">
                  <c:v>2020-11-18</c:v>
                </c:pt>
                <c:pt idx="212">
                  <c:v>2020-11-19</c:v>
                </c:pt>
                <c:pt idx="213">
                  <c:v>2020-11-20</c:v>
                </c:pt>
                <c:pt idx="214">
                  <c:v>2020-11-23</c:v>
                </c:pt>
                <c:pt idx="215">
                  <c:v>2020-11-24</c:v>
                </c:pt>
                <c:pt idx="216">
                  <c:v>2020-11-25</c:v>
                </c:pt>
                <c:pt idx="217">
                  <c:v>2020-11-26</c:v>
                </c:pt>
                <c:pt idx="218">
                  <c:v>2020-11-27</c:v>
                </c:pt>
                <c:pt idx="219">
                  <c:v>2020-11-30</c:v>
                </c:pt>
                <c:pt idx="220">
                  <c:v>2020-12-01</c:v>
                </c:pt>
                <c:pt idx="221">
                  <c:v>2020-12-02</c:v>
                </c:pt>
                <c:pt idx="222">
                  <c:v>2020-12-03</c:v>
                </c:pt>
                <c:pt idx="223">
                  <c:v>2020-12-04</c:v>
                </c:pt>
                <c:pt idx="224">
                  <c:v>2020-12-07</c:v>
                </c:pt>
                <c:pt idx="225">
                  <c:v>2020-12-08</c:v>
                </c:pt>
                <c:pt idx="226">
                  <c:v>2020-12-09</c:v>
                </c:pt>
                <c:pt idx="227">
                  <c:v>2020-12-10</c:v>
                </c:pt>
                <c:pt idx="228">
                  <c:v>2020-12-11</c:v>
                </c:pt>
                <c:pt idx="229">
                  <c:v>2020-12-14</c:v>
                </c:pt>
                <c:pt idx="230">
                  <c:v>2020-12-15</c:v>
                </c:pt>
                <c:pt idx="231">
                  <c:v>2020-12-16</c:v>
                </c:pt>
                <c:pt idx="232">
                  <c:v>2020-12-17</c:v>
                </c:pt>
                <c:pt idx="233">
                  <c:v>2020-12-18</c:v>
                </c:pt>
                <c:pt idx="234">
                  <c:v>2020-12-21</c:v>
                </c:pt>
                <c:pt idx="235">
                  <c:v>2020-12-22</c:v>
                </c:pt>
                <c:pt idx="236">
                  <c:v>2020-12-23</c:v>
                </c:pt>
                <c:pt idx="237">
                  <c:v>2020-12-24</c:v>
                </c:pt>
                <c:pt idx="238">
                  <c:v>2020-12-25</c:v>
                </c:pt>
                <c:pt idx="239">
                  <c:v>2020-12-28</c:v>
                </c:pt>
                <c:pt idx="240">
                  <c:v>2020-12-29</c:v>
                </c:pt>
                <c:pt idx="241">
                  <c:v>2020-12-30</c:v>
                </c:pt>
                <c:pt idx="242">
                  <c:v>2020-12-31</c:v>
                </c:pt>
                <c:pt idx="243">
                  <c:v>2021-01-04</c:v>
                </c:pt>
                <c:pt idx="244">
                  <c:v>2021-01-05</c:v>
                </c:pt>
                <c:pt idx="245">
                  <c:v>2021-01-06</c:v>
                </c:pt>
                <c:pt idx="246">
                  <c:v>2021-01-07</c:v>
                </c:pt>
                <c:pt idx="247">
                  <c:v>2021-01-08</c:v>
                </c:pt>
                <c:pt idx="248">
                  <c:v>2021-01-11</c:v>
                </c:pt>
                <c:pt idx="249">
                  <c:v>2021-01-12</c:v>
                </c:pt>
                <c:pt idx="250">
                  <c:v>2021-01-13</c:v>
                </c:pt>
                <c:pt idx="251">
                  <c:v>2021-01-14</c:v>
                </c:pt>
                <c:pt idx="252">
                  <c:v>2021-01-15</c:v>
                </c:pt>
                <c:pt idx="253">
                  <c:v>2021-01-18</c:v>
                </c:pt>
                <c:pt idx="254">
                  <c:v>2021-01-19</c:v>
                </c:pt>
                <c:pt idx="255">
                  <c:v>2021-01-20</c:v>
                </c:pt>
                <c:pt idx="256">
                  <c:v>2021-01-21</c:v>
                </c:pt>
                <c:pt idx="257">
                  <c:v>2021-01-22</c:v>
                </c:pt>
                <c:pt idx="258">
                  <c:v>2021-01-25</c:v>
                </c:pt>
                <c:pt idx="259">
                  <c:v>2021-01-26</c:v>
                </c:pt>
                <c:pt idx="260">
                  <c:v>2021-01-27</c:v>
                </c:pt>
                <c:pt idx="261">
                  <c:v>2021-01-28</c:v>
                </c:pt>
                <c:pt idx="262">
                  <c:v>2021-01-29</c:v>
                </c:pt>
                <c:pt idx="263">
                  <c:v>2021-02-01</c:v>
                </c:pt>
                <c:pt idx="264">
                  <c:v>2021-02-02</c:v>
                </c:pt>
                <c:pt idx="265">
                  <c:v>2021-02-03</c:v>
                </c:pt>
                <c:pt idx="266">
                  <c:v>2021-02-04</c:v>
                </c:pt>
                <c:pt idx="267">
                  <c:v>2021-02-05</c:v>
                </c:pt>
                <c:pt idx="268">
                  <c:v>2021-02-08</c:v>
                </c:pt>
                <c:pt idx="269">
                  <c:v>2021-02-09</c:v>
                </c:pt>
                <c:pt idx="270">
                  <c:v>2021-02-10</c:v>
                </c:pt>
                <c:pt idx="271">
                  <c:v>2021-02-18</c:v>
                </c:pt>
                <c:pt idx="272">
                  <c:v>2021-02-19</c:v>
                </c:pt>
                <c:pt idx="273">
                  <c:v>2021-02-22</c:v>
                </c:pt>
                <c:pt idx="274">
                  <c:v>2021-02-23</c:v>
                </c:pt>
                <c:pt idx="275">
                  <c:v>2021-02-24</c:v>
                </c:pt>
                <c:pt idx="276">
                  <c:v>2021-02-25</c:v>
                </c:pt>
                <c:pt idx="277">
                  <c:v>2021-02-26</c:v>
                </c:pt>
                <c:pt idx="278">
                  <c:v>2021-03-01</c:v>
                </c:pt>
                <c:pt idx="279">
                  <c:v>2021-03-02</c:v>
                </c:pt>
                <c:pt idx="280">
                  <c:v>2021-03-03</c:v>
                </c:pt>
                <c:pt idx="281">
                  <c:v>2021-03-04</c:v>
                </c:pt>
                <c:pt idx="282">
                  <c:v>2021-03-05</c:v>
                </c:pt>
                <c:pt idx="283">
                  <c:v>2021-03-08</c:v>
                </c:pt>
                <c:pt idx="284">
                  <c:v>2021-03-09</c:v>
                </c:pt>
                <c:pt idx="285">
                  <c:v>2021-03-10</c:v>
                </c:pt>
                <c:pt idx="286">
                  <c:v>2021-03-11</c:v>
                </c:pt>
                <c:pt idx="287">
                  <c:v>2021-03-12</c:v>
                </c:pt>
                <c:pt idx="288">
                  <c:v>2021-03-15</c:v>
                </c:pt>
                <c:pt idx="289">
                  <c:v>2021-03-16</c:v>
                </c:pt>
                <c:pt idx="290">
                  <c:v>2021-03-17</c:v>
                </c:pt>
                <c:pt idx="291">
                  <c:v>2021-03-18</c:v>
                </c:pt>
                <c:pt idx="292">
                  <c:v>2021-03-19</c:v>
                </c:pt>
                <c:pt idx="293">
                  <c:v>2021-03-22</c:v>
                </c:pt>
                <c:pt idx="294">
                  <c:v>2021-03-23</c:v>
                </c:pt>
                <c:pt idx="295">
                  <c:v>2021-03-24</c:v>
                </c:pt>
                <c:pt idx="296">
                  <c:v>2021-03-25</c:v>
                </c:pt>
                <c:pt idx="297">
                  <c:v>2021-03-26</c:v>
                </c:pt>
                <c:pt idx="298">
                  <c:v>2021-03-29</c:v>
                </c:pt>
                <c:pt idx="299">
                  <c:v>2021-03-30</c:v>
                </c:pt>
                <c:pt idx="300">
                  <c:v>2021-03-31</c:v>
                </c:pt>
                <c:pt idx="301">
                  <c:v>2021-04-01</c:v>
                </c:pt>
                <c:pt idx="302">
                  <c:v>2021-04-02</c:v>
                </c:pt>
                <c:pt idx="303">
                  <c:v>2021-04-06</c:v>
                </c:pt>
                <c:pt idx="304">
                  <c:v>2021-04-07</c:v>
                </c:pt>
                <c:pt idx="305">
                  <c:v>2021-04-08</c:v>
                </c:pt>
                <c:pt idx="306">
                  <c:v>2021-04-09</c:v>
                </c:pt>
                <c:pt idx="307">
                  <c:v>2021-04-12</c:v>
                </c:pt>
                <c:pt idx="308">
                  <c:v>2021-04-13</c:v>
                </c:pt>
                <c:pt idx="309">
                  <c:v>2021-04-14</c:v>
                </c:pt>
                <c:pt idx="310">
                  <c:v>2021-04-15</c:v>
                </c:pt>
                <c:pt idx="311">
                  <c:v>2021-04-16</c:v>
                </c:pt>
                <c:pt idx="312">
                  <c:v>2021-04-19</c:v>
                </c:pt>
                <c:pt idx="313">
                  <c:v>2021-04-20</c:v>
                </c:pt>
                <c:pt idx="314">
                  <c:v>2021-04-21</c:v>
                </c:pt>
                <c:pt idx="315">
                  <c:v>2021-04-22</c:v>
                </c:pt>
                <c:pt idx="316">
                  <c:v>2021-04-23</c:v>
                </c:pt>
                <c:pt idx="317">
                  <c:v>2021-04-26</c:v>
                </c:pt>
                <c:pt idx="318">
                  <c:v>2021-04-27</c:v>
                </c:pt>
                <c:pt idx="319">
                  <c:v>2021-04-28</c:v>
                </c:pt>
                <c:pt idx="320">
                  <c:v>2021-04-29</c:v>
                </c:pt>
                <c:pt idx="321">
                  <c:v>2021-04-30</c:v>
                </c:pt>
                <c:pt idx="322">
                  <c:v>2021-05-06</c:v>
                </c:pt>
                <c:pt idx="323">
                  <c:v>2021-05-07</c:v>
                </c:pt>
                <c:pt idx="324">
                  <c:v>2021-05-10</c:v>
                </c:pt>
                <c:pt idx="325">
                  <c:v>2021-05-11</c:v>
                </c:pt>
                <c:pt idx="326">
                  <c:v>2021-05-12</c:v>
                </c:pt>
                <c:pt idx="327">
                  <c:v>2021-05-13</c:v>
                </c:pt>
                <c:pt idx="328">
                  <c:v>2021-05-14</c:v>
                </c:pt>
                <c:pt idx="329">
                  <c:v>2021-05-17</c:v>
                </c:pt>
                <c:pt idx="330">
                  <c:v>2021-05-18</c:v>
                </c:pt>
                <c:pt idx="331">
                  <c:v>2021-05-19</c:v>
                </c:pt>
                <c:pt idx="332">
                  <c:v>2021-05-20</c:v>
                </c:pt>
                <c:pt idx="333">
                  <c:v>2021-05-21</c:v>
                </c:pt>
                <c:pt idx="334">
                  <c:v>2021-05-24</c:v>
                </c:pt>
                <c:pt idx="335">
                  <c:v>2021-05-25</c:v>
                </c:pt>
                <c:pt idx="336">
                  <c:v>2021-05-26</c:v>
                </c:pt>
                <c:pt idx="337">
                  <c:v>2021-05-27</c:v>
                </c:pt>
                <c:pt idx="338">
                  <c:v>2021-05-28</c:v>
                </c:pt>
                <c:pt idx="339">
                  <c:v>2021-05-31</c:v>
                </c:pt>
                <c:pt idx="340">
                  <c:v>2021-06-01</c:v>
                </c:pt>
                <c:pt idx="341">
                  <c:v>2021-06-02</c:v>
                </c:pt>
                <c:pt idx="342">
                  <c:v>2021-06-03</c:v>
                </c:pt>
                <c:pt idx="343">
                  <c:v>2021-06-04</c:v>
                </c:pt>
                <c:pt idx="344">
                  <c:v>2021-06-07</c:v>
                </c:pt>
                <c:pt idx="345">
                  <c:v>2021-06-08</c:v>
                </c:pt>
                <c:pt idx="346">
                  <c:v>2021-06-09</c:v>
                </c:pt>
                <c:pt idx="347">
                  <c:v>2021-06-10</c:v>
                </c:pt>
                <c:pt idx="348">
                  <c:v>2021-06-11</c:v>
                </c:pt>
                <c:pt idx="349">
                  <c:v>2021-06-15</c:v>
                </c:pt>
                <c:pt idx="350">
                  <c:v>2021-06-16</c:v>
                </c:pt>
                <c:pt idx="351">
                  <c:v>2021-06-17</c:v>
                </c:pt>
                <c:pt idx="352">
                  <c:v>2021-06-18</c:v>
                </c:pt>
                <c:pt idx="353">
                  <c:v>2021-06-21</c:v>
                </c:pt>
                <c:pt idx="354">
                  <c:v>2021-06-22</c:v>
                </c:pt>
                <c:pt idx="355">
                  <c:v>2021-06-23</c:v>
                </c:pt>
                <c:pt idx="356">
                  <c:v>2021-06-24</c:v>
                </c:pt>
                <c:pt idx="357">
                  <c:v>2021-06-25</c:v>
                </c:pt>
                <c:pt idx="358">
                  <c:v>2021-06-28</c:v>
                </c:pt>
                <c:pt idx="359">
                  <c:v>2021-06-29</c:v>
                </c:pt>
                <c:pt idx="360">
                  <c:v>2021-06-30</c:v>
                </c:pt>
                <c:pt idx="361">
                  <c:v>2021-07-01</c:v>
                </c:pt>
                <c:pt idx="362">
                  <c:v>2021-07-02</c:v>
                </c:pt>
                <c:pt idx="363">
                  <c:v>2021-07-05</c:v>
                </c:pt>
                <c:pt idx="364">
                  <c:v>2021-07-06</c:v>
                </c:pt>
                <c:pt idx="365">
                  <c:v>2021-07-07</c:v>
                </c:pt>
                <c:pt idx="366">
                  <c:v>2021-07-08</c:v>
                </c:pt>
                <c:pt idx="367">
                  <c:v>2021-07-09</c:v>
                </c:pt>
                <c:pt idx="368">
                  <c:v>2021-07-12</c:v>
                </c:pt>
                <c:pt idx="369">
                  <c:v>2021-07-13</c:v>
                </c:pt>
                <c:pt idx="370">
                  <c:v>2021-07-14</c:v>
                </c:pt>
                <c:pt idx="371">
                  <c:v>2021-07-15</c:v>
                </c:pt>
                <c:pt idx="372">
                  <c:v>2021-07-16</c:v>
                </c:pt>
                <c:pt idx="373">
                  <c:v>2021-07-19</c:v>
                </c:pt>
                <c:pt idx="374">
                  <c:v>2021-07-20</c:v>
                </c:pt>
                <c:pt idx="375">
                  <c:v>2021-07-21</c:v>
                </c:pt>
                <c:pt idx="376">
                  <c:v>2021-07-22</c:v>
                </c:pt>
                <c:pt idx="377">
                  <c:v>2021-07-23</c:v>
                </c:pt>
                <c:pt idx="378">
                  <c:v>2021-07-26</c:v>
                </c:pt>
                <c:pt idx="379">
                  <c:v>2021-07-27</c:v>
                </c:pt>
                <c:pt idx="380">
                  <c:v>2021-07-28</c:v>
                </c:pt>
                <c:pt idx="381">
                  <c:v>2021-07-29</c:v>
                </c:pt>
                <c:pt idx="382">
                  <c:v>2021-07-30</c:v>
                </c:pt>
                <c:pt idx="383">
                  <c:v>2021-08-02</c:v>
                </c:pt>
                <c:pt idx="384">
                  <c:v>2021-08-03</c:v>
                </c:pt>
                <c:pt idx="385">
                  <c:v>2021-08-04</c:v>
                </c:pt>
                <c:pt idx="386">
                  <c:v>2021-08-05</c:v>
                </c:pt>
                <c:pt idx="387">
                  <c:v>2021-08-06</c:v>
                </c:pt>
                <c:pt idx="388">
                  <c:v>2021-08-09</c:v>
                </c:pt>
                <c:pt idx="389">
                  <c:v>2021-08-10</c:v>
                </c:pt>
                <c:pt idx="390">
                  <c:v>2021-08-11</c:v>
                </c:pt>
                <c:pt idx="391">
                  <c:v>2021-08-12</c:v>
                </c:pt>
                <c:pt idx="392">
                  <c:v>2021-08-13</c:v>
                </c:pt>
                <c:pt idx="393">
                  <c:v>2021-08-16</c:v>
                </c:pt>
                <c:pt idx="394">
                  <c:v>2021-08-17</c:v>
                </c:pt>
                <c:pt idx="395">
                  <c:v>2021-08-18</c:v>
                </c:pt>
                <c:pt idx="396">
                  <c:v>2021-08-19</c:v>
                </c:pt>
                <c:pt idx="397">
                  <c:v>2021-08-20</c:v>
                </c:pt>
                <c:pt idx="398">
                  <c:v>2021-08-23</c:v>
                </c:pt>
                <c:pt idx="399">
                  <c:v>2021-08-24</c:v>
                </c:pt>
                <c:pt idx="400">
                  <c:v>2021-08-25</c:v>
                </c:pt>
                <c:pt idx="401">
                  <c:v>2021-08-26</c:v>
                </c:pt>
                <c:pt idx="402">
                  <c:v>2021-08-27</c:v>
                </c:pt>
                <c:pt idx="403">
                  <c:v>2021-08-30</c:v>
                </c:pt>
                <c:pt idx="404">
                  <c:v>2021-08-31</c:v>
                </c:pt>
                <c:pt idx="405">
                  <c:v>2021-09-01</c:v>
                </c:pt>
                <c:pt idx="406">
                  <c:v>2021-09-02</c:v>
                </c:pt>
                <c:pt idx="407">
                  <c:v>2021-09-03</c:v>
                </c:pt>
                <c:pt idx="408">
                  <c:v>2021-09-06</c:v>
                </c:pt>
                <c:pt idx="409">
                  <c:v>2021-09-07</c:v>
                </c:pt>
                <c:pt idx="410">
                  <c:v>2021-09-08</c:v>
                </c:pt>
                <c:pt idx="411">
                  <c:v>2021-09-09</c:v>
                </c:pt>
                <c:pt idx="412">
                  <c:v>2021-09-10</c:v>
                </c:pt>
                <c:pt idx="413">
                  <c:v>2021-09-13</c:v>
                </c:pt>
                <c:pt idx="414">
                  <c:v>2021-09-14</c:v>
                </c:pt>
                <c:pt idx="415">
                  <c:v>2021-09-15</c:v>
                </c:pt>
                <c:pt idx="416">
                  <c:v>2021-09-16</c:v>
                </c:pt>
                <c:pt idx="417">
                  <c:v>2021-09-17</c:v>
                </c:pt>
                <c:pt idx="418">
                  <c:v>2021-09-22</c:v>
                </c:pt>
                <c:pt idx="419">
                  <c:v>2021-09-23</c:v>
                </c:pt>
                <c:pt idx="420">
                  <c:v>2021-09-24</c:v>
                </c:pt>
                <c:pt idx="421">
                  <c:v>2021-09-27</c:v>
                </c:pt>
                <c:pt idx="422">
                  <c:v>2021-09-28</c:v>
                </c:pt>
                <c:pt idx="423">
                  <c:v>2021-09-29</c:v>
                </c:pt>
                <c:pt idx="424">
                  <c:v>2021-09-30</c:v>
                </c:pt>
                <c:pt idx="425">
                  <c:v>2021-10-08</c:v>
                </c:pt>
                <c:pt idx="426">
                  <c:v>2021-10-11</c:v>
                </c:pt>
                <c:pt idx="427">
                  <c:v>2021-10-12</c:v>
                </c:pt>
                <c:pt idx="428">
                  <c:v>2021-10-13</c:v>
                </c:pt>
                <c:pt idx="429">
                  <c:v>2021-10-14</c:v>
                </c:pt>
                <c:pt idx="430">
                  <c:v>2021-10-15</c:v>
                </c:pt>
                <c:pt idx="431">
                  <c:v>2021-10-18</c:v>
                </c:pt>
                <c:pt idx="432">
                  <c:v>2021-10-19</c:v>
                </c:pt>
                <c:pt idx="433">
                  <c:v>2021-10-20</c:v>
                </c:pt>
                <c:pt idx="434">
                  <c:v>2021-10-21</c:v>
                </c:pt>
                <c:pt idx="435">
                  <c:v>2021-10-22</c:v>
                </c:pt>
                <c:pt idx="436">
                  <c:v>2021-10-25</c:v>
                </c:pt>
                <c:pt idx="437">
                  <c:v>2021-10-26</c:v>
                </c:pt>
                <c:pt idx="438">
                  <c:v>2021-10-27</c:v>
                </c:pt>
                <c:pt idx="439">
                  <c:v>2021-10-28</c:v>
                </c:pt>
                <c:pt idx="440">
                  <c:v>2021-10-29</c:v>
                </c:pt>
                <c:pt idx="441">
                  <c:v>2021-11-01</c:v>
                </c:pt>
                <c:pt idx="442">
                  <c:v>2021-11-02</c:v>
                </c:pt>
                <c:pt idx="443">
                  <c:v>2021-11-03</c:v>
                </c:pt>
                <c:pt idx="444">
                  <c:v>2021-11-04</c:v>
                </c:pt>
                <c:pt idx="445">
                  <c:v>2021-11-05</c:v>
                </c:pt>
                <c:pt idx="446">
                  <c:v>2021-11-08</c:v>
                </c:pt>
                <c:pt idx="447">
                  <c:v>2021-11-09</c:v>
                </c:pt>
                <c:pt idx="448">
                  <c:v>2021-11-10</c:v>
                </c:pt>
                <c:pt idx="449">
                  <c:v>2021-11-11</c:v>
                </c:pt>
                <c:pt idx="450">
                  <c:v>2021-11-12</c:v>
                </c:pt>
                <c:pt idx="451">
                  <c:v>2021-11-15</c:v>
                </c:pt>
                <c:pt idx="452">
                  <c:v>2021-11-16</c:v>
                </c:pt>
                <c:pt idx="453">
                  <c:v>2021-11-17</c:v>
                </c:pt>
                <c:pt idx="454">
                  <c:v>2021-11-18</c:v>
                </c:pt>
                <c:pt idx="455">
                  <c:v>2021-11-19</c:v>
                </c:pt>
                <c:pt idx="456">
                  <c:v>2021-11-22</c:v>
                </c:pt>
                <c:pt idx="457">
                  <c:v>2021-11-23</c:v>
                </c:pt>
                <c:pt idx="458">
                  <c:v>2021-11-24</c:v>
                </c:pt>
                <c:pt idx="459">
                  <c:v>2021-11-25</c:v>
                </c:pt>
                <c:pt idx="460">
                  <c:v>2021-11-26</c:v>
                </c:pt>
                <c:pt idx="461">
                  <c:v>2021-11-29</c:v>
                </c:pt>
                <c:pt idx="462">
                  <c:v>2021-11-30</c:v>
                </c:pt>
                <c:pt idx="463">
                  <c:v>2021-12-01</c:v>
                </c:pt>
                <c:pt idx="464">
                  <c:v>2021-12-02</c:v>
                </c:pt>
                <c:pt idx="465">
                  <c:v>2021-12-03</c:v>
                </c:pt>
                <c:pt idx="466">
                  <c:v>2021-12-06</c:v>
                </c:pt>
                <c:pt idx="467">
                  <c:v>2021-12-07</c:v>
                </c:pt>
                <c:pt idx="468">
                  <c:v>2021-12-08</c:v>
                </c:pt>
                <c:pt idx="469">
                  <c:v>2021-12-09</c:v>
                </c:pt>
                <c:pt idx="470">
                  <c:v>2021-12-10</c:v>
                </c:pt>
                <c:pt idx="471">
                  <c:v>2021-12-13</c:v>
                </c:pt>
                <c:pt idx="472">
                  <c:v>2021-12-14</c:v>
                </c:pt>
                <c:pt idx="473">
                  <c:v>2021-12-15</c:v>
                </c:pt>
                <c:pt idx="474">
                  <c:v>2021-12-16</c:v>
                </c:pt>
                <c:pt idx="475">
                  <c:v>2021-12-17</c:v>
                </c:pt>
                <c:pt idx="476">
                  <c:v>2021-12-20</c:v>
                </c:pt>
                <c:pt idx="477">
                  <c:v>2021-12-21</c:v>
                </c:pt>
                <c:pt idx="478">
                  <c:v>2021-12-22</c:v>
                </c:pt>
                <c:pt idx="479">
                  <c:v>2021-12-23</c:v>
                </c:pt>
                <c:pt idx="480">
                  <c:v>2021-12-24</c:v>
                </c:pt>
                <c:pt idx="481">
                  <c:v>2021-12-27</c:v>
                </c:pt>
                <c:pt idx="482">
                  <c:v>2021-12-28</c:v>
                </c:pt>
                <c:pt idx="483">
                  <c:v>2021-12-29</c:v>
                </c:pt>
                <c:pt idx="484">
                  <c:v>2021-12-30</c:v>
                </c:pt>
                <c:pt idx="485">
                  <c:v>2021-12-31</c:v>
                </c:pt>
                <c:pt idx="486">
                  <c:v>2022-01-04</c:v>
                </c:pt>
                <c:pt idx="487">
                  <c:v>2022-01-05</c:v>
                </c:pt>
                <c:pt idx="488">
                  <c:v>2022-01-06</c:v>
                </c:pt>
                <c:pt idx="489">
                  <c:v>2022-01-07</c:v>
                </c:pt>
                <c:pt idx="490">
                  <c:v>2022-01-10</c:v>
                </c:pt>
                <c:pt idx="491">
                  <c:v>2022-01-11</c:v>
                </c:pt>
                <c:pt idx="492">
                  <c:v>2022-01-12</c:v>
                </c:pt>
                <c:pt idx="493">
                  <c:v>2022-01-13</c:v>
                </c:pt>
                <c:pt idx="494">
                  <c:v>2022-01-14</c:v>
                </c:pt>
                <c:pt idx="495">
                  <c:v>2022-01-17</c:v>
                </c:pt>
                <c:pt idx="496">
                  <c:v>2022-01-18</c:v>
                </c:pt>
                <c:pt idx="497">
                  <c:v>2022-01-19</c:v>
                </c:pt>
                <c:pt idx="498">
                  <c:v>2022-01-20</c:v>
                </c:pt>
                <c:pt idx="499">
                  <c:v>2022-01-21</c:v>
                </c:pt>
                <c:pt idx="500">
                  <c:v>2022-01-24</c:v>
                </c:pt>
                <c:pt idx="501">
                  <c:v>2022-01-25</c:v>
                </c:pt>
                <c:pt idx="502">
                  <c:v>2022-01-26</c:v>
                </c:pt>
                <c:pt idx="503">
                  <c:v>2022-01-27</c:v>
                </c:pt>
                <c:pt idx="504">
                  <c:v>2022-01-28</c:v>
                </c:pt>
                <c:pt idx="505">
                  <c:v>2022-02-07</c:v>
                </c:pt>
                <c:pt idx="506">
                  <c:v>2022-02-08</c:v>
                </c:pt>
                <c:pt idx="507">
                  <c:v>2022-02-09</c:v>
                </c:pt>
                <c:pt idx="508">
                  <c:v>2022-02-10</c:v>
                </c:pt>
                <c:pt idx="509">
                  <c:v>2022-02-11</c:v>
                </c:pt>
                <c:pt idx="510">
                  <c:v>2022-02-14</c:v>
                </c:pt>
                <c:pt idx="511">
                  <c:v>2022-02-15</c:v>
                </c:pt>
                <c:pt idx="512">
                  <c:v>2022-02-16</c:v>
                </c:pt>
                <c:pt idx="513">
                  <c:v>2022-02-17</c:v>
                </c:pt>
                <c:pt idx="514">
                  <c:v>2022-02-18</c:v>
                </c:pt>
                <c:pt idx="515">
                  <c:v>2022-02-21</c:v>
                </c:pt>
                <c:pt idx="516">
                  <c:v>2022-02-22</c:v>
                </c:pt>
                <c:pt idx="517">
                  <c:v>2022-02-23</c:v>
                </c:pt>
                <c:pt idx="518">
                  <c:v>2022-02-24</c:v>
                </c:pt>
                <c:pt idx="519">
                  <c:v>2022-02-25</c:v>
                </c:pt>
                <c:pt idx="520">
                  <c:v>2022-02-28</c:v>
                </c:pt>
                <c:pt idx="521">
                  <c:v>2022-03-01</c:v>
                </c:pt>
                <c:pt idx="522">
                  <c:v>2022-03-02</c:v>
                </c:pt>
                <c:pt idx="523">
                  <c:v>2022-03-03</c:v>
                </c:pt>
                <c:pt idx="524">
                  <c:v>2022-03-04</c:v>
                </c:pt>
                <c:pt idx="525">
                  <c:v>2022-03-07</c:v>
                </c:pt>
                <c:pt idx="526">
                  <c:v>2022-03-08</c:v>
                </c:pt>
                <c:pt idx="527">
                  <c:v>2022-03-09</c:v>
                </c:pt>
                <c:pt idx="528">
                  <c:v>2022-03-10</c:v>
                </c:pt>
                <c:pt idx="529">
                  <c:v>2022-03-11</c:v>
                </c:pt>
                <c:pt idx="530">
                  <c:v>2022-03-14</c:v>
                </c:pt>
                <c:pt idx="531">
                  <c:v>2022-03-15</c:v>
                </c:pt>
                <c:pt idx="532">
                  <c:v>2022-03-16</c:v>
                </c:pt>
                <c:pt idx="533">
                  <c:v>2022-03-17</c:v>
                </c:pt>
                <c:pt idx="534">
                  <c:v>2022-03-18</c:v>
                </c:pt>
                <c:pt idx="535">
                  <c:v>2022-03-21</c:v>
                </c:pt>
                <c:pt idx="536">
                  <c:v>2022-03-22</c:v>
                </c:pt>
                <c:pt idx="537">
                  <c:v>2022-03-23</c:v>
                </c:pt>
                <c:pt idx="538">
                  <c:v>2022-03-24</c:v>
                </c:pt>
                <c:pt idx="539">
                  <c:v>2022-03-25</c:v>
                </c:pt>
                <c:pt idx="540">
                  <c:v>2022-03-28</c:v>
                </c:pt>
                <c:pt idx="541">
                  <c:v>2022-03-29</c:v>
                </c:pt>
                <c:pt idx="542">
                  <c:v>2022-03-30</c:v>
                </c:pt>
                <c:pt idx="543">
                  <c:v>2022-03-31</c:v>
                </c:pt>
                <c:pt idx="544">
                  <c:v>2022-04-01</c:v>
                </c:pt>
                <c:pt idx="545">
                  <c:v>2022-04-06</c:v>
                </c:pt>
                <c:pt idx="546">
                  <c:v>2022-04-07</c:v>
                </c:pt>
                <c:pt idx="547">
                  <c:v>2022-04-08</c:v>
                </c:pt>
                <c:pt idx="548">
                  <c:v>2022-04-11</c:v>
                </c:pt>
                <c:pt idx="549">
                  <c:v>2022-04-12</c:v>
                </c:pt>
                <c:pt idx="550">
                  <c:v>2022-04-13</c:v>
                </c:pt>
                <c:pt idx="551">
                  <c:v>2022-04-14</c:v>
                </c:pt>
                <c:pt idx="552">
                  <c:v>2022-04-15</c:v>
                </c:pt>
                <c:pt idx="553">
                  <c:v>2022-04-18</c:v>
                </c:pt>
                <c:pt idx="554">
                  <c:v>2022-04-19</c:v>
                </c:pt>
                <c:pt idx="555">
                  <c:v>2022-04-20</c:v>
                </c:pt>
                <c:pt idx="556">
                  <c:v>2022-04-21</c:v>
                </c:pt>
                <c:pt idx="557">
                  <c:v>2022-04-22</c:v>
                </c:pt>
                <c:pt idx="558">
                  <c:v>2022-04-25</c:v>
                </c:pt>
                <c:pt idx="559">
                  <c:v>2022-04-26</c:v>
                </c:pt>
                <c:pt idx="560">
                  <c:v>2022-04-27</c:v>
                </c:pt>
                <c:pt idx="561">
                  <c:v>2022-04-28</c:v>
                </c:pt>
                <c:pt idx="562">
                  <c:v>2022-04-29</c:v>
                </c:pt>
                <c:pt idx="563">
                  <c:v>2022-05-05</c:v>
                </c:pt>
                <c:pt idx="564">
                  <c:v>2022-05-06</c:v>
                </c:pt>
                <c:pt idx="565">
                  <c:v>2022-05-09</c:v>
                </c:pt>
                <c:pt idx="566">
                  <c:v>2022-05-10</c:v>
                </c:pt>
                <c:pt idx="567">
                  <c:v>2022-05-11</c:v>
                </c:pt>
                <c:pt idx="568">
                  <c:v>2022-05-12</c:v>
                </c:pt>
                <c:pt idx="569">
                  <c:v>2022-05-13</c:v>
                </c:pt>
                <c:pt idx="570">
                  <c:v>2022-05-16</c:v>
                </c:pt>
                <c:pt idx="571">
                  <c:v>2022-05-17</c:v>
                </c:pt>
                <c:pt idx="572">
                  <c:v>2022-05-18</c:v>
                </c:pt>
                <c:pt idx="573">
                  <c:v>2022-05-19</c:v>
                </c:pt>
                <c:pt idx="574">
                  <c:v>2022-05-20</c:v>
                </c:pt>
                <c:pt idx="575">
                  <c:v>2022-05-23</c:v>
                </c:pt>
                <c:pt idx="576">
                  <c:v>2022-05-24</c:v>
                </c:pt>
                <c:pt idx="577">
                  <c:v>2022-05-25</c:v>
                </c:pt>
                <c:pt idx="578">
                  <c:v>2022-05-26</c:v>
                </c:pt>
                <c:pt idx="579">
                  <c:v>2022-05-27</c:v>
                </c:pt>
                <c:pt idx="580">
                  <c:v>2022-05-30</c:v>
                </c:pt>
                <c:pt idx="581">
                  <c:v>2022-05-31</c:v>
                </c:pt>
                <c:pt idx="582">
                  <c:v>2022-06-01</c:v>
                </c:pt>
                <c:pt idx="583">
                  <c:v>2022-06-02</c:v>
                </c:pt>
                <c:pt idx="584">
                  <c:v>2022-06-06</c:v>
                </c:pt>
                <c:pt idx="585">
                  <c:v>2022-06-07</c:v>
                </c:pt>
                <c:pt idx="586">
                  <c:v>2022-06-08</c:v>
                </c:pt>
                <c:pt idx="587">
                  <c:v>2022-06-09</c:v>
                </c:pt>
                <c:pt idx="588">
                  <c:v>2022-06-10</c:v>
                </c:pt>
                <c:pt idx="589">
                  <c:v>2022-06-13</c:v>
                </c:pt>
                <c:pt idx="590">
                  <c:v>2022-06-14</c:v>
                </c:pt>
                <c:pt idx="591">
                  <c:v>2022-06-15</c:v>
                </c:pt>
                <c:pt idx="592">
                  <c:v>2022-06-16</c:v>
                </c:pt>
                <c:pt idx="593">
                  <c:v>2022-06-17</c:v>
                </c:pt>
                <c:pt idx="594">
                  <c:v>2022-06-20</c:v>
                </c:pt>
                <c:pt idx="595">
                  <c:v>2022-06-21</c:v>
                </c:pt>
                <c:pt idx="596">
                  <c:v>2022-06-22</c:v>
                </c:pt>
                <c:pt idx="597">
                  <c:v>2022-06-23</c:v>
                </c:pt>
                <c:pt idx="598">
                  <c:v>2022-06-24</c:v>
                </c:pt>
                <c:pt idx="599">
                  <c:v>2022-06-27</c:v>
                </c:pt>
                <c:pt idx="600">
                  <c:v>2022-06-28</c:v>
                </c:pt>
                <c:pt idx="601">
                  <c:v>2022-06-29</c:v>
                </c:pt>
                <c:pt idx="602">
                  <c:v>2022-06-30</c:v>
                </c:pt>
                <c:pt idx="603">
                  <c:v>2022-07-01</c:v>
                </c:pt>
                <c:pt idx="604">
                  <c:v>2022-07-04</c:v>
                </c:pt>
                <c:pt idx="605">
                  <c:v>2022-07-05</c:v>
                </c:pt>
                <c:pt idx="606">
                  <c:v>2022-07-06</c:v>
                </c:pt>
                <c:pt idx="607">
                  <c:v>2022-07-07</c:v>
                </c:pt>
                <c:pt idx="608">
                  <c:v>2022-07-08</c:v>
                </c:pt>
                <c:pt idx="609">
                  <c:v>2022-07-11</c:v>
                </c:pt>
                <c:pt idx="610">
                  <c:v>2022-07-12</c:v>
                </c:pt>
                <c:pt idx="611">
                  <c:v>2022-07-13</c:v>
                </c:pt>
                <c:pt idx="612">
                  <c:v>2022-07-14</c:v>
                </c:pt>
                <c:pt idx="613">
                  <c:v>2022-07-15</c:v>
                </c:pt>
                <c:pt idx="614">
                  <c:v>2022-07-18</c:v>
                </c:pt>
                <c:pt idx="615">
                  <c:v>2022-07-19</c:v>
                </c:pt>
                <c:pt idx="616">
                  <c:v>2022-07-20</c:v>
                </c:pt>
                <c:pt idx="617">
                  <c:v>2022-07-21</c:v>
                </c:pt>
                <c:pt idx="618">
                  <c:v>2022-07-22</c:v>
                </c:pt>
                <c:pt idx="619">
                  <c:v>2022-07-25</c:v>
                </c:pt>
                <c:pt idx="620">
                  <c:v>2022-07-26</c:v>
                </c:pt>
                <c:pt idx="621">
                  <c:v>2022-07-27</c:v>
                </c:pt>
                <c:pt idx="622">
                  <c:v>2022-07-28</c:v>
                </c:pt>
                <c:pt idx="623">
                  <c:v>2022-07-29</c:v>
                </c:pt>
                <c:pt idx="624">
                  <c:v>2022-08-01</c:v>
                </c:pt>
                <c:pt idx="625">
                  <c:v>2022-08-02</c:v>
                </c:pt>
                <c:pt idx="626">
                  <c:v>2022-08-03</c:v>
                </c:pt>
                <c:pt idx="627">
                  <c:v>2022-08-04</c:v>
                </c:pt>
                <c:pt idx="628">
                  <c:v>2022-08-05</c:v>
                </c:pt>
                <c:pt idx="629">
                  <c:v>2022-08-08</c:v>
                </c:pt>
                <c:pt idx="630">
                  <c:v>2022-08-09</c:v>
                </c:pt>
                <c:pt idx="631">
                  <c:v>2022-08-10</c:v>
                </c:pt>
                <c:pt idx="632">
                  <c:v>2022-08-11</c:v>
                </c:pt>
                <c:pt idx="633">
                  <c:v>2022-08-12</c:v>
                </c:pt>
                <c:pt idx="634">
                  <c:v>2022-08-15</c:v>
                </c:pt>
                <c:pt idx="635">
                  <c:v>2022-08-16</c:v>
                </c:pt>
                <c:pt idx="636">
                  <c:v>2022-08-17</c:v>
                </c:pt>
                <c:pt idx="637">
                  <c:v>2022-08-18</c:v>
                </c:pt>
                <c:pt idx="638">
                  <c:v>2022-08-19</c:v>
                </c:pt>
                <c:pt idx="639">
                  <c:v>2022-08-22</c:v>
                </c:pt>
                <c:pt idx="640">
                  <c:v>2022-08-23</c:v>
                </c:pt>
                <c:pt idx="641">
                  <c:v>2022-08-24</c:v>
                </c:pt>
                <c:pt idx="642">
                  <c:v>2022-08-25</c:v>
                </c:pt>
                <c:pt idx="643">
                  <c:v>2022-08-26</c:v>
                </c:pt>
                <c:pt idx="644">
                  <c:v>2022-08-29</c:v>
                </c:pt>
                <c:pt idx="645">
                  <c:v>2022-08-30</c:v>
                </c:pt>
                <c:pt idx="646">
                  <c:v>2022-08-31</c:v>
                </c:pt>
                <c:pt idx="647">
                  <c:v>2022-09-01</c:v>
                </c:pt>
                <c:pt idx="648">
                  <c:v>2022-09-02</c:v>
                </c:pt>
                <c:pt idx="649">
                  <c:v>2022-09-05</c:v>
                </c:pt>
                <c:pt idx="650">
                  <c:v>2022-09-06</c:v>
                </c:pt>
                <c:pt idx="651">
                  <c:v>2022-09-07</c:v>
                </c:pt>
                <c:pt idx="652">
                  <c:v>2022-09-08</c:v>
                </c:pt>
                <c:pt idx="653">
                  <c:v>2022-09-09</c:v>
                </c:pt>
                <c:pt idx="654">
                  <c:v>2022-09-13</c:v>
                </c:pt>
                <c:pt idx="655">
                  <c:v>2022-09-14</c:v>
                </c:pt>
                <c:pt idx="656">
                  <c:v>2022-09-15</c:v>
                </c:pt>
                <c:pt idx="657">
                  <c:v>2022-09-16</c:v>
                </c:pt>
                <c:pt idx="658">
                  <c:v>2022-09-19</c:v>
                </c:pt>
                <c:pt idx="659">
                  <c:v>2022-09-20</c:v>
                </c:pt>
                <c:pt idx="660">
                  <c:v>2022-09-21</c:v>
                </c:pt>
                <c:pt idx="661">
                  <c:v>2022-09-22</c:v>
                </c:pt>
                <c:pt idx="662">
                  <c:v>2022-09-23</c:v>
                </c:pt>
                <c:pt idx="663">
                  <c:v>2022-09-26</c:v>
                </c:pt>
                <c:pt idx="664">
                  <c:v>2022-09-27</c:v>
                </c:pt>
                <c:pt idx="665">
                  <c:v>2022-09-28</c:v>
                </c:pt>
                <c:pt idx="666">
                  <c:v>2022-09-29</c:v>
                </c:pt>
                <c:pt idx="667">
                  <c:v>2022-09-30</c:v>
                </c:pt>
                <c:pt idx="668">
                  <c:v>2022-10-10</c:v>
                </c:pt>
                <c:pt idx="669">
                  <c:v>2022-10-11</c:v>
                </c:pt>
                <c:pt idx="670">
                  <c:v>2022-10-12</c:v>
                </c:pt>
                <c:pt idx="671">
                  <c:v>2022-10-13</c:v>
                </c:pt>
                <c:pt idx="672">
                  <c:v>2022-10-14</c:v>
                </c:pt>
                <c:pt idx="673">
                  <c:v>2022-10-17</c:v>
                </c:pt>
                <c:pt idx="674">
                  <c:v>2022-10-18</c:v>
                </c:pt>
                <c:pt idx="675">
                  <c:v>2022-10-19</c:v>
                </c:pt>
                <c:pt idx="676">
                  <c:v>2022-10-20</c:v>
                </c:pt>
                <c:pt idx="677">
                  <c:v>2022-10-21</c:v>
                </c:pt>
                <c:pt idx="678">
                  <c:v>2022-10-24</c:v>
                </c:pt>
                <c:pt idx="679">
                  <c:v>2022-10-25</c:v>
                </c:pt>
                <c:pt idx="680">
                  <c:v>2022-10-26</c:v>
                </c:pt>
                <c:pt idx="681">
                  <c:v>2022-10-27</c:v>
                </c:pt>
                <c:pt idx="682">
                  <c:v>2022-10-28</c:v>
                </c:pt>
                <c:pt idx="683">
                  <c:v>2022-10-31</c:v>
                </c:pt>
                <c:pt idx="684">
                  <c:v>2022-11-01</c:v>
                </c:pt>
                <c:pt idx="685">
                  <c:v>2022-11-02</c:v>
                </c:pt>
                <c:pt idx="686">
                  <c:v>2022-11-03</c:v>
                </c:pt>
                <c:pt idx="687">
                  <c:v>2022-11-04</c:v>
                </c:pt>
                <c:pt idx="688">
                  <c:v>2022-11-07</c:v>
                </c:pt>
                <c:pt idx="689">
                  <c:v>2022-11-08</c:v>
                </c:pt>
                <c:pt idx="690">
                  <c:v>2022-11-09</c:v>
                </c:pt>
                <c:pt idx="691">
                  <c:v>2022-11-10</c:v>
                </c:pt>
                <c:pt idx="692">
                  <c:v>2022-11-11</c:v>
                </c:pt>
                <c:pt idx="693">
                  <c:v>2022-11-14</c:v>
                </c:pt>
                <c:pt idx="694">
                  <c:v>2022-11-15</c:v>
                </c:pt>
                <c:pt idx="695">
                  <c:v>2022-11-16</c:v>
                </c:pt>
                <c:pt idx="696">
                  <c:v>2022-11-17</c:v>
                </c:pt>
                <c:pt idx="697">
                  <c:v>2022-11-18</c:v>
                </c:pt>
                <c:pt idx="698">
                  <c:v>2022-11-21</c:v>
                </c:pt>
                <c:pt idx="699">
                  <c:v>2022-11-22</c:v>
                </c:pt>
                <c:pt idx="700">
                  <c:v>2022-11-23</c:v>
                </c:pt>
                <c:pt idx="701">
                  <c:v>2022-11-24</c:v>
                </c:pt>
                <c:pt idx="702">
                  <c:v>2022-11-25</c:v>
                </c:pt>
                <c:pt idx="703">
                  <c:v>2022-11-28</c:v>
                </c:pt>
                <c:pt idx="704">
                  <c:v>2022-11-29</c:v>
                </c:pt>
                <c:pt idx="705">
                  <c:v>2022-11-30</c:v>
                </c:pt>
                <c:pt idx="706">
                  <c:v>2022-12-01</c:v>
                </c:pt>
                <c:pt idx="707">
                  <c:v>2022-12-02</c:v>
                </c:pt>
                <c:pt idx="708">
                  <c:v>2022-12-05</c:v>
                </c:pt>
                <c:pt idx="709">
                  <c:v>2022-12-06</c:v>
                </c:pt>
                <c:pt idx="710">
                  <c:v>2022-12-07</c:v>
                </c:pt>
                <c:pt idx="711">
                  <c:v>2022-12-08</c:v>
                </c:pt>
                <c:pt idx="712">
                  <c:v>2022-12-09</c:v>
                </c:pt>
                <c:pt idx="713">
                  <c:v>2022-12-12</c:v>
                </c:pt>
                <c:pt idx="714">
                  <c:v>2022-12-13</c:v>
                </c:pt>
                <c:pt idx="715">
                  <c:v>2022-12-14</c:v>
                </c:pt>
                <c:pt idx="716">
                  <c:v>2022-12-15</c:v>
                </c:pt>
                <c:pt idx="717">
                  <c:v>2022-12-16</c:v>
                </c:pt>
                <c:pt idx="718">
                  <c:v>2022-12-19</c:v>
                </c:pt>
                <c:pt idx="719">
                  <c:v>2022-12-20</c:v>
                </c:pt>
                <c:pt idx="720">
                  <c:v>2022-12-21</c:v>
                </c:pt>
                <c:pt idx="721">
                  <c:v>2022-12-22</c:v>
                </c:pt>
                <c:pt idx="722">
                  <c:v>2022-12-23</c:v>
                </c:pt>
                <c:pt idx="723">
                  <c:v>2022-12-26</c:v>
                </c:pt>
                <c:pt idx="724">
                  <c:v>2022-12-27</c:v>
                </c:pt>
                <c:pt idx="725">
                  <c:v>2022-12-28</c:v>
                </c:pt>
                <c:pt idx="726">
                  <c:v>2022-12-29</c:v>
                </c:pt>
                <c:pt idx="727">
                  <c:v>2022-12-30</c:v>
                </c:pt>
                <c:pt idx="728">
                  <c:v>2023-01-03</c:v>
                </c:pt>
                <c:pt idx="729">
                  <c:v>2023-01-04</c:v>
                </c:pt>
                <c:pt idx="730">
                  <c:v>2023-01-05</c:v>
                </c:pt>
                <c:pt idx="731">
                  <c:v>2023-01-06</c:v>
                </c:pt>
                <c:pt idx="732">
                  <c:v>2023-01-09</c:v>
                </c:pt>
                <c:pt idx="733">
                  <c:v>2023-01-10</c:v>
                </c:pt>
                <c:pt idx="734">
                  <c:v>2023-01-11</c:v>
                </c:pt>
                <c:pt idx="735">
                  <c:v>2023-01-12</c:v>
                </c:pt>
                <c:pt idx="736">
                  <c:v>2023-01-13</c:v>
                </c:pt>
                <c:pt idx="737">
                  <c:v>2023-01-16</c:v>
                </c:pt>
                <c:pt idx="738">
                  <c:v>2023-01-17</c:v>
                </c:pt>
                <c:pt idx="739">
                  <c:v>2023-01-18</c:v>
                </c:pt>
                <c:pt idx="740">
                  <c:v>2023-01-19</c:v>
                </c:pt>
                <c:pt idx="741">
                  <c:v>2023-01-20</c:v>
                </c:pt>
                <c:pt idx="742">
                  <c:v>2023-01-30</c:v>
                </c:pt>
                <c:pt idx="743">
                  <c:v>2023-01-31</c:v>
                </c:pt>
                <c:pt idx="744">
                  <c:v>2023-02-01</c:v>
                </c:pt>
                <c:pt idx="745">
                  <c:v>2023-02-02</c:v>
                </c:pt>
                <c:pt idx="746">
                  <c:v>2023-02-03</c:v>
                </c:pt>
                <c:pt idx="747">
                  <c:v>2023-02-06</c:v>
                </c:pt>
                <c:pt idx="748">
                  <c:v>2023-02-07</c:v>
                </c:pt>
                <c:pt idx="749">
                  <c:v>2023-02-08</c:v>
                </c:pt>
                <c:pt idx="750">
                  <c:v>2023-02-09</c:v>
                </c:pt>
                <c:pt idx="751">
                  <c:v>2023-02-10</c:v>
                </c:pt>
                <c:pt idx="752">
                  <c:v>2023-02-13</c:v>
                </c:pt>
                <c:pt idx="753">
                  <c:v>2023-02-14</c:v>
                </c:pt>
                <c:pt idx="754">
                  <c:v>2023-02-15</c:v>
                </c:pt>
                <c:pt idx="755">
                  <c:v>2023-02-16</c:v>
                </c:pt>
                <c:pt idx="756">
                  <c:v>2023-02-17</c:v>
                </c:pt>
                <c:pt idx="757">
                  <c:v>2023-02-20</c:v>
                </c:pt>
                <c:pt idx="758">
                  <c:v>2023-02-21</c:v>
                </c:pt>
                <c:pt idx="759">
                  <c:v>2023-02-22</c:v>
                </c:pt>
                <c:pt idx="760">
                  <c:v>2023-02-23</c:v>
                </c:pt>
                <c:pt idx="761">
                  <c:v>2023-02-24</c:v>
                </c:pt>
                <c:pt idx="762">
                  <c:v>2023-02-27</c:v>
                </c:pt>
                <c:pt idx="763">
                  <c:v>2023-02-28</c:v>
                </c:pt>
                <c:pt idx="764">
                  <c:v>2023-03-01</c:v>
                </c:pt>
                <c:pt idx="765">
                  <c:v>2023-03-02</c:v>
                </c:pt>
                <c:pt idx="766">
                  <c:v>2023-03-03</c:v>
                </c:pt>
                <c:pt idx="767">
                  <c:v>2023-03-06</c:v>
                </c:pt>
                <c:pt idx="768">
                  <c:v>2023-03-07</c:v>
                </c:pt>
                <c:pt idx="769">
                  <c:v>2023-03-08</c:v>
                </c:pt>
                <c:pt idx="770">
                  <c:v>2023-03-09</c:v>
                </c:pt>
                <c:pt idx="771">
                  <c:v>2023-03-10</c:v>
                </c:pt>
                <c:pt idx="772">
                  <c:v>2023-03-13</c:v>
                </c:pt>
                <c:pt idx="773">
                  <c:v>2023-03-14</c:v>
                </c:pt>
                <c:pt idx="774">
                  <c:v>2023-03-15</c:v>
                </c:pt>
                <c:pt idx="775">
                  <c:v>2023-03-16</c:v>
                </c:pt>
                <c:pt idx="776">
                  <c:v>2023-03-17</c:v>
                </c:pt>
                <c:pt idx="777">
                  <c:v>2023-03-20</c:v>
                </c:pt>
                <c:pt idx="778">
                  <c:v>2023-03-21</c:v>
                </c:pt>
                <c:pt idx="779">
                  <c:v>2023-03-22</c:v>
                </c:pt>
                <c:pt idx="780">
                  <c:v>2023-03-23</c:v>
                </c:pt>
                <c:pt idx="781">
                  <c:v>2023-03-24</c:v>
                </c:pt>
                <c:pt idx="782">
                  <c:v>2023-03-27</c:v>
                </c:pt>
                <c:pt idx="783">
                  <c:v>2023-03-28</c:v>
                </c:pt>
                <c:pt idx="784">
                  <c:v>2023-03-29</c:v>
                </c:pt>
                <c:pt idx="785">
                  <c:v>2023-03-30</c:v>
                </c:pt>
                <c:pt idx="786">
                  <c:v>2023-03-31</c:v>
                </c:pt>
                <c:pt idx="787">
                  <c:v>2023-04-03</c:v>
                </c:pt>
                <c:pt idx="788">
                  <c:v>2023-04-04</c:v>
                </c:pt>
                <c:pt idx="789">
                  <c:v>2023-04-06</c:v>
                </c:pt>
                <c:pt idx="790">
                  <c:v>2023-04-07</c:v>
                </c:pt>
                <c:pt idx="791">
                  <c:v>2023-04-10</c:v>
                </c:pt>
                <c:pt idx="792">
                  <c:v>2023-04-11</c:v>
                </c:pt>
                <c:pt idx="793">
                  <c:v>2023-04-12</c:v>
                </c:pt>
                <c:pt idx="794">
                  <c:v>2023-04-13</c:v>
                </c:pt>
                <c:pt idx="795">
                  <c:v>2023-04-14</c:v>
                </c:pt>
                <c:pt idx="796">
                  <c:v>2023-04-17</c:v>
                </c:pt>
                <c:pt idx="797">
                  <c:v>2023-04-18</c:v>
                </c:pt>
                <c:pt idx="798">
                  <c:v>2023-04-19</c:v>
                </c:pt>
                <c:pt idx="799">
                  <c:v>2023-04-20</c:v>
                </c:pt>
                <c:pt idx="800">
                  <c:v>2023-04-21</c:v>
                </c:pt>
                <c:pt idx="801">
                  <c:v>2023-04-24</c:v>
                </c:pt>
                <c:pt idx="802">
                  <c:v>2023-04-25</c:v>
                </c:pt>
                <c:pt idx="803">
                  <c:v>2023-04-26</c:v>
                </c:pt>
                <c:pt idx="804">
                  <c:v>2023-04-27</c:v>
                </c:pt>
                <c:pt idx="805">
                  <c:v>2023-04-28</c:v>
                </c:pt>
                <c:pt idx="806">
                  <c:v>2023-05-04</c:v>
                </c:pt>
                <c:pt idx="807">
                  <c:v>2023-05-05</c:v>
                </c:pt>
                <c:pt idx="808">
                  <c:v>2023-05-08</c:v>
                </c:pt>
                <c:pt idx="809">
                  <c:v>2023-05-09</c:v>
                </c:pt>
                <c:pt idx="810">
                  <c:v>2023-05-10</c:v>
                </c:pt>
                <c:pt idx="811">
                  <c:v>2023-05-11</c:v>
                </c:pt>
                <c:pt idx="812">
                  <c:v>2023-05-12</c:v>
                </c:pt>
                <c:pt idx="813">
                  <c:v>2023-05-15</c:v>
                </c:pt>
                <c:pt idx="814">
                  <c:v>2023-05-16</c:v>
                </c:pt>
                <c:pt idx="815">
                  <c:v>2023-05-17</c:v>
                </c:pt>
                <c:pt idx="816">
                  <c:v>2023-05-18</c:v>
                </c:pt>
                <c:pt idx="817">
                  <c:v>2023-05-19</c:v>
                </c:pt>
                <c:pt idx="818">
                  <c:v>2023-05-22</c:v>
                </c:pt>
                <c:pt idx="819">
                  <c:v>2023-05-23</c:v>
                </c:pt>
                <c:pt idx="820">
                  <c:v>2023-05-24</c:v>
                </c:pt>
                <c:pt idx="821">
                  <c:v>2023-05-25</c:v>
                </c:pt>
                <c:pt idx="822">
                  <c:v>2023-05-26</c:v>
                </c:pt>
                <c:pt idx="823">
                  <c:v>2023-05-29</c:v>
                </c:pt>
                <c:pt idx="824">
                  <c:v>2023-05-30</c:v>
                </c:pt>
                <c:pt idx="825">
                  <c:v>2023-05-31</c:v>
                </c:pt>
                <c:pt idx="826">
                  <c:v>2023-06-01</c:v>
                </c:pt>
                <c:pt idx="827">
                  <c:v>2023-06-02</c:v>
                </c:pt>
                <c:pt idx="828">
                  <c:v>2023-06-05</c:v>
                </c:pt>
                <c:pt idx="829">
                  <c:v>2023-06-06</c:v>
                </c:pt>
                <c:pt idx="830">
                  <c:v>2023-06-07</c:v>
                </c:pt>
                <c:pt idx="831">
                  <c:v>2023-06-08</c:v>
                </c:pt>
                <c:pt idx="832">
                  <c:v>2023-06-09</c:v>
                </c:pt>
                <c:pt idx="833">
                  <c:v>2023-06-12</c:v>
                </c:pt>
                <c:pt idx="834">
                  <c:v>2023-06-13</c:v>
                </c:pt>
                <c:pt idx="835">
                  <c:v>2023-06-14</c:v>
                </c:pt>
                <c:pt idx="836">
                  <c:v>2023-06-15</c:v>
                </c:pt>
                <c:pt idx="837">
                  <c:v>2023-06-16</c:v>
                </c:pt>
                <c:pt idx="838">
                  <c:v>2023-06-19</c:v>
                </c:pt>
                <c:pt idx="839">
                  <c:v>2023-06-20</c:v>
                </c:pt>
                <c:pt idx="840">
                  <c:v>2023-06-21</c:v>
                </c:pt>
                <c:pt idx="841">
                  <c:v>2023-06-26</c:v>
                </c:pt>
                <c:pt idx="842">
                  <c:v>2023-06-27</c:v>
                </c:pt>
                <c:pt idx="843">
                  <c:v>2023-06-28</c:v>
                </c:pt>
                <c:pt idx="844">
                  <c:v>2023-06-29</c:v>
                </c:pt>
                <c:pt idx="845">
                  <c:v>2023-06-30</c:v>
                </c:pt>
                <c:pt idx="846">
                  <c:v>2023-07-03</c:v>
                </c:pt>
                <c:pt idx="847">
                  <c:v>2023-07-04</c:v>
                </c:pt>
                <c:pt idx="848">
                  <c:v>2023-07-05</c:v>
                </c:pt>
                <c:pt idx="849">
                  <c:v>2023-07-06</c:v>
                </c:pt>
                <c:pt idx="850">
                  <c:v>2023-07-07</c:v>
                </c:pt>
                <c:pt idx="851">
                  <c:v>2023-07-10</c:v>
                </c:pt>
                <c:pt idx="852">
                  <c:v>2023-07-11</c:v>
                </c:pt>
                <c:pt idx="853">
                  <c:v>2023-07-12</c:v>
                </c:pt>
                <c:pt idx="854">
                  <c:v>2023-07-13</c:v>
                </c:pt>
                <c:pt idx="855">
                  <c:v>2023-07-14</c:v>
                </c:pt>
                <c:pt idx="856">
                  <c:v>2023-07-17</c:v>
                </c:pt>
                <c:pt idx="857">
                  <c:v>2023-07-18</c:v>
                </c:pt>
                <c:pt idx="858">
                  <c:v>2023-07-19</c:v>
                </c:pt>
                <c:pt idx="859">
                  <c:v>2023-07-20</c:v>
                </c:pt>
                <c:pt idx="860">
                  <c:v>2023-07-21</c:v>
                </c:pt>
                <c:pt idx="861">
                  <c:v>2023-07-24</c:v>
                </c:pt>
                <c:pt idx="862">
                  <c:v>2023-07-25</c:v>
                </c:pt>
                <c:pt idx="863">
                  <c:v>2023-07-26</c:v>
                </c:pt>
                <c:pt idx="864">
                  <c:v>2023-07-27</c:v>
                </c:pt>
                <c:pt idx="865">
                  <c:v>2023-07-28</c:v>
                </c:pt>
                <c:pt idx="866">
                  <c:v>2023-07-31</c:v>
                </c:pt>
                <c:pt idx="867">
                  <c:v>2023-08-01</c:v>
                </c:pt>
                <c:pt idx="868">
                  <c:v>2023-08-02</c:v>
                </c:pt>
                <c:pt idx="869">
                  <c:v>2023-08-03</c:v>
                </c:pt>
                <c:pt idx="870">
                  <c:v>2023-08-04</c:v>
                </c:pt>
                <c:pt idx="871">
                  <c:v>2023-08-07</c:v>
                </c:pt>
                <c:pt idx="872">
                  <c:v>2023-08-08</c:v>
                </c:pt>
                <c:pt idx="873">
                  <c:v>2023-08-09</c:v>
                </c:pt>
                <c:pt idx="874">
                  <c:v>2023-08-10</c:v>
                </c:pt>
                <c:pt idx="875">
                  <c:v>2023-08-11</c:v>
                </c:pt>
                <c:pt idx="876">
                  <c:v>2023-08-14</c:v>
                </c:pt>
                <c:pt idx="877">
                  <c:v>2023-08-15</c:v>
                </c:pt>
                <c:pt idx="878">
                  <c:v>2023-08-16</c:v>
                </c:pt>
                <c:pt idx="879">
                  <c:v>2023-08-17</c:v>
                </c:pt>
                <c:pt idx="880">
                  <c:v>2023-08-18</c:v>
                </c:pt>
                <c:pt idx="881">
                  <c:v>2023-08-21</c:v>
                </c:pt>
                <c:pt idx="882">
                  <c:v>2023-08-22</c:v>
                </c:pt>
                <c:pt idx="883">
                  <c:v>2023-08-23</c:v>
                </c:pt>
                <c:pt idx="884">
                  <c:v>2023-08-24</c:v>
                </c:pt>
                <c:pt idx="885">
                  <c:v>2023-08-25</c:v>
                </c:pt>
                <c:pt idx="886">
                  <c:v>2023-08-28</c:v>
                </c:pt>
                <c:pt idx="887">
                  <c:v>2023-08-29</c:v>
                </c:pt>
                <c:pt idx="888">
                  <c:v>2023-08-30</c:v>
                </c:pt>
                <c:pt idx="889">
                  <c:v>2023-08-31</c:v>
                </c:pt>
                <c:pt idx="890">
                  <c:v>2023-09-01</c:v>
                </c:pt>
                <c:pt idx="891">
                  <c:v>2023-09-04</c:v>
                </c:pt>
                <c:pt idx="892">
                  <c:v>2023-09-05</c:v>
                </c:pt>
                <c:pt idx="893">
                  <c:v>2023-09-06</c:v>
                </c:pt>
                <c:pt idx="894">
                  <c:v>2023-09-07</c:v>
                </c:pt>
                <c:pt idx="895">
                  <c:v>2023-09-08</c:v>
                </c:pt>
                <c:pt idx="896">
                  <c:v>2023-09-11</c:v>
                </c:pt>
                <c:pt idx="897">
                  <c:v>2023-09-12</c:v>
                </c:pt>
                <c:pt idx="898">
                  <c:v>2023-09-13</c:v>
                </c:pt>
                <c:pt idx="899">
                  <c:v>2023-09-14</c:v>
                </c:pt>
                <c:pt idx="900">
                  <c:v>2023-09-15</c:v>
                </c:pt>
                <c:pt idx="901">
                  <c:v>2023-09-18</c:v>
                </c:pt>
                <c:pt idx="902">
                  <c:v>2023-09-19</c:v>
                </c:pt>
                <c:pt idx="903">
                  <c:v>2023-09-20</c:v>
                </c:pt>
                <c:pt idx="904">
                  <c:v>2023-09-21</c:v>
                </c:pt>
                <c:pt idx="905">
                  <c:v>2023-09-22</c:v>
                </c:pt>
                <c:pt idx="906">
                  <c:v>2023-09-25</c:v>
                </c:pt>
                <c:pt idx="907">
                  <c:v>2023-09-26</c:v>
                </c:pt>
                <c:pt idx="908">
                  <c:v>2023-09-27</c:v>
                </c:pt>
                <c:pt idx="909">
                  <c:v>2023-09-28</c:v>
                </c:pt>
                <c:pt idx="910">
                  <c:v>2023-10-09</c:v>
                </c:pt>
                <c:pt idx="911">
                  <c:v>2023-10-10</c:v>
                </c:pt>
                <c:pt idx="912">
                  <c:v>2023-10-11</c:v>
                </c:pt>
                <c:pt idx="913">
                  <c:v>2023-10-12</c:v>
                </c:pt>
                <c:pt idx="914">
                  <c:v>2023-10-13</c:v>
                </c:pt>
                <c:pt idx="915">
                  <c:v>2023-10-16</c:v>
                </c:pt>
                <c:pt idx="916">
                  <c:v>2023-10-17</c:v>
                </c:pt>
                <c:pt idx="917">
                  <c:v>2023-10-18</c:v>
                </c:pt>
                <c:pt idx="918">
                  <c:v>2023-10-19</c:v>
                </c:pt>
                <c:pt idx="919">
                  <c:v>2023-10-20</c:v>
                </c:pt>
                <c:pt idx="920">
                  <c:v>2023-10-23</c:v>
                </c:pt>
                <c:pt idx="921">
                  <c:v>2023-10-24</c:v>
                </c:pt>
                <c:pt idx="922">
                  <c:v>2023-10-25</c:v>
                </c:pt>
                <c:pt idx="923">
                  <c:v>2023-10-26</c:v>
                </c:pt>
                <c:pt idx="924">
                  <c:v>2023-10-27</c:v>
                </c:pt>
                <c:pt idx="925">
                  <c:v>2023-10-30</c:v>
                </c:pt>
                <c:pt idx="926">
                  <c:v>2023-10-31</c:v>
                </c:pt>
                <c:pt idx="927">
                  <c:v>2023-11-01</c:v>
                </c:pt>
                <c:pt idx="928">
                  <c:v>2023-11-02</c:v>
                </c:pt>
                <c:pt idx="929">
                  <c:v>2023-11-03</c:v>
                </c:pt>
                <c:pt idx="930">
                  <c:v>2023-11-06</c:v>
                </c:pt>
                <c:pt idx="931">
                  <c:v>2023-11-07</c:v>
                </c:pt>
                <c:pt idx="932">
                  <c:v>2023-11-08</c:v>
                </c:pt>
                <c:pt idx="933">
                  <c:v>2023-11-09</c:v>
                </c:pt>
                <c:pt idx="934">
                  <c:v>2023-11-10</c:v>
                </c:pt>
                <c:pt idx="935">
                  <c:v>2023-11-13</c:v>
                </c:pt>
                <c:pt idx="936">
                  <c:v>2023-11-14</c:v>
                </c:pt>
                <c:pt idx="937">
                  <c:v>2023-11-15</c:v>
                </c:pt>
                <c:pt idx="938">
                  <c:v>2023-11-16</c:v>
                </c:pt>
                <c:pt idx="939">
                  <c:v>2023-11-17</c:v>
                </c:pt>
                <c:pt idx="940">
                  <c:v>2023-11-20</c:v>
                </c:pt>
                <c:pt idx="941">
                  <c:v>2023-11-21</c:v>
                </c:pt>
                <c:pt idx="942">
                  <c:v>2023-11-22</c:v>
                </c:pt>
                <c:pt idx="943">
                  <c:v>2023-11-23</c:v>
                </c:pt>
                <c:pt idx="944">
                  <c:v>2023-11-24</c:v>
                </c:pt>
                <c:pt idx="945">
                  <c:v>2023-11-27</c:v>
                </c:pt>
                <c:pt idx="946">
                  <c:v>2023-11-28</c:v>
                </c:pt>
                <c:pt idx="947">
                  <c:v>2023-11-29</c:v>
                </c:pt>
                <c:pt idx="948">
                  <c:v>2023-11-30</c:v>
                </c:pt>
                <c:pt idx="949">
                  <c:v>2023-12-01</c:v>
                </c:pt>
                <c:pt idx="950">
                  <c:v>2023-12-04</c:v>
                </c:pt>
                <c:pt idx="951">
                  <c:v>2023-12-05</c:v>
                </c:pt>
                <c:pt idx="952">
                  <c:v>2023-12-06</c:v>
                </c:pt>
                <c:pt idx="953">
                  <c:v>2023-12-07</c:v>
                </c:pt>
                <c:pt idx="954">
                  <c:v>2023-12-08</c:v>
                </c:pt>
                <c:pt idx="955">
                  <c:v>2023-12-11</c:v>
                </c:pt>
                <c:pt idx="956">
                  <c:v>2023-12-12</c:v>
                </c:pt>
                <c:pt idx="957">
                  <c:v>2023-12-13</c:v>
                </c:pt>
                <c:pt idx="958">
                  <c:v>2023-12-14</c:v>
                </c:pt>
                <c:pt idx="959">
                  <c:v>2023-12-15</c:v>
                </c:pt>
                <c:pt idx="960">
                  <c:v>2023-12-18</c:v>
                </c:pt>
                <c:pt idx="961">
                  <c:v>2023-12-19</c:v>
                </c:pt>
                <c:pt idx="962">
                  <c:v>2023-12-20</c:v>
                </c:pt>
                <c:pt idx="963">
                  <c:v>2023-12-21</c:v>
                </c:pt>
                <c:pt idx="964">
                  <c:v>2023-12-22</c:v>
                </c:pt>
                <c:pt idx="965">
                  <c:v>2023-12-25</c:v>
                </c:pt>
                <c:pt idx="966">
                  <c:v>2023-12-26</c:v>
                </c:pt>
                <c:pt idx="967">
                  <c:v>2023-12-27</c:v>
                </c:pt>
                <c:pt idx="968">
                  <c:v>2023-12-28</c:v>
                </c:pt>
                <c:pt idx="969">
                  <c:v>2023-12-29</c:v>
                </c:pt>
                <c:pt idx="970">
                  <c:v>2024-01-02</c:v>
                </c:pt>
                <c:pt idx="971">
                  <c:v>2024-01-03</c:v>
                </c:pt>
                <c:pt idx="972">
                  <c:v>2024-01-04</c:v>
                </c:pt>
                <c:pt idx="973">
                  <c:v>2024-01-05</c:v>
                </c:pt>
                <c:pt idx="974">
                  <c:v>2024-01-08</c:v>
                </c:pt>
                <c:pt idx="975">
                  <c:v>2024-01-09</c:v>
                </c:pt>
                <c:pt idx="976">
                  <c:v>2024-01-10</c:v>
                </c:pt>
                <c:pt idx="977">
                  <c:v>2024-01-11</c:v>
                </c:pt>
                <c:pt idx="978">
                  <c:v>2024-01-12</c:v>
                </c:pt>
                <c:pt idx="979">
                  <c:v>2024-01-15</c:v>
                </c:pt>
                <c:pt idx="980">
                  <c:v>2024-01-16</c:v>
                </c:pt>
                <c:pt idx="981">
                  <c:v>2024-01-17</c:v>
                </c:pt>
                <c:pt idx="982">
                  <c:v>2024-01-18</c:v>
                </c:pt>
                <c:pt idx="983">
                  <c:v>2024-01-19</c:v>
                </c:pt>
                <c:pt idx="984">
                  <c:v>2024-01-22</c:v>
                </c:pt>
                <c:pt idx="985">
                  <c:v>2024-01-23</c:v>
                </c:pt>
                <c:pt idx="986">
                  <c:v>2024-01-24</c:v>
                </c:pt>
                <c:pt idx="987">
                  <c:v>2024-01-25</c:v>
                </c:pt>
                <c:pt idx="988">
                  <c:v>2024-01-26</c:v>
                </c:pt>
                <c:pt idx="989">
                  <c:v>2024-01-29</c:v>
                </c:pt>
                <c:pt idx="990">
                  <c:v>2024-01-30</c:v>
                </c:pt>
                <c:pt idx="991">
                  <c:v>2024-01-31</c:v>
                </c:pt>
                <c:pt idx="992">
                  <c:v>2024-02-01</c:v>
                </c:pt>
                <c:pt idx="993">
                  <c:v>2024-02-02</c:v>
                </c:pt>
                <c:pt idx="994">
                  <c:v>2024-02-05</c:v>
                </c:pt>
                <c:pt idx="995">
                  <c:v>2024-02-06</c:v>
                </c:pt>
                <c:pt idx="996">
                  <c:v>2024-02-07</c:v>
                </c:pt>
                <c:pt idx="997">
                  <c:v>2024-02-08</c:v>
                </c:pt>
                <c:pt idx="998">
                  <c:v>2024-02-19</c:v>
                </c:pt>
                <c:pt idx="999">
                  <c:v>2024-02-20</c:v>
                </c:pt>
                <c:pt idx="1000">
                  <c:v>2024-02-21</c:v>
                </c:pt>
                <c:pt idx="1001">
                  <c:v>2024-02-22</c:v>
                </c:pt>
                <c:pt idx="1002">
                  <c:v>2024-02-23</c:v>
                </c:pt>
                <c:pt idx="1003">
                  <c:v>2024-02-26</c:v>
                </c:pt>
                <c:pt idx="1004">
                  <c:v>2024-02-27</c:v>
                </c:pt>
                <c:pt idx="1005">
                  <c:v>2024-02-28</c:v>
                </c:pt>
                <c:pt idx="1006">
                  <c:v>2024-02-29</c:v>
                </c:pt>
                <c:pt idx="1007">
                  <c:v>2024-03-01</c:v>
                </c:pt>
                <c:pt idx="1008">
                  <c:v>2024-03-04</c:v>
                </c:pt>
                <c:pt idx="1009">
                  <c:v>2024-03-05</c:v>
                </c:pt>
                <c:pt idx="1010">
                  <c:v>2024-03-06</c:v>
                </c:pt>
                <c:pt idx="1011">
                  <c:v>2024-03-07</c:v>
                </c:pt>
                <c:pt idx="1012">
                  <c:v>2024-03-08</c:v>
                </c:pt>
                <c:pt idx="1013">
                  <c:v>2024-03-11</c:v>
                </c:pt>
                <c:pt idx="1014">
                  <c:v>2024-03-12</c:v>
                </c:pt>
                <c:pt idx="1015">
                  <c:v>2024-03-13</c:v>
                </c:pt>
                <c:pt idx="1016">
                  <c:v>2024-03-14</c:v>
                </c:pt>
                <c:pt idx="1017">
                  <c:v>2024-03-15</c:v>
                </c:pt>
                <c:pt idx="1018">
                  <c:v>2024-03-18</c:v>
                </c:pt>
                <c:pt idx="1019">
                  <c:v>2024-03-19</c:v>
                </c:pt>
                <c:pt idx="1020">
                  <c:v>2024-03-20</c:v>
                </c:pt>
                <c:pt idx="1021">
                  <c:v>2024-03-21</c:v>
                </c:pt>
                <c:pt idx="1022">
                  <c:v>2024-03-22</c:v>
                </c:pt>
                <c:pt idx="1023">
                  <c:v>2024-03-25</c:v>
                </c:pt>
                <c:pt idx="1024">
                  <c:v>2024-03-26</c:v>
                </c:pt>
                <c:pt idx="1025">
                  <c:v>2024-03-27</c:v>
                </c:pt>
                <c:pt idx="1026">
                  <c:v>2024-03-28</c:v>
                </c:pt>
                <c:pt idx="1027">
                  <c:v>2024-03-29</c:v>
                </c:pt>
                <c:pt idx="1028">
                  <c:v>2024-04-01</c:v>
                </c:pt>
                <c:pt idx="1029">
                  <c:v>2024-04-02</c:v>
                </c:pt>
                <c:pt idx="1030">
                  <c:v>2024-04-03</c:v>
                </c:pt>
                <c:pt idx="1031">
                  <c:v>2024-04-08</c:v>
                </c:pt>
                <c:pt idx="1032">
                  <c:v>2024-04-09</c:v>
                </c:pt>
                <c:pt idx="1033">
                  <c:v>2024-04-10</c:v>
                </c:pt>
                <c:pt idx="1034">
                  <c:v>2024-04-11</c:v>
                </c:pt>
                <c:pt idx="1035">
                  <c:v>2024-04-12</c:v>
                </c:pt>
                <c:pt idx="1036">
                  <c:v>2024-04-15</c:v>
                </c:pt>
                <c:pt idx="1037">
                  <c:v>2024-04-16</c:v>
                </c:pt>
                <c:pt idx="1038">
                  <c:v>2024-04-17</c:v>
                </c:pt>
                <c:pt idx="1039">
                  <c:v>2024-04-18</c:v>
                </c:pt>
                <c:pt idx="1040">
                  <c:v>2024-04-19</c:v>
                </c:pt>
                <c:pt idx="1041">
                  <c:v>2024-04-22</c:v>
                </c:pt>
                <c:pt idx="1042">
                  <c:v>2024-04-23</c:v>
                </c:pt>
                <c:pt idx="1043">
                  <c:v>2024-04-24</c:v>
                </c:pt>
                <c:pt idx="1044">
                  <c:v>2024-04-25</c:v>
                </c:pt>
                <c:pt idx="1045">
                  <c:v>2024-04-26</c:v>
                </c:pt>
                <c:pt idx="1046">
                  <c:v>2024-04-29</c:v>
                </c:pt>
                <c:pt idx="1047">
                  <c:v>2024-04-30</c:v>
                </c:pt>
                <c:pt idx="1048">
                  <c:v>2024-05-06</c:v>
                </c:pt>
                <c:pt idx="1049">
                  <c:v>2024-05-07</c:v>
                </c:pt>
                <c:pt idx="1050">
                  <c:v>2024-05-08</c:v>
                </c:pt>
                <c:pt idx="1051">
                  <c:v>2024-05-09</c:v>
                </c:pt>
                <c:pt idx="1052">
                  <c:v>2024-05-10</c:v>
                </c:pt>
                <c:pt idx="1053">
                  <c:v>2024-05-13</c:v>
                </c:pt>
                <c:pt idx="1054">
                  <c:v>2024-05-14</c:v>
                </c:pt>
                <c:pt idx="1055">
                  <c:v>2024-05-15</c:v>
                </c:pt>
                <c:pt idx="1056">
                  <c:v>2024-05-16</c:v>
                </c:pt>
                <c:pt idx="1057">
                  <c:v>2024-05-17</c:v>
                </c:pt>
                <c:pt idx="1058">
                  <c:v>2024-05-20</c:v>
                </c:pt>
                <c:pt idx="1059">
                  <c:v>2024-05-21</c:v>
                </c:pt>
                <c:pt idx="1060">
                  <c:v>2024-05-22</c:v>
                </c:pt>
                <c:pt idx="1061">
                  <c:v>2024-05-23</c:v>
                </c:pt>
                <c:pt idx="1062">
                  <c:v>2024-05-24</c:v>
                </c:pt>
                <c:pt idx="1063">
                  <c:v>2024-05-27</c:v>
                </c:pt>
                <c:pt idx="1064">
                  <c:v>2024-05-28</c:v>
                </c:pt>
                <c:pt idx="1065">
                  <c:v>2024-05-29</c:v>
                </c:pt>
                <c:pt idx="1066">
                  <c:v>2024-05-30</c:v>
                </c:pt>
                <c:pt idx="1067">
                  <c:v>2024-05-31</c:v>
                </c:pt>
                <c:pt idx="1068">
                  <c:v>2024-06-03</c:v>
                </c:pt>
                <c:pt idx="1069">
                  <c:v>2024-06-04</c:v>
                </c:pt>
                <c:pt idx="1070">
                  <c:v>2024-06-05</c:v>
                </c:pt>
                <c:pt idx="1071">
                  <c:v>2024-06-06</c:v>
                </c:pt>
                <c:pt idx="1072">
                  <c:v>2024-06-07</c:v>
                </c:pt>
                <c:pt idx="1073">
                  <c:v>2024-06-11</c:v>
                </c:pt>
                <c:pt idx="1074">
                  <c:v>2024-06-12</c:v>
                </c:pt>
                <c:pt idx="1075">
                  <c:v>2024-06-13</c:v>
                </c:pt>
                <c:pt idx="1076">
                  <c:v>2024-06-14</c:v>
                </c:pt>
                <c:pt idx="1077">
                  <c:v>2024-06-17</c:v>
                </c:pt>
                <c:pt idx="1078">
                  <c:v>2024-06-18</c:v>
                </c:pt>
                <c:pt idx="1079">
                  <c:v>2024-06-19</c:v>
                </c:pt>
                <c:pt idx="1080">
                  <c:v>2024-06-20</c:v>
                </c:pt>
                <c:pt idx="1081">
                  <c:v>2024-06-21</c:v>
                </c:pt>
                <c:pt idx="1082">
                  <c:v>2024-06-24</c:v>
                </c:pt>
                <c:pt idx="1083">
                  <c:v>2024-06-25</c:v>
                </c:pt>
                <c:pt idx="1084">
                  <c:v>2024-06-26</c:v>
                </c:pt>
                <c:pt idx="1085">
                  <c:v>2024-06-27</c:v>
                </c:pt>
                <c:pt idx="1086">
                  <c:v>2024-06-28</c:v>
                </c:pt>
                <c:pt idx="1087">
                  <c:v>2024-07-01</c:v>
                </c:pt>
                <c:pt idx="1088">
                  <c:v>2024-07-02</c:v>
                </c:pt>
                <c:pt idx="1089">
                  <c:v>2024-07-03</c:v>
                </c:pt>
                <c:pt idx="1090">
                  <c:v>2024-07-04</c:v>
                </c:pt>
                <c:pt idx="1091">
                  <c:v>2024-07-05</c:v>
                </c:pt>
                <c:pt idx="1092">
                  <c:v>2024-07-08</c:v>
                </c:pt>
                <c:pt idx="1093">
                  <c:v>2024-07-09</c:v>
                </c:pt>
                <c:pt idx="1094">
                  <c:v>2024-07-10</c:v>
                </c:pt>
                <c:pt idx="1095">
                  <c:v>2024-07-11</c:v>
                </c:pt>
                <c:pt idx="1096">
                  <c:v>2024-07-12</c:v>
                </c:pt>
                <c:pt idx="1097">
                  <c:v>2024-07-15</c:v>
                </c:pt>
                <c:pt idx="1098">
                  <c:v>2024-07-16</c:v>
                </c:pt>
                <c:pt idx="1099">
                  <c:v>2024-07-17</c:v>
                </c:pt>
                <c:pt idx="1100">
                  <c:v>2024-07-18</c:v>
                </c:pt>
                <c:pt idx="1101">
                  <c:v>2024-07-19</c:v>
                </c:pt>
                <c:pt idx="1102">
                  <c:v>2024-07-22</c:v>
                </c:pt>
                <c:pt idx="1103">
                  <c:v>2024-07-23</c:v>
                </c:pt>
                <c:pt idx="1104">
                  <c:v>2024-07-24</c:v>
                </c:pt>
                <c:pt idx="1105">
                  <c:v>2024-07-25</c:v>
                </c:pt>
                <c:pt idx="1106">
                  <c:v>2024-07-26</c:v>
                </c:pt>
                <c:pt idx="1107">
                  <c:v>2024-07-29</c:v>
                </c:pt>
                <c:pt idx="1108">
                  <c:v>2024-07-30</c:v>
                </c:pt>
                <c:pt idx="1109">
                  <c:v>2024-07-31</c:v>
                </c:pt>
                <c:pt idx="1110">
                  <c:v>2024-08-01</c:v>
                </c:pt>
                <c:pt idx="1111">
                  <c:v>2024-08-02</c:v>
                </c:pt>
                <c:pt idx="1112">
                  <c:v>2024-08-05</c:v>
                </c:pt>
                <c:pt idx="1113">
                  <c:v>2024-08-06</c:v>
                </c:pt>
                <c:pt idx="1114">
                  <c:v>2024-08-07</c:v>
                </c:pt>
                <c:pt idx="1115">
                  <c:v>2024-08-08</c:v>
                </c:pt>
                <c:pt idx="1116">
                  <c:v>2024-08-09</c:v>
                </c:pt>
                <c:pt idx="1117">
                  <c:v>2024-08-12</c:v>
                </c:pt>
                <c:pt idx="1118">
                  <c:v>2024-08-13</c:v>
                </c:pt>
                <c:pt idx="1119">
                  <c:v>2024-08-14</c:v>
                </c:pt>
                <c:pt idx="1120">
                  <c:v>2024-08-15</c:v>
                </c:pt>
                <c:pt idx="1121">
                  <c:v>2024-08-16</c:v>
                </c:pt>
                <c:pt idx="1122">
                  <c:v>2024-08-19</c:v>
                </c:pt>
                <c:pt idx="1123">
                  <c:v>2024-08-20</c:v>
                </c:pt>
                <c:pt idx="1124">
                  <c:v>2024-08-21</c:v>
                </c:pt>
                <c:pt idx="1125">
                  <c:v>2024-08-22</c:v>
                </c:pt>
                <c:pt idx="1126">
                  <c:v>2024-08-23</c:v>
                </c:pt>
                <c:pt idx="1127">
                  <c:v>2024-08-26</c:v>
                </c:pt>
                <c:pt idx="1128">
                  <c:v>2024-08-27</c:v>
                </c:pt>
                <c:pt idx="1129">
                  <c:v>2024-08-28</c:v>
                </c:pt>
                <c:pt idx="1130">
                  <c:v>2024-08-29</c:v>
                </c:pt>
                <c:pt idx="1131">
                  <c:v>2024-08-30</c:v>
                </c:pt>
                <c:pt idx="1132">
                  <c:v>2024-09-02</c:v>
                </c:pt>
                <c:pt idx="1133">
                  <c:v>2024-09-03</c:v>
                </c:pt>
                <c:pt idx="1134">
                  <c:v>2024-09-04</c:v>
                </c:pt>
                <c:pt idx="1135">
                  <c:v>2024-09-05</c:v>
                </c:pt>
                <c:pt idx="1136">
                  <c:v>2024-09-06</c:v>
                </c:pt>
                <c:pt idx="1137">
                  <c:v>2024-09-09</c:v>
                </c:pt>
                <c:pt idx="1138">
                  <c:v>2024-09-10</c:v>
                </c:pt>
                <c:pt idx="1139">
                  <c:v>2024-09-11</c:v>
                </c:pt>
                <c:pt idx="1140">
                  <c:v>2024-09-12</c:v>
                </c:pt>
                <c:pt idx="1141">
                  <c:v>2024-09-13</c:v>
                </c:pt>
                <c:pt idx="1142">
                  <c:v>2024-09-18</c:v>
                </c:pt>
                <c:pt idx="1143">
                  <c:v>2024-09-19</c:v>
                </c:pt>
                <c:pt idx="1144">
                  <c:v>2024-09-20</c:v>
                </c:pt>
                <c:pt idx="1145">
                  <c:v>2024-09-23</c:v>
                </c:pt>
                <c:pt idx="1146">
                  <c:v>2024-09-24</c:v>
                </c:pt>
                <c:pt idx="1147">
                  <c:v>2024-09-25</c:v>
                </c:pt>
                <c:pt idx="1148">
                  <c:v>2024-09-26</c:v>
                </c:pt>
                <c:pt idx="1149">
                  <c:v>2024-09-27</c:v>
                </c:pt>
                <c:pt idx="1150">
                  <c:v>2024-09-30</c:v>
                </c:pt>
                <c:pt idx="1151">
                  <c:v>2024-10-08</c:v>
                </c:pt>
                <c:pt idx="1152">
                  <c:v>2024-10-09</c:v>
                </c:pt>
                <c:pt idx="1153">
                  <c:v>2024-10-10</c:v>
                </c:pt>
                <c:pt idx="1154">
                  <c:v>2024-10-11</c:v>
                </c:pt>
                <c:pt idx="1155">
                  <c:v>2024-10-14</c:v>
                </c:pt>
                <c:pt idx="1156">
                  <c:v>2024-10-15</c:v>
                </c:pt>
                <c:pt idx="1157">
                  <c:v>2024-10-16</c:v>
                </c:pt>
                <c:pt idx="1158">
                  <c:v>2024-10-17</c:v>
                </c:pt>
                <c:pt idx="1159">
                  <c:v>2024-10-18</c:v>
                </c:pt>
                <c:pt idx="1160">
                  <c:v>2024-10-21</c:v>
                </c:pt>
                <c:pt idx="1161">
                  <c:v>2024-10-22</c:v>
                </c:pt>
                <c:pt idx="1162">
                  <c:v>2024-10-23</c:v>
                </c:pt>
                <c:pt idx="1163">
                  <c:v>2024-10-24</c:v>
                </c:pt>
                <c:pt idx="1164">
                  <c:v>2024-10-25</c:v>
                </c:pt>
                <c:pt idx="1165">
                  <c:v>2024-10-28</c:v>
                </c:pt>
                <c:pt idx="1166">
                  <c:v>2024-10-29</c:v>
                </c:pt>
                <c:pt idx="1167">
                  <c:v>2024-10-30</c:v>
                </c:pt>
                <c:pt idx="1168">
                  <c:v>2024-10-31</c:v>
                </c:pt>
                <c:pt idx="1169">
                  <c:v>2024-11-01</c:v>
                </c:pt>
                <c:pt idx="1170">
                  <c:v>2024-11-04</c:v>
                </c:pt>
                <c:pt idx="1171">
                  <c:v>2024-11-05</c:v>
                </c:pt>
                <c:pt idx="1172">
                  <c:v>2024-11-06</c:v>
                </c:pt>
                <c:pt idx="1173">
                  <c:v>2024-11-07</c:v>
                </c:pt>
                <c:pt idx="1174">
                  <c:v>2024-11-08</c:v>
                </c:pt>
                <c:pt idx="1175">
                  <c:v>2024-11-11</c:v>
                </c:pt>
                <c:pt idx="1176">
                  <c:v>2024-11-12</c:v>
                </c:pt>
                <c:pt idx="1177">
                  <c:v>2024-11-13</c:v>
                </c:pt>
                <c:pt idx="1178">
                  <c:v>2024-11-14</c:v>
                </c:pt>
                <c:pt idx="1179">
                  <c:v>2024-11-15</c:v>
                </c:pt>
                <c:pt idx="1180">
                  <c:v>2024-11-18</c:v>
                </c:pt>
                <c:pt idx="1181">
                  <c:v>2024-11-19</c:v>
                </c:pt>
                <c:pt idx="1182">
                  <c:v>2024-11-20</c:v>
                </c:pt>
                <c:pt idx="1183">
                  <c:v>2024-11-21</c:v>
                </c:pt>
                <c:pt idx="1184">
                  <c:v>2024-11-22</c:v>
                </c:pt>
                <c:pt idx="1185">
                  <c:v>2024-11-25</c:v>
                </c:pt>
                <c:pt idx="1186">
                  <c:v>2024-11-26</c:v>
                </c:pt>
                <c:pt idx="1187">
                  <c:v>2024-11-27</c:v>
                </c:pt>
                <c:pt idx="1188">
                  <c:v>2024-11-28</c:v>
                </c:pt>
                <c:pt idx="1189">
                  <c:v>2024-11-29</c:v>
                </c:pt>
                <c:pt idx="1190">
                  <c:v>2024-12-02</c:v>
                </c:pt>
                <c:pt idx="1191">
                  <c:v>2024-12-03</c:v>
                </c:pt>
                <c:pt idx="1192">
                  <c:v>2024-12-04</c:v>
                </c:pt>
                <c:pt idx="1193">
                  <c:v>2024-12-05</c:v>
                </c:pt>
                <c:pt idx="1194">
                  <c:v>2024-12-06</c:v>
                </c:pt>
                <c:pt idx="1195">
                  <c:v>2024-12-09</c:v>
                </c:pt>
                <c:pt idx="1196">
                  <c:v>2024-12-10</c:v>
                </c:pt>
                <c:pt idx="1197">
                  <c:v>2024-12-11</c:v>
                </c:pt>
                <c:pt idx="1198">
                  <c:v>2024-12-12</c:v>
                </c:pt>
                <c:pt idx="1199">
                  <c:v>2024-12-13</c:v>
                </c:pt>
                <c:pt idx="1200">
                  <c:v>2024-12-16</c:v>
                </c:pt>
                <c:pt idx="1201">
                  <c:v>2024-12-17</c:v>
                </c:pt>
                <c:pt idx="1202">
                  <c:v>2024-12-18</c:v>
                </c:pt>
                <c:pt idx="1203">
                  <c:v>2024-12-19</c:v>
                </c:pt>
                <c:pt idx="1204">
                  <c:v>2024-12-20</c:v>
                </c:pt>
                <c:pt idx="1205">
                  <c:v>2024-12-23</c:v>
                </c:pt>
                <c:pt idx="1206">
                  <c:v>2024-12-24</c:v>
                </c:pt>
                <c:pt idx="1207">
                  <c:v>2024-12-25</c:v>
                </c:pt>
                <c:pt idx="1208">
                  <c:v>2024-12-26</c:v>
                </c:pt>
                <c:pt idx="1209">
                  <c:v>2024-12-27</c:v>
                </c:pt>
                <c:pt idx="1210">
                  <c:v>2024-12-30</c:v>
                </c:pt>
                <c:pt idx="1211">
                  <c:v>2024-12-31</c:v>
                </c:pt>
                <c:pt idx="1212">
                  <c:v>2025-01-02</c:v>
                </c:pt>
                <c:pt idx="1213">
                  <c:v>2025-01-03</c:v>
                </c:pt>
                <c:pt idx="1214">
                  <c:v>2025-01-06</c:v>
                </c:pt>
                <c:pt idx="1215">
                  <c:v>2025-01-07</c:v>
                </c:pt>
                <c:pt idx="1216">
                  <c:v>2025-01-08</c:v>
                </c:pt>
                <c:pt idx="1217">
                  <c:v>2025-01-09</c:v>
                </c:pt>
                <c:pt idx="1218">
                  <c:v>2025-01-10</c:v>
                </c:pt>
                <c:pt idx="1219">
                  <c:v>2025-01-13</c:v>
                </c:pt>
                <c:pt idx="1220">
                  <c:v>2025-01-14</c:v>
                </c:pt>
                <c:pt idx="1221">
                  <c:v>2025-01-15</c:v>
                </c:pt>
                <c:pt idx="1222">
                  <c:v>2025-01-16</c:v>
                </c:pt>
                <c:pt idx="1223">
                  <c:v>2025-01-17</c:v>
                </c:pt>
                <c:pt idx="1224">
                  <c:v>2025-01-20</c:v>
                </c:pt>
                <c:pt idx="1225">
                  <c:v>2025-01-21</c:v>
                </c:pt>
                <c:pt idx="1226">
                  <c:v>2025-01-22</c:v>
                </c:pt>
                <c:pt idx="1227">
                  <c:v>2025-01-23</c:v>
                </c:pt>
                <c:pt idx="1228">
                  <c:v>2025-01-24</c:v>
                </c:pt>
                <c:pt idx="1229">
                  <c:v>2025-01-27</c:v>
                </c:pt>
                <c:pt idx="1230">
                  <c:v>2025-02-05</c:v>
                </c:pt>
                <c:pt idx="1231">
                  <c:v>2025-02-06</c:v>
                </c:pt>
                <c:pt idx="1232">
                  <c:v>2025-02-07</c:v>
                </c:pt>
                <c:pt idx="1233">
                  <c:v>2025-02-10</c:v>
                </c:pt>
                <c:pt idx="1234">
                  <c:v>2025-02-11</c:v>
                </c:pt>
                <c:pt idx="1235">
                  <c:v>2025-02-12</c:v>
                </c:pt>
                <c:pt idx="1236">
                  <c:v>2025-02-13</c:v>
                </c:pt>
                <c:pt idx="1237">
                  <c:v>2025-02-14</c:v>
                </c:pt>
                <c:pt idx="1238">
                  <c:v>2025-02-17</c:v>
                </c:pt>
                <c:pt idx="1239">
                  <c:v>2025-02-18</c:v>
                </c:pt>
                <c:pt idx="1240">
                  <c:v>2025-02-19</c:v>
                </c:pt>
                <c:pt idx="1241">
                  <c:v>2025-02-20</c:v>
                </c:pt>
                <c:pt idx="1242">
                  <c:v>2025-02-21</c:v>
                </c:pt>
                <c:pt idx="1243">
                  <c:v>2025-02-24</c:v>
                </c:pt>
                <c:pt idx="1244">
                  <c:v>2025-02-25</c:v>
                </c:pt>
                <c:pt idx="1245">
                  <c:v>2025-02-26</c:v>
                </c:pt>
                <c:pt idx="1246">
                  <c:v>2025-02-27</c:v>
                </c:pt>
                <c:pt idx="1247">
                  <c:v>2025-02-28</c:v>
                </c:pt>
                <c:pt idx="1248">
                  <c:v>2025-03-03</c:v>
                </c:pt>
                <c:pt idx="1249">
                  <c:v>2025-03-04</c:v>
                </c:pt>
                <c:pt idx="1250">
                  <c:v>2025-03-05</c:v>
                </c:pt>
                <c:pt idx="1251">
                  <c:v>2025-03-06</c:v>
                </c:pt>
                <c:pt idx="1252">
                  <c:v>2025-03-07</c:v>
                </c:pt>
                <c:pt idx="1253">
                  <c:v>2025-03-10</c:v>
                </c:pt>
                <c:pt idx="1254">
                  <c:v>2025-03-11</c:v>
                </c:pt>
                <c:pt idx="1255">
                  <c:v>2025-03-12</c:v>
                </c:pt>
                <c:pt idx="1256">
                  <c:v>2025-03-13</c:v>
                </c:pt>
                <c:pt idx="1257">
                  <c:v>2025-03-14</c:v>
                </c:pt>
                <c:pt idx="1258">
                  <c:v>2025-03-17</c:v>
                </c:pt>
                <c:pt idx="1259">
                  <c:v>2025-03-18</c:v>
                </c:pt>
                <c:pt idx="1260">
                  <c:v>2025-03-19</c:v>
                </c:pt>
                <c:pt idx="1261">
                  <c:v>2025-03-20</c:v>
                </c:pt>
                <c:pt idx="1262">
                  <c:v>2025-03-21</c:v>
                </c:pt>
                <c:pt idx="1263">
                  <c:v>2025-03-24</c:v>
                </c:pt>
                <c:pt idx="1264">
                  <c:v>2025-03-25</c:v>
                </c:pt>
                <c:pt idx="1265">
                  <c:v>2025-03-26</c:v>
                </c:pt>
                <c:pt idx="1266">
                  <c:v>2025-03-27</c:v>
                </c:pt>
                <c:pt idx="1267">
                  <c:v>2025-03-28</c:v>
                </c:pt>
                <c:pt idx="1268">
                  <c:v>2025-03-31</c:v>
                </c:pt>
                <c:pt idx="1269">
                  <c:v>2025-04-01</c:v>
                </c:pt>
                <c:pt idx="1270">
                  <c:v>2025-04-02</c:v>
                </c:pt>
                <c:pt idx="1271">
                  <c:v>2025-04-03</c:v>
                </c:pt>
                <c:pt idx="1272">
                  <c:v>2025-04-07</c:v>
                </c:pt>
                <c:pt idx="1273">
                  <c:v>2025-04-08</c:v>
                </c:pt>
                <c:pt idx="1274">
                  <c:v>2025-04-09</c:v>
                </c:pt>
                <c:pt idx="1275">
                  <c:v>2025-04-10</c:v>
                </c:pt>
                <c:pt idx="1276">
                  <c:v>2025-04-11</c:v>
                </c:pt>
                <c:pt idx="1277">
                  <c:v>2025-04-14</c:v>
                </c:pt>
                <c:pt idx="1278">
                  <c:v>2025-04-15</c:v>
                </c:pt>
                <c:pt idx="1279">
                  <c:v>2025-04-16</c:v>
                </c:pt>
                <c:pt idx="1280">
                  <c:v>2025-04-17</c:v>
                </c:pt>
                <c:pt idx="1281">
                  <c:v>2025-04-18</c:v>
                </c:pt>
                <c:pt idx="1282">
                  <c:v>2025-04-21</c:v>
                </c:pt>
                <c:pt idx="1283">
                  <c:v>2025-04-22</c:v>
                </c:pt>
                <c:pt idx="1284">
                  <c:v>2025-04-23</c:v>
                </c:pt>
                <c:pt idx="1285">
                  <c:v>2025-04-24</c:v>
                </c:pt>
                <c:pt idx="1286">
                  <c:v>2025-04-25</c:v>
                </c:pt>
                <c:pt idx="1287">
                  <c:v>2025-04-28</c:v>
                </c:pt>
                <c:pt idx="1288">
                  <c:v>2025-04-29</c:v>
                </c:pt>
                <c:pt idx="1289">
                  <c:v>2025-04-30</c:v>
                </c:pt>
                <c:pt idx="1290">
                  <c:v>2025-05-06</c:v>
                </c:pt>
                <c:pt idx="1291">
                  <c:v>2025-05-07</c:v>
                </c:pt>
                <c:pt idx="1292">
                  <c:v>2025-05-08</c:v>
                </c:pt>
                <c:pt idx="1293">
                  <c:v>2025-05-09</c:v>
                </c:pt>
                <c:pt idx="1294">
                  <c:v>2025-05-12</c:v>
                </c:pt>
                <c:pt idx="1295">
                  <c:v>2025-05-13</c:v>
                </c:pt>
                <c:pt idx="1296">
                  <c:v>2025-05-14</c:v>
                </c:pt>
                <c:pt idx="1297">
                  <c:v>2025-05-15</c:v>
                </c:pt>
                <c:pt idx="1298">
                  <c:v>2025-05-16</c:v>
                </c:pt>
                <c:pt idx="1299">
                  <c:v>2025-05-19</c:v>
                </c:pt>
                <c:pt idx="1300">
                  <c:v>2025-05-20</c:v>
                </c:pt>
                <c:pt idx="1301">
                  <c:v>2025-05-21</c:v>
                </c:pt>
                <c:pt idx="1302">
                  <c:v>2025-05-22</c:v>
                </c:pt>
                <c:pt idx="1303">
                  <c:v>2025-05-23</c:v>
                </c:pt>
                <c:pt idx="1304">
                  <c:v>2025-05-26</c:v>
                </c:pt>
                <c:pt idx="1305">
                  <c:v>2025-05-27</c:v>
                </c:pt>
                <c:pt idx="1306">
                  <c:v>2025-05-28</c:v>
                </c:pt>
                <c:pt idx="1307">
                  <c:v>2025-05-29</c:v>
                </c:pt>
                <c:pt idx="1308">
                  <c:v>2025-05-30</c:v>
                </c:pt>
                <c:pt idx="1309">
                  <c:v>2025-06-03</c:v>
                </c:pt>
                <c:pt idx="1310">
                  <c:v>2025-06-04</c:v>
                </c:pt>
                <c:pt idx="1311">
                  <c:v>2025-06-05</c:v>
                </c:pt>
                <c:pt idx="1312">
                  <c:v>2025-06-06</c:v>
                </c:pt>
                <c:pt idx="1313">
                  <c:v>2025-06-09</c:v>
                </c:pt>
                <c:pt idx="1314">
                  <c:v>2025-06-10</c:v>
                </c:pt>
                <c:pt idx="1315">
                  <c:v>2025-06-11</c:v>
                </c:pt>
                <c:pt idx="1316">
                  <c:v>2025-06-12</c:v>
                </c:pt>
                <c:pt idx="1317">
                  <c:v>2025-06-13</c:v>
                </c:pt>
                <c:pt idx="1318">
                  <c:v>2025-06-16</c:v>
                </c:pt>
                <c:pt idx="1319">
                  <c:v>2025-06-17</c:v>
                </c:pt>
                <c:pt idx="1320">
                  <c:v>2025-06-18</c:v>
                </c:pt>
                <c:pt idx="1321">
                  <c:v>2025-06-19</c:v>
                </c:pt>
                <c:pt idx="1322">
                  <c:v>2025-06-20</c:v>
                </c:pt>
                <c:pt idx="1323">
                  <c:v>2025-06-23</c:v>
                </c:pt>
                <c:pt idx="1324">
                  <c:v>2025-06-24</c:v>
                </c:pt>
                <c:pt idx="1325">
                  <c:v>2025-06-25</c:v>
                </c:pt>
                <c:pt idx="1326">
                  <c:v>2025-06-26</c:v>
                </c:pt>
                <c:pt idx="1327">
                  <c:v>2025-06-27</c:v>
                </c:pt>
                <c:pt idx="1328">
                  <c:v>2025-06-30</c:v>
                </c:pt>
                <c:pt idx="1329">
                  <c:v>2025-07-01</c:v>
                </c:pt>
                <c:pt idx="1330">
                  <c:v>2025-07-02</c:v>
                </c:pt>
                <c:pt idx="1331">
                  <c:v>2025-07-03</c:v>
                </c:pt>
                <c:pt idx="1332">
                  <c:v>2025-07-04</c:v>
                </c:pt>
                <c:pt idx="1333">
                  <c:v>2025-07-07</c:v>
                </c:pt>
                <c:pt idx="1334">
                  <c:v>2025-07-08</c:v>
                </c:pt>
                <c:pt idx="1335">
                  <c:v>2025-07-09</c:v>
                </c:pt>
                <c:pt idx="1336">
                  <c:v>2025-07-10</c:v>
                </c:pt>
                <c:pt idx="1337">
                  <c:v>2025-07-11</c:v>
                </c:pt>
                <c:pt idx="1338">
                  <c:v>2025-07-14</c:v>
                </c:pt>
                <c:pt idx="1339">
                  <c:v>2025-07-15</c:v>
                </c:pt>
                <c:pt idx="1340">
                  <c:v>2025-07-16</c:v>
                </c:pt>
                <c:pt idx="1341">
                  <c:v>2025-07-17</c:v>
                </c:pt>
                <c:pt idx="1342">
                  <c:v>2025-07-18</c:v>
                </c:pt>
                <c:pt idx="1343">
                  <c:v>2025-07-21</c:v>
                </c:pt>
                <c:pt idx="1344">
                  <c:v>2025-07-22</c:v>
                </c:pt>
                <c:pt idx="1345">
                  <c:v>2025-07-23</c:v>
                </c:pt>
                <c:pt idx="1346">
                  <c:v>2025-07-24</c:v>
                </c:pt>
                <c:pt idx="1347">
                  <c:v>2025-07-25</c:v>
                </c:pt>
                <c:pt idx="1348">
                  <c:v>2025-07-28</c:v>
                </c:pt>
                <c:pt idx="1349">
                  <c:v>2025-07-29</c:v>
                </c:pt>
                <c:pt idx="1350">
                  <c:v>2025-07-30</c:v>
                </c:pt>
                <c:pt idx="1351">
                  <c:v>2025-07-31</c:v>
                </c:pt>
                <c:pt idx="1352">
                  <c:v>2025-08-01</c:v>
                </c:pt>
                <c:pt idx="1353">
                  <c:v>2025-08-04</c:v>
                </c:pt>
                <c:pt idx="1354">
                  <c:v>2025-08-05</c:v>
                </c:pt>
                <c:pt idx="1355">
                  <c:v>2025-08-06</c:v>
                </c:pt>
                <c:pt idx="1356">
                  <c:v>2025-08-07</c:v>
                </c:pt>
                <c:pt idx="1357">
                  <c:v>2025-08-08</c:v>
                </c:pt>
                <c:pt idx="1358">
                  <c:v>2025-08-11</c:v>
                </c:pt>
                <c:pt idx="1359">
                  <c:v>2025-08-12</c:v>
                </c:pt>
                <c:pt idx="1360">
                  <c:v>2025-08-13</c:v>
                </c:pt>
                <c:pt idx="1361">
                  <c:v>2025-08-14</c:v>
                </c:pt>
                <c:pt idx="1362">
                  <c:v>2025-08-15</c:v>
                </c:pt>
                <c:pt idx="1363">
                  <c:v>2025-08-18</c:v>
                </c:pt>
                <c:pt idx="1364">
                  <c:v>2025-08-19</c:v>
                </c:pt>
                <c:pt idx="1365">
                  <c:v>2025-08-20</c:v>
                </c:pt>
                <c:pt idx="1366">
                  <c:v>2025-08-21</c:v>
                </c:pt>
                <c:pt idx="1367">
                  <c:v>2025-08-22</c:v>
                </c:pt>
                <c:pt idx="1368">
                  <c:v>2025-08-25</c:v>
                </c:pt>
                <c:pt idx="1369">
                  <c:v>2025-08-26</c:v>
                </c:pt>
                <c:pt idx="1370">
                  <c:v>2025-08-27</c:v>
                </c:pt>
                <c:pt idx="1371">
                  <c:v>2025-08-28</c:v>
                </c:pt>
                <c:pt idx="1372">
                  <c:v>2025-08-29</c:v>
                </c:pt>
                <c:pt idx="1373">
                  <c:v>2025-09-01</c:v>
                </c:pt>
                <c:pt idx="1374">
                  <c:v>2025-09-02</c:v>
                </c:pt>
                <c:pt idx="1375">
                  <c:v>2025-09-03</c:v>
                </c:pt>
                <c:pt idx="1376">
                  <c:v>2025-09-04</c:v>
                </c:pt>
                <c:pt idx="1377">
                  <c:v>2025-09-05</c:v>
                </c:pt>
                <c:pt idx="1378">
                  <c:v>2025-09-08</c:v>
                </c:pt>
                <c:pt idx="1379">
                  <c:v>2025-09-09</c:v>
                </c:pt>
                <c:pt idx="1380">
                  <c:v>2025-09-10</c:v>
                </c:pt>
                <c:pt idx="1381">
                  <c:v>2025-09-11</c:v>
                </c:pt>
                <c:pt idx="1382">
                  <c:v>2025-09-12</c:v>
                </c:pt>
                <c:pt idx="1383">
                  <c:v>2025-09-15</c:v>
                </c:pt>
                <c:pt idx="1384">
                  <c:v>2025-09-16</c:v>
                </c:pt>
                <c:pt idx="1385">
                  <c:v>2025-09-17</c:v>
                </c:pt>
                <c:pt idx="1386">
                  <c:v>2025-09-18</c:v>
                </c:pt>
                <c:pt idx="1387">
                  <c:v>2025-09-19</c:v>
                </c:pt>
                <c:pt idx="1388">
                  <c:v>2025-09-22</c:v>
                </c:pt>
                <c:pt idx="1389">
                  <c:v>2025-09-23</c:v>
                </c:pt>
                <c:pt idx="1390">
                  <c:v>2025-09-24</c:v>
                </c:pt>
                <c:pt idx="1391">
                  <c:v>2025-09-25</c:v>
                </c:pt>
                <c:pt idx="1392">
                  <c:v>2025-09-26</c:v>
                </c:pt>
                <c:pt idx="1393">
                  <c:v>2025-09-29</c:v>
                </c:pt>
                <c:pt idx="1394">
                  <c:v>2025-09-30</c:v>
                </c:pt>
                <c:pt idx="1395">
                  <c:v>2025-10-09</c:v>
                </c:pt>
                <c:pt idx="1396">
                  <c:v>2025-10-10</c:v>
                </c:pt>
                <c:pt idx="1397">
                  <c:v>2025-10-13</c:v>
                </c:pt>
                <c:pt idx="1398">
                  <c:v>2025-10-14</c:v>
                </c:pt>
                <c:pt idx="1399">
                  <c:v>2025-10-15</c:v>
                </c:pt>
                <c:pt idx="1400">
                  <c:v>2025-10-16</c:v>
                </c:pt>
                <c:pt idx="1401">
                  <c:v>2025-10-17</c:v>
                </c:pt>
                <c:pt idx="1402">
                  <c:v>2025-10-20</c:v>
                </c:pt>
                <c:pt idx="1403">
                  <c:v>2025-10-21</c:v>
                </c:pt>
                <c:pt idx="1404">
                  <c:v>2025-10-22</c:v>
                </c:pt>
                <c:pt idx="1405">
                  <c:v>2025-10-23</c:v>
                </c:pt>
                <c:pt idx="1406">
                  <c:v>2025-10-24</c:v>
                </c:pt>
                <c:pt idx="1407">
                  <c:v>2025-10-27</c:v>
                </c:pt>
                <c:pt idx="1408">
                  <c:v>2025-10-28</c:v>
                </c:pt>
                <c:pt idx="1409">
                  <c:v>2025-10-29</c:v>
                </c:pt>
                <c:pt idx="1410">
                  <c:v>2025-10-30</c:v>
                </c:pt>
                <c:pt idx="1411">
                  <c:v>2025-10-31</c:v>
                </c:pt>
                <c:pt idx="1412">
                  <c:v>2025-11-03</c:v>
                </c:pt>
                <c:pt idx="1413">
                  <c:v>2025-11-04</c:v>
                </c:pt>
                <c:pt idx="1414">
                  <c:v>2025-11-05</c:v>
                </c:pt>
                <c:pt idx="1415">
                  <c:v>2025-11-06</c:v>
                </c:pt>
                <c:pt idx="1416">
                  <c:v>2025-11-07</c:v>
                </c:pt>
                <c:pt idx="1417">
                  <c:v>2025-11-10</c:v>
                </c:pt>
                <c:pt idx="1418">
                  <c:v>2025-11-11</c:v>
                </c:pt>
                <c:pt idx="1419">
                  <c:v>2025-11-12</c:v>
                </c:pt>
                <c:pt idx="1420">
                  <c:v>2025-11-13</c:v>
                </c:pt>
                <c:pt idx="1421">
                  <c:v>2025-11-14</c:v>
                </c:pt>
                <c:pt idx="1422">
                  <c:v>2025-11-17</c:v>
                </c:pt>
                <c:pt idx="1423">
                  <c:v>2025-11-18</c:v>
                </c:pt>
                <c:pt idx="1424">
                  <c:v>2025-11-19</c:v>
                </c:pt>
                <c:pt idx="1425">
                  <c:v>2025-11-20</c:v>
                </c:pt>
                <c:pt idx="1426">
                  <c:v>2025-11-21</c:v>
                </c:pt>
                <c:pt idx="1427">
                  <c:v>2025-11-24</c:v>
                </c:pt>
                <c:pt idx="1428">
                  <c:v>2025-11-25</c:v>
                </c:pt>
                <c:pt idx="1429">
                  <c:v>2025-11-26</c:v>
                </c:pt>
                <c:pt idx="1430">
                  <c:v>2025-11-27</c:v>
                </c:pt>
                <c:pt idx="1431">
                  <c:v>2025-11-28</c:v>
                </c:pt>
                <c:pt idx="1432">
                  <c:v>2025-12-01</c:v>
                </c:pt>
                <c:pt idx="1433">
                  <c:v>2025-12-02</c:v>
                </c:pt>
                <c:pt idx="1434">
                  <c:v>2025-12-03</c:v>
                </c:pt>
                <c:pt idx="1435">
                  <c:v>2025-12-04</c:v>
                </c:pt>
                <c:pt idx="1436">
                  <c:v>2025-12-05</c:v>
                </c:pt>
                <c:pt idx="1437">
                  <c:v>2025-12-08</c:v>
                </c:pt>
                <c:pt idx="1438">
                  <c:v>2025-12-09</c:v>
                </c:pt>
                <c:pt idx="1439">
                  <c:v>2025-12-10</c:v>
                </c:pt>
                <c:pt idx="1440">
                  <c:v>2025-12-11</c:v>
                </c:pt>
                <c:pt idx="1441">
                  <c:v>2025-12-12</c:v>
                </c:pt>
                <c:pt idx="1442">
                  <c:v>2025-12-15</c:v>
                </c:pt>
                <c:pt idx="1443">
                  <c:v>2025-12-16</c:v>
                </c:pt>
                <c:pt idx="1444">
                  <c:v>2025-12-17</c:v>
                </c:pt>
                <c:pt idx="1445">
                  <c:v>2025-12-18</c:v>
                </c:pt>
                <c:pt idx="1446">
                  <c:v>2025-12-19</c:v>
                </c:pt>
                <c:pt idx="1447">
                  <c:v>2025-12-22</c:v>
                </c:pt>
                <c:pt idx="1448">
                  <c:v>2025-12-23</c:v>
                </c:pt>
                <c:pt idx="1449">
                  <c:v>2025-12-24</c:v>
                </c:pt>
                <c:pt idx="1450">
                  <c:v>2025-12-25</c:v>
                </c:pt>
                <c:pt idx="1451">
                  <c:v>2025-12-26</c:v>
                </c:pt>
                <c:pt idx="1452">
                  <c:v>2025-12-29</c:v>
                </c:pt>
                <c:pt idx="1453">
                  <c:v>2025-12-30</c:v>
                </c:pt>
                <c:pt idx="1454">
                  <c:v>2025-12-31</c:v>
                </c:pt>
                <c:pt idx="1455">
                  <c:v>2026-01-05</c:v>
                </c:pt>
                <c:pt idx="1456">
                  <c:v>2026-01-06</c:v>
                </c:pt>
                <c:pt idx="1457">
                  <c:v>2026-01-07</c:v>
                </c:pt>
                <c:pt idx="1458">
                  <c:v>2026-01-08</c:v>
                </c:pt>
                <c:pt idx="1459">
                  <c:v>2026-01-09</c:v>
                </c:pt>
                <c:pt idx="1460">
                  <c:v>2026-01-12</c:v>
                </c:pt>
                <c:pt idx="1461">
                  <c:v>2026-01-13</c:v>
                </c:pt>
                <c:pt idx="1462">
                  <c:v>2026-01-14</c:v>
                </c:pt>
                <c:pt idx="1463">
                  <c:v>2026-01-15</c:v>
                </c:pt>
                <c:pt idx="1464">
                  <c:v>2026-01-16</c:v>
                </c:pt>
                <c:pt idx="1465">
                  <c:v>2026-01-19</c:v>
                </c:pt>
                <c:pt idx="1466">
                  <c:v>2026-01-20</c:v>
                </c:pt>
                <c:pt idx="1467">
                  <c:v>2026-01-21</c:v>
                </c:pt>
                <c:pt idx="1468">
                  <c:v>2026-01-22</c:v>
                </c:pt>
                <c:pt idx="1469">
                  <c:v>2026-01-23</c:v>
                </c:pt>
                <c:pt idx="1470">
                  <c:v>2026-01-26</c:v>
                </c:pt>
                <c:pt idx="1471">
                  <c:v>2026-01-27</c:v>
                </c:pt>
                <c:pt idx="1472">
                  <c:v>2026-01-28</c:v>
                </c:pt>
                <c:pt idx="1473">
                  <c:v>2026-01-29</c:v>
                </c:pt>
                <c:pt idx="1474">
                  <c:v>2026-01-30</c:v>
                </c:pt>
                <c:pt idx="1475">
                  <c:v>2026-02-02</c:v>
                </c:pt>
                <c:pt idx="1476">
                  <c:v>2026-02-03</c:v>
                </c:pt>
                <c:pt idx="1477">
                  <c:v>2026-02-04</c:v>
                </c:pt>
                <c:pt idx="1478">
                  <c:v>2026-02-05</c:v>
                </c:pt>
                <c:pt idx="1479">
                  <c:v>2026-02-06</c:v>
                </c:pt>
                <c:pt idx="1480">
                  <c:v>2026-02-09</c:v>
                </c:pt>
                <c:pt idx="1481">
                  <c:v>2026-02-10</c:v>
                </c:pt>
                <c:pt idx="1482">
                  <c:v>2026-02-11</c:v>
                </c:pt>
                <c:pt idx="1483">
                  <c:v>2026-02-12</c:v>
                </c:pt>
                <c:pt idx="1484">
                  <c:v>2026-02-13</c:v>
                </c:pt>
                <c:pt idx="1485">
                  <c:v>2026-02-24</c:v>
                </c:pt>
                <c:pt idx="1486">
                  <c:v>2026-02-25</c:v>
                </c:pt>
                <c:pt idx="1487">
                  <c:v>2026-02-26</c:v>
                </c:pt>
                <c:pt idx="1488">
                  <c:v>2026-02-27</c:v>
                </c:pt>
                <c:pt idx="1489">
                  <c:v>2026-03-02</c:v>
                </c:pt>
                <c:pt idx="1490">
                  <c:v>2026-03-03</c:v>
                </c:pt>
                <c:pt idx="1491">
                  <c:v>2026-03-04</c:v>
                </c:pt>
                <c:pt idx="1492">
                  <c:v>2026-03-05</c:v>
                </c:pt>
                <c:pt idx="1493">
                  <c:v>2026-03-06</c:v>
                </c:pt>
                <c:pt idx="1494">
                  <c:v>2026-03-09</c:v>
                </c:pt>
                <c:pt idx="1495">
                  <c:v>2026-03-10</c:v>
                </c:pt>
                <c:pt idx="1496">
                  <c:v>2026-03-11</c:v>
                </c:pt>
                <c:pt idx="1497">
                  <c:v>2026-03-12</c:v>
                </c:pt>
                <c:pt idx="1498">
                  <c:v>2026-03-13</c:v>
                </c:pt>
                <c:pt idx="1499">
                  <c:v>2026-03-16</c:v>
                </c:pt>
                <c:pt idx="1500">
                  <c:v>2026-03-17</c:v>
                </c:pt>
                <c:pt idx="1501">
                  <c:v>2026-03-18</c:v>
                </c:pt>
                <c:pt idx="1502">
                  <c:v>2026-03-19</c:v>
                </c:pt>
                <c:pt idx="1503">
                  <c:v>2026-03-20</c:v>
                </c:pt>
                <c:pt idx="1504">
                  <c:v>2026-03-23</c:v>
                </c:pt>
                <c:pt idx="1505">
                  <c:v>2026-03-24</c:v>
                </c:pt>
                <c:pt idx="1506">
                  <c:v>2026-03-25</c:v>
                </c:pt>
                <c:pt idx="1507">
                  <c:v>2026-03-26</c:v>
                </c:pt>
                <c:pt idx="1508">
                  <c:v>2026-03-27</c:v>
                </c:pt>
                <c:pt idx="1509">
                  <c:v>2026-03-30</c:v>
                </c:pt>
                <c:pt idx="1510">
                  <c:v>2026-03-31</c:v>
                </c:pt>
                <c:pt idx="1511">
                  <c:v>2026-04-01</c:v>
                </c:pt>
                <c:pt idx="1512">
                  <c:v>2026-04-02</c:v>
                </c:pt>
                <c:pt idx="1513">
                  <c:v>2026-04-03</c:v>
                </c:pt>
                <c:pt idx="1514">
                  <c:v>2026-04-07</c:v>
                </c:pt>
                <c:pt idx="1515">
                  <c:v>2026-04-08</c:v>
                </c:pt>
                <c:pt idx="1516">
                  <c:v>2026-04-09</c:v>
                </c:pt>
                <c:pt idx="1517">
                  <c:v>2026-04-10</c:v>
                </c:pt>
                <c:pt idx="1518">
                  <c:v>2026-04-13</c:v>
                </c:pt>
                <c:pt idx="1519">
                  <c:v>2026-04-14</c:v>
                </c:pt>
                <c:pt idx="1520">
                  <c:v>2026-04-15</c:v>
                </c:pt>
                <c:pt idx="1521">
                  <c:v>2026-04-16</c:v>
                </c:pt>
                <c:pt idx="1522">
                  <c:v>2026-04-17</c:v>
                </c:pt>
                <c:pt idx="1523">
                  <c:v>2026-04-20</c:v>
                </c:pt>
                <c:pt idx="1524">
                  <c:v>2026-04-21</c:v>
                </c:pt>
                <c:pt idx="1525">
                  <c:v>2026-04-22</c:v>
                </c:pt>
                <c:pt idx="1526">
                  <c:v>2026-04-23</c:v>
                </c:pt>
                <c:pt idx="1527">
                  <c:v>2026-04-24</c:v>
                </c:pt>
                <c:pt idx="1528">
                  <c:v>2026-04-27</c:v>
                </c:pt>
                <c:pt idx="1529">
                  <c:v>2026-04-28</c:v>
                </c:pt>
                <c:pt idx="1530">
                  <c:v>2026-04-29</c:v>
                </c:pt>
                <c:pt idx="1531">
                  <c:v>2026-04-30</c:v>
                </c:pt>
              </c:strCache>
            </c:strRef>
          </c:cat>
          <c:val>
            <c:numRef>
              <c:f>结果页!$B$2:$B$1533</c:f>
              <c:numCache>
                <c:formatCode>General</c:formatCode>
                <c:ptCount val="1532"/>
                <c:pt idx="0">
                  <c:v>1</c:v>
                </c:pt>
                <c:pt idx="1">
                  <c:v>1.001282101855739</c:v>
                </c:pt>
                <c:pt idx="2">
                  <c:v>1.0037099832222049</c:v>
                </c:pt>
                <c:pt idx="3">
                  <c:v>1.004258659622141</c:v>
                </c:pt>
                <c:pt idx="4">
                  <c:v>1.004019713382472</c:v>
                </c:pt>
                <c:pt idx="5">
                  <c:v>1.004945562503393</c:v>
                </c:pt>
                <c:pt idx="6">
                  <c:v>1.005956108309493</c:v>
                </c:pt>
                <c:pt idx="7">
                  <c:v>1.008300064803362</c:v>
                </c:pt>
                <c:pt idx="8">
                  <c:v>1.0078036453938699</c:v>
                </c:pt>
                <c:pt idx="9">
                  <c:v>1.0083741656548491</c:v>
                </c:pt>
                <c:pt idx="10">
                  <c:v>1.0089292698534089</c:v>
                </c:pt>
                <c:pt idx="11">
                  <c:v>1.009441416059019</c:v>
                </c:pt>
                <c:pt idx="12">
                  <c:v>1.0124615310753</c:v>
                </c:pt>
                <c:pt idx="13">
                  <c:v>1.0123085449890901</c:v>
                </c:pt>
                <c:pt idx="14">
                  <c:v>1.0144587381269561</c:v>
                </c:pt>
                <c:pt idx="15">
                  <c:v>1.0118473625860041</c:v>
                </c:pt>
                <c:pt idx="16">
                  <c:v>1.0088889678950079</c:v>
                </c:pt>
                <c:pt idx="17">
                  <c:v>1.010950486427008</c:v>
                </c:pt>
                <c:pt idx="18">
                  <c:v>1.012678305902408</c:v>
                </c:pt>
                <c:pt idx="19">
                  <c:v>1.0155322667295199</c:v>
                </c:pt>
                <c:pt idx="20">
                  <c:v>1.0183648210730869</c:v>
                </c:pt>
                <c:pt idx="21">
                  <c:v>1.019868699366457</c:v>
                </c:pt>
                <c:pt idx="22">
                  <c:v>1.0191798908596379</c:v>
                </c:pt>
                <c:pt idx="23">
                  <c:v>1.0215982346686689</c:v>
                </c:pt>
                <c:pt idx="24">
                  <c:v>1.0219795870500481</c:v>
                </c:pt>
                <c:pt idx="25">
                  <c:v>1.0220336284987259</c:v>
                </c:pt>
                <c:pt idx="26">
                  <c:v>1.025984226821099</c:v>
                </c:pt>
                <c:pt idx="27">
                  <c:v>1.028408633977945</c:v>
                </c:pt>
                <c:pt idx="28">
                  <c:v>1.028098020897976</c:v>
                </c:pt>
                <c:pt idx="29">
                  <c:v>1.030407506079005</c:v>
                </c:pt>
                <c:pt idx="30">
                  <c:v>1.03381646123149</c:v>
                </c:pt>
                <c:pt idx="31">
                  <c:v>1.0386592471234539</c:v>
                </c:pt>
                <c:pt idx="32">
                  <c:v>1.03898277345882</c:v>
                </c:pt>
                <c:pt idx="33">
                  <c:v>1.0344886125850881</c:v>
                </c:pt>
                <c:pt idx="34">
                  <c:v>1.0347681529227071</c:v>
                </c:pt>
                <c:pt idx="35">
                  <c:v>1.02884857680863</c:v>
                </c:pt>
                <c:pt idx="36">
                  <c:v>1.0319441044532811</c:v>
                </c:pt>
                <c:pt idx="37">
                  <c:v>1.0329357756482811</c:v>
                </c:pt>
                <c:pt idx="38">
                  <c:v>1.034305960070959</c:v>
                </c:pt>
                <c:pt idx="39">
                  <c:v>1.0359192958349701</c:v>
                </c:pt>
                <c:pt idx="40">
                  <c:v>1.0368929441276029</c:v>
                </c:pt>
                <c:pt idx="41">
                  <c:v>1.034789200366778</c:v>
                </c:pt>
                <c:pt idx="42">
                  <c:v>1.0358254971606671</c:v>
                </c:pt>
                <c:pt idx="43">
                  <c:v>1.0339982232425691</c:v>
                </c:pt>
                <c:pt idx="44">
                  <c:v>1.0313073419419261</c:v>
                </c:pt>
                <c:pt idx="45">
                  <c:v>1.0278458391047549</c:v>
                </c:pt>
                <c:pt idx="46">
                  <c:v>1.0204540167066021</c:v>
                </c:pt>
                <c:pt idx="47">
                  <c:v>1.0175108726604789</c:v>
                </c:pt>
                <c:pt idx="48">
                  <c:v>1.016655441604184</c:v>
                </c:pt>
                <c:pt idx="49">
                  <c:v>1.01704523826664</c:v>
                </c:pt>
                <c:pt idx="50">
                  <c:v>1.0189668631323281</c:v>
                </c:pt>
                <c:pt idx="51">
                  <c:v>1.0154512937901761</c:v>
                </c:pt>
                <c:pt idx="52">
                  <c:v>1.020213277471405</c:v>
                </c:pt>
                <c:pt idx="53">
                  <c:v>1.024446681213528</c:v>
                </c:pt>
                <c:pt idx="54">
                  <c:v>1.024068376271182</c:v>
                </c:pt>
                <c:pt idx="55">
                  <c:v>1.0239320325342081</c:v>
                </c:pt>
                <c:pt idx="56">
                  <c:v>1.021266206178874</c:v>
                </c:pt>
                <c:pt idx="57">
                  <c:v>1.0223692280680261</c:v>
                </c:pt>
                <c:pt idx="58">
                  <c:v>1.023144022838983</c:v>
                </c:pt>
                <c:pt idx="59">
                  <c:v>1.0264295275873461</c:v>
                </c:pt>
                <c:pt idx="60">
                  <c:v>1.025689833122011</c:v>
                </c:pt>
                <c:pt idx="61">
                  <c:v>1.035231504263413</c:v>
                </c:pt>
                <c:pt idx="62">
                  <c:v>1.0379044512802591</c:v>
                </c:pt>
                <c:pt idx="63">
                  <c:v>1.0390126484152891</c:v>
                </c:pt>
                <c:pt idx="64">
                  <c:v>1.036266359748423</c:v>
                </c:pt>
                <c:pt idx="65">
                  <c:v>1.0346848838284459</c:v>
                </c:pt>
                <c:pt idx="66">
                  <c:v>1.0382657111272271</c:v>
                </c:pt>
                <c:pt idx="67">
                  <c:v>1.038456402661964</c:v>
                </c:pt>
                <c:pt idx="68">
                  <c:v>1.0408342889679749</c:v>
                </c:pt>
                <c:pt idx="69">
                  <c:v>1.04015961001707</c:v>
                </c:pt>
                <c:pt idx="70">
                  <c:v>1.040776542697653</c:v>
                </c:pt>
                <c:pt idx="71">
                  <c:v>1.041219138254394</c:v>
                </c:pt>
                <c:pt idx="72">
                  <c:v>1.0428487669746009</c:v>
                </c:pt>
                <c:pt idx="73">
                  <c:v>1.0444485991733079</c:v>
                </c:pt>
                <c:pt idx="74">
                  <c:v>1.043993823881163</c:v>
                </c:pt>
                <c:pt idx="75">
                  <c:v>1.043803034151779</c:v>
                </c:pt>
                <c:pt idx="76">
                  <c:v>1.043874336181825</c:v>
                </c:pt>
                <c:pt idx="77">
                  <c:v>1.0445291173736131</c:v>
                </c:pt>
                <c:pt idx="78">
                  <c:v>1.047725463999768</c:v>
                </c:pt>
                <c:pt idx="79">
                  <c:v>1.0495755361632391</c:v>
                </c:pt>
                <c:pt idx="80">
                  <c:v>1.046752242538155</c:v>
                </c:pt>
                <c:pt idx="81">
                  <c:v>1.0472407685915439</c:v>
                </c:pt>
                <c:pt idx="82">
                  <c:v>1.044377714996811</c:v>
                </c:pt>
                <c:pt idx="83">
                  <c:v>1.04402421755149</c:v>
                </c:pt>
                <c:pt idx="84">
                  <c:v>1.044466220946308</c:v>
                </c:pt>
                <c:pt idx="85">
                  <c:v>1.043989140731759</c:v>
                </c:pt>
                <c:pt idx="86">
                  <c:v>1.0460685656522291</c:v>
                </c:pt>
                <c:pt idx="87">
                  <c:v>1.0453285774915131</c:v>
                </c:pt>
                <c:pt idx="88">
                  <c:v>1.046260827735074</c:v>
                </c:pt>
                <c:pt idx="89">
                  <c:v>1.045612088975812</c:v>
                </c:pt>
                <c:pt idx="90">
                  <c:v>1.043053266917348</c:v>
                </c:pt>
                <c:pt idx="91">
                  <c:v>1.042717632267673</c:v>
                </c:pt>
                <c:pt idx="92">
                  <c:v>1.0412951708116129</c:v>
                </c:pt>
                <c:pt idx="93">
                  <c:v>1.0425036326813231</c:v>
                </c:pt>
                <c:pt idx="94">
                  <c:v>1.039671700853823</c:v>
                </c:pt>
                <c:pt idx="95">
                  <c:v>1.039213268718828</c:v>
                </c:pt>
                <c:pt idx="96">
                  <c:v>1.0397315546677961</c:v>
                </c:pt>
                <c:pt idx="97">
                  <c:v>1.0437696530305669</c:v>
                </c:pt>
                <c:pt idx="98">
                  <c:v>1.040167771304243</c:v>
                </c:pt>
                <c:pt idx="99">
                  <c:v>1.036992781266789</c:v>
                </c:pt>
                <c:pt idx="100">
                  <c:v>1.0348438074611319</c:v>
                </c:pt>
                <c:pt idx="101">
                  <c:v>1.03334128232686</c:v>
                </c:pt>
                <c:pt idx="102">
                  <c:v>1.03230068486388</c:v>
                </c:pt>
                <c:pt idx="103">
                  <c:v>1.033822649517294</c:v>
                </c:pt>
                <c:pt idx="104">
                  <c:v>1.03479060688409</c:v>
                </c:pt>
                <c:pt idx="105">
                  <c:v>1.035964467895188</c:v>
                </c:pt>
                <c:pt idx="106">
                  <c:v>1.0371469324679849</c:v>
                </c:pt>
                <c:pt idx="107">
                  <c:v>1.036972613718175</c:v>
                </c:pt>
                <c:pt idx="108">
                  <c:v>1.0384487206818951</c:v>
                </c:pt>
                <c:pt idx="109">
                  <c:v>1.037728096007843</c:v>
                </c:pt>
                <c:pt idx="110">
                  <c:v>1.0389418019687271</c:v>
                </c:pt>
                <c:pt idx="111">
                  <c:v>1.0398926947386671</c:v>
                </c:pt>
                <c:pt idx="112">
                  <c:v>1.040863894992514</c:v>
                </c:pt>
                <c:pt idx="113">
                  <c:v>1.039963207907568</c:v>
                </c:pt>
                <c:pt idx="114">
                  <c:v>1.041298892095045</c:v>
                </c:pt>
                <c:pt idx="115">
                  <c:v>1.041177835194212</c:v>
                </c:pt>
                <c:pt idx="116">
                  <c:v>1.044338148261607</c:v>
                </c:pt>
                <c:pt idx="117">
                  <c:v>1.0452656034902239</c:v>
                </c:pt>
                <c:pt idx="118">
                  <c:v>1.046212759280635</c:v>
                </c:pt>
                <c:pt idx="119">
                  <c:v>1.047529703258766</c:v>
                </c:pt>
                <c:pt idx="120">
                  <c:v>1.050945498277992</c:v>
                </c:pt>
                <c:pt idx="121">
                  <c:v>1.050837395620819</c:v>
                </c:pt>
                <c:pt idx="122">
                  <c:v>1.053396870754711</c:v>
                </c:pt>
                <c:pt idx="123">
                  <c:v>1.0545658342193489</c:v>
                </c:pt>
                <c:pt idx="124">
                  <c:v>1.052945428458582</c:v>
                </c:pt>
                <c:pt idx="125">
                  <c:v>1.0564344555147109</c:v>
                </c:pt>
                <c:pt idx="126">
                  <c:v>1.0540579804253529</c:v>
                </c:pt>
                <c:pt idx="127">
                  <c:v>1.049557306507916</c:v>
                </c:pt>
                <c:pt idx="128">
                  <c:v>1.042698228846785</c:v>
                </c:pt>
                <c:pt idx="129">
                  <c:v>1.0433403159355199</c:v>
                </c:pt>
                <c:pt idx="130">
                  <c:v>1.0477748239193581</c:v>
                </c:pt>
                <c:pt idx="131">
                  <c:v>1.050868940777119</c:v>
                </c:pt>
                <c:pt idx="132">
                  <c:v>1.055041813825494</c:v>
                </c:pt>
                <c:pt idx="133">
                  <c:v>1.056397155359595</c:v>
                </c:pt>
                <c:pt idx="134">
                  <c:v>1.051292053194046</c:v>
                </c:pt>
                <c:pt idx="135">
                  <c:v>1.0533247097148479</c:v>
                </c:pt>
                <c:pt idx="136">
                  <c:v>1.05468016236441</c:v>
                </c:pt>
                <c:pt idx="137">
                  <c:v>1.0586982511339049</c:v>
                </c:pt>
                <c:pt idx="138">
                  <c:v>1.056880083846589</c:v>
                </c:pt>
                <c:pt idx="139">
                  <c:v>1.0598753888912</c:v>
                </c:pt>
                <c:pt idx="140">
                  <c:v>1.063796105046154</c:v>
                </c:pt>
                <c:pt idx="141">
                  <c:v>1.062044826998952</c:v>
                </c:pt>
                <c:pt idx="142">
                  <c:v>1.0651141187565889</c:v>
                </c:pt>
                <c:pt idx="143">
                  <c:v>1.064927483049215</c:v>
                </c:pt>
                <c:pt idx="144">
                  <c:v>1.0628999820064009</c:v>
                </c:pt>
                <c:pt idx="145">
                  <c:v>1.0629221027726981</c:v>
                </c:pt>
                <c:pt idx="146">
                  <c:v>1.0594204523588651</c:v>
                </c:pt>
                <c:pt idx="147">
                  <c:v>1.0543030071126811</c:v>
                </c:pt>
                <c:pt idx="148">
                  <c:v>1.055363073298845</c:v>
                </c:pt>
                <c:pt idx="149">
                  <c:v>1.0582004480448179</c:v>
                </c:pt>
                <c:pt idx="150">
                  <c:v>1.061848960469379</c:v>
                </c:pt>
                <c:pt idx="151">
                  <c:v>1.063762079207393</c:v>
                </c:pt>
                <c:pt idx="152">
                  <c:v>1.0595225395795871</c:v>
                </c:pt>
                <c:pt idx="153">
                  <c:v>1.05660347114062</c:v>
                </c:pt>
                <c:pt idx="154">
                  <c:v>1.0575609525109471</c:v>
                </c:pt>
                <c:pt idx="155">
                  <c:v>1.0593996050366621</c:v>
                </c:pt>
                <c:pt idx="156">
                  <c:v>1.0577107342639669</c:v>
                </c:pt>
                <c:pt idx="157">
                  <c:v>1.053426393580337</c:v>
                </c:pt>
                <c:pt idx="158">
                  <c:v>1.0553058309648451</c:v>
                </c:pt>
                <c:pt idx="159">
                  <c:v>1.0564586453617979</c:v>
                </c:pt>
                <c:pt idx="160">
                  <c:v>1.0561255362304951</c:v>
                </c:pt>
                <c:pt idx="161">
                  <c:v>1.0578677548023541</c:v>
                </c:pt>
                <c:pt idx="162">
                  <c:v>1.056765384299807</c:v>
                </c:pt>
                <c:pt idx="163">
                  <c:v>1.054463271393361</c:v>
                </c:pt>
                <c:pt idx="164">
                  <c:v>1.053536170146774</c:v>
                </c:pt>
                <c:pt idx="165">
                  <c:v>1.0496202824453771</c:v>
                </c:pt>
                <c:pt idx="166">
                  <c:v>1.050012132608773</c:v>
                </c:pt>
                <c:pt idx="167">
                  <c:v>1.046007916958221</c:v>
                </c:pt>
                <c:pt idx="168">
                  <c:v>1.0443156131854541</c:v>
                </c:pt>
                <c:pt idx="169">
                  <c:v>1.0467150658757951</c:v>
                </c:pt>
                <c:pt idx="170">
                  <c:v>1.048722155605925</c:v>
                </c:pt>
                <c:pt idx="171">
                  <c:v>1.0503804096997571</c:v>
                </c:pt>
                <c:pt idx="172">
                  <c:v>1.0491711348640469</c:v>
                </c:pt>
                <c:pt idx="173">
                  <c:v>1.049724541831339</c:v>
                </c:pt>
                <c:pt idx="174">
                  <c:v>1.052124542844004</c:v>
                </c:pt>
                <c:pt idx="175">
                  <c:v>1.0516722755805319</c:v>
                </c:pt>
                <c:pt idx="176">
                  <c:v>1.0489863426121311</c:v>
                </c:pt>
                <c:pt idx="177">
                  <c:v>1.0497060059785159</c:v>
                </c:pt>
                <c:pt idx="178">
                  <c:v>1.0458281760373369</c:v>
                </c:pt>
                <c:pt idx="179">
                  <c:v>1.0459355447048579</c:v>
                </c:pt>
                <c:pt idx="180">
                  <c:v>1.044992450987674</c:v>
                </c:pt>
                <c:pt idx="181">
                  <c:v>1.047326134683553</c:v>
                </c:pt>
                <c:pt idx="182">
                  <c:v>1.047583933795603</c:v>
                </c:pt>
                <c:pt idx="183">
                  <c:v>1.0520436663021879</c:v>
                </c:pt>
                <c:pt idx="184">
                  <c:v>1.0566807866416781</c:v>
                </c:pt>
                <c:pt idx="185">
                  <c:v>1.0571858414421169</c:v>
                </c:pt>
                <c:pt idx="186">
                  <c:v>1.0557239502091</c:v>
                </c:pt>
                <c:pt idx="187">
                  <c:v>1.054599159529046</c:v>
                </c:pt>
                <c:pt idx="188">
                  <c:v>1.054334172189388</c:v>
                </c:pt>
                <c:pt idx="189">
                  <c:v>1.053583192792293</c:v>
                </c:pt>
                <c:pt idx="190">
                  <c:v>1.0550692038966329</c:v>
                </c:pt>
                <c:pt idx="191">
                  <c:v>1.053697423019577</c:v>
                </c:pt>
                <c:pt idx="192">
                  <c:v>1.053260378573317</c:v>
                </c:pt>
                <c:pt idx="193">
                  <c:v>1.050542321827735</c:v>
                </c:pt>
                <c:pt idx="194">
                  <c:v>1.0511893195004181</c:v>
                </c:pt>
                <c:pt idx="195">
                  <c:v>1.0534553366557851</c:v>
                </c:pt>
                <c:pt idx="196">
                  <c:v>1.0546072730153839</c:v>
                </c:pt>
                <c:pt idx="197">
                  <c:v>1.0538563934774321</c:v>
                </c:pt>
                <c:pt idx="198">
                  <c:v>1.0510861649144809</c:v>
                </c:pt>
                <c:pt idx="199">
                  <c:v>1.05279547077975</c:v>
                </c:pt>
                <c:pt idx="200">
                  <c:v>1.0554117787540309</c:v>
                </c:pt>
                <c:pt idx="201">
                  <c:v>1.0559679138857161</c:v>
                </c:pt>
                <c:pt idx="202">
                  <c:v>1.058686748310212</c:v>
                </c:pt>
                <c:pt idx="203">
                  <c:v>1.0582760378786711</c:v>
                </c:pt>
                <c:pt idx="204">
                  <c:v>1.0619024493111711</c:v>
                </c:pt>
                <c:pt idx="205">
                  <c:v>1.058167996391828</c:v>
                </c:pt>
                <c:pt idx="206">
                  <c:v>1.0544124582187651</c:v>
                </c:pt>
                <c:pt idx="207">
                  <c:v>1.0539856946870101</c:v>
                </c:pt>
                <c:pt idx="208">
                  <c:v>1.052885493164218</c:v>
                </c:pt>
                <c:pt idx="209">
                  <c:v>1.0527315538959361</c:v>
                </c:pt>
                <c:pt idx="210">
                  <c:v>1.050798231426697</c:v>
                </c:pt>
                <c:pt idx="211">
                  <c:v>1.049149832897309</c:v>
                </c:pt>
                <c:pt idx="212">
                  <c:v>1.0484303598250611</c:v>
                </c:pt>
                <c:pt idx="213">
                  <c:v>1.0481042889834511</c:v>
                </c:pt>
                <c:pt idx="214">
                  <c:v>1.0491015622480171</c:v>
                </c:pt>
                <c:pt idx="215">
                  <c:v>1.0476582418658771</c:v>
                </c:pt>
                <c:pt idx="216">
                  <c:v>1.045301138531439</c:v>
                </c:pt>
                <c:pt idx="217">
                  <c:v>1.044967073315566</c:v>
                </c:pt>
                <c:pt idx="218">
                  <c:v>1.045432164496678</c:v>
                </c:pt>
                <c:pt idx="219">
                  <c:v>1.045856674876948</c:v>
                </c:pt>
                <c:pt idx="220">
                  <c:v>1.048732267037614</c:v>
                </c:pt>
                <c:pt idx="221">
                  <c:v>1.0496513234891089</c:v>
                </c:pt>
                <c:pt idx="222">
                  <c:v>1.050358514365346</c:v>
                </c:pt>
                <c:pt idx="223">
                  <c:v>1.0514315215602961</c:v>
                </c:pt>
                <c:pt idx="224">
                  <c:v>1.051555327062289</c:v>
                </c:pt>
                <c:pt idx="225">
                  <c:v>1.052862243778613</c:v>
                </c:pt>
                <c:pt idx="226">
                  <c:v>1.0504473869088331</c:v>
                </c:pt>
                <c:pt idx="227">
                  <c:v>1.0507532881932919</c:v>
                </c:pt>
                <c:pt idx="228">
                  <c:v>1.048601580939317</c:v>
                </c:pt>
                <c:pt idx="229">
                  <c:v>1.049769904335591</c:v>
                </c:pt>
                <c:pt idx="230">
                  <c:v>1.0508805331072339</c:v>
                </c:pt>
                <c:pt idx="231">
                  <c:v>1.0506869838998969</c:v>
                </c:pt>
                <c:pt idx="232">
                  <c:v>1.052219636426188</c:v>
                </c:pt>
                <c:pt idx="233">
                  <c:v>1.052535655225687</c:v>
                </c:pt>
                <c:pt idx="234">
                  <c:v>1.056786873852319</c:v>
                </c:pt>
                <c:pt idx="235">
                  <c:v>1.054082045124286</c:v>
                </c:pt>
                <c:pt idx="236">
                  <c:v>1.056193611358812</c:v>
                </c:pt>
                <c:pt idx="237">
                  <c:v>1.0547660733908739</c:v>
                </c:pt>
                <c:pt idx="238">
                  <c:v>1.056635526436857</c:v>
                </c:pt>
                <c:pt idx="239">
                  <c:v>1.0564910640366481</c:v>
                </c:pt>
                <c:pt idx="240">
                  <c:v>1.0560445687647431</c:v>
                </c:pt>
                <c:pt idx="241">
                  <c:v>1.0586468190205369</c:v>
                </c:pt>
                <c:pt idx="242">
                  <c:v>1.061070352692431</c:v>
                </c:pt>
                <c:pt idx="243">
                  <c:v>1.064198623915581</c:v>
                </c:pt>
                <c:pt idx="244">
                  <c:v>1.0663630592449049</c:v>
                </c:pt>
                <c:pt idx="245">
                  <c:v>1.0662755188472139</c:v>
                </c:pt>
                <c:pt idx="246">
                  <c:v>1.0666487500987969</c:v>
                </c:pt>
                <c:pt idx="247">
                  <c:v>1.0661480771492</c:v>
                </c:pt>
                <c:pt idx="248">
                  <c:v>1.0637314747645661</c:v>
                </c:pt>
                <c:pt idx="249">
                  <c:v>1.0667372660617229</c:v>
                </c:pt>
                <c:pt idx="250">
                  <c:v>1.066800688711901</c:v>
                </c:pt>
                <c:pt idx="251">
                  <c:v>1.0665131649085251</c:v>
                </c:pt>
                <c:pt idx="252">
                  <c:v>1.0658539693788409</c:v>
                </c:pt>
                <c:pt idx="253">
                  <c:v>1.068077295005768</c:v>
                </c:pt>
                <c:pt idx="254">
                  <c:v>1.066698489906178</c:v>
                </c:pt>
                <c:pt idx="255">
                  <c:v>1.068778420175629</c:v>
                </c:pt>
                <c:pt idx="256">
                  <c:v>1.071321813882548</c:v>
                </c:pt>
                <c:pt idx="257">
                  <c:v>1.071715830003263</c:v>
                </c:pt>
                <c:pt idx="258">
                  <c:v>1.071477738891256</c:v>
                </c:pt>
                <c:pt idx="259">
                  <c:v>1.0682308143928749</c:v>
                </c:pt>
                <c:pt idx="260">
                  <c:v>1.0680710990198501</c:v>
                </c:pt>
                <c:pt idx="261">
                  <c:v>1.063020280512432</c:v>
                </c:pt>
                <c:pt idx="262">
                  <c:v>1.0620636005107009</c:v>
                </c:pt>
                <c:pt idx="263">
                  <c:v>1.0641644621811299</c:v>
                </c:pt>
                <c:pt idx="264">
                  <c:v>1.0654995112594099</c:v>
                </c:pt>
                <c:pt idx="265">
                  <c:v>1.0633156833810939</c:v>
                </c:pt>
                <c:pt idx="266">
                  <c:v>1.061098367961161</c:v>
                </c:pt>
                <c:pt idx="267">
                  <c:v>1.05903690341975</c:v>
                </c:pt>
                <c:pt idx="268">
                  <c:v>1.060879193204568</c:v>
                </c:pt>
                <c:pt idx="269">
                  <c:v>1.0642945190058719</c:v>
                </c:pt>
                <c:pt idx="270">
                  <c:v>1.0656275405936151</c:v>
                </c:pt>
                <c:pt idx="271">
                  <c:v>1.064245217898762</c:v>
                </c:pt>
                <c:pt idx="272">
                  <c:v>1.0648370504256539</c:v>
                </c:pt>
                <c:pt idx="273">
                  <c:v>1.0635432028241101</c:v>
                </c:pt>
                <c:pt idx="274">
                  <c:v>1.063683463905456</c:v>
                </c:pt>
                <c:pt idx="275">
                  <c:v>1.061955768732983</c:v>
                </c:pt>
                <c:pt idx="276">
                  <c:v>1.0609472926586661</c:v>
                </c:pt>
                <c:pt idx="277">
                  <c:v>1.058184732009972</c:v>
                </c:pt>
                <c:pt idx="278">
                  <c:v>1.0616341066603789</c:v>
                </c:pt>
                <c:pt idx="279">
                  <c:v>1.0602695505178841</c:v>
                </c:pt>
                <c:pt idx="280">
                  <c:v>1.0618200959772659</c:v>
                </c:pt>
                <c:pt idx="281">
                  <c:v>1.0584511819479641</c:v>
                </c:pt>
                <c:pt idx="282">
                  <c:v>1.0586026844082841</c:v>
                </c:pt>
                <c:pt idx="283">
                  <c:v>1.0562717945135569</c:v>
                </c:pt>
                <c:pt idx="284">
                  <c:v>1.053040292524577</c:v>
                </c:pt>
                <c:pt idx="285">
                  <c:v>1.0537844639532561</c:v>
                </c:pt>
                <c:pt idx="286">
                  <c:v>1.056525540641621</c:v>
                </c:pt>
                <c:pt idx="287">
                  <c:v>1.0556327283694</c:v>
                </c:pt>
                <c:pt idx="288">
                  <c:v>1.054068185590523</c:v>
                </c:pt>
                <c:pt idx="289">
                  <c:v>1.0552003102990171</c:v>
                </c:pt>
                <c:pt idx="290">
                  <c:v>1.0565746150355011</c:v>
                </c:pt>
                <c:pt idx="291">
                  <c:v>1.0575278823398471</c:v>
                </c:pt>
                <c:pt idx="292">
                  <c:v>1.0560496079030031</c:v>
                </c:pt>
                <c:pt idx="293">
                  <c:v>1.05729111065203</c:v>
                </c:pt>
                <c:pt idx="294">
                  <c:v>1.056653054837424</c:v>
                </c:pt>
                <c:pt idx="295">
                  <c:v>1.055364886945622</c:v>
                </c:pt>
                <c:pt idx="296">
                  <c:v>1.0557682556972401</c:v>
                </c:pt>
                <c:pt idx="297">
                  <c:v>1.057740411444468</c:v>
                </c:pt>
                <c:pt idx="298">
                  <c:v>1.058252384739073</c:v>
                </c:pt>
                <c:pt idx="299">
                  <c:v>1.0578509228175079</c:v>
                </c:pt>
                <c:pt idx="300">
                  <c:v>1.0573914706811101</c:v>
                </c:pt>
                <c:pt idx="301">
                  <c:v>1.059658144639823</c:v>
                </c:pt>
                <c:pt idx="302">
                  <c:v>1.0612529185850781</c:v>
                </c:pt>
                <c:pt idx="303">
                  <c:v>1.061322883827085</c:v>
                </c:pt>
                <c:pt idx="304">
                  <c:v>1.061270668591705</c:v>
                </c:pt>
                <c:pt idx="305">
                  <c:v>1.0613228094979621</c:v>
                </c:pt>
                <c:pt idx="306">
                  <c:v>1.0611890725569739</c:v>
                </c:pt>
                <c:pt idx="307">
                  <c:v>1.0594243403879879</c:v>
                </c:pt>
                <c:pt idx="308">
                  <c:v>1.059739279918545</c:v>
                </c:pt>
                <c:pt idx="309">
                  <c:v>1.0616363827463999</c:v>
                </c:pt>
                <c:pt idx="310">
                  <c:v>1.0615108677059379</c:v>
                </c:pt>
                <c:pt idx="311">
                  <c:v>1.0627627389964229</c:v>
                </c:pt>
                <c:pt idx="312">
                  <c:v>1.0658518963441941</c:v>
                </c:pt>
                <c:pt idx="313">
                  <c:v>1.06578748527976</c:v>
                </c:pt>
                <c:pt idx="314">
                  <c:v>1.0665481785206361</c:v>
                </c:pt>
                <c:pt idx="315">
                  <c:v>1.0673499576708649</c:v>
                </c:pt>
                <c:pt idx="316">
                  <c:v>1.0672461086348439</c:v>
                </c:pt>
                <c:pt idx="317">
                  <c:v>1.0659468286164679</c:v>
                </c:pt>
                <c:pt idx="318">
                  <c:v>1.065769059253534</c:v>
                </c:pt>
                <c:pt idx="319">
                  <c:v>1.066821177848986</c:v>
                </c:pt>
                <c:pt idx="320">
                  <c:v>1.0678489860638869</c:v>
                </c:pt>
                <c:pt idx="321">
                  <c:v>1.068139837229416</c:v>
                </c:pt>
                <c:pt idx="322">
                  <c:v>1.068935838512084</c:v>
                </c:pt>
                <c:pt idx="323">
                  <c:v>1.067470748430247</c:v>
                </c:pt>
                <c:pt idx="324">
                  <c:v>1.0684442015558091</c:v>
                </c:pt>
                <c:pt idx="325">
                  <c:v>1.068698744286013</c:v>
                </c:pt>
                <c:pt idx="326">
                  <c:v>1.070008114375403</c:v>
                </c:pt>
                <c:pt idx="327">
                  <c:v>1.0687828113671589</c:v>
                </c:pt>
                <c:pt idx="328">
                  <c:v>1.0708725821652021</c:v>
                </c:pt>
                <c:pt idx="329">
                  <c:v>1.072578409078135</c:v>
                </c:pt>
                <c:pt idx="330">
                  <c:v>1.0733248644044111</c:v>
                </c:pt>
                <c:pt idx="331">
                  <c:v>1.0743220097723649</c:v>
                </c:pt>
                <c:pt idx="332">
                  <c:v>1.074875446912541</c:v>
                </c:pt>
                <c:pt idx="333">
                  <c:v>1.075061033860981</c:v>
                </c:pt>
                <c:pt idx="334">
                  <c:v>1.076221632754824</c:v>
                </c:pt>
                <c:pt idx="335">
                  <c:v>1.078102868231452</c:v>
                </c:pt>
                <c:pt idx="336">
                  <c:v>1.0787128733269109</c:v>
                </c:pt>
                <c:pt idx="337">
                  <c:v>1.079775774268956</c:v>
                </c:pt>
                <c:pt idx="338">
                  <c:v>1.079398190355785</c:v>
                </c:pt>
                <c:pt idx="339">
                  <c:v>1.0819687725463141</c:v>
                </c:pt>
                <c:pt idx="340">
                  <c:v>1.083086289805836</c:v>
                </c:pt>
                <c:pt idx="341">
                  <c:v>1.080683148266512</c:v>
                </c:pt>
                <c:pt idx="342">
                  <c:v>1.080141002491086</c:v>
                </c:pt>
                <c:pt idx="343">
                  <c:v>1.0795990111117131</c:v>
                </c:pt>
                <c:pt idx="344">
                  <c:v>1.0799185121287009</c:v>
                </c:pt>
                <c:pt idx="345">
                  <c:v>1.078945001405061</c:v>
                </c:pt>
                <c:pt idx="346">
                  <c:v>1.0797458396931261</c:v>
                </c:pt>
                <c:pt idx="347">
                  <c:v>1.081200263348427</c:v>
                </c:pt>
                <c:pt idx="348">
                  <c:v>1.080497301083827</c:v>
                </c:pt>
                <c:pt idx="349">
                  <c:v>1.079547639834362</c:v>
                </c:pt>
                <c:pt idx="350">
                  <c:v>1.076297412329118</c:v>
                </c:pt>
                <c:pt idx="351">
                  <c:v>1.0775859558511089</c:v>
                </c:pt>
                <c:pt idx="352">
                  <c:v>1.0785311013236769</c:v>
                </c:pt>
                <c:pt idx="353">
                  <c:v>1.0803989555276441</c:v>
                </c:pt>
                <c:pt idx="354">
                  <c:v>1.0809331641139199</c:v>
                </c:pt>
                <c:pt idx="355">
                  <c:v>1.0830632300313039</c:v>
                </c:pt>
                <c:pt idx="356">
                  <c:v>1.082116061534921</c:v>
                </c:pt>
                <c:pt idx="357">
                  <c:v>1.0838756058677921</c:v>
                </c:pt>
                <c:pt idx="358">
                  <c:v>1.085057146490422</c:v>
                </c:pt>
                <c:pt idx="359">
                  <c:v>1.084487679780135</c:v>
                </c:pt>
                <c:pt idx="360">
                  <c:v>1.086315606889861</c:v>
                </c:pt>
                <c:pt idx="361">
                  <c:v>1.085564348512525</c:v>
                </c:pt>
                <c:pt idx="362">
                  <c:v>1.0843637381704221</c:v>
                </c:pt>
                <c:pt idx="363">
                  <c:v>1.087088928595473</c:v>
                </c:pt>
                <c:pt idx="364">
                  <c:v>1.086814428391069</c:v>
                </c:pt>
                <c:pt idx="365">
                  <c:v>1.089874275844336</c:v>
                </c:pt>
                <c:pt idx="366">
                  <c:v>1.093242938327508</c:v>
                </c:pt>
                <c:pt idx="367">
                  <c:v>1.0933899409258701</c:v>
                </c:pt>
                <c:pt idx="368">
                  <c:v>1.098117886523726</c:v>
                </c:pt>
                <c:pt idx="369">
                  <c:v>1.0989145344077691</c:v>
                </c:pt>
                <c:pt idx="370">
                  <c:v>1.0978945449973161</c:v>
                </c:pt>
                <c:pt idx="371">
                  <c:v>1.098686171671482</c:v>
                </c:pt>
                <c:pt idx="372">
                  <c:v>1.0980669057910331</c:v>
                </c:pt>
                <c:pt idx="373">
                  <c:v>1.0975706904678939</c:v>
                </c:pt>
                <c:pt idx="374">
                  <c:v>1.099260600756975</c:v>
                </c:pt>
                <c:pt idx="375">
                  <c:v>1.1027713708038609</c:v>
                </c:pt>
                <c:pt idx="376">
                  <c:v>1.104118155461502</c:v>
                </c:pt>
                <c:pt idx="377">
                  <c:v>1.104170861860573</c:v>
                </c:pt>
                <c:pt idx="378">
                  <c:v>1.1046492615653549</c:v>
                </c:pt>
                <c:pt idx="379">
                  <c:v>1.1004277180899029</c:v>
                </c:pt>
                <c:pt idx="380">
                  <c:v>1.098505296992019</c:v>
                </c:pt>
                <c:pt idx="381">
                  <c:v>1.104625075537917</c:v>
                </c:pt>
                <c:pt idx="382">
                  <c:v>1.106857015119989</c:v>
                </c:pt>
                <c:pt idx="383">
                  <c:v>1.10815465910724</c:v>
                </c:pt>
                <c:pt idx="384">
                  <c:v>1.104617836732195</c:v>
                </c:pt>
                <c:pt idx="385">
                  <c:v>1.10828222243362</c:v>
                </c:pt>
                <c:pt idx="386">
                  <c:v>1.1084834911301711</c:v>
                </c:pt>
                <c:pt idx="387">
                  <c:v>1.1085779906044839</c:v>
                </c:pt>
                <c:pt idx="388">
                  <c:v>1.105457550846946</c:v>
                </c:pt>
                <c:pt idx="389">
                  <c:v>1.105207879170085</c:v>
                </c:pt>
                <c:pt idx="390">
                  <c:v>1.10549452178674</c:v>
                </c:pt>
                <c:pt idx="391">
                  <c:v>1.107374873517623</c:v>
                </c:pt>
                <c:pt idx="392">
                  <c:v>1.1060102880667051</c:v>
                </c:pt>
                <c:pt idx="393">
                  <c:v>1.1054543955571881</c:v>
                </c:pt>
                <c:pt idx="394">
                  <c:v>1.1028235345005011</c:v>
                </c:pt>
                <c:pt idx="395">
                  <c:v>1.1044560470629901</c:v>
                </c:pt>
                <c:pt idx="396">
                  <c:v>1.105811196807043</c:v>
                </c:pt>
                <c:pt idx="397">
                  <c:v>1.10544996619435</c:v>
                </c:pt>
                <c:pt idx="398">
                  <c:v>1.108029936556332</c:v>
                </c:pt>
                <c:pt idx="399">
                  <c:v>1.1099456248447721</c:v>
                </c:pt>
                <c:pt idx="400">
                  <c:v>1.1103788961651671</c:v>
                </c:pt>
                <c:pt idx="401">
                  <c:v>1.107456600157223</c:v>
                </c:pt>
                <c:pt idx="402">
                  <c:v>1.109273395707101</c:v>
                </c:pt>
                <c:pt idx="403">
                  <c:v>1.1103692707367649</c:v>
                </c:pt>
                <c:pt idx="404">
                  <c:v>1.1098667357844321</c:v>
                </c:pt>
                <c:pt idx="405">
                  <c:v>1.1086773012881019</c:v>
                </c:pt>
                <c:pt idx="406">
                  <c:v>1.1091844185258799</c:v>
                </c:pt>
                <c:pt idx="407">
                  <c:v>1.1079814795430141</c:v>
                </c:pt>
                <c:pt idx="408">
                  <c:v>1.1100667127588071</c:v>
                </c:pt>
                <c:pt idx="409">
                  <c:v>1.111499105901397</c:v>
                </c:pt>
                <c:pt idx="410">
                  <c:v>1.110767345495173</c:v>
                </c:pt>
                <c:pt idx="411">
                  <c:v>1.110289100499626</c:v>
                </c:pt>
                <c:pt idx="412">
                  <c:v>1.1116732624156569</c:v>
                </c:pt>
                <c:pt idx="413">
                  <c:v>1.110365585574659</c:v>
                </c:pt>
                <c:pt idx="414">
                  <c:v>1.110086782141033</c:v>
                </c:pt>
                <c:pt idx="415">
                  <c:v>1.1104557080604871</c:v>
                </c:pt>
                <c:pt idx="416">
                  <c:v>1.1069044134593</c:v>
                </c:pt>
                <c:pt idx="417">
                  <c:v>1.106612283256005</c:v>
                </c:pt>
                <c:pt idx="418">
                  <c:v>1.1082928472206619</c:v>
                </c:pt>
                <c:pt idx="419">
                  <c:v>1.1078098809900629</c:v>
                </c:pt>
                <c:pt idx="420">
                  <c:v>1.105902822012752</c:v>
                </c:pt>
                <c:pt idx="421">
                  <c:v>1.103219902547246</c:v>
                </c:pt>
                <c:pt idx="422">
                  <c:v>1.102265655500394</c:v>
                </c:pt>
                <c:pt idx="423">
                  <c:v>1.0990472027747009</c:v>
                </c:pt>
                <c:pt idx="424">
                  <c:v>1.1015871144589719</c:v>
                </c:pt>
                <c:pt idx="425">
                  <c:v>1.101110446446663</c:v>
                </c:pt>
                <c:pt idx="426">
                  <c:v>1.099211993358421</c:v>
                </c:pt>
                <c:pt idx="427">
                  <c:v>1.0963970299343131</c:v>
                </c:pt>
                <c:pt idx="428">
                  <c:v>1.0977200881602569</c:v>
                </c:pt>
                <c:pt idx="429">
                  <c:v>1.0989119412313439</c:v>
                </c:pt>
                <c:pt idx="430">
                  <c:v>1.1000588351395799</c:v>
                </c:pt>
                <c:pt idx="431">
                  <c:v>1.0979200848586761</c:v>
                </c:pt>
                <c:pt idx="432">
                  <c:v>1.09920098787163</c:v>
                </c:pt>
                <c:pt idx="433">
                  <c:v>1.099628929386091</c:v>
                </c:pt>
                <c:pt idx="434">
                  <c:v>1.100226584128033</c:v>
                </c:pt>
                <c:pt idx="435">
                  <c:v>1.1001554460477201</c:v>
                </c:pt>
                <c:pt idx="436">
                  <c:v>1.1021567062969599</c:v>
                </c:pt>
                <c:pt idx="437">
                  <c:v>1.1025608233807509</c:v>
                </c:pt>
                <c:pt idx="438">
                  <c:v>1.102030240384513</c:v>
                </c:pt>
                <c:pt idx="439">
                  <c:v>1.101301614046746</c:v>
                </c:pt>
                <c:pt idx="440">
                  <c:v>1.103228585484991</c:v>
                </c:pt>
                <c:pt idx="441">
                  <c:v>1.104528346933767</c:v>
                </c:pt>
                <c:pt idx="442">
                  <c:v>1.1051450332345041</c:v>
                </c:pt>
                <c:pt idx="443">
                  <c:v>1.1045426357872741</c:v>
                </c:pt>
                <c:pt idx="444">
                  <c:v>1.106510895195425</c:v>
                </c:pt>
                <c:pt idx="445">
                  <c:v>1.107187238166236</c:v>
                </c:pt>
                <c:pt idx="446">
                  <c:v>1.108451384201693</c:v>
                </c:pt>
                <c:pt idx="447">
                  <c:v>1.1099450548447309</c:v>
                </c:pt>
                <c:pt idx="448">
                  <c:v>1.1098199828770301</c:v>
                </c:pt>
                <c:pt idx="449">
                  <c:v>1.111785935568592</c:v>
                </c:pt>
                <c:pt idx="450">
                  <c:v>1.1123631960027269</c:v>
                </c:pt>
                <c:pt idx="451">
                  <c:v>1.1115350986854331</c:v>
                </c:pt>
                <c:pt idx="452">
                  <c:v>1.110731513387297</c:v>
                </c:pt>
                <c:pt idx="453">
                  <c:v>1.1120605474551679</c:v>
                </c:pt>
                <c:pt idx="454">
                  <c:v>1.1118799810611679</c:v>
                </c:pt>
                <c:pt idx="455">
                  <c:v>1.1128491159607601</c:v>
                </c:pt>
                <c:pt idx="456">
                  <c:v>1.115837086320467</c:v>
                </c:pt>
                <c:pt idx="457">
                  <c:v>1.1146961689240911</c:v>
                </c:pt>
                <c:pt idx="458">
                  <c:v>1.114588683459276</c:v>
                </c:pt>
                <c:pt idx="459">
                  <c:v>1.11450750973651</c:v>
                </c:pt>
                <c:pt idx="460">
                  <c:v>1.115289231857336</c:v>
                </c:pt>
                <c:pt idx="461">
                  <c:v>1.1161528639356451</c:v>
                </c:pt>
                <c:pt idx="462">
                  <c:v>1.1162169305666041</c:v>
                </c:pt>
                <c:pt idx="463">
                  <c:v>1.115477462852223</c:v>
                </c:pt>
                <c:pt idx="464">
                  <c:v>1.1141529103179519</c:v>
                </c:pt>
                <c:pt idx="465">
                  <c:v>1.1149024818652651</c:v>
                </c:pt>
                <c:pt idx="466">
                  <c:v>1.114864591930143</c:v>
                </c:pt>
                <c:pt idx="467">
                  <c:v>1.1123480803889509</c:v>
                </c:pt>
                <c:pt idx="468">
                  <c:v>1.114592121440132</c:v>
                </c:pt>
                <c:pt idx="469">
                  <c:v>1.1150387880510559</c:v>
                </c:pt>
                <c:pt idx="470">
                  <c:v>1.115523134550209</c:v>
                </c:pt>
                <c:pt idx="471">
                  <c:v>1.116423591116305</c:v>
                </c:pt>
                <c:pt idx="472">
                  <c:v>1.116694844522153</c:v>
                </c:pt>
                <c:pt idx="473">
                  <c:v>1.1156374714869439</c:v>
                </c:pt>
                <c:pt idx="474">
                  <c:v>1.1166249372503001</c:v>
                </c:pt>
                <c:pt idx="475">
                  <c:v>1.1152345139177711</c:v>
                </c:pt>
                <c:pt idx="476">
                  <c:v>1.112337532374265</c:v>
                </c:pt>
                <c:pt idx="477">
                  <c:v>1.1132905028603151</c:v>
                </c:pt>
                <c:pt idx="478">
                  <c:v>1.114599448867142</c:v>
                </c:pt>
                <c:pt idx="479">
                  <c:v>1.1161487156112859</c:v>
                </c:pt>
                <c:pt idx="480">
                  <c:v>1.1146189542894629</c:v>
                </c:pt>
                <c:pt idx="481">
                  <c:v>1.114935785898193</c:v>
                </c:pt>
                <c:pt idx="482">
                  <c:v>1.116574623427657</c:v>
                </c:pt>
                <c:pt idx="483">
                  <c:v>1.116163758757156</c:v>
                </c:pt>
                <c:pt idx="484">
                  <c:v>1.118162087493825</c:v>
                </c:pt>
                <c:pt idx="485">
                  <c:v>1.119581758578881</c:v>
                </c:pt>
                <c:pt idx="486">
                  <c:v>1.1184297699512149</c:v>
                </c:pt>
                <c:pt idx="487">
                  <c:v>1.115738401343308</c:v>
                </c:pt>
                <c:pt idx="488">
                  <c:v>1.114933640956624</c:v>
                </c:pt>
                <c:pt idx="489">
                  <c:v>1.113102171691291</c:v>
                </c:pt>
                <c:pt idx="490">
                  <c:v>1.1145017159601049</c:v>
                </c:pt>
                <c:pt idx="491">
                  <c:v>1.1140554872904509</c:v>
                </c:pt>
                <c:pt idx="492">
                  <c:v>1.1163425108592691</c:v>
                </c:pt>
                <c:pt idx="493">
                  <c:v>1.114986555311982</c:v>
                </c:pt>
                <c:pt idx="494">
                  <c:v>1.1154870090563569</c:v>
                </c:pt>
                <c:pt idx="495">
                  <c:v>1.117543504518357</c:v>
                </c:pt>
                <c:pt idx="496">
                  <c:v>1.118663269855193</c:v>
                </c:pt>
                <c:pt idx="497">
                  <c:v>1.1183660489222049</c:v>
                </c:pt>
                <c:pt idx="498">
                  <c:v>1.1184184120687011</c:v>
                </c:pt>
                <c:pt idx="499">
                  <c:v>1.118036916126085</c:v>
                </c:pt>
                <c:pt idx="500">
                  <c:v>1.119956122232096</c:v>
                </c:pt>
                <c:pt idx="501">
                  <c:v>1.116520313017076</c:v>
                </c:pt>
                <c:pt idx="502">
                  <c:v>1.116622317006297</c:v>
                </c:pt>
                <c:pt idx="503">
                  <c:v>1.1125978538842041</c:v>
                </c:pt>
                <c:pt idx="504">
                  <c:v>1.113061703624866</c:v>
                </c:pt>
                <c:pt idx="505">
                  <c:v>1.1142020552793079</c:v>
                </c:pt>
                <c:pt idx="506">
                  <c:v>1.11373141273475</c:v>
                </c:pt>
                <c:pt idx="507">
                  <c:v>1.115207455432401</c:v>
                </c:pt>
                <c:pt idx="508">
                  <c:v>1.115036413529273</c:v>
                </c:pt>
                <c:pt idx="509">
                  <c:v>1.110774144059351</c:v>
                </c:pt>
                <c:pt idx="510">
                  <c:v>1.110770768267924</c:v>
                </c:pt>
                <c:pt idx="511">
                  <c:v>1.113228545171755</c:v>
                </c:pt>
                <c:pt idx="512">
                  <c:v>1.112829787638022</c:v>
                </c:pt>
                <c:pt idx="513">
                  <c:v>1.1144473603365861</c:v>
                </c:pt>
                <c:pt idx="514">
                  <c:v>1.114665332001882</c:v>
                </c:pt>
                <c:pt idx="515">
                  <c:v>1.1133430537425799</c:v>
                </c:pt>
                <c:pt idx="516">
                  <c:v>1.112542988824907</c:v>
                </c:pt>
                <c:pt idx="517">
                  <c:v>1.114922163228028</c:v>
                </c:pt>
                <c:pt idx="518">
                  <c:v>1.114324067783226</c:v>
                </c:pt>
                <c:pt idx="519">
                  <c:v>1.11521768025115</c:v>
                </c:pt>
                <c:pt idx="520">
                  <c:v>1.11554257485123</c:v>
                </c:pt>
                <c:pt idx="521">
                  <c:v>1.1153745180757899</c:v>
                </c:pt>
                <c:pt idx="522">
                  <c:v>1.115063003796424</c:v>
                </c:pt>
                <c:pt idx="523">
                  <c:v>1.112499032565083</c:v>
                </c:pt>
                <c:pt idx="524">
                  <c:v>1.1119315509350189</c:v>
                </c:pt>
                <c:pt idx="525">
                  <c:v>1.11032177489199</c:v>
                </c:pt>
                <c:pt idx="526">
                  <c:v>1.1091095585033171</c:v>
                </c:pt>
                <c:pt idx="527">
                  <c:v>1.1086916776354609</c:v>
                </c:pt>
                <c:pt idx="528">
                  <c:v>1.1079849668113999</c:v>
                </c:pt>
                <c:pt idx="529">
                  <c:v>1.109685588789183</c:v>
                </c:pt>
                <c:pt idx="530">
                  <c:v>1.10787435716557</c:v>
                </c:pt>
                <c:pt idx="531">
                  <c:v>1.101774864838768</c:v>
                </c:pt>
                <c:pt idx="532">
                  <c:v>1.1050492835845991</c:v>
                </c:pt>
                <c:pt idx="533">
                  <c:v>1.1071625176932649</c:v>
                </c:pt>
                <c:pt idx="534">
                  <c:v>1.108127128138503</c:v>
                </c:pt>
                <c:pt idx="535">
                  <c:v>1.108510519925987</c:v>
                </c:pt>
                <c:pt idx="536">
                  <c:v>1.107843534634255</c:v>
                </c:pt>
                <c:pt idx="537">
                  <c:v>1.107989310452542</c:v>
                </c:pt>
                <c:pt idx="538">
                  <c:v>1.1081170012856461</c:v>
                </c:pt>
                <c:pt idx="539">
                  <c:v>1.107419665074397</c:v>
                </c:pt>
                <c:pt idx="540">
                  <c:v>1.1062408364585889</c:v>
                </c:pt>
                <c:pt idx="541">
                  <c:v>1.1056416770018149</c:v>
                </c:pt>
                <c:pt idx="542">
                  <c:v>1.1083550606918371</c:v>
                </c:pt>
                <c:pt idx="543">
                  <c:v>1.1070803987620419</c:v>
                </c:pt>
                <c:pt idx="544">
                  <c:v>1.108515223786589</c:v>
                </c:pt>
                <c:pt idx="545">
                  <c:v>1.108126933036905</c:v>
                </c:pt>
                <c:pt idx="546">
                  <c:v>1.107313711832512</c:v>
                </c:pt>
                <c:pt idx="547">
                  <c:v>1.1073403008028491</c:v>
                </c:pt>
                <c:pt idx="548">
                  <c:v>1.10448889843925</c:v>
                </c:pt>
                <c:pt idx="549">
                  <c:v>1.1061884974795759</c:v>
                </c:pt>
                <c:pt idx="550">
                  <c:v>1.105111366796399</c:v>
                </c:pt>
                <c:pt idx="551">
                  <c:v>1.1068852262134721</c:v>
                </c:pt>
                <c:pt idx="552">
                  <c:v>1.106556324667838</c:v>
                </c:pt>
                <c:pt idx="553">
                  <c:v>1.1073198117902741</c:v>
                </c:pt>
                <c:pt idx="554">
                  <c:v>1.1062801325178739</c:v>
                </c:pt>
                <c:pt idx="555">
                  <c:v>1.1037891224260969</c:v>
                </c:pt>
                <c:pt idx="556">
                  <c:v>1.1021036196180609</c:v>
                </c:pt>
                <c:pt idx="557">
                  <c:v>1.101509140689215</c:v>
                </c:pt>
                <c:pt idx="558">
                  <c:v>1.096640582562427</c:v>
                </c:pt>
                <c:pt idx="559">
                  <c:v>1.094253762609616</c:v>
                </c:pt>
                <c:pt idx="560">
                  <c:v>1.09783554886002</c:v>
                </c:pt>
                <c:pt idx="561">
                  <c:v>1.097054085795963</c:v>
                </c:pt>
                <c:pt idx="562">
                  <c:v>1.10121712676462</c:v>
                </c:pt>
                <c:pt idx="563">
                  <c:v>1.1018067819824611</c:v>
                </c:pt>
                <c:pt idx="564">
                  <c:v>1.1003808618902</c:v>
                </c:pt>
                <c:pt idx="565">
                  <c:v>1.101297536267023</c:v>
                </c:pt>
                <c:pt idx="566">
                  <c:v>1.103294276893162</c:v>
                </c:pt>
                <c:pt idx="567">
                  <c:v>1.1042664736430521</c:v>
                </c:pt>
                <c:pt idx="568">
                  <c:v>1.1053851074578811</c:v>
                </c:pt>
                <c:pt idx="569">
                  <c:v>1.105517063088111</c:v>
                </c:pt>
                <c:pt idx="570">
                  <c:v>1.1051603179113649</c:v>
                </c:pt>
                <c:pt idx="571">
                  <c:v>1.1069217791205781</c:v>
                </c:pt>
                <c:pt idx="572">
                  <c:v>1.1070808799098371</c:v>
                </c:pt>
                <c:pt idx="573">
                  <c:v>1.1080775554286271</c:v>
                </c:pt>
                <c:pt idx="574">
                  <c:v>1.1091358329309291</c:v>
                </c:pt>
                <c:pt idx="575">
                  <c:v>1.110769225221754</c:v>
                </c:pt>
                <c:pt idx="576">
                  <c:v>1.1080804996381519</c:v>
                </c:pt>
                <c:pt idx="577">
                  <c:v>1.1092442966324549</c:v>
                </c:pt>
                <c:pt idx="578">
                  <c:v>1.111014398603722</c:v>
                </c:pt>
                <c:pt idx="579">
                  <c:v>1.1112744029062991</c:v>
                </c:pt>
                <c:pt idx="580">
                  <c:v>1.111111112675472</c:v>
                </c:pt>
                <c:pt idx="581">
                  <c:v>1.111417769772284</c:v>
                </c:pt>
                <c:pt idx="582">
                  <c:v>1.110801051945872</c:v>
                </c:pt>
                <c:pt idx="583">
                  <c:v>1.1118367790050521</c:v>
                </c:pt>
                <c:pt idx="584">
                  <c:v>1.1130329840587949</c:v>
                </c:pt>
                <c:pt idx="585">
                  <c:v>1.112522060581798</c:v>
                </c:pt>
                <c:pt idx="586">
                  <c:v>1.1130006015071381</c:v>
                </c:pt>
                <c:pt idx="587">
                  <c:v>1.1120684369081759</c:v>
                </c:pt>
                <c:pt idx="588">
                  <c:v>1.113840652123848</c:v>
                </c:pt>
                <c:pt idx="589">
                  <c:v>1.114805409706092</c:v>
                </c:pt>
                <c:pt idx="590">
                  <c:v>1.1136785328078751</c:v>
                </c:pt>
                <c:pt idx="591">
                  <c:v>1.1131309880923539</c:v>
                </c:pt>
                <c:pt idx="592">
                  <c:v>1.1143019779230421</c:v>
                </c:pt>
                <c:pt idx="593">
                  <c:v>1.116019976389258</c:v>
                </c:pt>
                <c:pt idx="594">
                  <c:v>1.1166159668666991</c:v>
                </c:pt>
                <c:pt idx="595">
                  <c:v>1.115586707075795</c:v>
                </c:pt>
                <c:pt idx="596">
                  <c:v>1.1149466714176191</c:v>
                </c:pt>
                <c:pt idx="597">
                  <c:v>1.117355995668424</c:v>
                </c:pt>
                <c:pt idx="598">
                  <c:v>1.1180174603195741</c:v>
                </c:pt>
                <c:pt idx="599">
                  <c:v>1.11828467358197</c:v>
                </c:pt>
                <c:pt idx="600">
                  <c:v>1.1189021010576421</c:v>
                </c:pt>
                <c:pt idx="601">
                  <c:v>1.116463781159112</c:v>
                </c:pt>
                <c:pt idx="602">
                  <c:v>1.118430892574622</c:v>
                </c:pt>
                <c:pt idx="603">
                  <c:v>1.1181295280511621</c:v>
                </c:pt>
                <c:pt idx="604">
                  <c:v>1.118850791483776</c:v>
                </c:pt>
                <c:pt idx="605">
                  <c:v>1.118362000314034</c:v>
                </c:pt>
                <c:pt idx="606">
                  <c:v>1.117026227107758</c:v>
                </c:pt>
                <c:pt idx="607">
                  <c:v>1.1177147432959269</c:v>
                </c:pt>
                <c:pt idx="608">
                  <c:v>1.1172470202313241</c:v>
                </c:pt>
                <c:pt idx="609">
                  <c:v>1.1166099960416971</c:v>
                </c:pt>
                <c:pt idx="610">
                  <c:v>1.1155091605810019</c:v>
                </c:pt>
                <c:pt idx="611">
                  <c:v>1.1162182184567091</c:v>
                </c:pt>
                <c:pt idx="612">
                  <c:v>1.1179173611507709</c:v>
                </c:pt>
                <c:pt idx="613">
                  <c:v>1.1170994157071441</c:v>
                </c:pt>
                <c:pt idx="614">
                  <c:v>1.118954568075065</c:v>
                </c:pt>
                <c:pt idx="615">
                  <c:v>1.1190365058395531</c:v>
                </c:pt>
                <c:pt idx="616">
                  <c:v>1.12032915377134</c:v>
                </c:pt>
                <c:pt idx="617">
                  <c:v>1.120180192624509</c:v>
                </c:pt>
                <c:pt idx="618">
                  <c:v>1.120309475115544</c:v>
                </c:pt>
                <c:pt idx="619">
                  <c:v>1.119754459574912</c:v>
                </c:pt>
                <c:pt idx="620">
                  <c:v>1.1214315003502351</c:v>
                </c:pt>
                <c:pt idx="621">
                  <c:v>1.121881257585513</c:v>
                </c:pt>
                <c:pt idx="622">
                  <c:v>1.122521799380386</c:v>
                </c:pt>
                <c:pt idx="623">
                  <c:v>1.1235875953415499</c:v>
                </c:pt>
                <c:pt idx="624">
                  <c:v>1.126015338533813</c:v>
                </c:pt>
                <c:pt idx="625">
                  <c:v>1.124683539584735</c:v>
                </c:pt>
                <c:pt idx="626">
                  <c:v>1.124414950086837</c:v>
                </c:pt>
                <c:pt idx="627">
                  <c:v>1.1259717086925221</c:v>
                </c:pt>
                <c:pt idx="628">
                  <c:v>1.128024224315366</c:v>
                </c:pt>
                <c:pt idx="629">
                  <c:v>1.1281618519433441</c:v>
                </c:pt>
                <c:pt idx="630">
                  <c:v>1.128440340254568</c:v>
                </c:pt>
                <c:pt idx="631">
                  <c:v>1.1279754254311809</c:v>
                </c:pt>
                <c:pt idx="632">
                  <c:v>1.1289956960556451</c:v>
                </c:pt>
                <c:pt idx="633">
                  <c:v>1.1280007863053729</c:v>
                </c:pt>
                <c:pt idx="634">
                  <c:v>1.1314896980205911</c:v>
                </c:pt>
                <c:pt idx="635">
                  <c:v>1.132841711453735</c:v>
                </c:pt>
                <c:pt idx="636">
                  <c:v>1.1331530461129491</c:v>
                </c:pt>
                <c:pt idx="637">
                  <c:v>1.133994838211825</c:v>
                </c:pt>
                <c:pt idx="638">
                  <c:v>1.1321688736920319</c:v>
                </c:pt>
                <c:pt idx="639">
                  <c:v>1.1330460012238119</c:v>
                </c:pt>
                <c:pt idx="640">
                  <c:v>1.1333357754988611</c:v>
                </c:pt>
                <c:pt idx="641">
                  <c:v>1.130191086491305</c:v>
                </c:pt>
                <c:pt idx="642">
                  <c:v>1.128851082784023</c:v>
                </c:pt>
                <c:pt idx="643">
                  <c:v>1.128172747215944</c:v>
                </c:pt>
                <c:pt idx="644">
                  <c:v>1.1289645069199099</c:v>
                </c:pt>
                <c:pt idx="645">
                  <c:v>1.129241931768503</c:v>
                </c:pt>
                <c:pt idx="646">
                  <c:v>1.1264937652345239</c:v>
                </c:pt>
                <c:pt idx="647">
                  <c:v>1.1259882106919319</c:v>
                </c:pt>
                <c:pt idx="648">
                  <c:v>1.1266181424374551</c:v>
                </c:pt>
                <c:pt idx="649">
                  <c:v>1.127909294231292</c:v>
                </c:pt>
                <c:pt idx="650">
                  <c:v>1.1300085735196479</c:v>
                </c:pt>
                <c:pt idx="651">
                  <c:v>1.130807945561535</c:v>
                </c:pt>
                <c:pt idx="652">
                  <c:v>1.1301760598408821</c:v>
                </c:pt>
                <c:pt idx="653">
                  <c:v>1.1299125807713319</c:v>
                </c:pt>
                <c:pt idx="654">
                  <c:v>1.1299865191954961</c:v>
                </c:pt>
                <c:pt idx="655">
                  <c:v>1.1284359393310091</c:v>
                </c:pt>
                <c:pt idx="656">
                  <c:v>1.1254847944075901</c:v>
                </c:pt>
                <c:pt idx="657">
                  <c:v>1.1236343733215279</c:v>
                </c:pt>
                <c:pt idx="658">
                  <c:v>1.1229891188642109</c:v>
                </c:pt>
                <c:pt idx="659">
                  <c:v>1.1243740191732849</c:v>
                </c:pt>
                <c:pt idx="660">
                  <c:v>1.124302716186669</c:v>
                </c:pt>
                <c:pt idx="661">
                  <c:v>1.124054579443911</c:v>
                </c:pt>
                <c:pt idx="662">
                  <c:v>1.1224921523830089</c:v>
                </c:pt>
                <c:pt idx="663">
                  <c:v>1.1210228245326981</c:v>
                </c:pt>
                <c:pt idx="664">
                  <c:v>1.1224586899813489</c:v>
                </c:pt>
                <c:pt idx="665">
                  <c:v>1.1193871548961229</c:v>
                </c:pt>
                <c:pt idx="666">
                  <c:v>1.1196925121607419</c:v>
                </c:pt>
                <c:pt idx="667">
                  <c:v>1.1176165588909921</c:v>
                </c:pt>
                <c:pt idx="668">
                  <c:v>1.1170709549815541</c:v>
                </c:pt>
                <c:pt idx="669">
                  <c:v>1.11749954542392</c:v>
                </c:pt>
                <c:pt idx="670">
                  <c:v>1.120178541797848</c:v>
                </c:pt>
                <c:pt idx="671">
                  <c:v>1.12111167072494</c:v>
                </c:pt>
                <c:pt idx="672">
                  <c:v>1.1236649123444731</c:v>
                </c:pt>
                <c:pt idx="673">
                  <c:v>1.1242614422540751</c:v>
                </c:pt>
                <c:pt idx="674">
                  <c:v>1.124527863299865</c:v>
                </c:pt>
                <c:pt idx="675">
                  <c:v>1.1238074946879091</c:v>
                </c:pt>
                <c:pt idx="676">
                  <c:v>1.123270480905344</c:v>
                </c:pt>
                <c:pt idx="677">
                  <c:v>1.1231982401717251</c:v>
                </c:pt>
                <c:pt idx="678">
                  <c:v>1.1232857222467489</c:v>
                </c:pt>
                <c:pt idx="679">
                  <c:v>1.122785875000069</c:v>
                </c:pt>
                <c:pt idx="680">
                  <c:v>1.124782757199231</c:v>
                </c:pt>
                <c:pt idx="681">
                  <c:v>1.124239428212606</c:v>
                </c:pt>
                <c:pt idx="682">
                  <c:v>1.122226784788958</c:v>
                </c:pt>
                <c:pt idx="683">
                  <c:v>1.1233128404454571</c:v>
                </c:pt>
                <c:pt idx="684">
                  <c:v>1.12446156239701</c:v>
                </c:pt>
                <c:pt idx="685">
                  <c:v>1.1249652230592919</c:v>
                </c:pt>
                <c:pt idx="686">
                  <c:v>1.1254352343879019</c:v>
                </c:pt>
                <c:pt idx="687">
                  <c:v>1.1267232826579809</c:v>
                </c:pt>
                <c:pt idx="688">
                  <c:v>1.126884646934819</c:v>
                </c:pt>
                <c:pt idx="689">
                  <c:v>1.1263023365889779</c:v>
                </c:pt>
                <c:pt idx="690">
                  <c:v>1.1267381695017991</c:v>
                </c:pt>
                <c:pt idx="691">
                  <c:v>1.125127411778849</c:v>
                </c:pt>
                <c:pt idx="692">
                  <c:v>1.1255740486563299</c:v>
                </c:pt>
                <c:pt idx="693">
                  <c:v>1.120090044072019</c:v>
                </c:pt>
                <c:pt idx="694">
                  <c:v>1.1221684420017419</c:v>
                </c:pt>
                <c:pt idx="695">
                  <c:v>1.1203854371500941</c:v>
                </c:pt>
                <c:pt idx="696">
                  <c:v>1.1209585547068861</c:v>
                </c:pt>
                <c:pt idx="697">
                  <c:v>1.119713410816763</c:v>
                </c:pt>
                <c:pt idx="698">
                  <c:v>1.120481810455044</c:v>
                </c:pt>
                <c:pt idx="699">
                  <c:v>1.119262158134831</c:v>
                </c:pt>
                <c:pt idx="700">
                  <c:v>1.1199222450865041</c:v>
                </c:pt>
                <c:pt idx="701">
                  <c:v>1.121080908957873</c:v>
                </c:pt>
                <c:pt idx="702">
                  <c:v>1.1197214786167891</c:v>
                </c:pt>
                <c:pt idx="703">
                  <c:v>1.1186921872058091</c:v>
                </c:pt>
                <c:pt idx="704">
                  <c:v>1.1182695583252531</c:v>
                </c:pt>
                <c:pt idx="705">
                  <c:v>1.117686044632394</c:v>
                </c:pt>
                <c:pt idx="706">
                  <c:v>1.119046614488648</c:v>
                </c:pt>
                <c:pt idx="707">
                  <c:v>1.1191898801538409</c:v>
                </c:pt>
                <c:pt idx="708">
                  <c:v>1.1185052452495821</c:v>
                </c:pt>
                <c:pt idx="709">
                  <c:v>1.117362931166676</c:v>
                </c:pt>
                <c:pt idx="710">
                  <c:v>1.116813494662118</c:v>
                </c:pt>
                <c:pt idx="711">
                  <c:v>1.11637607654829</c:v>
                </c:pt>
                <c:pt idx="712">
                  <c:v>1.1162354674583359</c:v>
                </c:pt>
                <c:pt idx="713">
                  <c:v>1.1156642694132759</c:v>
                </c:pt>
                <c:pt idx="714">
                  <c:v>1.1136183644835349</c:v>
                </c:pt>
                <c:pt idx="715">
                  <c:v>1.1145539341276081</c:v>
                </c:pt>
                <c:pt idx="716">
                  <c:v>1.114417463007457</c:v>
                </c:pt>
                <c:pt idx="717">
                  <c:v>1.1134704794408421</c:v>
                </c:pt>
                <c:pt idx="718">
                  <c:v>1.1127108975499871</c:v>
                </c:pt>
                <c:pt idx="719">
                  <c:v>1.1122293669623911</c:v>
                </c:pt>
                <c:pt idx="720">
                  <c:v>1.1121166884685689</c:v>
                </c:pt>
                <c:pt idx="721">
                  <c:v>1.1118490451916181</c:v>
                </c:pt>
                <c:pt idx="722">
                  <c:v>1.112298045469396</c:v>
                </c:pt>
                <c:pt idx="723">
                  <c:v>1.1139171698661601</c:v>
                </c:pt>
                <c:pt idx="724">
                  <c:v>1.1144858373037021</c:v>
                </c:pt>
                <c:pt idx="725">
                  <c:v>1.1142216594089689</c:v>
                </c:pt>
                <c:pt idx="726">
                  <c:v>1.114831308048408</c:v>
                </c:pt>
                <c:pt idx="727">
                  <c:v>1.1159611258256019</c:v>
                </c:pt>
                <c:pt idx="728">
                  <c:v>1.119392033679445</c:v>
                </c:pt>
                <c:pt idx="729">
                  <c:v>1.120228872836676</c:v>
                </c:pt>
                <c:pt idx="730">
                  <c:v>1.1219079670051151</c:v>
                </c:pt>
                <c:pt idx="731">
                  <c:v>1.121519908086108</c:v>
                </c:pt>
                <c:pt idx="732">
                  <c:v>1.1223363778498909</c:v>
                </c:pt>
                <c:pt idx="733">
                  <c:v>1.1218529547555749</c:v>
                </c:pt>
                <c:pt idx="734">
                  <c:v>1.120743314673236</c:v>
                </c:pt>
                <c:pt idx="735">
                  <c:v>1.12082893880933</c:v>
                </c:pt>
                <c:pt idx="736">
                  <c:v>1.121127004994714</c:v>
                </c:pt>
                <c:pt idx="737">
                  <c:v>1.1223985757782211</c:v>
                </c:pt>
                <c:pt idx="738">
                  <c:v>1.1229215114769759</c:v>
                </c:pt>
                <c:pt idx="739">
                  <c:v>1.1227188626632769</c:v>
                </c:pt>
                <c:pt idx="740">
                  <c:v>1.1242029763626979</c:v>
                </c:pt>
                <c:pt idx="741">
                  <c:v>1.125278695652085</c:v>
                </c:pt>
                <c:pt idx="742">
                  <c:v>1.127101630754116</c:v>
                </c:pt>
                <c:pt idx="743">
                  <c:v>1.126011691667804</c:v>
                </c:pt>
                <c:pt idx="744">
                  <c:v>1.1278410609851</c:v>
                </c:pt>
                <c:pt idx="745">
                  <c:v>1.129152387367486</c:v>
                </c:pt>
                <c:pt idx="746">
                  <c:v>1.128806919268837</c:v>
                </c:pt>
                <c:pt idx="747">
                  <c:v>1.127384812241585</c:v>
                </c:pt>
                <c:pt idx="748">
                  <c:v>1.1274725380393951</c:v>
                </c:pt>
                <c:pt idx="749">
                  <c:v>1.12681856526028</c:v>
                </c:pt>
                <c:pt idx="750">
                  <c:v>1.1295441395711761</c:v>
                </c:pt>
                <c:pt idx="751">
                  <c:v>1.1289942342658379</c:v>
                </c:pt>
                <c:pt idx="752">
                  <c:v>1.13055493767466</c:v>
                </c:pt>
                <c:pt idx="753">
                  <c:v>1.1304294264468291</c:v>
                </c:pt>
                <c:pt idx="754">
                  <c:v>1.1309063480519059</c:v>
                </c:pt>
                <c:pt idx="755">
                  <c:v>1.128979029331634</c:v>
                </c:pt>
                <c:pt idx="756">
                  <c:v>1.1268501567482729</c:v>
                </c:pt>
                <c:pt idx="757">
                  <c:v>1.128536482932746</c:v>
                </c:pt>
                <c:pt idx="758">
                  <c:v>1.1283184310824459</c:v>
                </c:pt>
                <c:pt idx="759">
                  <c:v>1.128548967681406</c:v>
                </c:pt>
                <c:pt idx="760">
                  <c:v>1.1277893592532151</c:v>
                </c:pt>
                <c:pt idx="761">
                  <c:v>1.12776890026163</c:v>
                </c:pt>
                <c:pt idx="762">
                  <c:v>1.1268900956284189</c:v>
                </c:pt>
                <c:pt idx="763">
                  <c:v>1.1281250937678491</c:v>
                </c:pt>
                <c:pt idx="764">
                  <c:v>1.1293744148326139</c:v>
                </c:pt>
                <c:pt idx="765">
                  <c:v>1.128818372731949</c:v>
                </c:pt>
                <c:pt idx="766">
                  <c:v>1.129287012893204</c:v>
                </c:pt>
                <c:pt idx="767">
                  <c:v>1.131343413390336</c:v>
                </c:pt>
                <c:pt idx="768">
                  <c:v>1.1289451847025069</c:v>
                </c:pt>
                <c:pt idx="769">
                  <c:v>1.1292552371636111</c:v>
                </c:pt>
                <c:pt idx="770">
                  <c:v>1.129767798400964</c:v>
                </c:pt>
                <c:pt idx="771">
                  <c:v>1.1290285732426479</c:v>
                </c:pt>
                <c:pt idx="772">
                  <c:v>1.130703554787919</c:v>
                </c:pt>
                <c:pt idx="773">
                  <c:v>1.1312982779692571</c:v>
                </c:pt>
                <c:pt idx="774">
                  <c:v>1.131326873998703</c:v>
                </c:pt>
                <c:pt idx="775">
                  <c:v>1.1308575294677281</c:v>
                </c:pt>
                <c:pt idx="776">
                  <c:v>1.1329398020579871</c:v>
                </c:pt>
                <c:pt idx="777">
                  <c:v>1.136157636990077</c:v>
                </c:pt>
                <c:pt idx="778">
                  <c:v>1.136302318710636</c:v>
                </c:pt>
                <c:pt idx="779">
                  <c:v>1.136467993048121</c:v>
                </c:pt>
                <c:pt idx="780">
                  <c:v>1.138440574597114</c:v>
                </c:pt>
                <c:pt idx="781">
                  <c:v>1.1388548489054751</c:v>
                </c:pt>
                <c:pt idx="782">
                  <c:v>1.1391466421192391</c:v>
                </c:pt>
                <c:pt idx="783">
                  <c:v>1.137436701734911</c:v>
                </c:pt>
                <c:pt idx="784">
                  <c:v>1.13867256120821</c:v>
                </c:pt>
                <c:pt idx="785">
                  <c:v>1.138666589936566</c:v>
                </c:pt>
                <c:pt idx="786">
                  <c:v>1.141268301057587</c:v>
                </c:pt>
                <c:pt idx="787">
                  <c:v>1.143998415575556</c:v>
                </c:pt>
                <c:pt idx="788">
                  <c:v>1.1441475210597609</c:v>
                </c:pt>
                <c:pt idx="789">
                  <c:v>1.146092335284483</c:v>
                </c:pt>
                <c:pt idx="790">
                  <c:v>1.1474662724159159</c:v>
                </c:pt>
                <c:pt idx="791">
                  <c:v>1.145144157788504</c:v>
                </c:pt>
                <c:pt idx="792">
                  <c:v>1.1462324571002529</c:v>
                </c:pt>
                <c:pt idx="793">
                  <c:v>1.1479075204282649</c:v>
                </c:pt>
                <c:pt idx="794">
                  <c:v>1.1457796068263251</c:v>
                </c:pt>
                <c:pt idx="795">
                  <c:v>1.1477133683448</c:v>
                </c:pt>
                <c:pt idx="796">
                  <c:v>1.147013888598073</c:v>
                </c:pt>
                <c:pt idx="797">
                  <c:v>1.147474920041776</c:v>
                </c:pt>
                <c:pt idx="798">
                  <c:v>1.1478369858915309</c:v>
                </c:pt>
                <c:pt idx="799">
                  <c:v>1.150317883608357</c:v>
                </c:pt>
                <c:pt idx="800">
                  <c:v>1.145660392933942</c:v>
                </c:pt>
                <c:pt idx="801">
                  <c:v>1.1455191747240869</c:v>
                </c:pt>
                <c:pt idx="802">
                  <c:v>1.1447530437142031</c:v>
                </c:pt>
                <c:pt idx="803">
                  <c:v>1.144179695559731</c:v>
                </c:pt>
                <c:pt idx="804">
                  <c:v>1.144210172530296</c:v>
                </c:pt>
                <c:pt idx="805">
                  <c:v>1.1466376154799101</c:v>
                </c:pt>
                <c:pt idx="806">
                  <c:v>1.148308702297858</c:v>
                </c:pt>
                <c:pt idx="807">
                  <c:v>1.1478872599799419</c:v>
                </c:pt>
                <c:pt idx="808">
                  <c:v>1.1483909727114081</c:v>
                </c:pt>
                <c:pt idx="809">
                  <c:v>1.1471800863245849</c:v>
                </c:pt>
                <c:pt idx="810">
                  <c:v>1.1473252620274039</c:v>
                </c:pt>
                <c:pt idx="811">
                  <c:v>1.148615201508709</c:v>
                </c:pt>
                <c:pt idx="812">
                  <c:v>1.1467630869195129</c:v>
                </c:pt>
                <c:pt idx="813">
                  <c:v>1.147720277087662</c:v>
                </c:pt>
                <c:pt idx="814">
                  <c:v>1.146331590654168</c:v>
                </c:pt>
                <c:pt idx="815">
                  <c:v>1.1465234343108599</c:v>
                </c:pt>
                <c:pt idx="816">
                  <c:v>1.148099518667276</c:v>
                </c:pt>
                <c:pt idx="817">
                  <c:v>1.1479921909752919</c:v>
                </c:pt>
                <c:pt idx="818">
                  <c:v>1.148043400990105</c:v>
                </c:pt>
                <c:pt idx="819">
                  <c:v>1.14655483075585</c:v>
                </c:pt>
                <c:pt idx="820">
                  <c:v>1.1469769090255739</c:v>
                </c:pt>
                <c:pt idx="821">
                  <c:v>1.146979530188585</c:v>
                </c:pt>
                <c:pt idx="822">
                  <c:v>1.147968137928788</c:v>
                </c:pt>
                <c:pt idx="823">
                  <c:v>1.148225766979418</c:v>
                </c:pt>
                <c:pt idx="824">
                  <c:v>1.150095047975132</c:v>
                </c:pt>
                <c:pt idx="825">
                  <c:v>1.151336167530463</c:v>
                </c:pt>
                <c:pt idx="826">
                  <c:v>1.1522321629257291</c:v>
                </c:pt>
                <c:pt idx="827">
                  <c:v>1.152413018609272</c:v>
                </c:pt>
                <c:pt idx="828">
                  <c:v>1.1524150733737391</c:v>
                </c:pt>
                <c:pt idx="829">
                  <c:v>1.1506578967583809</c:v>
                </c:pt>
                <c:pt idx="830">
                  <c:v>1.151254178540754</c:v>
                </c:pt>
                <c:pt idx="831">
                  <c:v>1.149953880386974</c:v>
                </c:pt>
                <c:pt idx="832">
                  <c:v>1.152903108998824</c:v>
                </c:pt>
                <c:pt idx="833">
                  <c:v>1.154096862303847</c:v>
                </c:pt>
                <c:pt idx="834">
                  <c:v>1.156756962398954</c:v>
                </c:pt>
                <c:pt idx="835">
                  <c:v>1.1579741445716361</c:v>
                </c:pt>
                <c:pt idx="836">
                  <c:v>1.157273280692011</c:v>
                </c:pt>
                <c:pt idx="837">
                  <c:v>1.159264669079634</c:v>
                </c:pt>
                <c:pt idx="838">
                  <c:v>1.1598163535148549</c:v>
                </c:pt>
                <c:pt idx="839">
                  <c:v>1.160680962683486</c:v>
                </c:pt>
                <c:pt idx="840">
                  <c:v>1.156641132058607</c:v>
                </c:pt>
                <c:pt idx="841">
                  <c:v>1.15368404627587</c:v>
                </c:pt>
                <c:pt idx="842">
                  <c:v>1.154375773894782</c:v>
                </c:pt>
                <c:pt idx="843">
                  <c:v>1.1530617893118249</c:v>
                </c:pt>
                <c:pt idx="844">
                  <c:v>1.1545182752728831</c:v>
                </c:pt>
                <c:pt idx="845">
                  <c:v>1.1562641063559269</c:v>
                </c:pt>
                <c:pt idx="846">
                  <c:v>1.1559259814969409</c:v>
                </c:pt>
                <c:pt idx="847">
                  <c:v>1.156986159231931</c:v>
                </c:pt>
                <c:pt idx="848">
                  <c:v>1.1557479121386811</c:v>
                </c:pt>
                <c:pt idx="849">
                  <c:v>1.155839724921671</c:v>
                </c:pt>
                <c:pt idx="850">
                  <c:v>1.154903529670176</c:v>
                </c:pt>
                <c:pt idx="851">
                  <c:v>1.1554235918577891</c:v>
                </c:pt>
                <c:pt idx="852">
                  <c:v>1.1567451823051951</c:v>
                </c:pt>
                <c:pt idx="853">
                  <c:v>1.1548028919945881</c:v>
                </c:pt>
                <c:pt idx="854">
                  <c:v>1.1573723590235261</c:v>
                </c:pt>
                <c:pt idx="855">
                  <c:v>1.1577208965947761</c:v>
                </c:pt>
                <c:pt idx="856">
                  <c:v>1.157498918794015</c:v>
                </c:pt>
                <c:pt idx="857">
                  <c:v>1.157427506977293</c:v>
                </c:pt>
                <c:pt idx="858">
                  <c:v>1.158291889571341</c:v>
                </c:pt>
                <c:pt idx="859">
                  <c:v>1.155727232408146</c:v>
                </c:pt>
                <c:pt idx="860">
                  <c:v>1.1554036303477111</c:v>
                </c:pt>
                <c:pt idx="861">
                  <c:v>1.155945102075006</c:v>
                </c:pt>
                <c:pt idx="862">
                  <c:v>1.156095787738088</c:v>
                </c:pt>
                <c:pt idx="863">
                  <c:v>1.1550147609752901</c:v>
                </c:pt>
                <c:pt idx="864">
                  <c:v>1.154641034756648</c:v>
                </c:pt>
                <c:pt idx="865">
                  <c:v>1.1550510576038699</c:v>
                </c:pt>
                <c:pt idx="866">
                  <c:v>1.155217973570865</c:v>
                </c:pt>
                <c:pt idx="867">
                  <c:v>1.1557660359868349</c:v>
                </c:pt>
                <c:pt idx="868">
                  <c:v>1.156041432432503</c:v>
                </c:pt>
                <c:pt idx="869">
                  <c:v>1.1561949693604749</c:v>
                </c:pt>
                <c:pt idx="870">
                  <c:v>1.1573403427080069</c:v>
                </c:pt>
                <c:pt idx="871">
                  <c:v>1.1578022074910379</c:v>
                </c:pt>
                <c:pt idx="872">
                  <c:v>1.1572580240362611</c:v>
                </c:pt>
                <c:pt idx="873">
                  <c:v>1.1558035479638731</c:v>
                </c:pt>
                <c:pt idx="874">
                  <c:v>1.1557509808036679</c:v>
                </c:pt>
                <c:pt idx="875">
                  <c:v>1.154178120578939</c:v>
                </c:pt>
                <c:pt idx="876">
                  <c:v>1.1552905391739561</c:v>
                </c:pt>
                <c:pt idx="877">
                  <c:v>1.155786305611185</c:v>
                </c:pt>
                <c:pt idx="878">
                  <c:v>1.154839735176318</c:v>
                </c:pt>
                <c:pt idx="879">
                  <c:v>1.1559774567360901</c:v>
                </c:pt>
                <c:pt idx="880">
                  <c:v>1.153976086589964</c:v>
                </c:pt>
                <c:pt idx="881">
                  <c:v>1.153992578671956</c:v>
                </c:pt>
                <c:pt idx="882">
                  <c:v>1.1558076398285739</c:v>
                </c:pt>
                <c:pt idx="883">
                  <c:v>1.153465585104289</c:v>
                </c:pt>
                <c:pt idx="884">
                  <c:v>1.154497429608373</c:v>
                </c:pt>
                <c:pt idx="885">
                  <c:v>1.151440551975609</c:v>
                </c:pt>
                <c:pt idx="886">
                  <c:v>1.151965596768469</c:v>
                </c:pt>
                <c:pt idx="887">
                  <c:v>1.1553057407856591</c:v>
                </c:pt>
                <c:pt idx="888">
                  <c:v>1.1567508355013101</c:v>
                </c:pt>
                <c:pt idx="889">
                  <c:v>1.156876465548117</c:v>
                </c:pt>
                <c:pt idx="890">
                  <c:v>1.155661664740302</c:v>
                </c:pt>
                <c:pt idx="891">
                  <c:v>1.155484022007758</c:v>
                </c:pt>
                <c:pt idx="892">
                  <c:v>1.154224007835311</c:v>
                </c:pt>
                <c:pt idx="893">
                  <c:v>1.1532143369305841</c:v>
                </c:pt>
                <c:pt idx="894">
                  <c:v>1.1500194234905741</c:v>
                </c:pt>
                <c:pt idx="895">
                  <c:v>1.14969233019182</c:v>
                </c:pt>
                <c:pt idx="896">
                  <c:v>1.1506470941523199</c:v>
                </c:pt>
                <c:pt idx="897">
                  <c:v>1.1506358156768079</c:v>
                </c:pt>
                <c:pt idx="898">
                  <c:v>1.149815382826183</c:v>
                </c:pt>
                <c:pt idx="899">
                  <c:v>1.1499551116563871</c:v>
                </c:pt>
                <c:pt idx="900">
                  <c:v>1.148355030078076</c:v>
                </c:pt>
                <c:pt idx="901">
                  <c:v>1.1476881774774741</c:v>
                </c:pt>
                <c:pt idx="902">
                  <c:v>1.146910000196105</c:v>
                </c:pt>
                <c:pt idx="903">
                  <c:v>1.1463650231927749</c:v>
                </c:pt>
                <c:pt idx="904">
                  <c:v>1.146121570457503</c:v>
                </c:pt>
                <c:pt idx="905">
                  <c:v>1.1488843598312311</c:v>
                </c:pt>
                <c:pt idx="906">
                  <c:v>1.1482620660294529</c:v>
                </c:pt>
                <c:pt idx="907">
                  <c:v>1.1476308797842589</c:v>
                </c:pt>
                <c:pt idx="908">
                  <c:v>1.146663782966838</c:v>
                </c:pt>
                <c:pt idx="909">
                  <c:v>1.1460371640564171</c:v>
                </c:pt>
                <c:pt idx="910">
                  <c:v>1.14496024024924</c:v>
                </c:pt>
                <c:pt idx="911">
                  <c:v>1.1455857914255121</c:v>
                </c:pt>
                <c:pt idx="912">
                  <c:v>1.1455560301901999</c:v>
                </c:pt>
                <c:pt idx="913">
                  <c:v>1.1455977280907399</c:v>
                </c:pt>
                <c:pt idx="914">
                  <c:v>1.145319211695385</c:v>
                </c:pt>
                <c:pt idx="915">
                  <c:v>1.144858687740048</c:v>
                </c:pt>
                <c:pt idx="916">
                  <c:v>1.145021268967354</c:v>
                </c:pt>
                <c:pt idx="917">
                  <c:v>1.143285872935591</c:v>
                </c:pt>
                <c:pt idx="918">
                  <c:v>1.1414487427681079</c:v>
                </c:pt>
                <c:pt idx="919">
                  <c:v>1.1406624675221011</c:v>
                </c:pt>
                <c:pt idx="920">
                  <c:v>1.1386501609751509</c:v>
                </c:pt>
                <c:pt idx="921">
                  <c:v>1.1395272306841411</c:v>
                </c:pt>
                <c:pt idx="922">
                  <c:v>1.139707309709896</c:v>
                </c:pt>
                <c:pt idx="923">
                  <c:v>1.1406543188848239</c:v>
                </c:pt>
                <c:pt idx="924">
                  <c:v>1.142272843485981</c:v>
                </c:pt>
                <c:pt idx="925">
                  <c:v>1.1448326478391551</c:v>
                </c:pt>
                <c:pt idx="926">
                  <c:v>1.1445224508333181</c:v>
                </c:pt>
                <c:pt idx="927">
                  <c:v>1.1440423605828229</c:v>
                </c:pt>
                <c:pt idx="928">
                  <c:v>1.144078892341059</c:v>
                </c:pt>
                <c:pt idx="929">
                  <c:v>1.1458811989151489</c:v>
                </c:pt>
                <c:pt idx="930">
                  <c:v>1.1484755117875911</c:v>
                </c:pt>
                <c:pt idx="931">
                  <c:v>1.1485503396863419</c:v>
                </c:pt>
                <c:pt idx="932">
                  <c:v>1.148783120641425</c:v>
                </c:pt>
                <c:pt idx="933">
                  <c:v>1.148025283908775</c:v>
                </c:pt>
                <c:pt idx="934">
                  <c:v>1.1480110447862779</c:v>
                </c:pt>
                <c:pt idx="935">
                  <c:v>1.149158133177496</c:v>
                </c:pt>
                <c:pt idx="936">
                  <c:v>1.149826903635548</c:v>
                </c:pt>
                <c:pt idx="937">
                  <c:v>1.150559155907896</c:v>
                </c:pt>
                <c:pt idx="938">
                  <c:v>1.14983100993444</c:v>
                </c:pt>
                <c:pt idx="939">
                  <c:v>1.1513271769964879</c:v>
                </c:pt>
                <c:pt idx="940">
                  <c:v>1.1514006186564221</c:v>
                </c:pt>
                <c:pt idx="941">
                  <c:v>1.1509830496683511</c:v>
                </c:pt>
                <c:pt idx="942">
                  <c:v>1.148971873354627</c:v>
                </c:pt>
                <c:pt idx="943">
                  <c:v>1.1491338545798431</c:v>
                </c:pt>
                <c:pt idx="944">
                  <c:v>1.1473515141813</c:v>
                </c:pt>
                <c:pt idx="945">
                  <c:v>1.148140821609414</c:v>
                </c:pt>
                <c:pt idx="946">
                  <c:v>1.149014989802873</c:v>
                </c:pt>
                <c:pt idx="947">
                  <c:v>1.1487629984134451</c:v>
                </c:pt>
                <c:pt idx="948">
                  <c:v>1.1490244984214111</c:v>
                </c:pt>
                <c:pt idx="949">
                  <c:v>1.150037931146487</c:v>
                </c:pt>
                <c:pt idx="950">
                  <c:v>1.150395092676064</c:v>
                </c:pt>
                <c:pt idx="951">
                  <c:v>1.14732191124019</c:v>
                </c:pt>
                <c:pt idx="952">
                  <c:v>1.147482989385048</c:v>
                </c:pt>
                <c:pt idx="953">
                  <c:v>1.1480302946554131</c:v>
                </c:pt>
                <c:pt idx="954">
                  <c:v>1.149163405292172</c:v>
                </c:pt>
                <c:pt idx="955">
                  <c:v>1.1507620446150959</c:v>
                </c:pt>
                <c:pt idx="956">
                  <c:v>1.1507068566951391</c:v>
                </c:pt>
                <c:pt idx="957">
                  <c:v>1.150393195955745</c:v>
                </c:pt>
                <c:pt idx="958">
                  <c:v>1.151510495319594</c:v>
                </c:pt>
                <c:pt idx="959">
                  <c:v>1.151347119220443</c:v>
                </c:pt>
                <c:pt idx="960">
                  <c:v>1.1506810783414261</c:v>
                </c:pt>
                <c:pt idx="961">
                  <c:v>1.15148469025252</c:v>
                </c:pt>
                <c:pt idx="962">
                  <c:v>1.1505141519013811</c:v>
                </c:pt>
                <c:pt idx="963">
                  <c:v>1.1519627624817179</c:v>
                </c:pt>
                <c:pt idx="964">
                  <c:v>1.1517807823665269</c:v>
                </c:pt>
                <c:pt idx="965">
                  <c:v>1.1525575241206789</c:v>
                </c:pt>
                <c:pt idx="966">
                  <c:v>1.1519090618871819</c:v>
                </c:pt>
                <c:pt idx="967">
                  <c:v>1.153763394071613</c:v>
                </c:pt>
                <c:pt idx="968">
                  <c:v>1.156319632869754</c:v>
                </c:pt>
                <c:pt idx="969">
                  <c:v>1.1579522369595181</c:v>
                </c:pt>
                <c:pt idx="970">
                  <c:v>1.1566608922096211</c:v>
                </c:pt>
                <c:pt idx="971">
                  <c:v>1.1550632145281849</c:v>
                </c:pt>
                <c:pt idx="972">
                  <c:v>1.154462650327855</c:v>
                </c:pt>
                <c:pt idx="973">
                  <c:v>1.152966658329946</c:v>
                </c:pt>
                <c:pt idx="974">
                  <c:v>1.150820411344301</c:v>
                </c:pt>
                <c:pt idx="975">
                  <c:v>1.151990465410482</c:v>
                </c:pt>
                <c:pt idx="976">
                  <c:v>1.150929388419029</c:v>
                </c:pt>
                <c:pt idx="977">
                  <c:v>1.152610820546274</c:v>
                </c:pt>
                <c:pt idx="978">
                  <c:v>1.151577836350308</c:v>
                </c:pt>
                <c:pt idx="979">
                  <c:v>1.15221082771373</c:v>
                </c:pt>
                <c:pt idx="980">
                  <c:v>1.1520323779347921</c:v>
                </c:pt>
                <c:pt idx="981">
                  <c:v>1.149269797127525</c:v>
                </c:pt>
                <c:pt idx="982">
                  <c:v>1.150703444398318</c:v>
                </c:pt>
                <c:pt idx="983">
                  <c:v>1.1508650392336961</c:v>
                </c:pt>
                <c:pt idx="984">
                  <c:v>1.147365641681001</c:v>
                </c:pt>
                <c:pt idx="985">
                  <c:v>1.148641880124617</c:v>
                </c:pt>
                <c:pt idx="986">
                  <c:v>1.1494583271464509</c:v>
                </c:pt>
                <c:pt idx="987">
                  <c:v>1.1525343437645119</c:v>
                </c:pt>
                <c:pt idx="988">
                  <c:v>1.1513000066140939</c:v>
                </c:pt>
                <c:pt idx="989">
                  <c:v>1.1487056139184531</c:v>
                </c:pt>
                <c:pt idx="990">
                  <c:v>1.1478573046214811</c:v>
                </c:pt>
                <c:pt idx="991">
                  <c:v>1.146264218305302</c:v>
                </c:pt>
                <c:pt idx="992">
                  <c:v>1.1471027756980781</c:v>
                </c:pt>
                <c:pt idx="993">
                  <c:v>1.144924321112867</c:v>
                </c:pt>
                <c:pt idx="994">
                  <c:v>1.1434726068303791</c:v>
                </c:pt>
                <c:pt idx="995">
                  <c:v>1.1472435445900211</c:v>
                </c:pt>
                <c:pt idx="996">
                  <c:v>1.1501140881775209</c:v>
                </c:pt>
                <c:pt idx="997">
                  <c:v>1.1524836735137021</c:v>
                </c:pt>
                <c:pt idx="998">
                  <c:v>1.1557084954297969</c:v>
                </c:pt>
                <c:pt idx="999">
                  <c:v>1.156439708347293</c:v>
                </c:pt>
                <c:pt idx="1000">
                  <c:v>1.1565972782243079</c:v>
                </c:pt>
                <c:pt idx="1001">
                  <c:v>1.158685104261761</c:v>
                </c:pt>
                <c:pt idx="1002">
                  <c:v>1.1601163408954009</c:v>
                </c:pt>
                <c:pt idx="1003">
                  <c:v>1.161736835804855</c:v>
                </c:pt>
                <c:pt idx="1004">
                  <c:v>1.165658676750537</c:v>
                </c:pt>
                <c:pt idx="1005">
                  <c:v>1.162302195667666</c:v>
                </c:pt>
                <c:pt idx="1006">
                  <c:v>1.1671352648425031</c:v>
                </c:pt>
                <c:pt idx="1007">
                  <c:v>1.167532476775508</c:v>
                </c:pt>
                <c:pt idx="1008">
                  <c:v>1.1698591665712039</c:v>
                </c:pt>
                <c:pt idx="1009">
                  <c:v>1.171005089138117</c:v>
                </c:pt>
                <c:pt idx="1010">
                  <c:v>1.173237248936899</c:v>
                </c:pt>
                <c:pt idx="1011">
                  <c:v>1.17233790142134</c:v>
                </c:pt>
                <c:pt idx="1012">
                  <c:v>1.1743705448587669</c:v>
                </c:pt>
                <c:pt idx="1013">
                  <c:v>1.175239917057777</c:v>
                </c:pt>
                <c:pt idx="1014">
                  <c:v>1.17317702299538</c:v>
                </c:pt>
                <c:pt idx="1015">
                  <c:v>1.1727962086717589</c:v>
                </c:pt>
                <c:pt idx="1016">
                  <c:v>1.171576211457128</c:v>
                </c:pt>
                <c:pt idx="1017">
                  <c:v>1.173970659226836</c:v>
                </c:pt>
                <c:pt idx="1018">
                  <c:v>1.1766348157264039</c:v>
                </c:pt>
                <c:pt idx="1019">
                  <c:v>1.1768598480614509</c:v>
                </c:pt>
                <c:pt idx="1020">
                  <c:v>1.1770430830352061</c:v>
                </c:pt>
                <c:pt idx="1021">
                  <c:v>1.178074569766606</c:v>
                </c:pt>
                <c:pt idx="1022">
                  <c:v>1.1768751374729169</c:v>
                </c:pt>
                <c:pt idx="1023">
                  <c:v>1.1742822483332771</c:v>
                </c:pt>
                <c:pt idx="1024">
                  <c:v>1.1738718296730839</c:v>
                </c:pt>
                <c:pt idx="1025">
                  <c:v>1.172467603771137</c:v>
                </c:pt>
                <c:pt idx="1026">
                  <c:v>1.1744212551143389</c:v>
                </c:pt>
                <c:pt idx="1027">
                  <c:v>1.176618325679617</c:v>
                </c:pt>
                <c:pt idx="1028">
                  <c:v>1.1791628901204849</c:v>
                </c:pt>
                <c:pt idx="1029">
                  <c:v>1.1788373382573949</c:v>
                </c:pt>
                <c:pt idx="1030">
                  <c:v>1.178852745530361</c:v>
                </c:pt>
                <c:pt idx="1031">
                  <c:v>1.180413751245647</c:v>
                </c:pt>
                <c:pt idx="1032">
                  <c:v>1.1818329161329959</c:v>
                </c:pt>
                <c:pt idx="1033">
                  <c:v>1.1800630487752291</c:v>
                </c:pt>
                <c:pt idx="1034">
                  <c:v>1.18037364330008</c:v>
                </c:pt>
                <c:pt idx="1035">
                  <c:v>1.1834741240194691</c:v>
                </c:pt>
                <c:pt idx="1036">
                  <c:v>1.1832644645035471</c:v>
                </c:pt>
                <c:pt idx="1037">
                  <c:v>1.1807046477601799</c:v>
                </c:pt>
                <c:pt idx="1038">
                  <c:v>1.1848037979418851</c:v>
                </c:pt>
                <c:pt idx="1039">
                  <c:v>1.185297948429755</c:v>
                </c:pt>
                <c:pt idx="1040">
                  <c:v>1.18467492512904</c:v>
                </c:pt>
                <c:pt idx="1041">
                  <c:v>1.1837044467322979</c:v>
                </c:pt>
                <c:pt idx="1042">
                  <c:v>1.183151379955736</c:v>
                </c:pt>
                <c:pt idx="1043">
                  <c:v>1.184016604287035</c:v>
                </c:pt>
                <c:pt idx="1044">
                  <c:v>1.1835799220312331</c:v>
                </c:pt>
                <c:pt idx="1045">
                  <c:v>1.1851505717661399</c:v>
                </c:pt>
                <c:pt idx="1046">
                  <c:v>1.1840719719888451</c:v>
                </c:pt>
                <c:pt idx="1047">
                  <c:v>1.184691772504914</c:v>
                </c:pt>
                <c:pt idx="1048">
                  <c:v>1.1863869556253781</c:v>
                </c:pt>
                <c:pt idx="1049">
                  <c:v>1.187420723909153</c:v>
                </c:pt>
                <c:pt idx="1050">
                  <c:v>1.1859477895496811</c:v>
                </c:pt>
                <c:pt idx="1051">
                  <c:v>1.186219044649093</c:v>
                </c:pt>
                <c:pt idx="1052">
                  <c:v>1.186754907888665</c:v>
                </c:pt>
                <c:pt idx="1053">
                  <c:v>1.1870779167753589</c:v>
                </c:pt>
                <c:pt idx="1054">
                  <c:v>1.1873210372992049</c:v>
                </c:pt>
                <c:pt idx="1055">
                  <c:v>1.18699817585321</c:v>
                </c:pt>
                <c:pt idx="1056">
                  <c:v>1.1872257377481279</c:v>
                </c:pt>
                <c:pt idx="1057">
                  <c:v>1.1881274106020749</c:v>
                </c:pt>
                <c:pt idx="1058">
                  <c:v>1.190589980855473</c:v>
                </c:pt>
                <c:pt idx="1059">
                  <c:v>1.1894129829924009</c:v>
                </c:pt>
                <c:pt idx="1060">
                  <c:v>1.1893584104913499</c:v>
                </c:pt>
                <c:pt idx="1061">
                  <c:v>1.187059176156031</c:v>
                </c:pt>
                <c:pt idx="1062">
                  <c:v>1.184743877408879</c:v>
                </c:pt>
                <c:pt idx="1063">
                  <c:v>1.1864983656182799</c:v>
                </c:pt>
                <c:pt idx="1064">
                  <c:v>1.1861547010286531</c:v>
                </c:pt>
                <c:pt idx="1065">
                  <c:v>1.1868801866351051</c:v>
                </c:pt>
                <c:pt idx="1066">
                  <c:v>1.1867892890797631</c:v>
                </c:pt>
                <c:pt idx="1067">
                  <c:v>1.186517319870207</c:v>
                </c:pt>
                <c:pt idx="1068">
                  <c:v>1.187640871139594</c:v>
                </c:pt>
                <c:pt idx="1069">
                  <c:v>1.18896599808923</c:v>
                </c:pt>
                <c:pt idx="1070">
                  <c:v>1.188074307834118</c:v>
                </c:pt>
                <c:pt idx="1071">
                  <c:v>1.18899256676788</c:v>
                </c:pt>
                <c:pt idx="1072">
                  <c:v>1.188447451361166</c:v>
                </c:pt>
                <c:pt idx="1073">
                  <c:v>1.187790124553739</c:v>
                </c:pt>
                <c:pt idx="1074">
                  <c:v>1.1886310574035091</c:v>
                </c:pt>
                <c:pt idx="1075">
                  <c:v>1.189473357105856</c:v>
                </c:pt>
                <c:pt idx="1076">
                  <c:v>1.191608018806634</c:v>
                </c:pt>
                <c:pt idx="1077">
                  <c:v>1.19273122450374</c:v>
                </c:pt>
                <c:pt idx="1078">
                  <c:v>1.194413040863376</c:v>
                </c:pt>
                <c:pt idx="1079">
                  <c:v>1.1944615854471241</c:v>
                </c:pt>
                <c:pt idx="1080">
                  <c:v>1.1938603002203041</c:v>
                </c:pt>
                <c:pt idx="1081">
                  <c:v>1.1939066469209141</c:v>
                </c:pt>
                <c:pt idx="1082">
                  <c:v>1.1912981667563161</c:v>
                </c:pt>
                <c:pt idx="1083">
                  <c:v>1.190067957728042</c:v>
                </c:pt>
                <c:pt idx="1084">
                  <c:v>1.1922286011496339</c:v>
                </c:pt>
                <c:pt idx="1085">
                  <c:v>1.191024041657744</c:v>
                </c:pt>
                <c:pt idx="1086">
                  <c:v>1.192894688472836</c:v>
                </c:pt>
                <c:pt idx="1087">
                  <c:v>1.1926635317782199</c:v>
                </c:pt>
                <c:pt idx="1088">
                  <c:v>1.1923397951218151</c:v>
                </c:pt>
                <c:pt idx="1089">
                  <c:v>1.192992827296854</c:v>
                </c:pt>
                <c:pt idx="1090">
                  <c:v>1.192226150332012</c:v>
                </c:pt>
                <c:pt idx="1091">
                  <c:v>1.1919934873137901</c:v>
                </c:pt>
                <c:pt idx="1092">
                  <c:v>1.189928535651839</c:v>
                </c:pt>
                <c:pt idx="1093">
                  <c:v>1.193649269376416</c:v>
                </c:pt>
                <c:pt idx="1094">
                  <c:v>1.194409985386365</c:v>
                </c:pt>
                <c:pt idx="1095">
                  <c:v>1.1962737612987231</c:v>
                </c:pt>
                <c:pt idx="1096">
                  <c:v>1.196403893008017</c:v>
                </c:pt>
                <c:pt idx="1097">
                  <c:v>1.1962373467605989</c:v>
                </c:pt>
                <c:pt idx="1098">
                  <c:v>1.198352076877103</c:v>
                </c:pt>
                <c:pt idx="1099">
                  <c:v>1.1972475654672809</c:v>
                </c:pt>
                <c:pt idx="1100">
                  <c:v>1.1969375874264669</c:v>
                </c:pt>
                <c:pt idx="1101">
                  <c:v>1.1953379778637041</c:v>
                </c:pt>
                <c:pt idx="1102">
                  <c:v>1.1966932630184779</c:v>
                </c:pt>
                <c:pt idx="1103">
                  <c:v>1.194078464275476</c:v>
                </c:pt>
                <c:pt idx="1104">
                  <c:v>1.1937566787817679</c:v>
                </c:pt>
                <c:pt idx="1105">
                  <c:v>1.1916934184470469</c:v>
                </c:pt>
                <c:pt idx="1106">
                  <c:v>1.193816394845908</c:v>
                </c:pt>
                <c:pt idx="1107">
                  <c:v>1.1950175004460011</c:v>
                </c:pt>
                <c:pt idx="1108">
                  <c:v>1.1953165011887359</c:v>
                </c:pt>
                <c:pt idx="1109">
                  <c:v>1.19942080477068</c:v>
                </c:pt>
                <c:pt idx="1110">
                  <c:v>1.201094031815269</c:v>
                </c:pt>
                <c:pt idx="1111">
                  <c:v>1.1993937653371789</c:v>
                </c:pt>
                <c:pt idx="1112">
                  <c:v>1.195137962051507</c:v>
                </c:pt>
                <c:pt idx="1113">
                  <c:v>1.1952237455882679</c:v>
                </c:pt>
                <c:pt idx="1114">
                  <c:v>1.1958506377530169</c:v>
                </c:pt>
                <c:pt idx="1115">
                  <c:v>1.194543801243481</c:v>
                </c:pt>
                <c:pt idx="1116">
                  <c:v>1.1939819439624579</c:v>
                </c:pt>
                <c:pt idx="1117">
                  <c:v>1.1910179511462839</c:v>
                </c:pt>
                <c:pt idx="1118">
                  <c:v>1.1933246954038981</c:v>
                </c:pt>
                <c:pt idx="1119">
                  <c:v>1.19374696964362</c:v>
                </c:pt>
                <c:pt idx="1120">
                  <c:v>1.1931452797115289</c:v>
                </c:pt>
                <c:pt idx="1121">
                  <c:v>1.1936917803324001</c:v>
                </c:pt>
                <c:pt idx="1122">
                  <c:v>1.195028886714959</c:v>
                </c:pt>
                <c:pt idx="1123">
                  <c:v>1.194033884438914</c:v>
                </c:pt>
                <c:pt idx="1124">
                  <c:v>1.193820446831743</c:v>
                </c:pt>
                <c:pt idx="1125">
                  <c:v>1.1932035055864949</c:v>
                </c:pt>
                <c:pt idx="1126">
                  <c:v>1.1927652970374329</c:v>
                </c:pt>
                <c:pt idx="1127">
                  <c:v>1.192557661733932</c:v>
                </c:pt>
                <c:pt idx="1128">
                  <c:v>1.189962293135356</c:v>
                </c:pt>
                <c:pt idx="1129">
                  <c:v>1.19066439469935</c:v>
                </c:pt>
                <c:pt idx="1130">
                  <c:v>1.1910393676462889</c:v>
                </c:pt>
                <c:pt idx="1131">
                  <c:v>1.1931798459690111</c:v>
                </c:pt>
                <c:pt idx="1132">
                  <c:v>1.191594915023388</c:v>
                </c:pt>
                <c:pt idx="1133">
                  <c:v>1.192969165976832</c:v>
                </c:pt>
                <c:pt idx="1134">
                  <c:v>1.1923720441545571</c:v>
                </c:pt>
                <c:pt idx="1135">
                  <c:v>1.19376943755453</c:v>
                </c:pt>
                <c:pt idx="1136">
                  <c:v>1.1922736465654451</c:v>
                </c:pt>
                <c:pt idx="1137">
                  <c:v>1.192203712047579</c:v>
                </c:pt>
                <c:pt idx="1138">
                  <c:v>1.1937460621499081</c:v>
                </c:pt>
                <c:pt idx="1139">
                  <c:v>1.1947755754799929</c:v>
                </c:pt>
                <c:pt idx="1140">
                  <c:v>1.194739943182749</c:v>
                </c:pt>
                <c:pt idx="1141">
                  <c:v>1.196318027087669</c:v>
                </c:pt>
                <c:pt idx="1142">
                  <c:v>1.1974445255282169</c:v>
                </c:pt>
                <c:pt idx="1143">
                  <c:v>1.1980327480178561</c:v>
                </c:pt>
                <c:pt idx="1144">
                  <c:v>1.1983380972976121</c:v>
                </c:pt>
                <c:pt idx="1145">
                  <c:v>1.198769415227678</c:v>
                </c:pt>
                <c:pt idx="1146">
                  <c:v>1.2021908486625159</c:v>
                </c:pt>
                <c:pt idx="1147">
                  <c:v>1.2044551530845971</c:v>
                </c:pt>
                <c:pt idx="1148">
                  <c:v>1.207073795810355</c:v>
                </c:pt>
                <c:pt idx="1149">
                  <c:v>1.206981753759703</c:v>
                </c:pt>
                <c:pt idx="1150">
                  <c:v>1.2156232717357121</c:v>
                </c:pt>
                <c:pt idx="1151">
                  <c:v>1.225955698891207</c:v>
                </c:pt>
                <c:pt idx="1152">
                  <c:v>1.216053574218807</c:v>
                </c:pt>
                <c:pt idx="1153">
                  <c:v>1.217878030696421</c:v>
                </c:pt>
                <c:pt idx="1154">
                  <c:v>1.215836037658081</c:v>
                </c:pt>
                <c:pt idx="1155">
                  <c:v>1.2202743009223369</c:v>
                </c:pt>
                <c:pt idx="1156">
                  <c:v>1.218361165365359</c:v>
                </c:pt>
                <c:pt idx="1157">
                  <c:v>1.2174117675835781</c:v>
                </c:pt>
                <c:pt idx="1158">
                  <c:v>1.218514232180854</c:v>
                </c:pt>
                <c:pt idx="1159">
                  <c:v>1.2256970386918999</c:v>
                </c:pt>
                <c:pt idx="1160">
                  <c:v>1.2278865890754149</c:v>
                </c:pt>
                <c:pt idx="1161">
                  <c:v>1.2275387615110911</c:v>
                </c:pt>
                <c:pt idx="1162">
                  <c:v>1.225824115624591</c:v>
                </c:pt>
                <c:pt idx="1163">
                  <c:v>1.224851020715074</c:v>
                </c:pt>
                <c:pt idx="1164">
                  <c:v>1.226092083734629</c:v>
                </c:pt>
                <c:pt idx="1165">
                  <c:v>1.225991560550137</c:v>
                </c:pt>
                <c:pt idx="1166">
                  <c:v>1.22536947807073</c:v>
                </c:pt>
                <c:pt idx="1167">
                  <c:v>1.225975152068719</c:v>
                </c:pt>
                <c:pt idx="1168">
                  <c:v>1.227098756104235</c:v>
                </c:pt>
                <c:pt idx="1169">
                  <c:v>1.22466149883296</c:v>
                </c:pt>
                <c:pt idx="1170">
                  <c:v>1.227378067439308</c:v>
                </c:pt>
                <c:pt idx="1171">
                  <c:v>1.231649533808524</c:v>
                </c:pt>
                <c:pt idx="1172">
                  <c:v>1.2312835938186619</c:v>
                </c:pt>
                <c:pt idx="1173">
                  <c:v>1.2331290751840711</c:v>
                </c:pt>
                <c:pt idx="1174">
                  <c:v>1.2339076379385949</c:v>
                </c:pt>
                <c:pt idx="1175">
                  <c:v>1.2378380066982499</c:v>
                </c:pt>
                <c:pt idx="1176">
                  <c:v>1.2361568862556329</c:v>
                </c:pt>
                <c:pt idx="1177">
                  <c:v>1.237124124855101</c:v>
                </c:pt>
                <c:pt idx="1178">
                  <c:v>1.231564271690168</c:v>
                </c:pt>
                <c:pt idx="1179">
                  <c:v>1.227662898558781</c:v>
                </c:pt>
                <c:pt idx="1180">
                  <c:v>1.224863645103381</c:v>
                </c:pt>
                <c:pt idx="1181">
                  <c:v>1.2290193685321129</c:v>
                </c:pt>
                <c:pt idx="1182">
                  <c:v>1.2303564876431641</c:v>
                </c:pt>
                <c:pt idx="1183">
                  <c:v>1.2319345069384759</c:v>
                </c:pt>
                <c:pt idx="1184">
                  <c:v>1.228667324722132</c:v>
                </c:pt>
                <c:pt idx="1185">
                  <c:v>1.2284076059618829</c:v>
                </c:pt>
                <c:pt idx="1186">
                  <c:v>1.22717945521656</c:v>
                </c:pt>
                <c:pt idx="1187">
                  <c:v>1.2311978020481531</c:v>
                </c:pt>
                <c:pt idx="1188">
                  <c:v>1.2308503697826909</c:v>
                </c:pt>
                <c:pt idx="1189">
                  <c:v>1.2346279147580159</c:v>
                </c:pt>
                <c:pt idx="1190">
                  <c:v>1.239352413351319</c:v>
                </c:pt>
                <c:pt idx="1191">
                  <c:v>1.239008848481693</c:v>
                </c:pt>
                <c:pt idx="1192">
                  <c:v>1.2388253744654869</c:v>
                </c:pt>
                <c:pt idx="1193">
                  <c:v>1.2401237936382981</c:v>
                </c:pt>
                <c:pt idx="1194">
                  <c:v>1.241246473706749</c:v>
                </c:pt>
                <c:pt idx="1195">
                  <c:v>1.2416019875217179</c:v>
                </c:pt>
                <c:pt idx="1196">
                  <c:v>1.2460278300621419</c:v>
                </c:pt>
                <c:pt idx="1197">
                  <c:v>1.248467271947139</c:v>
                </c:pt>
                <c:pt idx="1198">
                  <c:v>1.2510526079970321</c:v>
                </c:pt>
                <c:pt idx="1199">
                  <c:v>1.2505015414730689</c:v>
                </c:pt>
                <c:pt idx="1200">
                  <c:v>1.2511287743377819</c:v>
                </c:pt>
                <c:pt idx="1201">
                  <c:v>1.249411155800384</c:v>
                </c:pt>
                <c:pt idx="1202">
                  <c:v>1.2484551429842401</c:v>
                </c:pt>
                <c:pt idx="1203">
                  <c:v>1.2493252581189269</c:v>
                </c:pt>
                <c:pt idx="1204">
                  <c:v>1.2525427821731481</c:v>
                </c:pt>
                <c:pt idx="1205">
                  <c:v>1.251308547148883</c:v>
                </c:pt>
                <c:pt idx="1206">
                  <c:v>1.2514584779250111</c:v>
                </c:pt>
                <c:pt idx="1207">
                  <c:v>1.2498024254308959</c:v>
                </c:pt>
                <c:pt idx="1208">
                  <c:v>1.252629797576206</c:v>
                </c:pt>
                <c:pt idx="1209">
                  <c:v>1.2542480859417151</c:v>
                </c:pt>
                <c:pt idx="1210">
                  <c:v>1.2532613593984201</c:v>
                </c:pt>
                <c:pt idx="1211">
                  <c:v>1.251222415459722</c:v>
                </c:pt>
                <c:pt idx="1212">
                  <c:v>1.251937352272865</c:v>
                </c:pt>
                <c:pt idx="1213">
                  <c:v>1.251399442981818</c:v>
                </c:pt>
                <c:pt idx="1214">
                  <c:v>1.2512024610582051</c:v>
                </c:pt>
                <c:pt idx="1215">
                  <c:v>1.2527290401840929</c:v>
                </c:pt>
                <c:pt idx="1216">
                  <c:v>1.252464032164448</c:v>
                </c:pt>
                <c:pt idx="1217">
                  <c:v>1.251166987031636</c:v>
                </c:pt>
                <c:pt idx="1218">
                  <c:v>1.249486760616654</c:v>
                </c:pt>
                <c:pt idx="1219">
                  <c:v>1.2485140566934509</c:v>
                </c:pt>
                <c:pt idx="1220">
                  <c:v>1.253561996192855</c:v>
                </c:pt>
                <c:pt idx="1221">
                  <c:v>1.253292624841996</c:v>
                </c:pt>
                <c:pt idx="1222">
                  <c:v>1.25382124720484</c:v>
                </c:pt>
                <c:pt idx="1223">
                  <c:v>1.254229426479373</c:v>
                </c:pt>
                <c:pt idx="1224">
                  <c:v>1.2551891724168449</c:v>
                </c:pt>
                <c:pt idx="1225">
                  <c:v>1.2573864099004659</c:v>
                </c:pt>
                <c:pt idx="1226">
                  <c:v>1.2583779125775341</c:v>
                </c:pt>
                <c:pt idx="1227">
                  <c:v>1.256993174740473</c:v>
                </c:pt>
                <c:pt idx="1228">
                  <c:v>1.2585886653778811</c:v>
                </c:pt>
                <c:pt idx="1229">
                  <c:v>1.2578647644081371</c:v>
                </c:pt>
                <c:pt idx="1230">
                  <c:v>1.259998013261882</c:v>
                </c:pt>
                <c:pt idx="1231">
                  <c:v>1.2643489570742259</c:v>
                </c:pt>
                <c:pt idx="1232">
                  <c:v>1.266278475357921</c:v>
                </c:pt>
                <c:pt idx="1233">
                  <c:v>1.2673562776487659</c:v>
                </c:pt>
                <c:pt idx="1234">
                  <c:v>1.2677416231058161</c:v>
                </c:pt>
                <c:pt idx="1235">
                  <c:v>1.269123615170652</c:v>
                </c:pt>
                <c:pt idx="1236">
                  <c:v>1.267286694422479</c:v>
                </c:pt>
                <c:pt idx="1237">
                  <c:v>1.266916373329684</c:v>
                </c:pt>
                <c:pt idx="1238">
                  <c:v>1.265836015712285</c:v>
                </c:pt>
                <c:pt idx="1239">
                  <c:v>1.262980133147477</c:v>
                </c:pt>
                <c:pt idx="1240">
                  <c:v>1.266348351659522</c:v>
                </c:pt>
                <c:pt idx="1241">
                  <c:v>1.2656721149801129</c:v>
                </c:pt>
                <c:pt idx="1242">
                  <c:v>1.2657345248195451</c:v>
                </c:pt>
                <c:pt idx="1243">
                  <c:v>1.261806352156692</c:v>
                </c:pt>
                <c:pt idx="1244">
                  <c:v>1.2608128171212909</c:v>
                </c:pt>
                <c:pt idx="1245">
                  <c:v>1.2615872410706019</c:v>
                </c:pt>
                <c:pt idx="1246">
                  <c:v>1.25839405223544</c:v>
                </c:pt>
                <c:pt idx="1247">
                  <c:v>1.2533248497300189</c:v>
                </c:pt>
                <c:pt idx="1248">
                  <c:v>1.2542091751303539</c:v>
                </c:pt>
                <c:pt idx="1249">
                  <c:v>1.255928842848933</c:v>
                </c:pt>
                <c:pt idx="1250">
                  <c:v>1.2571696338485689</c:v>
                </c:pt>
                <c:pt idx="1251">
                  <c:v>1.2585453679587471</c:v>
                </c:pt>
                <c:pt idx="1252">
                  <c:v>1.254434115094512</c:v>
                </c:pt>
                <c:pt idx="1253">
                  <c:v>1.253423053595319</c:v>
                </c:pt>
                <c:pt idx="1254">
                  <c:v>1.2495723712956619</c:v>
                </c:pt>
                <c:pt idx="1255">
                  <c:v>1.2512038738729281</c:v>
                </c:pt>
                <c:pt idx="1256">
                  <c:v>1.250292179875228</c:v>
                </c:pt>
                <c:pt idx="1257">
                  <c:v>1.2537921913924239</c:v>
                </c:pt>
                <c:pt idx="1258">
                  <c:v>1.2512189652490631</c:v>
                </c:pt>
                <c:pt idx="1259">
                  <c:v>1.2528670942344451</c:v>
                </c:pt>
                <c:pt idx="1260">
                  <c:v>1.252762940732816</c:v>
                </c:pt>
                <c:pt idx="1261">
                  <c:v>1.2544153647154039</c:v>
                </c:pt>
                <c:pt idx="1262">
                  <c:v>1.251779461725852</c:v>
                </c:pt>
                <c:pt idx="1263">
                  <c:v>1.2517988338778749</c:v>
                </c:pt>
                <c:pt idx="1264">
                  <c:v>1.251713747600026</c:v>
                </c:pt>
                <c:pt idx="1265">
                  <c:v>1.2530115221710909</c:v>
                </c:pt>
                <c:pt idx="1266">
                  <c:v>1.2534711291954681</c:v>
                </c:pt>
                <c:pt idx="1267">
                  <c:v>1.253687619608574</c:v>
                </c:pt>
                <c:pt idx="1268">
                  <c:v>1.254566071628848</c:v>
                </c:pt>
                <c:pt idx="1269">
                  <c:v>1.255650131654807</c:v>
                </c:pt>
                <c:pt idx="1270">
                  <c:v>1.2571792074363211</c:v>
                </c:pt>
                <c:pt idx="1271">
                  <c:v>1.2600364844617451</c:v>
                </c:pt>
                <c:pt idx="1272">
                  <c:v>1.249164891520935</c:v>
                </c:pt>
                <c:pt idx="1273">
                  <c:v>1.2469379112799239</c:v>
                </c:pt>
                <c:pt idx="1274">
                  <c:v>1.250730293777345</c:v>
                </c:pt>
                <c:pt idx="1275">
                  <c:v>1.254434627602764</c:v>
                </c:pt>
                <c:pt idx="1276">
                  <c:v>1.2579679119438689</c:v>
                </c:pt>
                <c:pt idx="1277">
                  <c:v>1.2595113528770621</c:v>
                </c:pt>
                <c:pt idx="1278">
                  <c:v>1.2590982699974591</c:v>
                </c:pt>
                <c:pt idx="1279">
                  <c:v>1.26027263008498</c:v>
                </c:pt>
                <c:pt idx="1280">
                  <c:v>1.2602438819199451</c:v>
                </c:pt>
                <c:pt idx="1281">
                  <c:v>1.260535000415254</c:v>
                </c:pt>
                <c:pt idx="1282">
                  <c:v>1.2635712495274041</c:v>
                </c:pt>
                <c:pt idx="1283">
                  <c:v>1.2657202860755941</c:v>
                </c:pt>
                <c:pt idx="1284">
                  <c:v>1.262814070475899</c:v>
                </c:pt>
                <c:pt idx="1285">
                  <c:v>1.2622265753782549</c:v>
                </c:pt>
                <c:pt idx="1286">
                  <c:v>1.262409597832203</c:v>
                </c:pt>
                <c:pt idx="1287">
                  <c:v>1.2618493096695531</c:v>
                </c:pt>
                <c:pt idx="1288">
                  <c:v>1.2639794442993131</c:v>
                </c:pt>
                <c:pt idx="1289">
                  <c:v>1.2658687857233411</c:v>
                </c:pt>
                <c:pt idx="1290">
                  <c:v>1.269992297922887</c:v>
                </c:pt>
                <c:pt idx="1291">
                  <c:v>1.27006795704942</c:v>
                </c:pt>
                <c:pt idx="1292">
                  <c:v>1.2711306003896401</c:v>
                </c:pt>
                <c:pt idx="1293">
                  <c:v>1.2698504235342141</c:v>
                </c:pt>
                <c:pt idx="1294">
                  <c:v>1.266826016784468</c:v>
                </c:pt>
                <c:pt idx="1295">
                  <c:v>1.2674718660734841</c:v>
                </c:pt>
                <c:pt idx="1296">
                  <c:v>1.267296003499697</c:v>
                </c:pt>
                <c:pt idx="1297">
                  <c:v>1.262629270453717</c:v>
                </c:pt>
                <c:pt idx="1298">
                  <c:v>1.263693068314319</c:v>
                </c:pt>
                <c:pt idx="1299">
                  <c:v>1.2653047957839221</c:v>
                </c:pt>
                <c:pt idx="1300">
                  <c:v>1.2662889385616261</c:v>
                </c:pt>
                <c:pt idx="1301">
                  <c:v>1.2679301416383379</c:v>
                </c:pt>
                <c:pt idx="1302">
                  <c:v>1.267802536705581</c:v>
                </c:pt>
                <c:pt idx="1303">
                  <c:v>1.2661940804777161</c:v>
                </c:pt>
                <c:pt idx="1304">
                  <c:v>1.2667576889309731</c:v>
                </c:pt>
                <c:pt idx="1305">
                  <c:v>1.26507271544186</c:v>
                </c:pt>
                <c:pt idx="1306">
                  <c:v>1.2649782591689169</c:v>
                </c:pt>
                <c:pt idx="1307">
                  <c:v>1.2652042831621131</c:v>
                </c:pt>
                <c:pt idx="1308">
                  <c:v>1.2655780154627461</c:v>
                </c:pt>
                <c:pt idx="1309">
                  <c:v>1.2670251501755669</c:v>
                </c:pt>
                <c:pt idx="1310">
                  <c:v>1.268939074970695</c:v>
                </c:pt>
                <c:pt idx="1311">
                  <c:v>1.2711579516590239</c:v>
                </c:pt>
                <c:pt idx="1312">
                  <c:v>1.271833014675761</c:v>
                </c:pt>
                <c:pt idx="1313">
                  <c:v>1.272558672425508</c:v>
                </c:pt>
                <c:pt idx="1314">
                  <c:v>1.271691621816792</c:v>
                </c:pt>
                <c:pt idx="1315">
                  <c:v>1.2733713101930959</c:v>
                </c:pt>
                <c:pt idx="1316">
                  <c:v>1.2747490432868109</c:v>
                </c:pt>
                <c:pt idx="1317">
                  <c:v>1.2748275909512261</c:v>
                </c:pt>
                <c:pt idx="1318">
                  <c:v>1.2759932233462821</c:v>
                </c:pt>
                <c:pt idx="1319">
                  <c:v>1.2758341132289339</c:v>
                </c:pt>
                <c:pt idx="1320">
                  <c:v>1.27743743499385</c:v>
                </c:pt>
                <c:pt idx="1321">
                  <c:v>1.2766852818335359</c:v>
                </c:pt>
                <c:pt idx="1322">
                  <c:v>1.276386539616666</c:v>
                </c:pt>
                <c:pt idx="1323">
                  <c:v>1.2771761219116651</c:v>
                </c:pt>
                <c:pt idx="1324">
                  <c:v>1.2774103531457479</c:v>
                </c:pt>
                <c:pt idx="1325">
                  <c:v>1.2787165181510229</c:v>
                </c:pt>
                <c:pt idx="1326">
                  <c:v>1.278872764302716</c:v>
                </c:pt>
                <c:pt idx="1327">
                  <c:v>1.2794140708255199</c:v>
                </c:pt>
                <c:pt idx="1328">
                  <c:v>1.2808534106147049</c:v>
                </c:pt>
                <c:pt idx="1329">
                  <c:v>1.2828653191285431</c:v>
                </c:pt>
                <c:pt idx="1330">
                  <c:v>1.28233386135237</c:v>
                </c:pt>
                <c:pt idx="1331">
                  <c:v>1.2848620473626331</c:v>
                </c:pt>
                <c:pt idx="1332">
                  <c:v>1.2844438378016789</c:v>
                </c:pt>
                <c:pt idx="1333">
                  <c:v>1.283766549045648</c:v>
                </c:pt>
                <c:pt idx="1334">
                  <c:v>1.28661562211363</c:v>
                </c:pt>
                <c:pt idx="1335">
                  <c:v>1.285484073704269</c:v>
                </c:pt>
                <c:pt idx="1336">
                  <c:v>1.285329091131622</c:v>
                </c:pt>
                <c:pt idx="1337">
                  <c:v>1.2855118778324841</c:v>
                </c:pt>
                <c:pt idx="1338">
                  <c:v>1.285907789038798</c:v>
                </c:pt>
                <c:pt idx="1339">
                  <c:v>1.289977590591777</c:v>
                </c:pt>
                <c:pt idx="1340">
                  <c:v>1.2898314955875561</c:v>
                </c:pt>
                <c:pt idx="1341">
                  <c:v>1.2927154558343881</c:v>
                </c:pt>
                <c:pt idx="1342">
                  <c:v>1.2928005303014689</c:v>
                </c:pt>
                <c:pt idx="1343">
                  <c:v>1.2931563253753009</c:v>
                </c:pt>
                <c:pt idx="1344">
                  <c:v>1.292808712657326</c:v>
                </c:pt>
                <c:pt idx="1345">
                  <c:v>1.292087373124658</c:v>
                </c:pt>
                <c:pt idx="1346">
                  <c:v>1.2891776380047819</c:v>
                </c:pt>
                <c:pt idx="1347">
                  <c:v>1.289167297031018</c:v>
                </c:pt>
                <c:pt idx="1348">
                  <c:v>1.292125513488529</c:v>
                </c:pt>
                <c:pt idx="1349">
                  <c:v>1.291817470646347</c:v>
                </c:pt>
                <c:pt idx="1350">
                  <c:v>1.2922054083416019</c:v>
                </c:pt>
                <c:pt idx="1351">
                  <c:v>1.292933836523696</c:v>
                </c:pt>
                <c:pt idx="1352">
                  <c:v>1.2920384153951849</c:v>
                </c:pt>
                <c:pt idx="1353">
                  <c:v>1.2940532248620651</c:v>
                </c:pt>
                <c:pt idx="1354">
                  <c:v>1.295722436216713</c:v>
                </c:pt>
                <c:pt idx="1355">
                  <c:v>1.29677341487374</c:v>
                </c:pt>
                <c:pt idx="1356">
                  <c:v>1.297124048939595</c:v>
                </c:pt>
                <c:pt idx="1357">
                  <c:v>1.2967578013114669</c:v>
                </c:pt>
                <c:pt idx="1358">
                  <c:v>1.29658214225632</c:v>
                </c:pt>
                <c:pt idx="1359">
                  <c:v>1.297525355427007</c:v>
                </c:pt>
                <c:pt idx="1360">
                  <c:v>1.3019631520459931</c:v>
                </c:pt>
                <c:pt idx="1361">
                  <c:v>1.2986372317266139</c:v>
                </c:pt>
                <c:pt idx="1362">
                  <c:v>1.2999593775519529</c:v>
                </c:pt>
                <c:pt idx="1363">
                  <c:v>1.2997955286283649</c:v>
                </c:pt>
                <c:pt idx="1364">
                  <c:v>1.301035768921337</c:v>
                </c:pt>
                <c:pt idx="1365">
                  <c:v>1.301783889086936</c:v>
                </c:pt>
                <c:pt idx="1366">
                  <c:v>1.3014810598441191</c:v>
                </c:pt>
                <c:pt idx="1367">
                  <c:v>1.3059888444978249</c:v>
                </c:pt>
                <c:pt idx="1368">
                  <c:v>1.3119800769245229</c:v>
                </c:pt>
                <c:pt idx="1369">
                  <c:v>1.312333809562874</c:v>
                </c:pt>
                <c:pt idx="1370">
                  <c:v>1.3124725455583139</c:v>
                </c:pt>
                <c:pt idx="1371">
                  <c:v>1.318434775578555</c:v>
                </c:pt>
                <c:pt idx="1372">
                  <c:v>1.319403139034069</c:v>
                </c:pt>
                <c:pt idx="1373">
                  <c:v>1.324508848774506</c:v>
                </c:pt>
                <c:pt idx="1374">
                  <c:v>1.319831723927271</c:v>
                </c:pt>
                <c:pt idx="1375">
                  <c:v>1.321470415564848</c:v>
                </c:pt>
                <c:pt idx="1376">
                  <c:v>1.313739561460779</c:v>
                </c:pt>
                <c:pt idx="1377">
                  <c:v>1.3202361995970231</c:v>
                </c:pt>
                <c:pt idx="1378">
                  <c:v>1.318769352703927</c:v>
                </c:pt>
                <c:pt idx="1379">
                  <c:v>1.316095546657015</c:v>
                </c:pt>
                <c:pt idx="1380">
                  <c:v>1.3167690472153379</c:v>
                </c:pt>
                <c:pt idx="1381">
                  <c:v>1.324660130781778</c:v>
                </c:pt>
                <c:pt idx="1382">
                  <c:v>1.325142065059929</c:v>
                </c:pt>
                <c:pt idx="1383">
                  <c:v>1.324501134697367</c:v>
                </c:pt>
                <c:pt idx="1384">
                  <c:v>1.3272596793473079</c:v>
                </c:pt>
                <c:pt idx="1385">
                  <c:v>1.3287736952657541</c:v>
                </c:pt>
                <c:pt idx="1386">
                  <c:v>1.3280578382757979</c:v>
                </c:pt>
                <c:pt idx="1387">
                  <c:v>1.3267837783530581</c:v>
                </c:pt>
                <c:pt idx="1388">
                  <c:v>1.331300149778583</c:v>
                </c:pt>
                <c:pt idx="1389">
                  <c:v>1.331405270445345</c:v>
                </c:pt>
                <c:pt idx="1390">
                  <c:v>1.332985130130709</c:v>
                </c:pt>
                <c:pt idx="1391">
                  <c:v>1.332983074076707</c:v>
                </c:pt>
                <c:pt idx="1392">
                  <c:v>1.329188203750812</c:v>
                </c:pt>
                <c:pt idx="1393">
                  <c:v>1.3332244206735211</c:v>
                </c:pt>
                <c:pt idx="1394">
                  <c:v>1.335107398891487</c:v>
                </c:pt>
                <c:pt idx="1395">
                  <c:v>1.3420954320696581</c:v>
                </c:pt>
                <c:pt idx="1396">
                  <c:v>1.33530641074956</c:v>
                </c:pt>
                <c:pt idx="1397">
                  <c:v>1.3374946973808159</c:v>
                </c:pt>
                <c:pt idx="1398">
                  <c:v>1.332044874934371</c:v>
                </c:pt>
                <c:pt idx="1399">
                  <c:v>1.3373593950414639</c:v>
                </c:pt>
                <c:pt idx="1400">
                  <c:v>1.338168477082847</c:v>
                </c:pt>
                <c:pt idx="1401">
                  <c:v>1.336133821840477</c:v>
                </c:pt>
                <c:pt idx="1402">
                  <c:v>1.336351299401769</c:v>
                </c:pt>
                <c:pt idx="1403">
                  <c:v>1.343898581034993</c:v>
                </c:pt>
                <c:pt idx="1404">
                  <c:v>1.3394945654585699</c:v>
                </c:pt>
                <c:pt idx="1405">
                  <c:v>1.3377702291948459</c:v>
                </c:pt>
                <c:pt idx="1406">
                  <c:v>1.343249777824653</c:v>
                </c:pt>
                <c:pt idx="1407">
                  <c:v>1.347861369701336</c:v>
                </c:pt>
                <c:pt idx="1408">
                  <c:v>1.3467307902892189</c:v>
                </c:pt>
                <c:pt idx="1409">
                  <c:v>1.3514508359341959</c:v>
                </c:pt>
                <c:pt idx="1410">
                  <c:v>1.34795212020135</c:v>
                </c:pt>
                <c:pt idx="1411">
                  <c:v>1.345893726180396</c:v>
                </c:pt>
                <c:pt idx="1412">
                  <c:v>1.346457763062646</c:v>
                </c:pt>
                <c:pt idx="1413">
                  <c:v>1.3437644033014109</c:v>
                </c:pt>
                <c:pt idx="1414">
                  <c:v>1.343917420684132</c:v>
                </c:pt>
                <c:pt idx="1415">
                  <c:v>1.347761432267345</c:v>
                </c:pt>
                <c:pt idx="1416">
                  <c:v>1.3455142316759769</c:v>
                </c:pt>
                <c:pt idx="1417">
                  <c:v>1.3462614690496679</c:v>
                </c:pt>
                <c:pt idx="1418">
                  <c:v>1.3450385360981889</c:v>
                </c:pt>
                <c:pt idx="1419">
                  <c:v>1.3448770501513121</c:v>
                </c:pt>
                <c:pt idx="1420">
                  <c:v>1.347675975626659</c:v>
                </c:pt>
                <c:pt idx="1421">
                  <c:v>1.3424567174638951</c:v>
                </c:pt>
                <c:pt idx="1422">
                  <c:v>1.3411353988184691</c:v>
                </c:pt>
                <c:pt idx="1423">
                  <c:v>1.339102483675195</c:v>
                </c:pt>
                <c:pt idx="1424">
                  <c:v>1.3402019893556669</c:v>
                </c:pt>
                <c:pt idx="1425">
                  <c:v>1.3389639087060881</c:v>
                </c:pt>
                <c:pt idx="1426">
                  <c:v>1.330863946834679</c:v>
                </c:pt>
                <c:pt idx="1427">
                  <c:v>1.3315992099268199</c:v>
                </c:pt>
                <c:pt idx="1428">
                  <c:v>1.3364070972719551</c:v>
                </c:pt>
                <c:pt idx="1429">
                  <c:v>1.3383792548714071</c:v>
                </c:pt>
                <c:pt idx="1430">
                  <c:v>1.33757668272218</c:v>
                </c:pt>
                <c:pt idx="1431">
                  <c:v>1.339764706277031</c:v>
                </c:pt>
                <c:pt idx="1432">
                  <c:v>1.3433419839526779</c:v>
                </c:pt>
                <c:pt idx="1433">
                  <c:v>1.341538016019175</c:v>
                </c:pt>
                <c:pt idx="1434">
                  <c:v>1.339053659628622</c:v>
                </c:pt>
                <c:pt idx="1435">
                  <c:v>1.337783564580195</c:v>
                </c:pt>
                <c:pt idx="1436">
                  <c:v>1.340492045858128</c:v>
                </c:pt>
                <c:pt idx="1437">
                  <c:v>1.3444670563450201</c:v>
                </c:pt>
                <c:pt idx="1438">
                  <c:v>1.346245347591986</c:v>
                </c:pt>
                <c:pt idx="1439">
                  <c:v>1.347268399413734</c:v>
                </c:pt>
                <c:pt idx="1440">
                  <c:v>1.3449642284600949</c:v>
                </c:pt>
                <c:pt idx="1441">
                  <c:v>1.347919173712971</c:v>
                </c:pt>
                <c:pt idx="1442">
                  <c:v>1.345247967887385</c:v>
                </c:pt>
                <c:pt idx="1443">
                  <c:v>1.341075236666242</c:v>
                </c:pt>
                <c:pt idx="1444">
                  <c:v>1.348568989121012</c:v>
                </c:pt>
                <c:pt idx="1445">
                  <c:v>1.346271282161059</c:v>
                </c:pt>
                <c:pt idx="1446">
                  <c:v>1.3475428181087099</c:v>
                </c:pt>
                <c:pt idx="1447">
                  <c:v>1.353775616351395</c:v>
                </c:pt>
                <c:pt idx="1448">
                  <c:v>1.3568166025728969</c:v>
                </c:pt>
                <c:pt idx="1449">
                  <c:v>1.3597607400680269</c:v>
                </c:pt>
                <c:pt idx="1450">
                  <c:v>1.3600874624884871</c:v>
                </c:pt>
                <c:pt idx="1451">
                  <c:v>1.360058397410596</c:v>
                </c:pt>
                <c:pt idx="1452">
                  <c:v>1.358278486207279</c:v>
                </c:pt>
                <c:pt idx="1453">
                  <c:v>1.3560720688382859</c:v>
                </c:pt>
                <c:pt idx="1454">
                  <c:v>1.3535187809620519</c:v>
                </c:pt>
                <c:pt idx="1455">
                  <c:v>1.357567099338528</c:v>
                </c:pt>
                <c:pt idx="1456">
                  <c:v>1.3584582839493009</c:v>
                </c:pt>
                <c:pt idx="1457">
                  <c:v>1.3589503114574311</c:v>
                </c:pt>
                <c:pt idx="1458">
                  <c:v>1.358809548011104</c:v>
                </c:pt>
                <c:pt idx="1459">
                  <c:v>1.360933677685108</c:v>
                </c:pt>
                <c:pt idx="1460">
                  <c:v>1.3649436159829069</c:v>
                </c:pt>
                <c:pt idx="1461">
                  <c:v>1.3630800547417079</c:v>
                </c:pt>
                <c:pt idx="1462">
                  <c:v>1.3656234169125201</c:v>
                </c:pt>
                <c:pt idx="1463">
                  <c:v>1.3674179172701759</c:v>
                </c:pt>
                <c:pt idx="1464">
                  <c:v>1.3690128657342679</c:v>
                </c:pt>
                <c:pt idx="1465">
                  <c:v>1.370092169421179</c:v>
                </c:pt>
                <c:pt idx="1466">
                  <c:v>1.369881952943456</c:v>
                </c:pt>
                <c:pt idx="1467">
                  <c:v>1.374775870745736</c:v>
                </c:pt>
                <c:pt idx="1468">
                  <c:v>1.3760257194688159</c:v>
                </c:pt>
                <c:pt idx="1469">
                  <c:v>1.3787304301405701</c:v>
                </c:pt>
                <c:pt idx="1470">
                  <c:v>1.3797938351841179</c:v>
                </c:pt>
                <c:pt idx="1471">
                  <c:v>1.3811051671504591</c:v>
                </c:pt>
                <c:pt idx="1472">
                  <c:v>1.384253047329681</c:v>
                </c:pt>
                <c:pt idx="1473">
                  <c:v>1.38580230562082</c:v>
                </c:pt>
                <c:pt idx="1474">
                  <c:v>1.3811246519542231</c:v>
                </c:pt>
                <c:pt idx="1475">
                  <c:v>1.367625036603956</c:v>
                </c:pt>
                <c:pt idx="1476">
                  <c:v>1.374709997396051</c:v>
                </c:pt>
                <c:pt idx="1477">
                  <c:v>1.3765957485724649</c:v>
                </c:pt>
                <c:pt idx="1478">
                  <c:v>1.372777969880169</c:v>
                </c:pt>
                <c:pt idx="1479">
                  <c:v>1.372171955695799</c:v>
                </c:pt>
                <c:pt idx="1480">
                  <c:v>1.3779773884966871</c:v>
                </c:pt>
                <c:pt idx="1481">
                  <c:v>1.3782610323420881</c:v>
                </c:pt>
                <c:pt idx="1482">
                  <c:v>1.377898701527581</c:v>
                </c:pt>
                <c:pt idx="1483">
                  <c:v>1.379500249340426</c:v>
                </c:pt>
                <c:pt idx="1484">
                  <c:v>1.3771800651132879</c:v>
                </c:pt>
                <c:pt idx="1485">
                  <c:v>1.3824832392311071</c:v>
                </c:pt>
                <c:pt idx="1486">
                  <c:v>1.3839277452293719</c:v>
                </c:pt>
                <c:pt idx="1487">
                  <c:v>1.3845245649462909</c:v>
                </c:pt>
                <c:pt idx="1488">
                  <c:v>1.383492881319822</c:v>
                </c:pt>
                <c:pt idx="1489">
                  <c:v>1.387819419592351</c:v>
                </c:pt>
                <c:pt idx="1490">
                  <c:v>1.381887347102545</c:v>
                </c:pt>
                <c:pt idx="1491">
                  <c:v>1.37915667218435</c:v>
                </c:pt>
                <c:pt idx="1492">
                  <c:v>1.380769514525344</c:v>
                </c:pt>
                <c:pt idx="1493">
                  <c:v>1.380522831152192</c:v>
                </c:pt>
                <c:pt idx="1494">
                  <c:v>1.3769439198173259</c:v>
                </c:pt>
                <c:pt idx="1495">
                  <c:v>1.381302166408322</c:v>
                </c:pt>
                <c:pt idx="1496">
                  <c:v>1.3814486467189639</c:v>
                </c:pt>
                <c:pt idx="1497">
                  <c:v>1.3801677440997819</c:v>
                </c:pt>
                <c:pt idx="1498">
                  <c:v>1.3784002092442751</c:v>
                </c:pt>
                <c:pt idx="1499">
                  <c:v>1.3775797505747689</c:v>
                </c:pt>
                <c:pt idx="1500">
                  <c:v>1.3744234270987079</c:v>
                </c:pt>
                <c:pt idx="1501">
                  <c:v>1.377783345719106</c:v>
                </c:pt>
                <c:pt idx="1502">
                  <c:v>1.37149309849802</c:v>
                </c:pt>
                <c:pt idx="1503">
                  <c:v>1.3699480843614711</c:v>
                </c:pt>
                <c:pt idx="1504">
                  <c:v>1.355855191764755</c:v>
                </c:pt>
                <c:pt idx="1505">
                  <c:v>1.362841515973221</c:v>
                </c:pt>
                <c:pt idx="1506">
                  <c:v>1.3686168887881041</c:v>
                </c:pt>
                <c:pt idx="1507">
                  <c:v>1.365160662591026</c:v>
                </c:pt>
                <c:pt idx="1508">
                  <c:v>1.3666668255226091</c:v>
                </c:pt>
                <c:pt idx="1509">
                  <c:v>1.369302467694846</c:v>
                </c:pt>
                <c:pt idx="1510">
                  <c:v>1.3672876974274151</c:v>
                </c:pt>
                <c:pt idx="1511">
                  <c:v>1.372075700645756</c:v>
                </c:pt>
                <c:pt idx="1512">
                  <c:v>1.368309513843917</c:v>
                </c:pt>
                <c:pt idx="1513">
                  <c:v>1.3693822670254709</c:v>
                </c:pt>
                <c:pt idx="1514">
                  <c:v>1.3702429796225351</c:v>
                </c:pt>
                <c:pt idx="1515">
                  <c:v>1.3807505580070021</c:v>
                </c:pt>
                <c:pt idx="1516">
                  <c:v>1.379003375467825</c:v>
                </c:pt>
                <c:pt idx="1517">
                  <c:v>1.383609447343785</c:v>
                </c:pt>
                <c:pt idx="1518">
                  <c:v>1.3844992402178049</c:v>
                </c:pt>
                <c:pt idx="1519">
                  <c:v>1.388181498978337</c:v>
                </c:pt>
                <c:pt idx="1520">
                  <c:v>1.3874327209709669</c:v>
                </c:pt>
                <c:pt idx="1521">
                  <c:v>1.390758094163498</c:v>
                </c:pt>
                <c:pt idx="1522">
                  <c:v>1.3946915099618571</c:v>
                </c:pt>
                <c:pt idx="1523">
                  <c:v>1.395896388698467</c:v>
                </c:pt>
                <c:pt idx="1524">
                  <c:v>1.3970586197155219</c:v>
                </c:pt>
                <c:pt idx="1525">
                  <c:v>1.401542590914701</c:v>
                </c:pt>
                <c:pt idx="1526">
                  <c:v>1.3978494563677739</c:v>
                </c:pt>
                <c:pt idx="1527">
                  <c:v>1.3950309098053211</c:v>
                </c:pt>
                <c:pt idx="1528">
                  <c:v>1.396407928390812</c:v>
                </c:pt>
                <c:pt idx="1529">
                  <c:v>1.393917197987337</c:v>
                </c:pt>
                <c:pt idx="1530">
                  <c:v>1.395861191791044</c:v>
                </c:pt>
                <c:pt idx="1531">
                  <c:v>1.3963076014483209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6130-45DF-9102-AB51F3FC54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02143296"/>
        <c:axId val="502154176"/>
      </c:lineChart>
      <c:catAx>
        <c:axId val="502143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02154176"/>
        <c:crosses val="autoZero"/>
        <c:auto val="1"/>
        <c:lblAlgn val="ctr"/>
        <c:lblOffset val="100"/>
        <c:tickLblSkip val="150"/>
        <c:noMultiLvlLbl val="0"/>
      </c:catAx>
      <c:valAx>
        <c:axId val="502154176"/>
        <c:scaling>
          <c:orientation val="minMax"/>
          <c:min val="0.8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02143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结果页!$C$1</c:f>
              <c:strCache>
                <c:ptCount val="1"/>
                <c:pt idx="0">
                  <c:v>20-80组合净值（费后）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1529"/>
              <c:layout>
                <c:manualLayout>
                  <c:x val="0"/>
                  <c:y val="-5.391873934278129E-2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dirty="0"/>
                      <a:t>1.52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869E-4F19-91DC-A0F404EBB4D3}"/>
                </c:ext>
                <c:ext xmlns:c15="http://schemas.microsoft.com/office/drawing/2012/chart" uri="{CE6537A1-D6FC-4f65-9D91-7224C49458BB}"/>
              </c:extLst>
            </c:dLbl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结果页!$A$2:$A$1533</c:f>
              <c:strCache>
                <c:ptCount val="1532"/>
                <c:pt idx="0">
                  <c:v>2020-01-02</c:v>
                </c:pt>
                <c:pt idx="1">
                  <c:v>2020-01-03</c:v>
                </c:pt>
                <c:pt idx="2">
                  <c:v>2020-01-06</c:v>
                </c:pt>
                <c:pt idx="3">
                  <c:v>2020-01-07</c:v>
                </c:pt>
                <c:pt idx="4">
                  <c:v>2020-01-08</c:v>
                </c:pt>
                <c:pt idx="5">
                  <c:v>2020-01-09</c:v>
                </c:pt>
                <c:pt idx="6">
                  <c:v>2020-01-10</c:v>
                </c:pt>
                <c:pt idx="7">
                  <c:v>2020-01-13</c:v>
                </c:pt>
                <c:pt idx="8">
                  <c:v>2020-01-14</c:v>
                </c:pt>
                <c:pt idx="9">
                  <c:v>2020-01-15</c:v>
                </c:pt>
                <c:pt idx="10">
                  <c:v>2020-01-16</c:v>
                </c:pt>
                <c:pt idx="11">
                  <c:v>2020-01-17</c:v>
                </c:pt>
                <c:pt idx="12">
                  <c:v>2020-01-20</c:v>
                </c:pt>
                <c:pt idx="13">
                  <c:v>2020-01-21</c:v>
                </c:pt>
                <c:pt idx="14">
                  <c:v>2020-01-22</c:v>
                </c:pt>
                <c:pt idx="15">
                  <c:v>2020-01-23</c:v>
                </c:pt>
                <c:pt idx="16">
                  <c:v>2020-02-03</c:v>
                </c:pt>
                <c:pt idx="17">
                  <c:v>2020-02-04</c:v>
                </c:pt>
                <c:pt idx="18">
                  <c:v>2020-02-05</c:v>
                </c:pt>
                <c:pt idx="19">
                  <c:v>2020-02-06</c:v>
                </c:pt>
                <c:pt idx="20">
                  <c:v>2020-02-07</c:v>
                </c:pt>
                <c:pt idx="21">
                  <c:v>2020-02-10</c:v>
                </c:pt>
                <c:pt idx="22">
                  <c:v>2020-02-11</c:v>
                </c:pt>
                <c:pt idx="23">
                  <c:v>2020-02-12</c:v>
                </c:pt>
                <c:pt idx="24">
                  <c:v>2020-02-13</c:v>
                </c:pt>
                <c:pt idx="25">
                  <c:v>2020-02-14</c:v>
                </c:pt>
                <c:pt idx="26">
                  <c:v>2020-02-17</c:v>
                </c:pt>
                <c:pt idx="27">
                  <c:v>2020-02-18</c:v>
                </c:pt>
                <c:pt idx="28">
                  <c:v>2020-02-19</c:v>
                </c:pt>
                <c:pt idx="29">
                  <c:v>2020-02-20</c:v>
                </c:pt>
                <c:pt idx="30">
                  <c:v>2020-02-21</c:v>
                </c:pt>
                <c:pt idx="31">
                  <c:v>2020-02-24</c:v>
                </c:pt>
                <c:pt idx="32">
                  <c:v>2020-02-25</c:v>
                </c:pt>
                <c:pt idx="33">
                  <c:v>2020-02-26</c:v>
                </c:pt>
                <c:pt idx="34">
                  <c:v>2020-02-27</c:v>
                </c:pt>
                <c:pt idx="35">
                  <c:v>2020-02-28</c:v>
                </c:pt>
                <c:pt idx="36">
                  <c:v>2020-03-02</c:v>
                </c:pt>
                <c:pt idx="37">
                  <c:v>2020-03-03</c:v>
                </c:pt>
                <c:pt idx="38">
                  <c:v>2020-03-04</c:v>
                </c:pt>
                <c:pt idx="39">
                  <c:v>2020-03-05</c:v>
                </c:pt>
                <c:pt idx="40">
                  <c:v>2020-03-06</c:v>
                </c:pt>
                <c:pt idx="41">
                  <c:v>2020-03-09</c:v>
                </c:pt>
                <c:pt idx="42">
                  <c:v>2020-03-10</c:v>
                </c:pt>
                <c:pt idx="43">
                  <c:v>2020-03-11</c:v>
                </c:pt>
                <c:pt idx="44">
                  <c:v>2020-03-12</c:v>
                </c:pt>
                <c:pt idx="45">
                  <c:v>2020-03-13</c:v>
                </c:pt>
                <c:pt idx="46">
                  <c:v>2020-03-16</c:v>
                </c:pt>
                <c:pt idx="47">
                  <c:v>2020-03-17</c:v>
                </c:pt>
                <c:pt idx="48">
                  <c:v>2020-03-18</c:v>
                </c:pt>
                <c:pt idx="49">
                  <c:v>2020-03-19</c:v>
                </c:pt>
                <c:pt idx="50">
                  <c:v>2020-03-20</c:v>
                </c:pt>
                <c:pt idx="51">
                  <c:v>2020-03-23</c:v>
                </c:pt>
                <c:pt idx="52">
                  <c:v>2020-03-24</c:v>
                </c:pt>
                <c:pt idx="53">
                  <c:v>2020-03-25</c:v>
                </c:pt>
                <c:pt idx="54">
                  <c:v>2020-03-26</c:v>
                </c:pt>
                <c:pt idx="55">
                  <c:v>2020-03-27</c:v>
                </c:pt>
                <c:pt idx="56">
                  <c:v>2020-03-30</c:v>
                </c:pt>
                <c:pt idx="57">
                  <c:v>2020-03-31</c:v>
                </c:pt>
                <c:pt idx="58">
                  <c:v>2020-04-01</c:v>
                </c:pt>
                <c:pt idx="59">
                  <c:v>2020-04-02</c:v>
                </c:pt>
                <c:pt idx="60">
                  <c:v>2020-04-03</c:v>
                </c:pt>
                <c:pt idx="61">
                  <c:v>2020-04-07</c:v>
                </c:pt>
                <c:pt idx="62">
                  <c:v>2020-04-08</c:v>
                </c:pt>
                <c:pt idx="63">
                  <c:v>2020-04-09</c:v>
                </c:pt>
                <c:pt idx="64">
                  <c:v>2020-04-10</c:v>
                </c:pt>
                <c:pt idx="65">
                  <c:v>2020-04-13</c:v>
                </c:pt>
                <c:pt idx="66">
                  <c:v>2020-04-14</c:v>
                </c:pt>
                <c:pt idx="67">
                  <c:v>2020-04-15</c:v>
                </c:pt>
                <c:pt idx="68">
                  <c:v>2020-04-16</c:v>
                </c:pt>
                <c:pt idx="69">
                  <c:v>2020-04-17</c:v>
                </c:pt>
                <c:pt idx="70">
                  <c:v>2020-04-20</c:v>
                </c:pt>
                <c:pt idx="71">
                  <c:v>2020-04-21</c:v>
                </c:pt>
                <c:pt idx="72">
                  <c:v>2020-04-22</c:v>
                </c:pt>
                <c:pt idx="73">
                  <c:v>2020-04-23</c:v>
                </c:pt>
                <c:pt idx="74">
                  <c:v>2020-04-24</c:v>
                </c:pt>
                <c:pt idx="75">
                  <c:v>2020-04-27</c:v>
                </c:pt>
                <c:pt idx="76">
                  <c:v>2020-04-28</c:v>
                </c:pt>
                <c:pt idx="77">
                  <c:v>2020-04-29</c:v>
                </c:pt>
                <c:pt idx="78">
                  <c:v>2020-04-30</c:v>
                </c:pt>
                <c:pt idx="79">
                  <c:v>2020-05-06</c:v>
                </c:pt>
                <c:pt idx="80">
                  <c:v>2020-05-07</c:v>
                </c:pt>
                <c:pt idx="81">
                  <c:v>2020-05-08</c:v>
                </c:pt>
                <c:pt idx="82">
                  <c:v>2020-05-11</c:v>
                </c:pt>
                <c:pt idx="83">
                  <c:v>2020-05-12</c:v>
                </c:pt>
                <c:pt idx="84">
                  <c:v>2020-05-13</c:v>
                </c:pt>
                <c:pt idx="85">
                  <c:v>2020-05-14</c:v>
                </c:pt>
                <c:pt idx="86">
                  <c:v>2020-05-15</c:v>
                </c:pt>
                <c:pt idx="87">
                  <c:v>2020-05-18</c:v>
                </c:pt>
                <c:pt idx="88">
                  <c:v>2020-05-19</c:v>
                </c:pt>
                <c:pt idx="89">
                  <c:v>2020-05-20</c:v>
                </c:pt>
                <c:pt idx="90">
                  <c:v>2020-05-21</c:v>
                </c:pt>
                <c:pt idx="91">
                  <c:v>2020-05-22</c:v>
                </c:pt>
                <c:pt idx="92">
                  <c:v>2020-05-25</c:v>
                </c:pt>
                <c:pt idx="93">
                  <c:v>2020-05-26</c:v>
                </c:pt>
                <c:pt idx="94">
                  <c:v>2020-05-27</c:v>
                </c:pt>
                <c:pt idx="95">
                  <c:v>2020-05-28</c:v>
                </c:pt>
                <c:pt idx="96">
                  <c:v>2020-05-29</c:v>
                </c:pt>
                <c:pt idx="97">
                  <c:v>2020-06-01</c:v>
                </c:pt>
                <c:pt idx="98">
                  <c:v>2020-06-02</c:v>
                </c:pt>
                <c:pt idx="99">
                  <c:v>2020-06-03</c:v>
                </c:pt>
                <c:pt idx="100">
                  <c:v>2020-06-04</c:v>
                </c:pt>
                <c:pt idx="101">
                  <c:v>2020-06-05</c:v>
                </c:pt>
                <c:pt idx="102">
                  <c:v>2020-06-08</c:v>
                </c:pt>
                <c:pt idx="103">
                  <c:v>2020-06-09</c:v>
                </c:pt>
                <c:pt idx="104">
                  <c:v>2020-06-10</c:v>
                </c:pt>
                <c:pt idx="105">
                  <c:v>2020-06-11</c:v>
                </c:pt>
                <c:pt idx="106">
                  <c:v>2020-06-12</c:v>
                </c:pt>
                <c:pt idx="107">
                  <c:v>2020-06-15</c:v>
                </c:pt>
                <c:pt idx="108">
                  <c:v>2020-06-16</c:v>
                </c:pt>
                <c:pt idx="109">
                  <c:v>2020-06-17</c:v>
                </c:pt>
                <c:pt idx="110">
                  <c:v>2020-06-18</c:v>
                </c:pt>
                <c:pt idx="111">
                  <c:v>2020-06-19</c:v>
                </c:pt>
                <c:pt idx="112">
                  <c:v>2020-06-22</c:v>
                </c:pt>
                <c:pt idx="113">
                  <c:v>2020-06-23</c:v>
                </c:pt>
                <c:pt idx="114">
                  <c:v>2020-06-24</c:v>
                </c:pt>
                <c:pt idx="115">
                  <c:v>2020-06-29</c:v>
                </c:pt>
                <c:pt idx="116">
                  <c:v>2020-06-30</c:v>
                </c:pt>
                <c:pt idx="117">
                  <c:v>2020-07-01</c:v>
                </c:pt>
                <c:pt idx="118">
                  <c:v>2020-07-02</c:v>
                </c:pt>
                <c:pt idx="119">
                  <c:v>2020-07-03</c:v>
                </c:pt>
                <c:pt idx="120">
                  <c:v>2020-07-06</c:v>
                </c:pt>
                <c:pt idx="121">
                  <c:v>2020-07-07</c:v>
                </c:pt>
                <c:pt idx="122">
                  <c:v>2020-07-08</c:v>
                </c:pt>
                <c:pt idx="123">
                  <c:v>2020-07-09</c:v>
                </c:pt>
                <c:pt idx="124">
                  <c:v>2020-07-10</c:v>
                </c:pt>
                <c:pt idx="125">
                  <c:v>2020-07-13</c:v>
                </c:pt>
                <c:pt idx="126">
                  <c:v>2020-07-14</c:v>
                </c:pt>
                <c:pt idx="127">
                  <c:v>2020-07-15</c:v>
                </c:pt>
                <c:pt idx="128">
                  <c:v>2020-07-16</c:v>
                </c:pt>
                <c:pt idx="129">
                  <c:v>2020-07-17</c:v>
                </c:pt>
                <c:pt idx="130">
                  <c:v>2020-07-20</c:v>
                </c:pt>
                <c:pt idx="131">
                  <c:v>2020-07-21</c:v>
                </c:pt>
                <c:pt idx="132">
                  <c:v>2020-07-22</c:v>
                </c:pt>
                <c:pt idx="133">
                  <c:v>2020-07-23</c:v>
                </c:pt>
                <c:pt idx="134">
                  <c:v>2020-07-24</c:v>
                </c:pt>
                <c:pt idx="135">
                  <c:v>2020-07-27</c:v>
                </c:pt>
                <c:pt idx="136">
                  <c:v>2020-07-28</c:v>
                </c:pt>
                <c:pt idx="137">
                  <c:v>2020-07-29</c:v>
                </c:pt>
                <c:pt idx="138">
                  <c:v>2020-07-30</c:v>
                </c:pt>
                <c:pt idx="139">
                  <c:v>2020-07-31</c:v>
                </c:pt>
                <c:pt idx="140">
                  <c:v>2020-08-03</c:v>
                </c:pt>
                <c:pt idx="141">
                  <c:v>2020-08-04</c:v>
                </c:pt>
                <c:pt idx="142">
                  <c:v>2020-08-05</c:v>
                </c:pt>
                <c:pt idx="143">
                  <c:v>2020-08-06</c:v>
                </c:pt>
                <c:pt idx="144">
                  <c:v>2020-08-07</c:v>
                </c:pt>
                <c:pt idx="145">
                  <c:v>2020-08-10</c:v>
                </c:pt>
                <c:pt idx="146">
                  <c:v>2020-08-11</c:v>
                </c:pt>
                <c:pt idx="147">
                  <c:v>2020-08-12</c:v>
                </c:pt>
                <c:pt idx="148">
                  <c:v>2020-08-13</c:v>
                </c:pt>
                <c:pt idx="149">
                  <c:v>2020-08-14</c:v>
                </c:pt>
                <c:pt idx="150">
                  <c:v>2020-08-17</c:v>
                </c:pt>
                <c:pt idx="151">
                  <c:v>2020-08-18</c:v>
                </c:pt>
                <c:pt idx="152">
                  <c:v>2020-08-19</c:v>
                </c:pt>
                <c:pt idx="153">
                  <c:v>2020-08-20</c:v>
                </c:pt>
                <c:pt idx="154">
                  <c:v>2020-08-21</c:v>
                </c:pt>
                <c:pt idx="155">
                  <c:v>2020-08-24</c:v>
                </c:pt>
                <c:pt idx="156">
                  <c:v>2020-08-25</c:v>
                </c:pt>
                <c:pt idx="157">
                  <c:v>2020-08-26</c:v>
                </c:pt>
                <c:pt idx="158">
                  <c:v>2020-08-27</c:v>
                </c:pt>
                <c:pt idx="159">
                  <c:v>2020-08-28</c:v>
                </c:pt>
                <c:pt idx="160">
                  <c:v>2020-08-31</c:v>
                </c:pt>
                <c:pt idx="161">
                  <c:v>2020-09-01</c:v>
                </c:pt>
                <c:pt idx="162">
                  <c:v>2020-09-02</c:v>
                </c:pt>
                <c:pt idx="163">
                  <c:v>2020-09-03</c:v>
                </c:pt>
                <c:pt idx="164">
                  <c:v>2020-09-04</c:v>
                </c:pt>
                <c:pt idx="165">
                  <c:v>2020-09-07</c:v>
                </c:pt>
                <c:pt idx="166">
                  <c:v>2020-09-08</c:v>
                </c:pt>
                <c:pt idx="167">
                  <c:v>2020-09-09</c:v>
                </c:pt>
                <c:pt idx="168">
                  <c:v>2020-09-10</c:v>
                </c:pt>
                <c:pt idx="169">
                  <c:v>2020-09-11</c:v>
                </c:pt>
                <c:pt idx="170">
                  <c:v>2020-09-14</c:v>
                </c:pt>
                <c:pt idx="171">
                  <c:v>2020-09-15</c:v>
                </c:pt>
                <c:pt idx="172">
                  <c:v>2020-09-16</c:v>
                </c:pt>
                <c:pt idx="173">
                  <c:v>2020-09-17</c:v>
                </c:pt>
                <c:pt idx="174">
                  <c:v>2020-09-18</c:v>
                </c:pt>
                <c:pt idx="175">
                  <c:v>2020-09-21</c:v>
                </c:pt>
                <c:pt idx="176">
                  <c:v>2020-09-22</c:v>
                </c:pt>
                <c:pt idx="177">
                  <c:v>2020-09-23</c:v>
                </c:pt>
                <c:pt idx="178">
                  <c:v>2020-09-24</c:v>
                </c:pt>
                <c:pt idx="179">
                  <c:v>2020-09-25</c:v>
                </c:pt>
                <c:pt idx="180">
                  <c:v>2020-09-28</c:v>
                </c:pt>
                <c:pt idx="181">
                  <c:v>2020-09-29</c:v>
                </c:pt>
                <c:pt idx="182">
                  <c:v>2020-09-30</c:v>
                </c:pt>
                <c:pt idx="183">
                  <c:v>2020-10-09</c:v>
                </c:pt>
                <c:pt idx="184">
                  <c:v>2020-10-12</c:v>
                </c:pt>
                <c:pt idx="185">
                  <c:v>2020-10-13</c:v>
                </c:pt>
                <c:pt idx="186">
                  <c:v>2020-10-14</c:v>
                </c:pt>
                <c:pt idx="187">
                  <c:v>2020-10-15</c:v>
                </c:pt>
                <c:pt idx="188">
                  <c:v>2020-10-16</c:v>
                </c:pt>
                <c:pt idx="189">
                  <c:v>2020-10-19</c:v>
                </c:pt>
                <c:pt idx="190">
                  <c:v>2020-10-20</c:v>
                </c:pt>
                <c:pt idx="191">
                  <c:v>2020-10-21</c:v>
                </c:pt>
                <c:pt idx="192">
                  <c:v>2020-10-22</c:v>
                </c:pt>
                <c:pt idx="193">
                  <c:v>2020-10-23</c:v>
                </c:pt>
                <c:pt idx="194">
                  <c:v>2020-10-26</c:v>
                </c:pt>
                <c:pt idx="195">
                  <c:v>2020-10-27</c:v>
                </c:pt>
                <c:pt idx="196">
                  <c:v>2020-10-28</c:v>
                </c:pt>
                <c:pt idx="197">
                  <c:v>2020-10-29</c:v>
                </c:pt>
                <c:pt idx="198">
                  <c:v>2020-10-30</c:v>
                </c:pt>
                <c:pt idx="199">
                  <c:v>2020-11-02</c:v>
                </c:pt>
                <c:pt idx="200">
                  <c:v>2020-11-03</c:v>
                </c:pt>
                <c:pt idx="201">
                  <c:v>2020-11-04</c:v>
                </c:pt>
                <c:pt idx="202">
                  <c:v>2020-11-05</c:v>
                </c:pt>
                <c:pt idx="203">
                  <c:v>2020-11-06</c:v>
                </c:pt>
                <c:pt idx="204">
                  <c:v>2020-11-09</c:v>
                </c:pt>
                <c:pt idx="205">
                  <c:v>2020-11-10</c:v>
                </c:pt>
                <c:pt idx="206">
                  <c:v>2020-11-11</c:v>
                </c:pt>
                <c:pt idx="207">
                  <c:v>2020-11-12</c:v>
                </c:pt>
                <c:pt idx="208">
                  <c:v>2020-11-13</c:v>
                </c:pt>
                <c:pt idx="209">
                  <c:v>2020-11-16</c:v>
                </c:pt>
                <c:pt idx="210">
                  <c:v>2020-11-17</c:v>
                </c:pt>
                <c:pt idx="211">
                  <c:v>2020-11-18</c:v>
                </c:pt>
                <c:pt idx="212">
                  <c:v>2020-11-19</c:v>
                </c:pt>
                <c:pt idx="213">
                  <c:v>2020-11-20</c:v>
                </c:pt>
                <c:pt idx="214">
                  <c:v>2020-11-23</c:v>
                </c:pt>
                <c:pt idx="215">
                  <c:v>2020-11-24</c:v>
                </c:pt>
                <c:pt idx="216">
                  <c:v>2020-11-25</c:v>
                </c:pt>
                <c:pt idx="217">
                  <c:v>2020-11-26</c:v>
                </c:pt>
                <c:pt idx="218">
                  <c:v>2020-11-27</c:v>
                </c:pt>
                <c:pt idx="219">
                  <c:v>2020-11-30</c:v>
                </c:pt>
                <c:pt idx="220">
                  <c:v>2020-12-01</c:v>
                </c:pt>
                <c:pt idx="221">
                  <c:v>2020-12-02</c:v>
                </c:pt>
                <c:pt idx="222">
                  <c:v>2020-12-03</c:v>
                </c:pt>
                <c:pt idx="223">
                  <c:v>2020-12-04</c:v>
                </c:pt>
                <c:pt idx="224">
                  <c:v>2020-12-07</c:v>
                </c:pt>
                <c:pt idx="225">
                  <c:v>2020-12-08</c:v>
                </c:pt>
                <c:pt idx="226">
                  <c:v>2020-12-09</c:v>
                </c:pt>
                <c:pt idx="227">
                  <c:v>2020-12-10</c:v>
                </c:pt>
                <c:pt idx="228">
                  <c:v>2020-12-11</c:v>
                </c:pt>
                <c:pt idx="229">
                  <c:v>2020-12-14</c:v>
                </c:pt>
                <c:pt idx="230">
                  <c:v>2020-12-15</c:v>
                </c:pt>
                <c:pt idx="231">
                  <c:v>2020-12-16</c:v>
                </c:pt>
                <c:pt idx="232">
                  <c:v>2020-12-17</c:v>
                </c:pt>
                <c:pt idx="233">
                  <c:v>2020-12-18</c:v>
                </c:pt>
                <c:pt idx="234">
                  <c:v>2020-12-21</c:v>
                </c:pt>
                <c:pt idx="235">
                  <c:v>2020-12-22</c:v>
                </c:pt>
                <c:pt idx="236">
                  <c:v>2020-12-23</c:v>
                </c:pt>
                <c:pt idx="237">
                  <c:v>2020-12-24</c:v>
                </c:pt>
                <c:pt idx="238">
                  <c:v>2020-12-25</c:v>
                </c:pt>
                <c:pt idx="239">
                  <c:v>2020-12-28</c:v>
                </c:pt>
                <c:pt idx="240">
                  <c:v>2020-12-29</c:v>
                </c:pt>
                <c:pt idx="241">
                  <c:v>2020-12-30</c:v>
                </c:pt>
                <c:pt idx="242">
                  <c:v>2020-12-31</c:v>
                </c:pt>
                <c:pt idx="243">
                  <c:v>2021-01-04</c:v>
                </c:pt>
                <c:pt idx="244">
                  <c:v>2021-01-05</c:v>
                </c:pt>
                <c:pt idx="245">
                  <c:v>2021-01-06</c:v>
                </c:pt>
                <c:pt idx="246">
                  <c:v>2021-01-07</c:v>
                </c:pt>
                <c:pt idx="247">
                  <c:v>2021-01-08</c:v>
                </c:pt>
                <c:pt idx="248">
                  <c:v>2021-01-11</c:v>
                </c:pt>
                <c:pt idx="249">
                  <c:v>2021-01-12</c:v>
                </c:pt>
                <c:pt idx="250">
                  <c:v>2021-01-13</c:v>
                </c:pt>
                <c:pt idx="251">
                  <c:v>2021-01-14</c:v>
                </c:pt>
                <c:pt idx="252">
                  <c:v>2021-01-15</c:v>
                </c:pt>
                <c:pt idx="253">
                  <c:v>2021-01-18</c:v>
                </c:pt>
                <c:pt idx="254">
                  <c:v>2021-01-19</c:v>
                </c:pt>
                <c:pt idx="255">
                  <c:v>2021-01-20</c:v>
                </c:pt>
                <c:pt idx="256">
                  <c:v>2021-01-21</c:v>
                </c:pt>
                <c:pt idx="257">
                  <c:v>2021-01-22</c:v>
                </c:pt>
                <c:pt idx="258">
                  <c:v>2021-01-25</c:v>
                </c:pt>
                <c:pt idx="259">
                  <c:v>2021-01-26</c:v>
                </c:pt>
                <c:pt idx="260">
                  <c:v>2021-01-27</c:v>
                </c:pt>
                <c:pt idx="261">
                  <c:v>2021-01-28</c:v>
                </c:pt>
                <c:pt idx="262">
                  <c:v>2021-01-29</c:v>
                </c:pt>
                <c:pt idx="263">
                  <c:v>2021-02-01</c:v>
                </c:pt>
                <c:pt idx="264">
                  <c:v>2021-02-02</c:v>
                </c:pt>
                <c:pt idx="265">
                  <c:v>2021-02-03</c:v>
                </c:pt>
                <c:pt idx="266">
                  <c:v>2021-02-04</c:v>
                </c:pt>
                <c:pt idx="267">
                  <c:v>2021-02-05</c:v>
                </c:pt>
                <c:pt idx="268">
                  <c:v>2021-02-08</c:v>
                </c:pt>
                <c:pt idx="269">
                  <c:v>2021-02-09</c:v>
                </c:pt>
                <c:pt idx="270">
                  <c:v>2021-02-10</c:v>
                </c:pt>
                <c:pt idx="271">
                  <c:v>2021-02-18</c:v>
                </c:pt>
                <c:pt idx="272">
                  <c:v>2021-02-19</c:v>
                </c:pt>
                <c:pt idx="273">
                  <c:v>2021-02-22</c:v>
                </c:pt>
                <c:pt idx="274">
                  <c:v>2021-02-23</c:v>
                </c:pt>
                <c:pt idx="275">
                  <c:v>2021-02-24</c:v>
                </c:pt>
                <c:pt idx="276">
                  <c:v>2021-02-25</c:v>
                </c:pt>
                <c:pt idx="277">
                  <c:v>2021-02-26</c:v>
                </c:pt>
                <c:pt idx="278">
                  <c:v>2021-03-01</c:v>
                </c:pt>
                <c:pt idx="279">
                  <c:v>2021-03-02</c:v>
                </c:pt>
                <c:pt idx="280">
                  <c:v>2021-03-03</c:v>
                </c:pt>
                <c:pt idx="281">
                  <c:v>2021-03-04</c:v>
                </c:pt>
                <c:pt idx="282">
                  <c:v>2021-03-05</c:v>
                </c:pt>
                <c:pt idx="283">
                  <c:v>2021-03-08</c:v>
                </c:pt>
                <c:pt idx="284">
                  <c:v>2021-03-09</c:v>
                </c:pt>
                <c:pt idx="285">
                  <c:v>2021-03-10</c:v>
                </c:pt>
                <c:pt idx="286">
                  <c:v>2021-03-11</c:v>
                </c:pt>
                <c:pt idx="287">
                  <c:v>2021-03-12</c:v>
                </c:pt>
                <c:pt idx="288">
                  <c:v>2021-03-15</c:v>
                </c:pt>
                <c:pt idx="289">
                  <c:v>2021-03-16</c:v>
                </c:pt>
                <c:pt idx="290">
                  <c:v>2021-03-17</c:v>
                </c:pt>
                <c:pt idx="291">
                  <c:v>2021-03-18</c:v>
                </c:pt>
                <c:pt idx="292">
                  <c:v>2021-03-19</c:v>
                </c:pt>
                <c:pt idx="293">
                  <c:v>2021-03-22</c:v>
                </c:pt>
                <c:pt idx="294">
                  <c:v>2021-03-23</c:v>
                </c:pt>
                <c:pt idx="295">
                  <c:v>2021-03-24</c:v>
                </c:pt>
                <c:pt idx="296">
                  <c:v>2021-03-25</c:v>
                </c:pt>
                <c:pt idx="297">
                  <c:v>2021-03-26</c:v>
                </c:pt>
                <c:pt idx="298">
                  <c:v>2021-03-29</c:v>
                </c:pt>
                <c:pt idx="299">
                  <c:v>2021-03-30</c:v>
                </c:pt>
                <c:pt idx="300">
                  <c:v>2021-03-31</c:v>
                </c:pt>
                <c:pt idx="301">
                  <c:v>2021-04-01</c:v>
                </c:pt>
                <c:pt idx="302">
                  <c:v>2021-04-02</c:v>
                </c:pt>
                <c:pt idx="303">
                  <c:v>2021-04-06</c:v>
                </c:pt>
                <c:pt idx="304">
                  <c:v>2021-04-07</c:v>
                </c:pt>
                <c:pt idx="305">
                  <c:v>2021-04-08</c:v>
                </c:pt>
                <c:pt idx="306">
                  <c:v>2021-04-09</c:v>
                </c:pt>
                <c:pt idx="307">
                  <c:v>2021-04-12</c:v>
                </c:pt>
                <c:pt idx="308">
                  <c:v>2021-04-13</c:v>
                </c:pt>
                <c:pt idx="309">
                  <c:v>2021-04-14</c:v>
                </c:pt>
                <c:pt idx="310">
                  <c:v>2021-04-15</c:v>
                </c:pt>
                <c:pt idx="311">
                  <c:v>2021-04-16</c:v>
                </c:pt>
                <c:pt idx="312">
                  <c:v>2021-04-19</c:v>
                </c:pt>
                <c:pt idx="313">
                  <c:v>2021-04-20</c:v>
                </c:pt>
                <c:pt idx="314">
                  <c:v>2021-04-21</c:v>
                </c:pt>
                <c:pt idx="315">
                  <c:v>2021-04-22</c:v>
                </c:pt>
                <c:pt idx="316">
                  <c:v>2021-04-23</c:v>
                </c:pt>
                <c:pt idx="317">
                  <c:v>2021-04-26</c:v>
                </c:pt>
                <c:pt idx="318">
                  <c:v>2021-04-27</c:v>
                </c:pt>
                <c:pt idx="319">
                  <c:v>2021-04-28</c:v>
                </c:pt>
                <c:pt idx="320">
                  <c:v>2021-04-29</c:v>
                </c:pt>
                <c:pt idx="321">
                  <c:v>2021-04-30</c:v>
                </c:pt>
                <c:pt idx="322">
                  <c:v>2021-05-06</c:v>
                </c:pt>
                <c:pt idx="323">
                  <c:v>2021-05-07</c:v>
                </c:pt>
                <c:pt idx="324">
                  <c:v>2021-05-10</c:v>
                </c:pt>
                <c:pt idx="325">
                  <c:v>2021-05-11</c:v>
                </c:pt>
                <c:pt idx="326">
                  <c:v>2021-05-12</c:v>
                </c:pt>
                <c:pt idx="327">
                  <c:v>2021-05-13</c:v>
                </c:pt>
                <c:pt idx="328">
                  <c:v>2021-05-14</c:v>
                </c:pt>
                <c:pt idx="329">
                  <c:v>2021-05-17</c:v>
                </c:pt>
                <c:pt idx="330">
                  <c:v>2021-05-18</c:v>
                </c:pt>
                <c:pt idx="331">
                  <c:v>2021-05-19</c:v>
                </c:pt>
                <c:pt idx="332">
                  <c:v>2021-05-20</c:v>
                </c:pt>
                <c:pt idx="333">
                  <c:v>2021-05-21</c:v>
                </c:pt>
                <c:pt idx="334">
                  <c:v>2021-05-24</c:v>
                </c:pt>
                <c:pt idx="335">
                  <c:v>2021-05-25</c:v>
                </c:pt>
                <c:pt idx="336">
                  <c:v>2021-05-26</c:v>
                </c:pt>
                <c:pt idx="337">
                  <c:v>2021-05-27</c:v>
                </c:pt>
                <c:pt idx="338">
                  <c:v>2021-05-28</c:v>
                </c:pt>
                <c:pt idx="339">
                  <c:v>2021-05-31</c:v>
                </c:pt>
                <c:pt idx="340">
                  <c:v>2021-06-01</c:v>
                </c:pt>
                <c:pt idx="341">
                  <c:v>2021-06-02</c:v>
                </c:pt>
                <c:pt idx="342">
                  <c:v>2021-06-03</c:v>
                </c:pt>
                <c:pt idx="343">
                  <c:v>2021-06-04</c:v>
                </c:pt>
                <c:pt idx="344">
                  <c:v>2021-06-07</c:v>
                </c:pt>
                <c:pt idx="345">
                  <c:v>2021-06-08</c:v>
                </c:pt>
                <c:pt idx="346">
                  <c:v>2021-06-09</c:v>
                </c:pt>
                <c:pt idx="347">
                  <c:v>2021-06-10</c:v>
                </c:pt>
                <c:pt idx="348">
                  <c:v>2021-06-11</c:v>
                </c:pt>
                <c:pt idx="349">
                  <c:v>2021-06-15</c:v>
                </c:pt>
                <c:pt idx="350">
                  <c:v>2021-06-16</c:v>
                </c:pt>
                <c:pt idx="351">
                  <c:v>2021-06-17</c:v>
                </c:pt>
                <c:pt idx="352">
                  <c:v>2021-06-18</c:v>
                </c:pt>
                <c:pt idx="353">
                  <c:v>2021-06-21</c:v>
                </c:pt>
                <c:pt idx="354">
                  <c:v>2021-06-22</c:v>
                </c:pt>
                <c:pt idx="355">
                  <c:v>2021-06-23</c:v>
                </c:pt>
                <c:pt idx="356">
                  <c:v>2021-06-24</c:v>
                </c:pt>
                <c:pt idx="357">
                  <c:v>2021-06-25</c:v>
                </c:pt>
                <c:pt idx="358">
                  <c:v>2021-06-28</c:v>
                </c:pt>
                <c:pt idx="359">
                  <c:v>2021-06-29</c:v>
                </c:pt>
                <c:pt idx="360">
                  <c:v>2021-06-30</c:v>
                </c:pt>
                <c:pt idx="361">
                  <c:v>2021-07-01</c:v>
                </c:pt>
                <c:pt idx="362">
                  <c:v>2021-07-02</c:v>
                </c:pt>
                <c:pt idx="363">
                  <c:v>2021-07-05</c:v>
                </c:pt>
                <c:pt idx="364">
                  <c:v>2021-07-06</c:v>
                </c:pt>
                <c:pt idx="365">
                  <c:v>2021-07-07</c:v>
                </c:pt>
                <c:pt idx="366">
                  <c:v>2021-07-08</c:v>
                </c:pt>
                <c:pt idx="367">
                  <c:v>2021-07-09</c:v>
                </c:pt>
                <c:pt idx="368">
                  <c:v>2021-07-12</c:v>
                </c:pt>
                <c:pt idx="369">
                  <c:v>2021-07-13</c:v>
                </c:pt>
                <c:pt idx="370">
                  <c:v>2021-07-14</c:v>
                </c:pt>
                <c:pt idx="371">
                  <c:v>2021-07-15</c:v>
                </c:pt>
                <c:pt idx="372">
                  <c:v>2021-07-16</c:v>
                </c:pt>
                <c:pt idx="373">
                  <c:v>2021-07-19</c:v>
                </c:pt>
                <c:pt idx="374">
                  <c:v>2021-07-20</c:v>
                </c:pt>
                <c:pt idx="375">
                  <c:v>2021-07-21</c:v>
                </c:pt>
                <c:pt idx="376">
                  <c:v>2021-07-22</c:v>
                </c:pt>
                <c:pt idx="377">
                  <c:v>2021-07-23</c:v>
                </c:pt>
                <c:pt idx="378">
                  <c:v>2021-07-26</c:v>
                </c:pt>
                <c:pt idx="379">
                  <c:v>2021-07-27</c:v>
                </c:pt>
                <c:pt idx="380">
                  <c:v>2021-07-28</c:v>
                </c:pt>
                <c:pt idx="381">
                  <c:v>2021-07-29</c:v>
                </c:pt>
                <c:pt idx="382">
                  <c:v>2021-07-30</c:v>
                </c:pt>
                <c:pt idx="383">
                  <c:v>2021-08-02</c:v>
                </c:pt>
                <c:pt idx="384">
                  <c:v>2021-08-03</c:v>
                </c:pt>
                <c:pt idx="385">
                  <c:v>2021-08-04</c:v>
                </c:pt>
                <c:pt idx="386">
                  <c:v>2021-08-05</c:v>
                </c:pt>
                <c:pt idx="387">
                  <c:v>2021-08-06</c:v>
                </c:pt>
                <c:pt idx="388">
                  <c:v>2021-08-09</c:v>
                </c:pt>
                <c:pt idx="389">
                  <c:v>2021-08-10</c:v>
                </c:pt>
                <c:pt idx="390">
                  <c:v>2021-08-11</c:v>
                </c:pt>
                <c:pt idx="391">
                  <c:v>2021-08-12</c:v>
                </c:pt>
                <c:pt idx="392">
                  <c:v>2021-08-13</c:v>
                </c:pt>
                <c:pt idx="393">
                  <c:v>2021-08-16</c:v>
                </c:pt>
                <c:pt idx="394">
                  <c:v>2021-08-17</c:v>
                </c:pt>
                <c:pt idx="395">
                  <c:v>2021-08-18</c:v>
                </c:pt>
                <c:pt idx="396">
                  <c:v>2021-08-19</c:v>
                </c:pt>
                <c:pt idx="397">
                  <c:v>2021-08-20</c:v>
                </c:pt>
                <c:pt idx="398">
                  <c:v>2021-08-23</c:v>
                </c:pt>
                <c:pt idx="399">
                  <c:v>2021-08-24</c:v>
                </c:pt>
                <c:pt idx="400">
                  <c:v>2021-08-25</c:v>
                </c:pt>
                <c:pt idx="401">
                  <c:v>2021-08-26</c:v>
                </c:pt>
                <c:pt idx="402">
                  <c:v>2021-08-27</c:v>
                </c:pt>
                <c:pt idx="403">
                  <c:v>2021-08-30</c:v>
                </c:pt>
                <c:pt idx="404">
                  <c:v>2021-08-31</c:v>
                </c:pt>
                <c:pt idx="405">
                  <c:v>2021-09-01</c:v>
                </c:pt>
                <c:pt idx="406">
                  <c:v>2021-09-02</c:v>
                </c:pt>
                <c:pt idx="407">
                  <c:v>2021-09-03</c:v>
                </c:pt>
                <c:pt idx="408">
                  <c:v>2021-09-06</c:v>
                </c:pt>
                <c:pt idx="409">
                  <c:v>2021-09-07</c:v>
                </c:pt>
                <c:pt idx="410">
                  <c:v>2021-09-08</c:v>
                </c:pt>
                <c:pt idx="411">
                  <c:v>2021-09-09</c:v>
                </c:pt>
                <c:pt idx="412">
                  <c:v>2021-09-10</c:v>
                </c:pt>
                <c:pt idx="413">
                  <c:v>2021-09-13</c:v>
                </c:pt>
                <c:pt idx="414">
                  <c:v>2021-09-14</c:v>
                </c:pt>
                <c:pt idx="415">
                  <c:v>2021-09-15</c:v>
                </c:pt>
                <c:pt idx="416">
                  <c:v>2021-09-16</c:v>
                </c:pt>
                <c:pt idx="417">
                  <c:v>2021-09-17</c:v>
                </c:pt>
                <c:pt idx="418">
                  <c:v>2021-09-22</c:v>
                </c:pt>
                <c:pt idx="419">
                  <c:v>2021-09-23</c:v>
                </c:pt>
                <c:pt idx="420">
                  <c:v>2021-09-24</c:v>
                </c:pt>
                <c:pt idx="421">
                  <c:v>2021-09-27</c:v>
                </c:pt>
                <c:pt idx="422">
                  <c:v>2021-09-28</c:v>
                </c:pt>
                <c:pt idx="423">
                  <c:v>2021-09-29</c:v>
                </c:pt>
                <c:pt idx="424">
                  <c:v>2021-09-30</c:v>
                </c:pt>
                <c:pt idx="425">
                  <c:v>2021-10-08</c:v>
                </c:pt>
                <c:pt idx="426">
                  <c:v>2021-10-11</c:v>
                </c:pt>
                <c:pt idx="427">
                  <c:v>2021-10-12</c:v>
                </c:pt>
                <c:pt idx="428">
                  <c:v>2021-10-13</c:v>
                </c:pt>
                <c:pt idx="429">
                  <c:v>2021-10-14</c:v>
                </c:pt>
                <c:pt idx="430">
                  <c:v>2021-10-15</c:v>
                </c:pt>
                <c:pt idx="431">
                  <c:v>2021-10-18</c:v>
                </c:pt>
                <c:pt idx="432">
                  <c:v>2021-10-19</c:v>
                </c:pt>
                <c:pt idx="433">
                  <c:v>2021-10-20</c:v>
                </c:pt>
                <c:pt idx="434">
                  <c:v>2021-10-21</c:v>
                </c:pt>
                <c:pt idx="435">
                  <c:v>2021-10-22</c:v>
                </c:pt>
                <c:pt idx="436">
                  <c:v>2021-10-25</c:v>
                </c:pt>
                <c:pt idx="437">
                  <c:v>2021-10-26</c:v>
                </c:pt>
                <c:pt idx="438">
                  <c:v>2021-10-27</c:v>
                </c:pt>
                <c:pt idx="439">
                  <c:v>2021-10-28</c:v>
                </c:pt>
                <c:pt idx="440">
                  <c:v>2021-10-29</c:v>
                </c:pt>
                <c:pt idx="441">
                  <c:v>2021-11-01</c:v>
                </c:pt>
                <c:pt idx="442">
                  <c:v>2021-11-02</c:v>
                </c:pt>
                <c:pt idx="443">
                  <c:v>2021-11-03</c:v>
                </c:pt>
                <c:pt idx="444">
                  <c:v>2021-11-04</c:v>
                </c:pt>
                <c:pt idx="445">
                  <c:v>2021-11-05</c:v>
                </c:pt>
                <c:pt idx="446">
                  <c:v>2021-11-08</c:v>
                </c:pt>
                <c:pt idx="447">
                  <c:v>2021-11-09</c:v>
                </c:pt>
                <c:pt idx="448">
                  <c:v>2021-11-10</c:v>
                </c:pt>
                <c:pt idx="449">
                  <c:v>2021-11-11</c:v>
                </c:pt>
                <c:pt idx="450">
                  <c:v>2021-11-12</c:v>
                </c:pt>
                <c:pt idx="451">
                  <c:v>2021-11-15</c:v>
                </c:pt>
                <c:pt idx="452">
                  <c:v>2021-11-16</c:v>
                </c:pt>
                <c:pt idx="453">
                  <c:v>2021-11-17</c:v>
                </c:pt>
                <c:pt idx="454">
                  <c:v>2021-11-18</c:v>
                </c:pt>
                <c:pt idx="455">
                  <c:v>2021-11-19</c:v>
                </c:pt>
                <c:pt idx="456">
                  <c:v>2021-11-22</c:v>
                </c:pt>
                <c:pt idx="457">
                  <c:v>2021-11-23</c:v>
                </c:pt>
                <c:pt idx="458">
                  <c:v>2021-11-24</c:v>
                </c:pt>
                <c:pt idx="459">
                  <c:v>2021-11-25</c:v>
                </c:pt>
                <c:pt idx="460">
                  <c:v>2021-11-26</c:v>
                </c:pt>
                <c:pt idx="461">
                  <c:v>2021-11-29</c:v>
                </c:pt>
                <c:pt idx="462">
                  <c:v>2021-11-30</c:v>
                </c:pt>
                <c:pt idx="463">
                  <c:v>2021-12-01</c:v>
                </c:pt>
                <c:pt idx="464">
                  <c:v>2021-12-02</c:v>
                </c:pt>
                <c:pt idx="465">
                  <c:v>2021-12-03</c:v>
                </c:pt>
                <c:pt idx="466">
                  <c:v>2021-12-06</c:v>
                </c:pt>
                <c:pt idx="467">
                  <c:v>2021-12-07</c:v>
                </c:pt>
                <c:pt idx="468">
                  <c:v>2021-12-08</c:v>
                </c:pt>
                <c:pt idx="469">
                  <c:v>2021-12-09</c:v>
                </c:pt>
                <c:pt idx="470">
                  <c:v>2021-12-10</c:v>
                </c:pt>
                <c:pt idx="471">
                  <c:v>2021-12-13</c:v>
                </c:pt>
                <c:pt idx="472">
                  <c:v>2021-12-14</c:v>
                </c:pt>
                <c:pt idx="473">
                  <c:v>2021-12-15</c:v>
                </c:pt>
                <c:pt idx="474">
                  <c:v>2021-12-16</c:v>
                </c:pt>
                <c:pt idx="475">
                  <c:v>2021-12-17</c:v>
                </c:pt>
                <c:pt idx="476">
                  <c:v>2021-12-20</c:v>
                </c:pt>
                <c:pt idx="477">
                  <c:v>2021-12-21</c:v>
                </c:pt>
                <c:pt idx="478">
                  <c:v>2021-12-22</c:v>
                </c:pt>
                <c:pt idx="479">
                  <c:v>2021-12-23</c:v>
                </c:pt>
                <c:pt idx="480">
                  <c:v>2021-12-24</c:v>
                </c:pt>
                <c:pt idx="481">
                  <c:v>2021-12-27</c:v>
                </c:pt>
                <c:pt idx="482">
                  <c:v>2021-12-28</c:v>
                </c:pt>
                <c:pt idx="483">
                  <c:v>2021-12-29</c:v>
                </c:pt>
                <c:pt idx="484">
                  <c:v>2021-12-30</c:v>
                </c:pt>
                <c:pt idx="485">
                  <c:v>2021-12-31</c:v>
                </c:pt>
                <c:pt idx="486">
                  <c:v>2022-01-04</c:v>
                </c:pt>
                <c:pt idx="487">
                  <c:v>2022-01-05</c:v>
                </c:pt>
                <c:pt idx="488">
                  <c:v>2022-01-06</c:v>
                </c:pt>
                <c:pt idx="489">
                  <c:v>2022-01-07</c:v>
                </c:pt>
                <c:pt idx="490">
                  <c:v>2022-01-10</c:v>
                </c:pt>
                <c:pt idx="491">
                  <c:v>2022-01-11</c:v>
                </c:pt>
                <c:pt idx="492">
                  <c:v>2022-01-12</c:v>
                </c:pt>
                <c:pt idx="493">
                  <c:v>2022-01-13</c:v>
                </c:pt>
                <c:pt idx="494">
                  <c:v>2022-01-14</c:v>
                </c:pt>
                <c:pt idx="495">
                  <c:v>2022-01-17</c:v>
                </c:pt>
                <c:pt idx="496">
                  <c:v>2022-01-18</c:v>
                </c:pt>
                <c:pt idx="497">
                  <c:v>2022-01-19</c:v>
                </c:pt>
                <c:pt idx="498">
                  <c:v>2022-01-20</c:v>
                </c:pt>
                <c:pt idx="499">
                  <c:v>2022-01-21</c:v>
                </c:pt>
                <c:pt idx="500">
                  <c:v>2022-01-24</c:v>
                </c:pt>
                <c:pt idx="501">
                  <c:v>2022-01-25</c:v>
                </c:pt>
                <c:pt idx="502">
                  <c:v>2022-01-26</c:v>
                </c:pt>
                <c:pt idx="503">
                  <c:v>2022-01-27</c:v>
                </c:pt>
                <c:pt idx="504">
                  <c:v>2022-01-28</c:v>
                </c:pt>
                <c:pt idx="505">
                  <c:v>2022-02-07</c:v>
                </c:pt>
                <c:pt idx="506">
                  <c:v>2022-02-08</c:v>
                </c:pt>
                <c:pt idx="507">
                  <c:v>2022-02-09</c:v>
                </c:pt>
                <c:pt idx="508">
                  <c:v>2022-02-10</c:v>
                </c:pt>
                <c:pt idx="509">
                  <c:v>2022-02-11</c:v>
                </c:pt>
                <c:pt idx="510">
                  <c:v>2022-02-14</c:v>
                </c:pt>
                <c:pt idx="511">
                  <c:v>2022-02-15</c:v>
                </c:pt>
                <c:pt idx="512">
                  <c:v>2022-02-16</c:v>
                </c:pt>
                <c:pt idx="513">
                  <c:v>2022-02-17</c:v>
                </c:pt>
                <c:pt idx="514">
                  <c:v>2022-02-18</c:v>
                </c:pt>
                <c:pt idx="515">
                  <c:v>2022-02-21</c:v>
                </c:pt>
                <c:pt idx="516">
                  <c:v>2022-02-22</c:v>
                </c:pt>
                <c:pt idx="517">
                  <c:v>2022-02-23</c:v>
                </c:pt>
                <c:pt idx="518">
                  <c:v>2022-02-24</c:v>
                </c:pt>
                <c:pt idx="519">
                  <c:v>2022-02-25</c:v>
                </c:pt>
                <c:pt idx="520">
                  <c:v>2022-02-28</c:v>
                </c:pt>
                <c:pt idx="521">
                  <c:v>2022-03-01</c:v>
                </c:pt>
                <c:pt idx="522">
                  <c:v>2022-03-02</c:v>
                </c:pt>
                <c:pt idx="523">
                  <c:v>2022-03-03</c:v>
                </c:pt>
                <c:pt idx="524">
                  <c:v>2022-03-04</c:v>
                </c:pt>
                <c:pt idx="525">
                  <c:v>2022-03-07</c:v>
                </c:pt>
                <c:pt idx="526">
                  <c:v>2022-03-08</c:v>
                </c:pt>
                <c:pt idx="527">
                  <c:v>2022-03-09</c:v>
                </c:pt>
                <c:pt idx="528">
                  <c:v>2022-03-10</c:v>
                </c:pt>
                <c:pt idx="529">
                  <c:v>2022-03-11</c:v>
                </c:pt>
                <c:pt idx="530">
                  <c:v>2022-03-14</c:v>
                </c:pt>
                <c:pt idx="531">
                  <c:v>2022-03-15</c:v>
                </c:pt>
                <c:pt idx="532">
                  <c:v>2022-03-16</c:v>
                </c:pt>
                <c:pt idx="533">
                  <c:v>2022-03-17</c:v>
                </c:pt>
                <c:pt idx="534">
                  <c:v>2022-03-18</c:v>
                </c:pt>
                <c:pt idx="535">
                  <c:v>2022-03-21</c:v>
                </c:pt>
                <c:pt idx="536">
                  <c:v>2022-03-22</c:v>
                </c:pt>
                <c:pt idx="537">
                  <c:v>2022-03-23</c:v>
                </c:pt>
                <c:pt idx="538">
                  <c:v>2022-03-24</c:v>
                </c:pt>
                <c:pt idx="539">
                  <c:v>2022-03-25</c:v>
                </c:pt>
                <c:pt idx="540">
                  <c:v>2022-03-28</c:v>
                </c:pt>
                <c:pt idx="541">
                  <c:v>2022-03-29</c:v>
                </c:pt>
                <c:pt idx="542">
                  <c:v>2022-03-30</c:v>
                </c:pt>
                <c:pt idx="543">
                  <c:v>2022-03-31</c:v>
                </c:pt>
                <c:pt idx="544">
                  <c:v>2022-04-01</c:v>
                </c:pt>
                <c:pt idx="545">
                  <c:v>2022-04-06</c:v>
                </c:pt>
                <c:pt idx="546">
                  <c:v>2022-04-07</c:v>
                </c:pt>
                <c:pt idx="547">
                  <c:v>2022-04-08</c:v>
                </c:pt>
                <c:pt idx="548">
                  <c:v>2022-04-11</c:v>
                </c:pt>
                <c:pt idx="549">
                  <c:v>2022-04-12</c:v>
                </c:pt>
                <c:pt idx="550">
                  <c:v>2022-04-13</c:v>
                </c:pt>
                <c:pt idx="551">
                  <c:v>2022-04-14</c:v>
                </c:pt>
                <c:pt idx="552">
                  <c:v>2022-04-15</c:v>
                </c:pt>
                <c:pt idx="553">
                  <c:v>2022-04-18</c:v>
                </c:pt>
                <c:pt idx="554">
                  <c:v>2022-04-19</c:v>
                </c:pt>
                <c:pt idx="555">
                  <c:v>2022-04-20</c:v>
                </c:pt>
                <c:pt idx="556">
                  <c:v>2022-04-21</c:v>
                </c:pt>
                <c:pt idx="557">
                  <c:v>2022-04-22</c:v>
                </c:pt>
                <c:pt idx="558">
                  <c:v>2022-04-25</c:v>
                </c:pt>
                <c:pt idx="559">
                  <c:v>2022-04-26</c:v>
                </c:pt>
                <c:pt idx="560">
                  <c:v>2022-04-27</c:v>
                </c:pt>
                <c:pt idx="561">
                  <c:v>2022-04-28</c:v>
                </c:pt>
                <c:pt idx="562">
                  <c:v>2022-04-29</c:v>
                </c:pt>
                <c:pt idx="563">
                  <c:v>2022-05-05</c:v>
                </c:pt>
                <c:pt idx="564">
                  <c:v>2022-05-06</c:v>
                </c:pt>
                <c:pt idx="565">
                  <c:v>2022-05-09</c:v>
                </c:pt>
                <c:pt idx="566">
                  <c:v>2022-05-10</c:v>
                </c:pt>
                <c:pt idx="567">
                  <c:v>2022-05-11</c:v>
                </c:pt>
                <c:pt idx="568">
                  <c:v>2022-05-12</c:v>
                </c:pt>
                <c:pt idx="569">
                  <c:v>2022-05-13</c:v>
                </c:pt>
                <c:pt idx="570">
                  <c:v>2022-05-16</c:v>
                </c:pt>
                <c:pt idx="571">
                  <c:v>2022-05-17</c:v>
                </c:pt>
                <c:pt idx="572">
                  <c:v>2022-05-18</c:v>
                </c:pt>
                <c:pt idx="573">
                  <c:v>2022-05-19</c:v>
                </c:pt>
                <c:pt idx="574">
                  <c:v>2022-05-20</c:v>
                </c:pt>
                <c:pt idx="575">
                  <c:v>2022-05-23</c:v>
                </c:pt>
                <c:pt idx="576">
                  <c:v>2022-05-24</c:v>
                </c:pt>
                <c:pt idx="577">
                  <c:v>2022-05-25</c:v>
                </c:pt>
                <c:pt idx="578">
                  <c:v>2022-05-26</c:v>
                </c:pt>
                <c:pt idx="579">
                  <c:v>2022-05-27</c:v>
                </c:pt>
                <c:pt idx="580">
                  <c:v>2022-05-30</c:v>
                </c:pt>
                <c:pt idx="581">
                  <c:v>2022-05-31</c:v>
                </c:pt>
                <c:pt idx="582">
                  <c:v>2022-06-01</c:v>
                </c:pt>
                <c:pt idx="583">
                  <c:v>2022-06-02</c:v>
                </c:pt>
                <c:pt idx="584">
                  <c:v>2022-06-06</c:v>
                </c:pt>
                <c:pt idx="585">
                  <c:v>2022-06-07</c:v>
                </c:pt>
                <c:pt idx="586">
                  <c:v>2022-06-08</c:v>
                </c:pt>
                <c:pt idx="587">
                  <c:v>2022-06-09</c:v>
                </c:pt>
                <c:pt idx="588">
                  <c:v>2022-06-10</c:v>
                </c:pt>
                <c:pt idx="589">
                  <c:v>2022-06-13</c:v>
                </c:pt>
                <c:pt idx="590">
                  <c:v>2022-06-14</c:v>
                </c:pt>
                <c:pt idx="591">
                  <c:v>2022-06-15</c:v>
                </c:pt>
                <c:pt idx="592">
                  <c:v>2022-06-16</c:v>
                </c:pt>
                <c:pt idx="593">
                  <c:v>2022-06-17</c:v>
                </c:pt>
                <c:pt idx="594">
                  <c:v>2022-06-20</c:v>
                </c:pt>
                <c:pt idx="595">
                  <c:v>2022-06-21</c:v>
                </c:pt>
                <c:pt idx="596">
                  <c:v>2022-06-22</c:v>
                </c:pt>
                <c:pt idx="597">
                  <c:v>2022-06-23</c:v>
                </c:pt>
                <c:pt idx="598">
                  <c:v>2022-06-24</c:v>
                </c:pt>
                <c:pt idx="599">
                  <c:v>2022-06-27</c:v>
                </c:pt>
                <c:pt idx="600">
                  <c:v>2022-06-28</c:v>
                </c:pt>
                <c:pt idx="601">
                  <c:v>2022-06-29</c:v>
                </c:pt>
                <c:pt idx="602">
                  <c:v>2022-06-30</c:v>
                </c:pt>
                <c:pt idx="603">
                  <c:v>2022-07-01</c:v>
                </c:pt>
                <c:pt idx="604">
                  <c:v>2022-07-04</c:v>
                </c:pt>
                <c:pt idx="605">
                  <c:v>2022-07-05</c:v>
                </c:pt>
                <c:pt idx="606">
                  <c:v>2022-07-06</c:v>
                </c:pt>
                <c:pt idx="607">
                  <c:v>2022-07-07</c:v>
                </c:pt>
                <c:pt idx="608">
                  <c:v>2022-07-08</c:v>
                </c:pt>
                <c:pt idx="609">
                  <c:v>2022-07-11</c:v>
                </c:pt>
                <c:pt idx="610">
                  <c:v>2022-07-12</c:v>
                </c:pt>
                <c:pt idx="611">
                  <c:v>2022-07-13</c:v>
                </c:pt>
                <c:pt idx="612">
                  <c:v>2022-07-14</c:v>
                </c:pt>
                <c:pt idx="613">
                  <c:v>2022-07-15</c:v>
                </c:pt>
                <c:pt idx="614">
                  <c:v>2022-07-18</c:v>
                </c:pt>
                <c:pt idx="615">
                  <c:v>2022-07-19</c:v>
                </c:pt>
                <c:pt idx="616">
                  <c:v>2022-07-20</c:v>
                </c:pt>
                <c:pt idx="617">
                  <c:v>2022-07-21</c:v>
                </c:pt>
                <c:pt idx="618">
                  <c:v>2022-07-22</c:v>
                </c:pt>
                <c:pt idx="619">
                  <c:v>2022-07-25</c:v>
                </c:pt>
                <c:pt idx="620">
                  <c:v>2022-07-26</c:v>
                </c:pt>
                <c:pt idx="621">
                  <c:v>2022-07-27</c:v>
                </c:pt>
                <c:pt idx="622">
                  <c:v>2022-07-28</c:v>
                </c:pt>
                <c:pt idx="623">
                  <c:v>2022-07-29</c:v>
                </c:pt>
                <c:pt idx="624">
                  <c:v>2022-08-01</c:v>
                </c:pt>
                <c:pt idx="625">
                  <c:v>2022-08-02</c:v>
                </c:pt>
                <c:pt idx="626">
                  <c:v>2022-08-03</c:v>
                </c:pt>
                <c:pt idx="627">
                  <c:v>2022-08-04</c:v>
                </c:pt>
                <c:pt idx="628">
                  <c:v>2022-08-05</c:v>
                </c:pt>
                <c:pt idx="629">
                  <c:v>2022-08-08</c:v>
                </c:pt>
                <c:pt idx="630">
                  <c:v>2022-08-09</c:v>
                </c:pt>
                <c:pt idx="631">
                  <c:v>2022-08-10</c:v>
                </c:pt>
                <c:pt idx="632">
                  <c:v>2022-08-11</c:v>
                </c:pt>
                <c:pt idx="633">
                  <c:v>2022-08-12</c:v>
                </c:pt>
                <c:pt idx="634">
                  <c:v>2022-08-15</c:v>
                </c:pt>
                <c:pt idx="635">
                  <c:v>2022-08-16</c:v>
                </c:pt>
                <c:pt idx="636">
                  <c:v>2022-08-17</c:v>
                </c:pt>
                <c:pt idx="637">
                  <c:v>2022-08-18</c:v>
                </c:pt>
                <c:pt idx="638">
                  <c:v>2022-08-19</c:v>
                </c:pt>
                <c:pt idx="639">
                  <c:v>2022-08-22</c:v>
                </c:pt>
                <c:pt idx="640">
                  <c:v>2022-08-23</c:v>
                </c:pt>
                <c:pt idx="641">
                  <c:v>2022-08-24</c:v>
                </c:pt>
                <c:pt idx="642">
                  <c:v>2022-08-25</c:v>
                </c:pt>
                <c:pt idx="643">
                  <c:v>2022-08-26</c:v>
                </c:pt>
                <c:pt idx="644">
                  <c:v>2022-08-29</c:v>
                </c:pt>
                <c:pt idx="645">
                  <c:v>2022-08-30</c:v>
                </c:pt>
                <c:pt idx="646">
                  <c:v>2022-08-31</c:v>
                </c:pt>
                <c:pt idx="647">
                  <c:v>2022-09-01</c:v>
                </c:pt>
                <c:pt idx="648">
                  <c:v>2022-09-02</c:v>
                </c:pt>
                <c:pt idx="649">
                  <c:v>2022-09-05</c:v>
                </c:pt>
                <c:pt idx="650">
                  <c:v>2022-09-06</c:v>
                </c:pt>
                <c:pt idx="651">
                  <c:v>2022-09-07</c:v>
                </c:pt>
                <c:pt idx="652">
                  <c:v>2022-09-08</c:v>
                </c:pt>
                <c:pt idx="653">
                  <c:v>2022-09-09</c:v>
                </c:pt>
                <c:pt idx="654">
                  <c:v>2022-09-13</c:v>
                </c:pt>
                <c:pt idx="655">
                  <c:v>2022-09-14</c:v>
                </c:pt>
                <c:pt idx="656">
                  <c:v>2022-09-15</c:v>
                </c:pt>
                <c:pt idx="657">
                  <c:v>2022-09-16</c:v>
                </c:pt>
                <c:pt idx="658">
                  <c:v>2022-09-19</c:v>
                </c:pt>
                <c:pt idx="659">
                  <c:v>2022-09-20</c:v>
                </c:pt>
                <c:pt idx="660">
                  <c:v>2022-09-21</c:v>
                </c:pt>
                <c:pt idx="661">
                  <c:v>2022-09-22</c:v>
                </c:pt>
                <c:pt idx="662">
                  <c:v>2022-09-23</c:v>
                </c:pt>
                <c:pt idx="663">
                  <c:v>2022-09-26</c:v>
                </c:pt>
                <c:pt idx="664">
                  <c:v>2022-09-27</c:v>
                </c:pt>
                <c:pt idx="665">
                  <c:v>2022-09-28</c:v>
                </c:pt>
                <c:pt idx="666">
                  <c:v>2022-09-29</c:v>
                </c:pt>
                <c:pt idx="667">
                  <c:v>2022-09-30</c:v>
                </c:pt>
                <c:pt idx="668">
                  <c:v>2022-10-10</c:v>
                </c:pt>
                <c:pt idx="669">
                  <c:v>2022-10-11</c:v>
                </c:pt>
                <c:pt idx="670">
                  <c:v>2022-10-12</c:v>
                </c:pt>
                <c:pt idx="671">
                  <c:v>2022-10-13</c:v>
                </c:pt>
                <c:pt idx="672">
                  <c:v>2022-10-14</c:v>
                </c:pt>
                <c:pt idx="673">
                  <c:v>2022-10-17</c:v>
                </c:pt>
                <c:pt idx="674">
                  <c:v>2022-10-18</c:v>
                </c:pt>
                <c:pt idx="675">
                  <c:v>2022-10-19</c:v>
                </c:pt>
                <c:pt idx="676">
                  <c:v>2022-10-20</c:v>
                </c:pt>
                <c:pt idx="677">
                  <c:v>2022-10-21</c:v>
                </c:pt>
                <c:pt idx="678">
                  <c:v>2022-10-24</c:v>
                </c:pt>
                <c:pt idx="679">
                  <c:v>2022-10-25</c:v>
                </c:pt>
                <c:pt idx="680">
                  <c:v>2022-10-26</c:v>
                </c:pt>
                <c:pt idx="681">
                  <c:v>2022-10-27</c:v>
                </c:pt>
                <c:pt idx="682">
                  <c:v>2022-10-28</c:v>
                </c:pt>
                <c:pt idx="683">
                  <c:v>2022-10-31</c:v>
                </c:pt>
                <c:pt idx="684">
                  <c:v>2022-11-01</c:v>
                </c:pt>
                <c:pt idx="685">
                  <c:v>2022-11-02</c:v>
                </c:pt>
                <c:pt idx="686">
                  <c:v>2022-11-03</c:v>
                </c:pt>
                <c:pt idx="687">
                  <c:v>2022-11-04</c:v>
                </c:pt>
                <c:pt idx="688">
                  <c:v>2022-11-07</c:v>
                </c:pt>
                <c:pt idx="689">
                  <c:v>2022-11-08</c:v>
                </c:pt>
                <c:pt idx="690">
                  <c:v>2022-11-09</c:v>
                </c:pt>
                <c:pt idx="691">
                  <c:v>2022-11-10</c:v>
                </c:pt>
                <c:pt idx="692">
                  <c:v>2022-11-11</c:v>
                </c:pt>
                <c:pt idx="693">
                  <c:v>2022-11-14</c:v>
                </c:pt>
                <c:pt idx="694">
                  <c:v>2022-11-15</c:v>
                </c:pt>
                <c:pt idx="695">
                  <c:v>2022-11-16</c:v>
                </c:pt>
                <c:pt idx="696">
                  <c:v>2022-11-17</c:v>
                </c:pt>
                <c:pt idx="697">
                  <c:v>2022-11-18</c:v>
                </c:pt>
                <c:pt idx="698">
                  <c:v>2022-11-21</c:v>
                </c:pt>
                <c:pt idx="699">
                  <c:v>2022-11-22</c:v>
                </c:pt>
                <c:pt idx="700">
                  <c:v>2022-11-23</c:v>
                </c:pt>
                <c:pt idx="701">
                  <c:v>2022-11-24</c:v>
                </c:pt>
                <c:pt idx="702">
                  <c:v>2022-11-25</c:v>
                </c:pt>
                <c:pt idx="703">
                  <c:v>2022-11-28</c:v>
                </c:pt>
                <c:pt idx="704">
                  <c:v>2022-11-29</c:v>
                </c:pt>
                <c:pt idx="705">
                  <c:v>2022-11-30</c:v>
                </c:pt>
                <c:pt idx="706">
                  <c:v>2022-12-01</c:v>
                </c:pt>
                <c:pt idx="707">
                  <c:v>2022-12-02</c:v>
                </c:pt>
                <c:pt idx="708">
                  <c:v>2022-12-05</c:v>
                </c:pt>
                <c:pt idx="709">
                  <c:v>2022-12-06</c:v>
                </c:pt>
                <c:pt idx="710">
                  <c:v>2022-12-07</c:v>
                </c:pt>
                <c:pt idx="711">
                  <c:v>2022-12-08</c:v>
                </c:pt>
                <c:pt idx="712">
                  <c:v>2022-12-09</c:v>
                </c:pt>
                <c:pt idx="713">
                  <c:v>2022-12-12</c:v>
                </c:pt>
                <c:pt idx="714">
                  <c:v>2022-12-13</c:v>
                </c:pt>
                <c:pt idx="715">
                  <c:v>2022-12-14</c:v>
                </c:pt>
                <c:pt idx="716">
                  <c:v>2022-12-15</c:v>
                </c:pt>
                <c:pt idx="717">
                  <c:v>2022-12-16</c:v>
                </c:pt>
                <c:pt idx="718">
                  <c:v>2022-12-19</c:v>
                </c:pt>
                <c:pt idx="719">
                  <c:v>2022-12-20</c:v>
                </c:pt>
                <c:pt idx="720">
                  <c:v>2022-12-21</c:v>
                </c:pt>
                <c:pt idx="721">
                  <c:v>2022-12-22</c:v>
                </c:pt>
                <c:pt idx="722">
                  <c:v>2022-12-23</c:v>
                </c:pt>
                <c:pt idx="723">
                  <c:v>2022-12-26</c:v>
                </c:pt>
                <c:pt idx="724">
                  <c:v>2022-12-27</c:v>
                </c:pt>
                <c:pt idx="725">
                  <c:v>2022-12-28</c:v>
                </c:pt>
                <c:pt idx="726">
                  <c:v>2022-12-29</c:v>
                </c:pt>
                <c:pt idx="727">
                  <c:v>2022-12-30</c:v>
                </c:pt>
                <c:pt idx="728">
                  <c:v>2023-01-03</c:v>
                </c:pt>
                <c:pt idx="729">
                  <c:v>2023-01-04</c:v>
                </c:pt>
                <c:pt idx="730">
                  <c:v>2023-01-05</c:v>
                </c:pt>
                <c:pt idx="731">
                  <c:v>2023-01-06</c:v>
                </c:pt>
                <c:pt idx="732">
                  <c:v>2023-01-09</c:v>
                </c:pt>
                <c:pt idx="733">
                  <c:v>2023-01-10</c:v>
                </c:pt>
                <c:pt idx="734">
                  <c:v>2023-01-11</c:v>
                </c:pt>
                <c:pt idx="735">
                  <c:v>2023-01-12</c:v>
                </c:pt>
                <c:pt idx="736">
                  <c:v>2023-01-13</c:v>
                </c:pt>
                <c:pt idx="737">
                  <c:v>2023-01-16</c:v>
                </c:pt>
                <c:pt idx="738">
                  <c:v>2023-01-17</c:v>
                </c:pt>
                <c:pt idx="739">
                  <c:v>2023-01-18</c:v>
                </c:pt>
                <c:pt idx="740">
                  <c:v>2023-01-19</c:v>
                </c:pt>
                <c:pt idx="741">
                  <c:v>2023-01-20</c:v>
                </c:pt>
                <c:pt idx="742">
                  <c:v>2023-01-30</c:v>
                </c:pt>
                <c:pt idx="743">
                  <c:v>2023-01-31</c:v>
                </c:pt>
                <c:pt idx="744">
                  <c:v>2023-02-01</c:v>
                </c:pt>
                <c:pt idx="745">
                  <c:v>2023-02-02</c:v>
                </c:pt>
                <c:pt idx="746">
                  <c:v>2023-02-03</c:v>
                </c:pt>
                <c:pt idx="747">
                  <c:v>2023-02-06</c:v>
                </c:pt>
                <c:pt idx="748">
                  <c:v>2023-02-07</c:v>
                </c:pt>
                <c:pt idx="749">
                  <c:v>2023-02-08</c:v>
                </c:pt>
                <c:pt idx="750">
                  <c:v>2023-02-09</c:v>
                </c:pt>
                <c:pt idx="751">
                  <c:v>2023-02-10</c:v>
                </c:pt>
                <c:pt idx="752">
                  <c:v>2023-02-13</c:v>
                </c:pt>
                <c:pt idx="753">
                  <c:v>2023-02-14</c:v>
                </c:pt>
                <c:pt idx="754">
                  <c:v>2023-02-15</c:v>
                </c:pt>
                <c:pt idx="755">
                  <c:v>2023-02-16</c:v>
                </c:pt>
                <c:pt idx="756">
                  <c:v>2023-02-17</c:v>
                </c:pt>
                <c:pt idx="757">
                  <c:v>2023-02-20</c:v>
                </c:pt>
                <c:pt idx="758">
                  <c:v>2023-02-21</c:v>
                </c:pt>
                <c:pt idx="759">
                  <c:v>2023-02-22</c:v>
                </c:pt>
                <c:pt idx="760">
                  <c:v>2023-02-23</c:v>
                </c:pt>
                <c:pt idx="761">
                  <c:v>2023-02-24</c:v>
                </c:pt>
                <c:pt idx="762">
                  <c:v>2023-02-27</c:v>
                </c:pt>
                <c:pt idx="763">
                  <c:v>2023-02-28</c:v>
                </c:pt>
                <c:pt idx="764">
                  <c:v>2023-03-01</c:v>
                </c:pt>
                <c:pt idx="765">
                  <c:v>2023-03-02</c:v>
                </c:pt>
                <c:pt idx="766">
                  <c:v>2023-03-03</c:v>
                </c:pt>
                <c:pt idx="767">
                  <c:v>2023-03-06</c:v>
                </c:pt>
                <c:pt idx="768">
                  <c:v>2023-03-07</c:v>
                </c:pt>
                <c:pt idx="769">
                  <c:v>2023-03-08</c:v>
                </c:pt>
                <c:pt idx="770">
                  <c:v>2023-03-09</c:v>
                </c:pt>
                <c:pt idx="771">
                  <c:v>2023-03-10</c:v>
                </c:pt>
                <c:pt idx="772">
                  <c:v>2023-03-13</c:v>
                </c:pt>
                <c:pt idx="773">
                  <c:v>2023-03-14</c:v>
                </c:pt>
                <c:pt idx="774">
                  <c:v>2023-03-15</c:v>
                </c:pt>
                <c:pt idx="775">
                  <c:v>2023-03-16</c:v>
                </c:pt>
                <c:pt idx="776">
                  <c:v>2023-03-17</c:v>
                </c:pt>
                <c:pt idx="777">
                  <c:v>2023-03-20</c:v>
                </c:pt>
                <c:pt idx="778">
                  <c:v>2023-03-21</c:v>
                </c:pt>
                <c:pt idx="779">
                  <c:v>2023-03-22</c:v>
                </c:pt>
                <c:pt idx="780">
                  <c:v>2023-03-23</c:v>
                </c:pt>
                <c:pt idx="781">
                  <c:v>2023-03-24</c:v>
                </c:pt>
                <c:pt idx="782">
                  <c:v>2023-03-27</c:v>
                </c:pt>
                <c:pt idx="783">
                  <c:v>2023-03-28</c:v>
                </c:pt>
                <c:pt idx="784">
                  <c:v>2023-03-29</c:v>
                </c:pt>
                <c:pt idx="785">
                  <c:v>2023-03-30</c:v>
                </c:pt>
                <c:pt idx="786">
                  <c:v>2023-03-31</c:v>
                </c:pt>
                <c:pt idx="787">
                  <c:v>2023-04-03</c:v>
                </c:pt>
                <c:pt idx="788">
                  <c:v>2023-04-04</c:v>
                </c:pt>
                <c:pt idx="789">
                  <c:v>2023-04-06</c:v>
                </c:pt>
                <c:pt idx="790">
                  <c:v>2023-04-07</c:v>
                </c:pt>
                <c:pt idx="791">
                  <c:v>2023-04-10</c:v>
                </c:pt>
                <c:pt idx="792">
                  <c:v>2023-04-11</c:v>
                </c:pt>
                <c:pt idx="793">
                  <c:v>2023-04-12</c:v>
                </c:pt>
                <c:pt idx="794">
                  <c:v>2023-04-13</c:v>
                </c:pt>
                <c:pt idx="795">
                  <c:v>2023-04-14</c:v>
                </c:pt>
                <c:pt idx="796">
                  <c:v>2023-04-17</c:v>
                </c:pt>
                <c:pt idx="797">
                  <c:v>2023-04-18</c:v>
                </c:pt>
                <c:pt idx="798">
                  <c:v>2023-04-19</c:v>
                </c:pt>
                <c:pt idx="799">
                  <c:v>2023-04-20</c:v>
                </c:pt>
                <c:pt idx="800">
                  <c:v>2023-04-21</c:v>
                </c:pt>
                <c:pt idx="801">
                  <c:v>2023-04-24</c:v>
                </c:pt>
                <c:pt idx="802">
                  <c:v>2023-04-25</c:v>
                </c:pt>
                <c:pt idx="803">
                  <c:v>2023-04-26</c:v>
                </c:pt>
                <c:pt idx="804">
                  <c:v>2023-04-27</c:v>
                </c:pt>
                <c:pt idx="805">
                  <c:v>2023-04-28</c:v>
                </c:pt>
                <c:pt idx="806">
                  <c:v>2023-05-04</c:v>
                </c:pt>
                <c:pt idx="807">
                  <c:v>2023-05-05</c:v>
                </c:pt>
                <c:pt idx="808">
                  <c:v>2023-05-08</c:v>
                </c:pt>
                <c:pt idx="809">
                  <c:v>2023-05-09</c:v>
                </c:pt>
                <c:pt idx="810">
                  <c:v>2023-05-10</c:v>
                </c:pt>
                <c:pt idx="811">
                  <c:v>2023-05-11</c:v>
                </c:pt>
                <c:pt idx="812">
                  <c:v>2023-05-12</c:v>
                </c:pt>
                <c:pt idx="813">
                  <c:v>2023-05-15</c:v>
                </c:pt>
                <c:pt idx="814">
                  <c:v>2023-05-16</c:v>
                </c:pt>
                <c:pt idx="815">
                  <c:v>2023-05-17</c:v>
                </c:pt>
                <c:pt idx="816">
                  <c:v>2023-05-18</c:v>
                </c:pt>
                <c:pt idx="817">
                  <c:v>2023-05-19</c:v>
                </c:pt>
                <c:pt idx="818">
                  <c:v>2023-05-22</c:v>
                </c:pt>
                <c:pt idx="819">
                  <c:v>2023-05-23</c:v>
                </c:pt>
                <c:pt idx="820">
                  <c:v>2023-05-24</c:v>
                </c:pt>
                <c:pt idx="821">
                  <c:v>2023-05-25</c:v>
                </c:pt>
                <c:pt idx="822">
                  <c:v>2023-05-26</c:v>
                </c:pt>
                <c:pt idx="823">
                  <c:v>2023-05-29</c:v>
                </c:pt>
                <c:pt idx="824">
                  <c:v>2023-05-30</c:v>
                </c:pt>
                <c:pt idx="825">
                  <c:v>2023-05-31</c:v>
                </c:pt>
                <c:pt idx="826">
                  <c:v>2023-06-01</c:v>
                </c:pt>
                <c:pt idx="827">
                  <c:v>2023-06-02</c:v>
                </c:pt>
                <c:pt idx="828">
                  <c:v>2023-06-05</c:v>
                </c:pt>
                <c:pt idx="829">
                  <c:v>2023-06-06</c:v>
                </c:pt>
                <c:pt idx="830">
                  <c:v>2023-06-07</c:v>
                </c:pt>
                <c:pt idx="831">
                  <c:v>2023-06-08</c:v>
                </c:pt>
                <c:pt idx="832">
                  <c:v>2023-06-09</c:v>
                </c:pt>
                <c:pt idx="833">
                  <c:v>2023-06-12</c:v>
                </c:pt>
                <c:pt idx="834">
                  <c:v>2023-06-13</c:v>
                </c:pt>
                <c:pt idx="835">
                  <c:v>2023-06-14</c:v>
                </c:pt>
                <c:pt idx="836">
                  <c:v>2023-06-15</c:v>
                </c:pt>
                <c:pt idx="837">
                  <c:v>2023-06-16</c:v>
                </c:pt>
                <c:pt idx="838">
                  <c:v>2023-06-19</c:v>
                </c:pt>
                <c:pt idx="839">
                  <c:v>2023-06-20</c:v>
                </c:pt>
                <c:pt idx="840">
                  <c:v>2023-06-21</c:v>
                </c:pt>
                <c:pt idx="841">
                  <c:v>2023-06-26</c:v>
                </c:pt>
                <c:pt idx="842">
                  <c:v>2023-06-27</c:v>
                </c:pt>
                <c:pt idx="843">
                  <c:v>2023-06-28</c:v>
                </c:pt>
                <c:pt idx="844">
                  <c:v>2023-06-29</c:v>
                </c:pt>
                <c:pt idx="845">
                  <c:v>2023-06-30</c:v>
                </c:pt>
                <c:pt idx="846">
                  <c:v>2023-07-03</c:v>
                </c:pt>
                <c:pt idx="847">
                  <c:v>2023-07-04</c:v>
                </c:pt>
                <c:pt idx="848">
                  <c:v>2023-07-05</c:v>
                </c:pt>
                <c:pt idx="849">
                  <c:v>2023-07-06</c:v>
                </c:pt>
                <c:pt idx="850">
                  <c:v>2023-07-07</c:v>
                </c:pt>
                <c:pt idx="851">
                  <c:v>2023-07-10</c:v>
                </c:pt>
                <c:pt idx="852">
                  <c:v>2023-07-11</c:v>
                </c:pt>
                <c:pt idx="853">
                  <c:v>2023-07-12</c:v>
                </c:pt>
                <c:pt idx="854">
                  <c:v>2023-07-13</c:v>
                </c:pt>
                <c:pt idx="855">
                  <c:v>2023-07-14</c:v>
                </c:pt>
                <c:pt idx="856">
                  <c:v>2023-07-17</c:v>
                </c:pt>
                <c:pt idx="857">
                  <c:v>2023-07-18</c:v>
                </c:pt>
                <c:pt idx="858">
                  <c:v>2023-07-19</c:v>
                </c:pt>
                <c:pt idx="859">
                  <c:v>2023-07-20</c:v>
                </c:pt>
                <c:pt idx="860">
                  <c:v>2023-07-21</c:v>
                </c:pt>
                <c:pt idx="861">
                  <c:v>2023-07-24</c:v>
                </c:pt>
                <c:pt idx="862">
                  <c:v>2023-07-25</c:v>
                </c:pt>
                <c:pt idx="863">
                  <c:v>2023-07-26</c:v>
                </c:pt>
                <c:pt idx="864">
                  <c:v>2023-07-27</c:v>
                </c:pt>
                <c:pt idx="865">
                  <c:v>2023-07-28</c:v>
                </c:pt>
                <c:pt idx="866">
                  <c:v>2023-07-31</c:v>
                </c:pt>
                <c:pt idx="867">
                  <c:v>2023-08-01</c:v>
                </c:pt>
                <c:pt idx="868">
                  <c:v>2023-08-02</c:v>
                </c:pt>
                <c:pt idx="869">
                  <c:v>2023-08-03</c:v>
                </c:pt>
                <c:pt idx="870">
                  <c:v>2023-08-04</c:v>
                </c:pt>
                <c:pt idx="871">
                  <c:v>2023-08-07</c:v>
                </c:pt>
                <c:pt idx="872">
                  <c:v>2023-08-08</c:v>
                </c:pt>
                <c:pt idx="873">
                  <c:v>2023-08-09</c:v>
                </c:pt>
                <c:pt idx="874">
                  <c:v>2023-08-10</c:v>
                </c:pt>
                <c:pt idx="875">
                  <c:v>2023-08-11</c:v>
                </c:pt>
                <c:pt idx="876">
                  <c:v>2023-08-14</c:v>
                </c:pt>
                <c:pt idx="877">
                  <c:v>2023-08-15</c:v>
                </c:pt>
                <c:pt idx="878">
                  <c:v>2023-08-16</c:v>
                </c:pt>
                <c:pt idx="879">
                  <c:v>2023-08-17</c:v>
                </c:pt>
                <c:pt idx="880">
                  <c:v>2023-08-18</c:v>
                </c:pt>
                <c:pt idx="881">
                  <c:v>2023-08-21</c:v>
                </c:pt>
                <c:pt idx="882">
                  <c:v>2023-08-22</c:v>
                </c:pt>
                <c:pt idx="883">
                  <c:v>2023-08-23</c:v>
                </c:pt>
                <c:pt idx="884">
                  <c:v>2023-08-24</c:v>
                </c:pt>
                <c:pt idx="885">
                  <c:v>2023-08-25</c:v>
                </c:pt>
                <c:pt idx="886">
                  <c:v>2023-08-28</c:v>
                </c:pt>
                <c:pt idx="887">
                  <c:v>2023-08-29</c:v>
                </c:pt>
                <c:pt idx="888">
                  <c:v>2023-08-30</c:v>
                </c:pt>
                <c:pt idx="889">
                  <c:v>2023-08-31</c:v>
                </c:pt>
                <c:pt idx="890">
                  <c:v>2023-09-01</c:v>
                </c:pt>
                <c:pt idx="891">
                  <c:v>2023-09-04</c:v>
                </c:pt>
                <c:pt idx="892">
                  <c:v>2023-09-05</c:v>
                </c:pt>
                <c:pt idx="893">
                  <c:v>2023-09-06</c:v>
                </c:pt>
                <c:pt idx="894">
                  <c:v>2023-09-07</c:v>
                </c:pt>
                <c:pt idx="895">
                  <c:v>2023-09-08</c:v>
                </c:pt>
                <c:pt idx="896">
                  <c:v>2023-09-11</c:v>
                </c:pt>
                <c:pt idx="897">
                  <c:v>2023-09-12</c:v>
                </c:pt>
                <c:pt idx="898">
                  <c:v>2023-09-13</c:v>
                </c:pt>
                <c:pt idx="899">
                  <c:v>2023-09-14</c:v>
                </c:pt>
                <c:pt idx="900">
                  <c:v>2023-09-15</c:v>
                </c:pt>
                <c:pt idx="901">
                  <c:v>2023-09-18</c:v>
                </c:pt>
                <c:pt idx="902">
                  <c:v>2023-09-19</c:v>
                </c:pt>
                <c:pt idx="903">
                  <c:v>2023-09-20</c:v>
                </c:pt>
                <c:pt idx="904">
                  <c:v>2023-09-21</c:v>
                </c:pt>
                <c:pt idx="905">
                  <c:v>2023-09-22</c:v>
                </c:pt>
                <c:pt idx="906">
                  <c:v>2023-09-25</c:v>
                </c:pt>
                <c:pt idx="907">
                  <c:v>2023-09-26</c:v>
                </c:pt>
                <c:pt idx="908">
                  <c:v>2023-09-27</c:v>
                </c:pt>
                <c:pt idx="909">
                  <c:v>2023-09-28</c:v>
                </c:pt>
                <c:pt idx="910">
                  <c:v>2023-10-09</c:v>
                </c:pt>
                <c:pt idx="911">
                  <c:v>2023-10-10</c:v>
                </c:pt>
                <c:pt idx="912">
                  <c:v>2023-10-11</c:v>
                </c:pt>
                <c:pt idx="913">
                  <c:v>2023-10-12</c:v>
                </c:pt>
                <c:pt idx="914">
                  <c:v>2023-10-13</c:v>
                </c:pt>
                <c:pt idx="915">
                  <c:v>2023-10-16</c:v>
                </c:pt>
                <c:pt idx="916">
                  <c:v>2023-10-17</c:v>
                </c:pt>
                <c:pt idx="917">
                  <c:v>2023-10-18</c:v>
                </c:pt>
                <c:pt idx="918">
                  <c:v>2023-10-19</c:v>
                </c:pt>
                <c:pt idx="919">
                  <c:v>2023-10-20</c:v>
                </c:pt>
                <c:pt idx="920">
                  <c:v>2023-10-23</c:v>
                </c:pt>
                <c:pt idx="921">
                  <c:v>2023-10-24</c:v>
                </c:pt>
                <c:pt idx="922">
                  <c:v>2023-10-25</c:v>
                </c:pt>
                <c:pt idx="923">
                  <c:v>2023-10-26</c:v>
                </c:pt>
                <c:pt idx="924">
                  <c:v>2023-10-27</c:v>
                </c:pt>
                <c:pt idx="925">
                  <c:v>2023-10-30</c:v>
                </c:pt>
                <c:pt idx="926">
                  <c:v>2023-10-31</c:v>
                </c:pt>
                <c:pt idx="927">
                  <c:v>2023-11-01</c:v>
                </c:pt>
                <c:pt idx="928">
                  <c:v>2023-11-02</c:v>
                </c:pt>
                <c:pt idx="929">
                  <c:v>2023-11-03</c:v>
                </c:pt>
                <c:pt idx="930">
                  <c:v>2023-11-06</c:v>
                </c:pt>
                <c:pt idx="931">
                  <c:v>2023-11-07</c:v>
                </c:pt>
                <c:pt idx="932">
                  <c:v>2023-11-08</c:v>
                </c:pt>
                <c:pt idx="933">
                  <c:v>2023-11-09</c:v>
                </c:pt>
                <c:pt idx="934">
                  <c:v>2023-11-10</c:v>
                </c:pt>
                <c:pt idx="935">
                  <c:v>2023-11-13</c:v>
                </c:pt>
                <c:pt idx="936">
                  <c:v>2023-11-14</c:v>
                </c:pt>
                <c:pt idx="937">
                  <c:v>2023-11-15</c:v>
                </c:pt>
                <c:pt idx="938">
                  <c:v>2023-11-16</c:v>
                </c:pt>
                <c:pt idx="939">
                  <c:v>2023-11-17</c:v>
                </c:pt>
                <c:pt idx="940">
                  <c:v>2023-11-20</c:v>
                </c:pt>
                <c:pt idx="941">
                  <c:v>2023-11-21</c:v>
                </c:pt>
                <c:pt idx="942">
                  <c:v>2023-11-22</c:v>
                </c:pt>
                <c:pt idx="943">
                  <c:v>2023-11-23</c:v>
                </c:pt>
                <c:pt idx="944">
                  <c:v>2023-11-24</c:v>
                </c:pt>
                <c:pt idx="945">
                  <c:v>2023-11-27</c:v>
                </c:pt>
                <c:pt idx="946">
                  <c:v>2023-11-28</c:v>
                </c:pt>
                <c:pt idx="947">
                  <c:v>2023-11-29</c:v>
                </c:pt>
                <c:pt idx="948">
                  <c:v>2023-11-30</c:v>
                </c:pt>
                <c:pt idx="949">
                  <c:v>2023-12-01</c:v>
                </c:pt>
                <c:pt idx="950">
                  <c:v>2023-12-04</c:v>
                </c:pt>
                <c:pt idx="951">
                  <c:v>2023-12-05</c:v>
                </c:pt>
                <c:pt idx="952">
                  <c:v>2023-12-06</c:v>
                </c:pt>
                <c:pt idx="953">
                  <c:v>2023-12-07</c:v>
                </c:pt>
                <c:pt idx="954">
                  <c:v>2023-12-08</c:v>
                </c:pt>
                <c:pt idx="955">
                  <c:v>2023-12-11</c:v>
                </c:pt>
                <c:pt idx="956">
                  <c:v>2023-12-12</c:v>
                </c:pt>
                <c:pt idx="957">
                  <c:v>2023-12-13</c:v>
                </c:pt>
                <c:pt idx="958">
                  <c:v>2023-12-14</c:v>
                </c:pt>
                <c:pt idx="959">
                  <c:v>2023-12-15</c:v>
                </c:pt>
                <c:pt idx="960">
                  <c:v>2023-12-18</c:v>
                </c:pt>
                <c:pt idx="961">
                  <c:v>2023-12-19</c:v>
                </c:pt>
                <c:pt idx="962">
                  <c:v>2023-12-20</c:v>
                </c:pt>
                <c:pt idx="963">
                  <c:v>2023-12-21</c:v>
                </c:pt>
                <c:pt idx="964">
                  <c:v>2023-12-22</c:v>
                </c:pt>
                <c:pt idx="965">
                  <c:v>2023-12-25</c:v>
                </c:pt>
                <c:pt idx="966">
                  <c:v>2023-12-26</c:v>
                </c:pt>
                <c:pt idx="967">
                  <c:v>2023-12-27</c:v>
                </c:pt>
                <c:pt idx="968">
                  <c:v>2023-12-28</c:v>
                </c:pt>
                <c:pt idx="969">
                  <c:v>2023-12-29</c:v>
                </c:pt>
                <c:pt idx="970">
                  <c:v>2024-01-02</c:v>
                </c:pt>
                <c:pt idx="971">
                  <c:v>2024-01-03</c:v>
                </c:pt>
                <c:pt idx="972">
                  <c:v>2024-01-04</c:v>
                </c:pt>
                <c:pt idx="973">
                  <c:v>2024-01-05</c:v>
                </c:pt>
                <c:pt idx="974">
                  <c:v>2024-01-08</c:v>
                </c:pt>
                <c:pt idx="975">
                  <c:v>2024-01-09</c:v>
                </c:pt>
                <c:pt idx="976">
                  <c:v>2024-01-10</c:v>
                </c:pt>
                <c:pt idx="977">
                  <c:v>2024-01-11</c:v>
                </c:pt>
                <c:pt idx="978">
                  <c:v>2024-01-12</c:v>
                </c:pt>
                <c:pt idx="979">
                  <c:v>2024-01-15</c:v>
                </c:pt>
                <c:pt idx="980">
                  <c:v>2024-01-16</c:v>
                </c:pt>
                <c:pt idx="981">
                  <c:v>2024-01-17</c:v>
                </c:pt>
                <c:pt idx="982">
                  <c:v>2024-01-18</c:v>
                </c:pt>
                <c:pt idx="983">
                  <c:v>2024-01-19</c:v>
                </c:pt>
                <c:pt idx="984">
                  <c:v>2024-01-22</c:v>
                </c:pt>
                <c:pt idx="985">
                  <c:v>2024-01-23</c:v>
                </c:pt>
                <c:pt idx="986">
                  <c:v>2024-01-24</c:v>
                </c:pt>
                <c:pt idx="987">
                  <c:v>2024-01-25</c:v>
                </c:pt>
                <c:pt idx="988">
                  <c:v>2024-01-26</c:v>
                </c:pt>
                <c:pt idx="989">
                  <c:v>2024-01-29</c:v>
                </c:pt>
                <c:pt idx="990">
                  <c:v>2024-01-30</c:v>
                </c:pt>
                <c:pt idx="991">
                  <c:v>2024-01-31</c:v>
                </c:pt>
                <c:pt idx="992">
                  <c:v>2024-02-01</c:v>
                </c:pt>
                <c:pt idx="993">
                  <c:v>2024-02-02</c:v>
                </c:pt>
                <c:pt idx="994">
                  <c:v>2024-02-05</c:v>
                </c:pt>
                <c:pt idx="995">
                  <c:v>2024-02-06</c:v>
                </c:pt>
                <c:pt idx="996">
                  <c:v>2024-02-07</c:v>
                </c:pt>
                <c:pt idx="997">
                  <c:v>2024-02-08</c:v>
                </c:pt>
                <c:pt idx="998">
                  <c:v>2024-02-19</c:v>
                </c:pt>
                <c:pt idx="999">
                  <c:v>2024-02-20</c:v>
                </c:pt>
                <c:pt idx="1000">
                  <c:v>2024-02-21</c:v>
                </c:pt>
                <c:pt idx="1001">
                  <c:v>2024-02-22</c:v>
                </c:pt>
                <c:pt idx="1002">
                  <c:v>2024-02-23</c:v>
                </c:pt>
                <c:pt idx="1003">
                  <c:v>2024-02-26</c:v>
                </c:pt>
                <c:pt idx="1004">
                  <c:v>2024-02-27</c:v>
                </c:pt>
                <c:pt idx="1005">
                  <c:v>2024-02-28</c:v>
                </c:pt>
                <c:pt idx="1006">
                  <c:v>2024-02-29</c:v>
                </c:pt>
                <c:pt idx="1007">
                  <c:v>2024-03-01</c:v>
                </c:pt>
                <c:pt idx="1008">
                  <c:v>2024-03-04</c:v>
                </c:pt>
                <c:pt idx="1009">
                  <c:v>2024-03-05</c:v>
                </c:pt>
                <c:pt idx="1010">
                  <c:v>2024-03-06</c:v>
                </c:pt>
                <c:pt idx="1011">
                  <c:v>2024-03-07</c:v>
                </c:pt>
                <c:pt idx="1012">
                  <c:v>2024-03-08</c:v>
                </c:pt>
                <c:pt idx="1013">
                  <c:v>2024-03-11</c:v>
                </c:pt>
                <c:pt idx="1014">
                  <c:v>2024-03-12</c:v>
                </c:pt>
                <c:pt idx="1015">
                  <c:v>2024-03-13</c:v>
                </c:pt>
                <c:pt idx="1016">
                  <c:v>2024-03-14</c:v>
                </c:pt>
                <c:pt idx="1017">
                  <c:v>2024-03-15</c:v>
                </c:pt>
                <c:pt idx="1018">
                  <c:v>2024-03-18</c:v>
                </c:pt>
                <c:pt idx="1019">
                  <c:v>2024-03-19</c:v>
                </c:pt>
                <c:pt idx="1020">
                  <c:v>2024-03-20</c:v>
                </c:pt>
                <c:pt idx="1021">
                  <c:v>2024-03-21</c:v>
                </c:pt>
                <c:pt idx="1022">
                  <c:v>2024-03-22</c:v>
                </c:pt>
                <c:pt idx="1023">
                  <c:v>2024-03-25</c:v>
                </c:pt>
                <c:pt idx="1024">
                  <c:v>2024-03-26</c:v>
                </c:pt>
                <c:pt idx="1025">
                  <c:v>2024-03-27</c:v>
                </c:pt>
                <c:pt idx="1026">
                  <c:v>2024-03-28</c:v>
                </c:pt>
                <c:pt idx="1027">
                  <c:v>2024-03-29</c:v>
                </c:pt>
                <c:pt idx="1028">
                  <c:v>2024-04-01</c:v>
                </c:pt>
                <c:pt idx="1029">
                  <c:v>2024-04-02</c:v>
                </c:pt>
                <c:pt idx="1030">
                  <c:v>2024-04-03</c:v>
                </c:pt>
                <c:pt idx="1031">
                  <c:v>2024-04-08</c:v>
                </c:pt>
                <c:pt idx="1032">
                  <c:v>2024-04-09</c:v>
                </c:pt>
                <c:pt idx="1033">
                  <c:v>2024-04-10</c:v>
                </c:pt>
                <c:pt idx="1034">
                  <c:v>2024-04-11</c:v>
                </c:pt>
                <c:pt idx="1035">
                  <c:v>2024-04-12</c:v>
                </c:pt>
                <c:pt idx="1036">
                  <c:v>2024-04-15</c:v>
                </c:pt>
                <c:pt idx="1037">
                  <c:v>2024-04-16</c:v>
                </c:pt>
                <c:pt idx="1038">
                  <c:v>2024-04-17</c:v>
                </c:pt>
                <c:pt idx="1039">
                  <c:v>2024-04-18</c:v>
                </c:pt>
                <c:pt idx="1040">
                  <c:v>2024-04-19</c:v>
                </c:pt>
                <c:pt idx="1041">
                  <c:v>2024-04-22</c:v>
                </c:pt>
                <c:pt idx="1042">
                  <c:v>2024-04-23</c:v>
                </c:pt>
                <c:pt idx="1043">
                  <c:v>2024-04-24</c:v>
                </c:pt>
                <c:pt idx="1044">
                  <c:v>2024-04-25</c:v>
                </c:pt>
                <c:pt idx="1045">
                  <c:v>2024-04-26</c:v>
                </c:pt>
                <c:pt idx="1046">
                  <c:v>2024-04-29</c:v>
                </c:pt>
                <c:pt idx="1047">
                  <c:v>2024-04-30</c:v>
                </c:pt>
                <c:pt idx="1048">
                  <c:v>2024-05-06</c:v>
                </c:pt>
                <c:pt idx="1049">
                  <c:v>2024-05-07</c:v>
                </c:pt>
                <c:pt idx="1050">
                  <c:v>2024-05-08</c:v>
                </c:pt>
                <c:pt idx="1051">
                  <c:v>2024-05-09</c:v>
                </c:pt>
                <c:pt idx="1052">
                  <c:v>2024-05-10</c:v>
                </c:pt>
                <c:pt idx="1053">
                  <c:v>2024-05-13</c:v>
                </c:pt>
                <c:pt idx="1054">
                  <c:v>2024-05-14</c:v>
                </c:pt>
                <c:pt idx="1055">
                  <c:v>2024-05-15</c:v>
                </c:pt>
                <c:pt idx="1056">
                  <c:v>2024-05-16</c:v>
                </c:pt>
                <c:pt idx="1057">
                  <c:v>2024-05-17</c:v>
                </c:pt>
                <c:pt idx="1058">
                  <c:v>2024-05-20</c:v>
                </c:pt>
                <c:pt idx="1059">
                  <c:v>2024-05-21</c:v>
                </c:pt>
                <c:pt idx="1060">
                  <c:v>2024-05-22</c:v>
                </c:pt>
                <c:pt idx="1061">
                  <c:v>2024-05-23</c:v>
                </c:pt>
                <c:pt idx="1062">
                  <c:v>2024-05-24</c:v>
                </c:pt>
                <c:pt idx="1063">
                  <c:v>2024-05-27</c:v>
                </c:pt>
                <c:pt idx="1064">
                  <c:v>2024-05-28</c:v>
                </c:pt>
                <c:pt idx="1065">
                  <c:v>2024-05-29</c:v>
                </c:pt>
                <c:pt idx="1066">
                  <c:v>2024-05-30</c:v>
                </c:pt>
                <c:pt idx="1067">
                  <c:v>2024-05-31</c:v>
                </c:pt>
                <c:pt idx="1068">
                  <c:v>2024-06-03</c:v>
                </c:pt>
                <c:pt idx="1069">
                  <c:v>2024-06-04</c:v>
                </c:pt>
                <c:pt idx="1070">
                  <c:v>2024-06-05</c:v>
                </c:pt>
                <c:pt idx="1071">
                  <c:v>2024-06-06</c:v>
                </c:pt>
                <c:pt idx="1072">
                  <c:v>2024-06-07</c:v>
                </c:pt>
                <c:pt idx="1073">
                  <c:v>2024-06-11</c:v>
                </c:pt>
                <c:pt idx="1074">
                  <c:v>2024-06-12</c:v>
                </c:pt>
                <c:pt idx="1075">
                  <c:v>2024-06-13</c:v>
                </c:pt>
                <c:pt idx="1076">
                  <c:v>2024-06-14</c:v>
                </c:pt>
                <c:pt idx="1077">
                  <c:v>2024-06-17</c:v>
                </c:pt>
                <c:pt idx="1078">
                  <c:v>2024-06-18</c:v>
                </c:pt>
                <c:pt idx="1079">
                  <c:v>2024-06-19</c:v>
                </c:pt>
                <c:pt idx="1080">
                  <c:v>2024-06-20</c:v>
                </c:pt>
                <c:pt idx="1081">
                  <c:v>2024-06-21</c:v>
                </c:pt>
                <c:pt idx="1082">
                  <c:v>2024-06-24</c:v>
                </c:pt>
                <c:pt idx="1083">
                  <c:v>2024-06-25</c:v>
                </c:pt>
                <c:pt idx="1084">
                  <c:v>2024-06-26</c:v>
                </c:pt>
                <c:pt idx="1085">
                  <c:v>2024-06-27</c:v>
                </c:pt>
                <c:pt idx="1086">
                  <c:v>2024-06-28</c:v>
                </c:pt>
                <c:pt idx="1087">
                  <c:v>2024-07-01</c:v>
                </c:pt>
                <c:pt idx="1088">
                  <c:v>2024-07-02</c:v>
                </c:pt>
                <c:pt idx="1089">
                  <c:v>2024-07-03</c:v>
                </c:pt>
                <c:pt idx="1090">
                  <c:v>2024-07-04</c:v>
                </c:pt>
                <c:pt idx="1091">
                  <c:v>2024-07-05</c:v>
                </c:pt>
                <c:pt idx="1092">
                  <c:v>2024-07-08</c:v>
                </c:pt>
                <c:pt idx="1093">
                  <c:v>2024-07-09</c:v>
                </c:pt>
                <c:pt idx="1094">
                  <c:v>2024-07-10</c:v>
                </c:pt>
                <c:pt idx="1095">
                  <c:v>2024-07-11</c:v>
                </c:pt>
                <c:pt idx="1096">
                  <c:v>2024-07-12</c:v>
                </c:pt>
                <c:pt idx="1097">
                  <c:v>2024-07-15</c:v>
                </c:pt>
                <c:pt idx="1098">
                  <c:v>2024-07-16</c:v>
                </c:pt>
                <c:pt idx="1099">
                  <c:v>2024-07-17</c:v>
                </c:pt>
                <c:pt idx="1100">
                  <c:v>2024-07-18</c:v>
                </c:pt>
                <c:pt idx="1101">
                  <c:v>2024-07-19</c:v>
                </c:pt>
                <c:pt idx="1102">
                  <c:v>2024-07-22</c:v>
                </c:pt>
                <c:pt idx="1103">
                  <c:v>2024-07-23</c:v>
                </c:pt>
                <c:pt idx="1104">
                  <c:v>2024-07-24</c:v>
                </c:pt>
                <c:pt idx="1105">
                  <c:v>2024-07-25</c:v>
                </c:pt>
                <c:pt idx="1106">
                  <c:v>2024-07-26</c:v>
                </c:pt>
                <c:pt idx="1107">
                  <c:v>2024-07-29</c:v>
                </c:pt>
                <c:pt idx="1108">
                  <c:v>2024-07-30</c:v>
                </c:pt>
                <c:pt idx="1109">
                  <c:v>2024-07-31</c:v>
                </c:pt>
                <c:pt idx="1110">
                  <c:v>2024-08-01</c:v>
                </c:pt>
                <c:pt idx="1111">
                  <c:v>2024-08-02</c:v>
                </c:pt>
                <c:pt idx="1112">
                  <c:v>2024-08-05</c:v>
                </c:pt>
                <c:pt idx="1113">
                  <c:v>2024-08-06</c:v>
                </c:pt>
                <c:pt idx="1114">
                  <c:v>2024-08-07</c:v>
                </c:pt>
                <c:pt idx="1115">
                  <c:v>2024-08-08</c:v>
                </c:pt>
                <c:pt idx="1116">
                  <c:v>2024-08-09</c:v>
                </c:pt>
                <c:pt idx="1117">
                  <c:v>2024-08-12</c:v>
                </c:pt>
                <c:pt idx="1118">
                  <c:v>2024-08-13</c:v>
                </c:pt>
                <c:pt idx="1119">
                  <c:v>2024-08-14</c:v>
                </c:pt>
                <c:pt idx="1120">
                  <c:v>2024-08-15</c:v>
                </c:pt>
                <c:pt idx="1121">
                  <c:v>2024-08-16</c:v>
                </c:pt>
                <c:pt idx="1122">
                  <c:v>2024-08-19</c:v>
                </c:pt>
                <c:pt idx="1123">
                  <c:v>2024-08-20</c:v>
                </c:pt>
                <c:pt idx="1124">
                  <c:v>2024-08-21</c:v>
                </c:pt>
                <c:pt idx="1125">
                  <c:v>2024-08-22</c:v>
                </c:pt>
                <c:pt idx="1126">
                  <c:v>2024-08-23</c:v>
                </c:pt>
                <c:pt idx="1127">
                  <c:v>2024-08-26</c:v>
                </c:pt>
                <c:pt idx="1128">
                  <c:v>2024-08-27</c:v>
                </c:pt>
                <c:pt idx="1129">
                  <c:v>2024-08-28</c:v>
                </c:pt>
                <c:pt idx="1130">
                  <c:v>2024-08-29</c:v>
                </c:pt>
                <c:pt idx="1131">
                  <c:v>2024-08-30</c:v>
                </c:pt>
                <c:pt idx="1132">
                  <c:v>2024-09-02</c:v>
                </c:pt>
                <c:pt idx="1133">
                  <c:v>2024-09-03</c:v>
                </c:pt>
                <c:pt idx="1134">
                  <c:v>2024-09-04</c:v>
                </c:pt>
                <c:pt idx="1135">
                  <c:v>2024-09-05</c:v>
                </c:pt>
                <c:pt idx="1136">
                  <c:v>2024-09-06</c:v>
                </c:pt>
                <c:pt idx="1137">
                  <c:v>2024-09-09</c:v>
                </c:pt>
                <c:pt idx="1138">
                  <c:v>2024-09-10</c:v>
                </c:pt>
                <c:pt idx="1139">
                  <c:v>2024-09-11</c:v>
                </c:pt>
                <c:pt idx="1140">
                  <c:v>2024-09-12</c:v>
                </c:pt>
                <c:pt idx="1141">
                  <c:v>2024-09-13</c:v>
                </c:pt>
                <c:pt idx="1142">
                  <c:v>2024-09-18</c:v>
                </c:pt>
                <c:pt idx="1143">
                  <c:v>2024-09-19</c:v>
                </c:pt>
                <c:pt idx="1144">
                  <c:v>2024-09-20</c:v>
                </c:pt>
                <c:pt idx="1145">
                  <c:v>2024-09-23</c:v>
                </c:pt>
                <c:pt idx="1146">
                  <c:v>2024-09-24</c:v>
                </c:pt>
                <c:pt idx="1147">
                  <c:v>2024-09-25</c:v>
                </c:pt>
                <c:pt idx="1148">
                  <c:v>2024-09-26</c:v>
                </c:pt>
                <c:pt idx="1149">
                  <c:v>2024-09-27</c:v>
                </c:pt>
                <c:pt idx="1150">
                  <c:v>2024-09-30</c:v>
                </c:pt>
                <c:pt idx="1151">
                  <c:v>2024-10-08</c:v>
                </c:pt>
                <c:pt idx="1152">
                  <c:v>2024-10-09</c:v>
                </c:pt>
                <c:pt idx="1153">
                  <c:v>2024-10-10</c:v>
                </c:pt>
                <c:pt idx="1154">
                  <c:v>2024-10-11</c:v>
                </c:pt>
                <c:pt idx="1155">
                  <c:v>2024-10-14</c:v>
                </c:pt>
                <c:pt idx="1156">
                  <c:v>2024-10-15</c:v>
                </c:pt>
                <c:pt idx="1157">
                  <c:v>2024-10-16</c:v>
                </c:pt>
                <c:pt idx="1158">
                  <c:v>2024-10-17</c:v>
                </c:pt>
                <c:pt idx="1159">
                  <c:v>2024-10-18</c:v>
                </c:pt>
                <c:pt idx="1160">
                  <c:v>2024-10-21</c:v>
                </c:pt>
                <c:pt idx="1161">
                  <c:v>2024-10-22</c:v>
                </c:pt>
                <c:pt idx="1162">
                  <c:v>2024-10-23</c:v>
                </c:pt>
                <c:pt idx="1163">
                  <c:v>2024-10-24</c:v>
                </c:pt>
                <c:pt idx="1164">
                  <c:v>2024-10-25</c:v>
                </c:pt>
                <c:pt idx="1165">
                  <c:v>2024-10-28</c:v>
                </c:pt>
                <c:pt idx="1166">
                  <c:v>2024-10-29</c:v>
                </c:pt>
                <c:pt idx="1167">
                  <c:v>2024-10-30</c:v>
                </c:pt>
                <c:pt idx="1168">
                  <c:v>2024-10-31</c:v>
                </c:pt>
                <c:pt idx="1169">
                  <c:v>2024-11-01</c:v>
                </c:pt>
                <c:pt idx="1170">
                  <c:v>2024-11-04</c:v>
                </c:pt>
                <c:pt idx="1171">
                  <c:v>2024-11-05</c:v>
                </c:pt>
                <c:pt idx="1172">
                  <c:v>2024-11-06</c:v>
                </c:pt>
                <c:pt idx="1173">
                  <c:v>2024-11-07</c:v>
                </c:pt>
                <c:pt idx="1174">
                  <c:v>2024-11-08</c:v>
                </c:pt>
                <c:pt idx="1175">
                  <c:v>2024-11-11</c:v>
                </c:pt>
                <c:pt idx="1176">
                  <c:v>2024-11-12</c:v>
                </c:pt>
                <c:pt idx="1177">
                  <c:v>2024-11-13</c:v>
                </c:pt>
                <c:pt idx="1178">
                  <c:v>2024-11-14</c:v>
                </c:pt>
                <c:pt idx="1179">
                  <c:v>2024-11-15</c:v>
                </c:pt>
                <c:pt idx="1180">
                  <c:v>2024-11-18</c:v>
                </c:pt>
                <c:pt idx="1181">
                  <c:v>2024-11-19</c:v>
                </c:pt>
                <c:pt idx="1182">
                  <c:v>2024-11-20</c:v>
                </c:pt>
                <c:pt idx="1183">
                  <c:v>2024-11-21</c:v>
                </c:pt>
                <c:pt idx="1184">
                  <c:v>2024-11-22</c:v>
                </c:pt>
                <c:pt idx="1185">
                  <c:v>2024-11-25</c:v>
                </c:pt>
                <c:pt idx="1186">
                  <c:v>2024-11-26</c:v>
                </c:pt>
                <c:pt idx="1187">
                  <c:v>2024-11-27</c:v>
                </c:pt>
                <c:pt idx="1188">
                  <c:v>2024-11-28</c:v>
                </c:pt>
                <c:pt idx="1189">
                  <c:v>2024-11-29</c:v>
                </c:pt>
                <c:pt idx="1190">
                  <c:v>2024-12-02</c:v>
                </c:pt>
                <c:pt idx="1191">
                  <c:v>2024-12-03</c:v>
                </c:pt>
                <c:pt idx="1192">
                  <c:v>2024-12-04</c:v>
                </c:pt>
                <c:pt idx="1193">
                  <c:v>2024-12-05</c:v>
                </c:pt>
                <c:pt idx="1194">
                  <c:v>2024-12-06</c:v>
                </c:pt>
                <c:pt idx="1195">
                  <c:v>2024-12-09</c:v>
                </c:pt>
                <c:pt idx="1196">
                  <c:v>2024-12-10</c:v>
                </c:pt>
                <c:pt idx="1197">
                  <c:v>2024-12-11</c:v>
                </c:pt>
                <c:pt idx="1198">
                  <c:v>2024-12-12</c:v>
                </c:pt>
                <c:pt idx="1199">
                  <c:v>2024-12-13</c:v>
                </c:pt>
                <c:pt idx="1200">
                  <c:v>2024-12-16</c:v>
                </c:pt>
                <c:pt idx="1201">
                  <c:v>2024-12-17</c:v>
                </c:pt>
                <c:pt idx="1202">
                  <c:v>2024-12-18</c:v>
                </c:pt>
                <c:pt idx="1203">
                  <c:v>2024-12-19</c:v>
                </c:pt>
                <c:pt idx="1204">
                  <c:v>2024-12-20</c:v>
                </c:pt>
                <c:pt idx="1205">
                  <c:v>2024-12-23</c:v>
                </c:pt>
                <c:pt idx="1206">
                  <c:v>2024-12-24</c:v>
                </c:pt>
                <c:pt idx="1207">
                  <c:v>2024-12-25</c:v>
                </c:pt>
                <c:pt idx="1208">
                  <c:v>2024-12-26</c:v>
                </c:pt>
                <c:pt idx="1209">
                  <c:v>2024-12-27</c:v>
                </c:pt>
                <c:pt idx="1210">
                  <c:v>2024-12-30</c:v>
                </c:pt>
                <c:pt idx="1211">
                  <c:v>2024-12-31</c:v>
                </c:pt>
                <c:pt idx="1212">
                  <c:v>2025-01-02</c:v>
                </c:pt>
                <c:pt idx="1213">
                  <c:v>2025-01-03</c:v>
                </c:pt>
                <c:pt idx="1214">
                  <c:v>2025-01-06</c:v>
                </c:pt>
                <c:pt idx="1215">
                  <c:v>2025-01-07</c:v>
                </c:pt>
                <c:pt idx="1216">
                  <c:v>2025-01-08</c:v>
                </c:pt>
                <c:pt idx="1217">
                  <c:v>2025-01-09</c:v>
                </c:pt>
                <c:pt idx="1218">
                  <c:v>2025-01-10</c:v>
                </c:pt>
                <c:pt idx="1219">
                  <c:v>2025-01-13</c:v>
                </c:pt>
                <c:pt idx="1220">
                  <c:v>2025-01-14</c:v>
                </c:pt>
                <c:pt idx="1221">
                  <c:v>2025-01-15</c:v>
                </c:pt>
                <c:pt idx="1222">
                  <c:v>2025-01-16</c:v>
                </c:pt>
                <c:pt idx="1223">
                  <c:v>2025-01-17</c:v>
                </c:pt>
                <c:pt idx="1224">
                  <c:v>2025-01-20</c:v>
                </c:pt>
                <c:pt idx="1225">
                  <c:v>2025-01-21</c:v>
                </c:pt>
                <c:pt idx="1226">
                  <c:v>2025-01-22</c:v>
                </c:pt>
                <c:pt idx="1227">
                  <c:v>2025-01-23</c:v>
                </c:pt>
                <c:pt idx="1228">
                  <c:v>2025-01-24</c:v>
                </c:pt>
                <c:pt idx="1229">
                  <c:v>2025-01-27</c:v>
                </c:pt>
                <c:pt idx="1230">
                  <c:v>2025-02-05</c:v>
                </c:pt>
                <c:pt idx="1231">
                  <c:v>2025-02-06</c:v>
                </c:pt>
                <c:pt idx="1232">
                  <c:v>2025-02-07</c:v>
                </c:pt>
                <c:pt idx="1233">
                  <c:v>2025-02-10</c:v>
                </c:pt>
                <c:pt idx="1234">
                  <c:v>2025-02-11</c:v>
                </c:pt>
                <c:pt idx="1235">
                  <c:v>2025-02-12</c:v>
                </c:pt>
                <c:pt idx="1236">
                  <c:v>2025-02-13</c:v>
                </c:pt>
                <c:pt idx="1237">
                  <c:v>2025-02-14</c:v>
                </c:pt>
                <c:pt idx="1238">
                  <c:v>2025-02-17</c:v>
                </c:pt>
                <c:pt idx="1239">
                  <c:v>2025-02-18</c:v>
                </c:pt>
                <c:pt idx="1240">
                  <c:v>2025-02-19</c:v>
                </c:pt>
                <c:pt idx="1241">
                  <c:v>2025-02-20</c:v>
                </c:pt>
                <c:pt idx="1242">
                  <c:v>2025-02-21</c:v>
                </c:pt>
                <c:pt idx="1243">
                  <c:v>2025-02-24</c:v>
                </c:pt>
                <c:pt idx="1244">
                  <c:v>2025-02-25</c:v>
                </c:pt>
                <c:pt idx="1245">
                  <c:v>2025-02-26</c:v>
                </c:pt>
                <c:pt idx="1246">
                  <c:v>2025-02-27</c:v>
                </c:pt>
                <c:pt idx="1247">
                  <c:v>2025-02-28</c:v>
                </c:pt>
                <c:pt idx="1248">
                  <c:v>2025-03-03</c:v>
                </c:pt>
                <c:pt idx="1249">
                  <c:v>2025-03-04</c:v>
                </c:pt>
                <c:pt idx="1250">
                  <c:v>2025-03-05</c:v>
                </c:pt>
                <c:pt idx="1251">
                  <c:v>2025-03-06</c:v>
                </c:pt>
                <c:pt idx="1252">
                  <c:v>2025-03-07</c:v>
                </c:pt>
                <c:pt idx="1253">
                  <c:v>2025-03-10</c:v>
                </c:pt>
                <c:pt idx="1254">
                  <c:v>2025-03-11</c:v>
                </c:pt>
                <c:pt idx="1255">
                  <c:v>2025-03-12</c:v>
                </c:pt>
                <c:pt idx="1256">
                  <c:v>2025-03-13</c:v>
                </c:pt>
                <c:pt idx="1257">
                  <c:v>2025-03-14</c:v>
                </c:pt>
                <c:pt idx="1258">
                  <c:v>2025-03-17</c:v>
                </c:pt>
                <c:pt idx="1259">
                  <c:v>2025-03-18</c:v>
                </c:pt>
                <c:pt idx="1260">
                  <c:v>2025-03-19</c:v>
                </c:pt>
                <c:pt idx="1261">
                  <c:v>2025-03-20</c:v>
                </c:pt>
                <c:pt idx="1262">
                  <c:v>2025-03-21</c:v>
                </c:pt>
                <c:pt idx="1263">
                  <c:v>2025-03-24</c:v>
                </c:pt>
                <c:pt idx="1264">
                  <c:v>2025-03-25</c:v>
                </c:pt>
                <c:pt idx="1265">
                  <c:v>2025-03-26</c:v>
                </c:pt>
                <c:pt idx="1266">
                  <c:v>2025-03-27</c:v>
                </c:pt>
                <c:pt idx="1267">
                  <c:v>2025-03-28</c:v>
                </c:pt>
                <c:pt idx="1268">
                  <c:v>2025-03-31</c:v>
                </c:pt>
                <c:pt idx="1269">
                  <c:v>2025-04-01</c:v>
                </c:pt>
                <c:pt idx="1270">
                  <c:v>2025-04-02</c:v>
                </c:pt>
                <c:pt idx="1271">
                  <c:v>2025-04-03</c:v>
                </c:pt>
                <c:pt idx="1272">
                  <c:v>2025-04-07</c:v>
                </c:pt>
                <c:pt idx="1273">
                  <c:v>2025-04-08</c:v>
                </c:pt>
                <c:pt idx="1274">
                  <c:v>2025-04-09</c:v>
                </c:pt>
                <c:pt idx="1275">
                  <c:v>2025-04-10</c:v>
                </c:pt>
                <c:pt idx="1276">
                  <c:v>2025-04-11</c:v>
                </c:pt>
                <c:pt idx="1277">
                  <c:v>2025-04-14</c:v>
                </c:pt>
                <c:pt idx="1278">
                  <c:v>2025-04-15</c:v>
                </c:pt>
                <c:pt idx="1279">
                  <c:v>2025-04-16</c:v>
                </c:pt>
                <c:pt idx="1280">
                  <c:v>2025-04-17</c:v>
                </c:pt>
                <c:pt idx="1281">
                  <c:v>2025-04-18</c:v>
                </c:pt>
                <c:pt idx="1282">
                  <c:v>2025-04-21</c:v>
                </c:pt>
                <c:pt idx="1283">
                  <c:v>2025-04-22</c:v>
                </c:pt>
                <c:pt idx="1284">
                  <c:v>2025-04-23</c:v>
                </c:pt>
                <c:pt idx="1285">
                  <c:v>2025-04-24</c:v>
                </c:pt>
                <c:pt idx="1286">
                  <c:v>2025-04-25</c:v>
                </c:pt>
                <c:pt idx="1287">
                  <c:v>2025-04-28</c:v>
                </c:pt>
                <c:pt idx="1288">
                  <c:v>2025-04-29</c:v>
                </c:pt>
                <c:pt idx="1289">
                  <c:v>2025-04-30</c:v>
                </c:pt>
                <c:pt idx="1290">
                  <c:v>2025-05-06</c:v>
                </c:pt>
                <c:pt idx="1291">
                  <c:v>2025-05-07</c:v>
                </c:pt>
                <c:pt idx="1292">
                  <c:v>2025-05-08</c:v>
                </c:pt>
                <c:pt idx="1293">
                  <c:v>2025-05-09</c:v>
                </c:pt>
                <c:pt idx="1294">
                  <c:v>2025-05-12</c:v>
                </c:pt>
                <c:pt idx="1295">
                  <c:v>2025-05-13</c:v>
                </c:pt>
                <c:pt idx="1296">
                  <c:v>2025-05-14</c:v>
                </c:pt>
                <c:pt idx="1297">
                  <c:v>2025-05-15</c:v>
                </c:pt>
                <c:pt idx="1298">
                  <c:v>2025-05-16</c:v>
                </c:pt>
                <c:pt idx="1299">
                  <c:v>2025-05-19</c:v>
                </c:pt>
                <c:pt idx="1300">
                  <c:v>2025-05-20</c:v>
                </c:pt>
                <c:pt idx="1301">
                  <c:v>2025-05-21</c:v>
                </c:pt>
                <c:pt idx="1302">
                  <c:v>2025-05-22</c:v>
                </c:pt>
                <c:pt idx="1303">
                  <c:v>2025-05-23</c:v>
                </c:pt>
                <c:pt idx="1304">
                  <c:v>2025-05-26</c:v>
                </c:pt>
                <c:pt idx="1305">
                  <c:v>2025-05-27</c:v>
                </c:pt>
                <c:pt idx="1306">
                  <c:v>2025-05-28</c:v>
                </c:pt>
                <c:pt idx="1307">
                  <c:v>2025-05-29</c:v>
                </c:pt>
                <c:pt idx="1308">
                  <c:v>2025-05-30</c:v>
                </c:pt>
                <c:pt idx="1309">
                  <c:v>2025-06-03</c:v>
                </c:pt>
                <c:pt idx="1310">
                  <c:v>2025-06-04</c:v>
                </c:pt>
                <c:pt idx="1311">
                  <c:v>2025-06-05</c:v>
                </c:pt>
                <c:pt idx="1312">
                  <c:v>2025-06-06</c:v>
                </c:pt>
                <c:pt idx="1313">
                  <c:v>2025-06-09</c:v>
                </c:pt>
                <c:pt idx="1314">
                  <c:v>2025-06-10</c:v>
                </c:pt>
                <c:pt idx="1315">
                  <c:v>2025-06-11</c:v>
                </c:pt>
                <c:pt idx="1316">
                  <c:v>2025-06-12</c:v>
                </c:pt>
                <c:pt idx="1317">
                  <c:v>2025-06-13</c:v>
                </c:pt>
                <c:pt idx="1318">
                  <c:v>2025-06-16</c:v>
                </c:pt>
                <c:pt idx="1319">
                  <c:v>2025-06-17</c:v>
                </c:pt>
                <c:pt idx="1320">
                  <c:v>2025-06-18</c:v>
                </c:pt>
                <c:pt idx="1321">
                  <c:v>2025-06-19</c:v>
                </c:pt>
                <c:pt idx="1322">
                  <c:v>2025-06-20</c:v>
                </c:pt>
                <c:pt idx="1323">
                  <c:v>2025-06-23</c:v>
                </c:pt>
                <c:pt idx="1324">
                  <c:v>2025-06-24</c:v>
                </c:pt>
                <c:pt idx="1325">
                  <c:v>2025-06-25</c:v>
                </c:pt>
                <c:pt idx="1326">
                  <c:v>2025-06-26</c:v>
                </c:pt>
                <c:pt idx="1327">
                  <c:v>2025-06-27</c:v>
                </c:pt>
                <c:pt idx="1328">
                  <c:v>2025-06-30</c:v>
                </c:pt>
                <c:pt idx="1329">
                  <c:v>2025-07-01</c:v>
                </c:pt>
                <c:pt idx="1330">
                  <c:v>2025-07-02</c:v>
                </c:pt>
                <c:pt idx="1331">
                  <c:v>2025-07-03</c:v>
                </c:pt>
                <c:pt idx="1332">
                  <c:v>2025-07-04</c:v>
                </c:pt>
                <c:pt idx="1333">
                  <c:v>2025-07-07</c:v>
                </c:pt>
                <c:pt idx="1334">
                  <c:v>2025-07-08</c:v>
                </c:pt>
                <c:pt idx="1335">
                  <c:v>2025-07-09</c:v>
                </c:pt>
                <c:pt idx="1336">
                  <c:v>2025-07-10</c:v>
                </c:pt>
                <c:pt idx="1337">
                  <c:v>2025-07-11</c:v>
                </c:pt>
                <c:pt idx="1338">
                  <c:v>2025-07-14</c:v>
                </c:pt>
                <c:pt idx="1339">
                  <c:v>2025-07-15</c:v>
                </c:pt>
                <c:pt idx="1340">
                  <c:v>2025-07-16</c:v>
                </c:pt>
                <c:pt idx="1341">
                  <c:v>2025-07-17</c:v>
                </c:pt>
                <c:pt idx="1342">
                  <c:v>2025-07-18</c:v>
                </c:pt>
                <c:pt idx="1343">
                  <c:v>2025-07-21</c:v>
                </c:pt>
                <c:pt idx="1344">
                  <c:v>2025-07-22</c:v>
                </c:pt>
                <c:pt idx="1345">
                  <c:v>2025-07-23</c:v>
                </c:pt>
                <c:pt idx="1346">
                  <c:v>2025-07-24</c:v>
                </c:pt>
                <c:pt idx="1347">
                  <c:v>2025-07-25</c:v>
                </c:pt>
                <c:pt idx="1348">
                  <c:v>2025-07-28</c:v>
                </c:pt>
                <c:pt idx="1349">
                  <c:v>2025-07-29</c:v>
                </c:pt>
                <c:pt idx="1350">
                  <c:v>2025-07-30</c:v>
                </c:pt>
                <c:pt idx="1351">
                  <c:v>2025-07-31</c:v>
                </c:pt>
                <c:pt idx="1352">
                  <c:v>2025-08-01</c:v>
                </c:pt>
                <c:pt idx="1353">
                  <c:v>2025-08-04</c:v>
                </c:pt>
                <c:pt idx="1354">
                  <c:v>2025-08-05</c:v>
                </c:pt>
                <c:pt idx="1355">
                  <c:v>2025-08-06</c:v>
                </c:pt>
                <c:pt idx="1356">
                  <c:v>2025-08-07</c:v>
                </c:pt>
                <c:pt idx="1357">
                  <c:v>2025-08-08</c:v>
                </c:pt>
                <c:pt idx="1358">
                  <c:v>2025-08-11</c:v>
                </c:pt>
                <c:pt idx="1359">
                  <c:v>2025-08-12</c:v>
                </c:pt>
                <c:pt idx="1360">
                  <c:v>2025-08-13</c:v>
                </c:pt>
                <c:pt idx="1361">
                  <c:v>2025-08-14</c:v>
                </c:pt>
                <c:pt idx="1362">
                  <c:v>2025-08-15</c:v>
                </c:pt>
                <c:pt idx="1363">
                  <c:v>2025-08-18</c:v>
                </c:pt>
                <c:pt idx="1364">
                  <c:v>2025-08-19</c:v>
                </c:pt>
                <c:pt idx="1365">
                  <c:v>2025-08-20</c:v>
                </c:pt>
                <c:pt idx="1366">
                  <c:v>2025-08-21</c:v>
                </c:pt>
                <c:pt idx="1367">
                  <c:v>2025-08-22</c:v>
                </c:pt>
                <c:pt idx="1368">
                  <c:v>2025-08-25</c:v>
                </c:pt>
                <c:pt idx="1369">
                  <c:v>2025-08-26</c:v>
                </c:pt>
                <c:pt idx="1370">
                  <c:v>2025-08-27</c:v>
                </c:pt>
                <c:pt idx="1371">
                  <c:v>2025-08-28</c:v>
                </c:pt>
                <c:pt idx="1372">
                  <c:v>2025-08-29</c:v>
                </c:pt>
                <c:pt idx="1373">
                  <c:v>2025-09-01</c:v>
                </c:pt>
                <c:pt idx="1374">
                  <c:v>2025-09-02</c:v>
                </c:pt>
                <c:pt idx="1375">
                  <c:v>2025-09-03</c:v>
                </c:pt>
                <c:pt idx="1376">
                  <c:v>2025-09-04</c:v>
                </c:pt>
                <c:pt idx="1377">
                  <c:v>2025-09-05</c:v>
                </c:pt>
                <c:pt idx="1378">
                  <c:v>2025-09-08</c:v>
                </c:pt>
                <c:pt idx="1379">
                  <c:v>2025-09-09</c:v>
                </c:pt>
                <c:pt idx="1380">
                  <c:v>2025-09-10</c:v>
                </c:pt>
                <c:pt idx="1381">
                  <c:v>2025-09-11</c:v>
                </c:pt>
                <c:pt idx="1382">
                  <c:v>2025-09-12</c:v>
                </c:pt>
                <c:pt idx="1383">
                  <c:v>2025-09-15</c:v>
                </c:pt>
                <c:pt idx="1384">
                  <c:v>2025-09-16</c:v>
                </c:pt>
                <c:pt idx="1385">
                  <c:v>2025-09-17</c:v>
                </c:pt>
                <c:pt idx="1386">
                  <c:v>2025-09-18</c:v>
                </c:pt>
                <c:pt idx="1387">
                  <c:v>2025-09-19</c:v>
                </c:pt>
                <c:pt idx="1388">
                  <c:v>2025-09-22</c:v>
                </c:pt>
                <c:pt idx="1389">
                  <c:v>2025-09-23</c:v>
                </c:pt>
                <c:pt idx="1390">
                  <c:v>2025-09-24</c:v>
                </c:pt>
                <c:pt idx="1391">
                  <c:v>2025-09-25</c:v>
                </c:pt>
                <c:pt idx="1392">
                  <c:v>2025-09-26</c:v>
                </c:pt>
                <c:pt idx="1393">
                  <c:v>2025-09-29</c:v>
                </c:pt>
                <c:pt idx="1394">
                  <c:v>2025-09-30</c:v>
                </c:pt>
                <c:pt idx="1395">
                  <c:v>2025-10-09</c:v>
                </c:pt>
                <c:pt idx="1396">
                  <c:v>2025-10-10</c:v>
                </c:pt>
                <c:pt idx="1397">
                  <c:v>2025-10-13</c:v>
                </c:pt>
                <c:pt idx="1398">
                  <c:v>2025-10-14</c:v>
                </c:pt>
                <c:pt idx="1399">
                  <c:v>2025-10-15</c:v>
                </c:pt>
                <c:pt idx="1400">
                  <c:v>2025-10-16</c:v>
                </c:pt>
                <c:pt idx="1401">
                  <c:v>2025-10-17</c:v>
                </c:pt>
                <c:pt idx="1402">
                  <c:v>2025-10-20</c:v>
                </c:pt>
                <c:pt idx="1403">
                  <c:v>2025-10-21</c:v>
                </c:pt>
                <c:pt idx="1404">
                  <c:v>2025-10-22</c:v>
                </c:pt>
                <c:pt idx="1405">
                  <c:v>2025-10-23</c:v>
                </c:pt>
                <c:pt idx="1406">
                  <c:v>2025-10-24</c:v>
                </c:pt>
                <c:pt idx="1407">
                  <c:v>2025-10-27</c:v>
                </c:pt>
                <c:pt idx="1408">
                  <c:v>2025-10-28</c:v>
                </c:pt>
                <c:pt idx="1409">
                  <c:v>2025-10-29</c:v>
                </c:pt>
                <c:pt idx="1410">
                  <c:v>2025-10-30</c:v>
                </c:pt>
                <c:pt idx="1411">
                  <c:v>2025-10-31</c:v>
                </c:pt>
                <c:pt idx="1412">
                  <c:v>2025-11-03</c:v>
                </c:pt>
                <c:pt idx="1413">
                  <c:v>2025-11-04</c:v>
                </c:pt>
                <c:pt idx="1414">
                  <c:v>2025-11-05</c:v>
                </c:pt>
                <c:pt idx="1415">
                  <c:v>2025-11-06</c:v>
                </c:pt>
                <c:pt idx="1416">
                  <c:v>2025-11-07</c:v>
                </c:pt>
                <c:pt idx="1417">
                  <c:v>2025-11-10</c:v>
                </c:pt>
                <c:pt idx="1418">
                  <c:v>2025-11-11</c:v>
                </c:pt>
                <c:pt idx="1419">
                  <c:v>2025-11-12</c:v>
                </c:pt>
                <c:pt idx="1420">
                  <c:v>2025-11-13</c:v>
                </c:pt>
                <c:pt idx="1421">
                  <c:v>2025-11-14</c:v>
                </c:pt>
                <c:pt idx="1422">
                  <c:v>2025-11-17</c:v>
                </c:pt>
                <c:pt idx="1423">
                  <c:v>2025-11-18</c:v>
                </c:pt>
                <c:pt idx="1424">
                  <c:v>2025-11-19</c:v>
                </c:pt>
                <c:pt idx="1425">
                  <c:v>2025-11-20</c:v>
                </c:pt>
                <c:pt idx="1426">
                  <c:v>2025-11-21</c:v>
                </c:pt>
                <c:pt idx="1427">
                  <c:v>2025-11-24</c:v>
                </c:pt>
                <c:pt idx="1428">
                  <c:v>2025-11-25</c:v>
                </c:pt>
                <c:pt idx="1429">
                  <c:v>2025-11-26</c:v>
                </c:pt>
                <c:pt idx="1430">
                  <c:v>2025-11-27</c:v>
                </c:pt>
                <c:pt idx="1431">
                  <c:v>2025-11-28</c:v>
                </c:pt>
                <c:pt idx="1432">
                  <c:v>2025-12-01</c:v>
                </c:pt>
                <c:pt idx="1433">
                  <c:v>2025-12-02</c:v>
                </c:pt>
                <c:pt idx="1434">
                  <c:v>2025-12-03</c:v>
                </c:pt>
                <c:pt idx="1435">
                  <c:v>2025-12-04</c:v>
                </c:pt>
                <c:pt idx="1436">
                  <c:v>2025-12-05</c:v>
                </c:pt>
                <c:pt idx="1437">
                  <c:v>2025-12-08</c:v>
                </c:pt>
                <c:pt idx="1438">
                  <c:v>2025-12-09</c:v>
                </c:pt>
                <c:pt idx="1439">
                  <c:v>2025-12-10</c:v>
                </c:pt>
                <c:pt idx="1440">
                  <c:v>2025-12-11</c:v>
                </c:pt>
                <c:pt idx="1441">
                  <c:v>2025-12-12</c:v>
                </c:pt>
                <c:pt idx="1442">
                  <c:v>2025-12-15</c:v>
                </c:pt>
                <c:pt idx="1443">
                  <c:v>2025-12-16</c:v>
                </c:pt>
                <c:pt idx="1444">
                  <c:v>2025-12-17</c:v>
                </c:pt>
                <c:pt idx="1445">
                  <c:v>2025-12-18</c:v>
                </c:pt>
                <c:pt idx="1446">
                  <c:v>2025-12-19</c:v>
                </c:pt>
                <c:pt idx="1447">
                  <c:v>2025-12-22</c:v>
                </c:pt>
                <c:pt idx="1448">
                  <c:v>2025-12-23</c:v>
                </c:pt>
                <c:pt idx="1449">
                  <c:v>2025-12-24</c:v>
                </c:pt>
                <c:pt idx="1450">
                  <c:v>2025-12-25</c:v>
                </c:pt>
                <c:pt idx="1451">
                  <c:v>2025-12-26</c:v>
                </c:pt>
                <c:pt idx="1452">
                  <c:v>2025-12-29</c:v>
                </c:pt>
                <c:pt idx="1453">
                  <c:v>2025-12-30</c:v>
                </c:pt>
                <c:pt idx="1454">
                  <c:v>2025-12-31</c:v>
                </c:pt>
                <c:pt idx="1455">
                  <c:v>2026-01-05</c:v>
                </c:pt>
                <c:pt idx="1456">
                  <c:v>2026-01-06</c:v>
                </c:pt>
                <c:pt idx="1457">
                  <c:v>2026-01-07</c:v>
                </c:pt>
                <c:pt idx="1458">
                  <c:v>2026-01-08</c:v>
                </c:pt>
                <c:pt idx="1459">
                  <c:v>2026-01-09</c:v>
                </c:pt>
                <c:pt idx="1460">
                  <c:v>2026-01-12</c:v>
                </c:pt>
                <c:pt idx="1461">
                  <c:v>2026-01-13</c:v>
                </c:pt>
                <c:pt idx="1462">
                  <c:v>2026-01-14</c:v>
                </c:pt>
                <c:pt idx="1463">
                  <c:v>2026-01-15</c:v>
                </c:pt>
                <c:pt idx="1464">
                  <c:v>2026-01-16</c:v>
                </c:pt>
                <c:pt idx="1465">
                  <c:v>2026-01-19</c:v>
                </c:pt>
                <c:pt idx="1466">
                  <c:v>2026-01-20</c:v>
                </c:pt>
                <c:pt idx="1467">
                  <c:v>2026-01-21</c:v>
                </c:pt>
                <c:pt idx="1468">
                  <c:v>2026-01-22</c:v>
                </c:pt>
                <c:pt idx="1469">
                  <c:v>2026-01-23</c:v>
                </c:pt>
                <c:pt idx="1470">
                  <c:v>2026-01-26</c:v>
                </c:pt>
                <c:pt idx="1471">
                  <c:v>2026-01-27</c:v>
                </c:pt>
                <c:pt idx="1472">
                  <c:v>2026-01-28</c:v>
                </c:pt>
                <c:pt idx="1473">
                  <c:v>2026-01-29</c:v>
                </c:pt>
                <c:pt idx="1474">
                  <c:v>2026-01-30</c:v>
                </c:pt>
                <c:pt idx="1475">
                  <c:v>2026-02-02</c:v>
                </c:pt>
                <c:pt idx="1476">
                  <c:v>2026-02-03</c:v>
                </c:pt>
                <c:pt idx="1477">
                  <c:v>2026-02-04</c:v>
                </c:pt>
                <c:pt idx="1478">
                  <c:v>2026-02-05</c:v>
                </c:pt>
                <c:pt idx="1479">
                  <c:v>2026-02-06</c:v>
                </c:pt>
                <c:pt idx="1480">
                  <c:v>2026-02-09</c:v>
                </c:pt>
                <c:pt idx="1481">
                  <c:v>2026-02-10</c:v>
                </c:pt>
                <c:pt idx="1482">
                  <c:v>2026-02-11</c:v>
                </c:pt>
                <c:pt idx="1483">
                  <c:v>2026-02-12</c:v>
                </c:pt>
                <c:pt idx="1484">
                  <c:v>2026-02-13</c:v>
                </c:pt>
                <c:pt idx="1485">
                  <c:v>2026-02-24</c:v>
                </c:pt>
                <c:pt idx="1486">
                  <c:v>2026-02-25</c:v>
                </c:pt>
                <c:pt idx="1487">
                  <c:v>2026-02-26</c:v>
                </c:pt>
                <c:pt idx="1488">
                  <c:v>2026-02-27</c:v>
                </c:pt>
                <c:pt idx="1489">
                  <c:v>2026-03-02</c:v>
                </c:pt>
                <c:pt idx="1490">
                  <c:v>2026-03-03</c:v>
                </c:pt>
                <c:pt idx="1491">
                  <c:v>2026-03-04</c:v>
                </c:pt>
                <c:pt idx="1492">
                  <c:v>2026-03-05</c:v>
                </c:pt>
                <c:pt idx="1493">
                  <c:v>2026-03-06</c:v>
                </c:pt>
                <c:pt idx="1494">
                  <c:v>2026-03-09</c:v>
                </c:pt>
                <c:pt idx="1495">
                  <c:v>2026-03-10</c:v>
                </c:pt>
                <c:pt idx="1496">
                  <c:v>2026-03-11</c:v>
                </c:pt>
                <c:pt idx="1497">
                  <c:v>2026-03-12</c:v>
                </c:pt>
                <c:pt idx="1498">
                  <c:v>2026-03-13</c:v>
                </c:pt>
                <c:pt idx="1499">
                  <c:v>2026-03-16</c:v>
                </c:pt>
                <c:pt idx="1500">
                  <c:v>2026-03-17</c:v>
                </c:pt>
                <c:pt idx="1501">
                  <c:v>2026-03-18</c:v>
                </c:pt>
                <c:pt idx="1502">
                  <c:v>2026-03-19</c:v>
                </c:pt>
                <c:pt idx="1503">
                  <c:v>2026-03-20</c:v>
                </c:pt>
                <c:pt idx="1504">
                  <c:v>2026-03-23</c:v>
                </c:pt>
                <c:pt idx="1505">
                  <c:v>2026-03-24</c:v>
                </c:pt>
                <c:pt idx="1506">
                  <c:v>2026-03-25</c:v>
                </c:pt>
                <c:pt idx="1507">
                  <c:v>2026-03-26</c:v>
                </c:pt>
                <c:pt idx="1508">
                  <c:v>2026-03-27</c:v>
                </c:pt>
                <c:pt idx="1509">
                  <c:v>2026-03-30</c:v>
                </c:pt>
                <c:pt idx="1510">
                  <c:v>2026-03-31</c:v>
                </c:pt>
                <c:pt idx="1511">
                  <c:v>2026-04-01</c:v>
                </c:pt>
                <c:pt idx="1512">
                  <c:v>2026-04-02</c:v>
                </c:pt>
                <c:pt idx="1513">
                  <c:v>2026-04-03</c:v>
                </c:pt>
                <c:pt idx="1514">
                  <c:v>2026-04-07</c:v>
                </c:pt>
                <c:pt idx="1515">
                  <c:v>2026-04-08</c:v>
                </c:pt>
                <c:pt idx="1516">
                  <c:v>2026-04-09</c:v>
                </c:pt>
                <c:pt idx="1517">
                  <c:v>2026-04-10</c:v>
                </c:pt>
                <c:pt idx="1518">
                  <c:v>2026-04-13</c:v>
                </c:pt>
                <c:pt idx="1519">
                  <c:v>2026-04-14</c:v>
                </c:pt>
                <c:pt idx="1520">
                  <c:v>2026-04-15</c:v>
                </c:pt>
                <c:pt idx="1521">
                  <c:v>2026-04-16</c:v>
                </c:pt>
                <c:pt idx="1522">
                  <c:v>2026-04-17</c:v>
                </c:pt>
                <c:pt idx="1523">
                  <c:v>2026-04-20</c:v>
                </c:pt>
                <c:pt idx="1524">
                  <c:v>2026-04-21</c:v>
                </c:pt>
                <c:pt idx="1525">
                  <c:v>2026-04-22</c:v>
                </c:pt>
                <c:pt idx="1526">
                  <c:v>2026-04-23</c:v>
                </c:pt>
                <c:pt idx="1527">
                  <c:v>2026-04-24</c:v>
                </c:pt>
                <c:pt idx="1528">
                  <c:v>2026-04-27</c:v>
                </c:pt>
                <c:pt idx="1529">
                  <c:v>2026-04-28</c:v>
                </c:pt>
                <c:pt idx="1530">
                  <c:v>2026-04-29</c:v>
                </c:pt>
                <c:pt idx="1531">
                  <c:v>2026-04-30</c:v>
                </c:pt>
              </c:strCache>
            </c:strRef>
          </c:cat>
          <c:val>
            <c:numRef>
              <c:f>结果页!$C$2:$C$1533</c:f>
              <c:numCache>
                <c:formatCode>General</c:formatCode>
                <c:ptCount val="1532"/>
                <c:pt idx="0">
                  <c:v>1</c:v>
                </c:pt>
                <c:pt idx="1">
                  <c:v>1.001613293154858</c:v>
                </c:pt>
                <c:pt idx="2">
                  <c:v>1.0046370443542321</c:v>
                </c:pt>
                <c:pt idx="3">
                  <c:v>1.006119302045879</c:v>
                </c:pt>
                <c:pt idx="4">
                  <c:v>1.0044789492336179</c:v>
                </c:pt>
                <c:pt idx="5">
                  <c:v>1.0074797343133699</c:v>
                </c:pt>
                <c:pt idx="6">
                  <c:v>1.0085995052459089</c:v>
                </c:pt>
                <c:pt idx="7">
                  <c:v>1.013006179555596</c:v>
                </c:pt>
                <c:pt idx="8">
                  <c:v>1.0123104374627649</c:v>
                </c:pt>
                <c:pt idx="9">
                  <c:v>1.013036594912365</c:v>
                </c:pt>
                <c:pt idx="10">
                  <c:v>1.0139518470453439</c:v>
                </c:pt>
                <c:pt idx="11">
                  <c:v>1.0148894342366921</c:v>
                </c:pt>
                <c:pt idx="12">
                  <c:v>1.0199658555926621</c:v>
                </c:pt>
                <c:pt idx="13">
                  <c:v>1.018698527319992</c:v>
                </c:pt>
                <c:pt idx="14">
                  <c:v>1.022816436156329</c:v>
                </c:pt>
                <c:pt idx="15">
                  <c:v>1.016513925181826</c:v>
                </c:pt>
                <c:pt idx="16">
                  <c:v>1.0039446542530559</c:v>
                </c:pt>
                <c:pt idx="17">
                  <c:v>1.0089929398087309</c:v>
                </c:pt>
                <c:pt idx="18">
                  <c:v>1.0128965032955259</c:v>
                </c:pt>
                <c:pt idx="19">
                  <c:v>1.0186847577644551</c:v>
                </c:pt>
                <c:pt idx="20">
                  <c:v>1.023069237844149</c:v>
                </c:pt>
                <c:pt idx="21">
                  <c:v>1.025133625655221</c:v>
                </c:pt>
                <c:pt idx="22">
                  <c:v>1.0243987645349</c:v>
                </c:pt>
                <c:pt idx="23">
                  <c:v>1.0291361071075691</c:v>
                </c:pt>
                <c:pt idx="24">
                  <c:v>1.029208871338648</c:v>
                </c:pt>
                <c:pt idx="25">
                  <c:v>1.02948069596672</c:v>
                </c:pt>
                <c:pt idx="26">
                  <c:v>1.037213911626814</c:v>
                </c:pt>
                <c:pt idx="27">
                  <c:v>1.0413922623026051</c:v>
                </c:pt>
                <c:pt idx="28">
                  <c:v>1.040096682916122</c:v>
                </c:pt>
                <c:pt idx="29">
                  <c:v>1.0445472047355679</c:v>
                </c:pt>
                <c:pt idx="30">
                  <c:v>1.0497197001538749</c:v>
                </c:pt>
                <c:pt idx="31">
                  <c:v>1.0572863292360131</c:v>
                </c:pt>
                <c:pt idx="32">
                  <c:v>1.0588608592774751</c:v>
                </c:pt>
                <c:pt idx="33">
                  <c:v>1.049222097771511</c:v>
                </c:pt>
                <c:pt idx="34">
                  <c:v>1.048985544702653</c:v>
                </c:pt>
                <c:pt idx="35">
                  <c:v>1.037045140843154</c:v>
                </c:pt>
                <c:pt idx="36">
                  <c:v>1.0440317107454551</c:v>
                </c:pt>
                <c:pt idx="37">
                  <c:v>1.0461108802389441</c:v>
                </c:pt>
                <c:pt idx="38">
                  <c:v>1.0464427029604459</c:v>
                </c:pt>
                <c:pt idx="39">
                  <c:v>1.049409483359325</c:v>
                </c:pt>
                <c:pt idx="40">
                  <c:v>1.0492283616857629</c:v>
                </c:pt>
                <c:pt idx="41">
                  <c:v>1.0417350554355891</c:v>
                </c:pt>
                <c:pt idx="42">
                  <c:v>1.0468249330483761</c:v>
                </c:pt>
                <c:pt idx="43">
                  <c:v>1.0428051701315251</c:v>
                </c:pt>
                <c:pt idx="44">
                  <c:v>1.03839490570791</c:v>
                </c:pt>
                <c:pt idx="45">
                  <c:v>1.0347090399233749</c:v>
                </c:pt>
                <c:pt idx="46">
                  <c:v>1.02168195168668</c:v>
                </c:pt>
                <c:pt idx="47">
                  <c:v>1.018981783785923</c:v>
                </c:pt>
                <c:pt idx="48">
                  <c:v>1.016465206880409</c:v>
                </c:pt>
                <c:pt idx="49">
                  <c:v>1.0183447129352909</c:v>
                </c:pt>
                <c:pt idx="50">
                  <c:v>1.0208638608911369</c:v>
                </c:pt>
                <c:pt idx="51">
                  <c:v>1.012079353886473</c:v>
                </c:pt>
                <c:pt idx="52">
                  <c:v>1.0183047681492889</c:v>
                </c:pt>
                <c:pt idx="53">
                  <c:v>1.0252529466231231</c:v>
                </c:pt>
                <c:pt idx="54">
                  <c:v>1.023503147133735</c:v>
                </c:pt>
                <c:pt idx="55">
                  <c:v>1.022533670230698</c:v>
                </c:pt>
                <c:pt idx="56">
                  <c:v>1.017343654790706</c:v>
                </c:pt>
                <c:pt idx="57">
                  <c:v>1.018247939447195</c:v>
                </c:pt>
                <c:pt idx="58">
                  <c:v>1.018908459347126</c:v>
                </c:pt>
                <c:pt idx="59">
                  <c:v>1.025556638466053</c:v>
                </c:pt>
                <c:pt idx="60">
                  <c:v>1.0239109862698439</c:v>
                </c:pt>
                <c:pt idx="61">
                  <c:v>1.035691407769022</c:v>
                </c:pt>
                <c:pt idx="62">
                  <c:v>1.038310974054022</c:v>
                </c:pt>
                <c:pt idx="63">
                  <c:v>1.039783608948986</c:v>
                </c:pt>
                <c:pt idx="64">
                  <c:v>1.034298133632257</c:v>
                </c:pt>
                <c:pt idx="65">
                  <c:v>1.031422490493658</c:v>
                </c:pt>
                <c:pt idx="66">
                  <c:v>1.03746939312319</c:v>
                </c:pt>
                <c:pt idx="67">
                  <c:v>1.037446693709011</c:v>
                </c:pt>
                <c:pt idx="68">
                  <c:v>1.0405005053903791</c:v>
                </c:pt>
                <c:pt idx="69">
                  <c:v>1.040727488441038</c:v>
                </c:pt>
                <c:pt idx="70">
                  <c:v>1.0426879870355239</c:v>
                </c:pt>
                <c:pt idx="71">
                  <c:v>1.0422239147432799</c:v>
                </c:pt>
                <c:pt idx="72">
                  <c:v>1.044647940081894</c:v>
                </c:pt>
                <c:pt idx="73">
                  <c:v>1.045184327882317</c:v>
                </c:pt>
                <c:pt idx="74">
                  <c:v>1.0430749216457591</c:v>
                </c:pt>
                <c:pt idx="75">
                  <c:v>1.042980096960888</c:v>
                </c:pt>
                <c:pt idx="76">
                  <c:v>1.0431018702831301</c:v>
                </c:pt>
                <c:pt idx="77">
                  <c:v>1.043667424406483</c:v>
                </c:pt>
                <c:pt idx="78">
                  <c:v>1.049944348675403</c:v>
                </c:pt>
                <c:pt idx="79">
                  <c:v>1.054571774833811</c:v>
                </c:pt>
                <c:pt idx="80">
                  <c:v>1.051450574694766</c:v>
                </c:pt>
                <c:pt idx="81">
                  <c:v>1.0530665482106301</c:v>
                </c:pt>
                <c:pt idx="82">
                  <c:v>1.050138918767886</c:v>
                </c:pt>
                <c:pt idx="83">
                  <c:v>1.0503757077894771</c:v>
                </c:pt>
                <c:pt idx="84">
                  <c:v>1.0514630756875629</c:v>
                </c:pt>
                <c:pt idx="85">
                  <c:v>1.050183778495307</c:v>
                </c:pt>
                <c:pt idx="86">
                  <c:v>1.053051105367411</c:v>
                </c:pt>
                <c:pt idx="87">
                  <c:v>1.050808571242777</c:v>
                </c:pt>
                <c:pt idx="88">
                  <c:v>1.054161103619965</c:v>
                </c:pt>
                <c:pt idx="89">
                  <c:v>1.0520094517357941</c:v>
                </c:pt>
                <c:pt idx="90">
                  <c:v>1.047431038481573</c:v>
                </c:pt>
                <c:pt idx="91">
                  <c:v>1.044917935462379</c:v>
                </c:pt>
                <c:pt idx="92">
                  <c:v>1.043020964588345</c:v>
                </c:pt>
                <c:pt idx="93">
                  <c:v>1.047089134742039</c:v>
                </c:pt>
                <c:pt idx="94">
                  <c:v>1.043053298998565</c:v>
                </c:pt>
                <c:pt idx="95">
                  <c:v>1.042172731572933</c:v>
                </c:pt>
                <c:pt idx="96">
                  <c:v>1.043404137967086</c:v>
                </c:pt>
                <c:pt idx="97">
                  <c:v>1.051348420248023</c:v>
                </c:pt>
                <c:pt idx="98">
                  <c:v>1.048518336518351</c:v>
                </c:pt>
                <c:pt idx="99">
                  <c:v>1.045810754848385</c:v>
                </c:pt>
                <c:pt idx="100">
                  <c:v>1.0437198790008051</c:v>
                </c:pt>
                <c:pt idx="101">
                  <c:v>1.0428870473302601</c:v>
                </c:pt>
                <c:pt idx="102">
                  <c:v>1.0416141026736669</c:v>
                </c:pt>
                <c:pt idx="103">
                  <c:v>1.043802471901178</c:v>
                </c:pt>
                <c:pt idx="104">
                  <c:v>1.044861563268408</c:v>
                </c:pt>
                <c:pt idx="105">
                  <c:v>1.0457134846413729</c:v>
                </c:pt>
                <c:pt idx="106">
                  <c:v>1.0467028081980021</c:v>
                </c:pt>
                <c:pt idx="107">
                  <c:v>1.045611199804642</c:v>
                </c:pt>
                <c:pt idx="108">
                  <c:v>1.049538448729519</c:v>
                </c:pt>
                <c:pt idx="109">
                  <c:v>1.049063986453066</c:v>
                </c:pt>
                <c:pt idx="110">
                  <c:v>1.051121265727488</c:v>
                </c:pt>
                <c:pt idx="111">
                  <c:v>1.0535344593646869</c:v>
                </c:pt>
                <c:pt idx="112">
                  <c:v>1.0561308778645511</c:v>
                </c:pt>
                <c:pt idx="113">
                  <c:v>1.056415948217126</c:v>
                </c:pt>
                <c:pt idx="114">
                  <c:v>1.058143631472797</c:v>
                </c:pt>
                <c:pt idx="115">
                  <c:v>1.0571506778141071</c:v>
                </c:pt>
                <c:pt idx="116">
                  <c:v>1.0630602342387749</c:v>
                </c:pt>
                <c:pt idx="117">
                  <c:v>1.0641629964852051</c:v>
                </c:pt>
                <c:pt idx="118">
                  <c:v>1.06626440197483</c:v>
                </c:pt>
                <c:pt idx="119">
                  <c:v>1.0687172173286219</c:v>
                </c:pt>
                <c:pt idx="120">
                  <c:v>1.077969326345591</c:v>
                </c:pt>
                <c:pt idx="121">
                  <c:v>1.080536427695663</c:v>
                </c:pt>
                <c:pt idx="122">
                  <c:v>1.0864040298540569</c:v>
                </c:pt>
                <c:pt idx="123">
                  <c:v>1.091886160049433</c:v>
                </c:pt>
                <c:pt idx="124">
                  <c:v>1.090134291141871</c:v>
                </c:pt>
                <c:pt idx="125">
                  <c:v>1.0987127755861039</c:v>
                </c:pt>
                <c:pt idx="126">
                  <c:v>1.094973733926355</c:v>
                </c:pt>
                <c:pt idx="127">
                  <c:v>1.0859145991182879</c:v>
                </c:pt>
                <c:pt idx="128">
                  <c:v>1.0714423791859209</c:v>
                </c:pt>
                <c:pt idx="129">
                  <c:v>1.0725518773000979</c:v>
                </c:pt>
                <c:pt idx="130">
                  <c:v>1.0802020264962719</c:v>
                </c:pt>
                <c:pt idx="131">
                  <c:v>1.084097760006961</c:v>
                </c:pt>
                <c:pt idx="132">
                  <c:v>1.0893564584828781</c:v>
                </c:pt>
                <c:pt idx="133">
                  <c:v>1.090817857600644</c:v>
                </c:pt>
                <c:pt idx="134">
                  <c:v>1.0782053996038361</c:v>
                </c:pt>
                <c:pt idx="135">
                  <c:v>1.080355966635574</c:v>
                </c:pt>
                <c:pt idx="136">
                  <c:v>1.083251341829774</c:v>
                </c:pt>
                <c:pt idx="137">
                  <c:v>1.091948374467798</c:v>
                </c:pt>
                <c:pt idx="138">
                  <c:v>1.0894173710155699</c:v>
                </c:pt>
                <c:pt idx="139">
                  <c:v>1.0951018403714841</c:v>
                </c:pt>
                <c:pt idx="140">
                  <c:v>1.10347133325825</c:v>
                </c:pt>
                <c:pt idx="141">
                  <c:v>1.099866404698604</c:v>
                </c:pt>
                <c:pt idx="142">
                  <c:v>1.104328401187932</c:v>
                </c:pt>
                <c:pt idx="143">
                  <c:v>1.1034549933308131</c:v>
                </c:pt>
                <c:pt idx="144">
                  <c:v>1.0987654362056991</c:v>
                </c:pt>
                <c:pt idx="145">
                  <c:v>1.0985632425256411</c:v>
                </c:pt>
                <c:pt idx="146">
                  <c:v>1.092428989367809</c:v>
                </c:pt>
                <c:pt idx="147">
                  <c:v>1.085956799025487</c:v>
                </c:pt>
                <c:pt idx="148">
                  <c:v>1.0868356624583539</c:v>
                </c:pt>
                <c:pt idx="149">
                  <c:v>1.0913012241461211</c:v>
                </c:pt>
                <c:pt idx="150">
                  <c:v>1.0971657304172771</c:v>
                </c:pt>
                <c:pt idx="151">
                  <c:v>1.0994022735853839</c:v>
                </c:pt>
                <c:pt idx="152">
                  <c:v>1.091765239677738</c:v>
                </c:pt>
                <c:pt idx="153">
                  <c:v>1.087579778535221</c:v>
                </c:pt>
                <c:pt idx="154">
                  <c:v>1.0898182485972301</c:v>
                </c:pt>
                <c:pt idx="155">
                  <c:v>1.093694544551532</c:v>
                </c:pt>
                <c:pt idx="156">
                  <c:v>1.091864820109999</c:v>
                </c:pt>
                <c:pt idx="157">
                  <c:v>1.084410023534361</c:v>
                </c:pt>
                <c:pt idx="158">
                  <c:v>1.088217960215091</c:v>
                </c:pt>
                <c:pt idx="159">
                  <c:v>1.091262009120479</c:v>
                </c:pt>
                <c:pt idx="160">
                  <c:v>1.090304462177728</c:v>
                </c:pt>
                <c:pt idx="161">
                  <c:v>1.0931091886230799</c:v>
                </c:pt>
                <c:pt idx="162">
                  <c:v>1.0924354515699679</c:v>
                </c:pt>
                <c:pt idx="163">
                  <c:v>1.088778890824889</c:v>
                </c:pt>
                <c:pt idx="164">
                  <c:v>1.08732362342424</c:v>
                </c:pt>
                <c:pt idx="165">
                  <c:v>1.0801618615990001</c:v>
                </c:pt>
                <c:pt idx="166">
                  <c:v>1.080588222927616</c:v>
                </c:pt>
                <c:pt idx="167">
                  <c:v>1.07197691104041</c:v>
                </c:pt>
                <c:pt idx="168">
                  <c:v>1.0679471797292599</c:v>
                </c:pt>
                <c:pt idx="169">
                  <c:v>1.0729068546603711</c:v>
                </c:pt>
                <c:pt idx="170">
                  <c:v>1.0768699588232049</c:v>
                </c:pt>
                <c:pt idx="171">
                  <c:v>1.0792426717464121</c:v>
                </c:pt>
                <c:pt idx="172">
                  <c:v>1.076741090458478</c:v>
                </c:pt>
                <c:pt idx="173">
                  <c:v>1.0781169006604201</c:v>
                </c:pt>
                <c:pt idx="174">
                  <c:v>1.082426798460842</c:v>
                </c:pt>
                <c:pt idx="175">
                  <c:v>1.0811850811501651</c:v>
                </c:pt>
                <c:pt idx="176">
                  <c:v>1.0770931589741659</c:v>
                </c:pt>
                <c:pt idx="177">
                  <c:v>1.079174660135513</c:v>
                </c:pt>
                <c:pt idx="178">
                  <c:v>1.0721737939628311</c:v>
                </c:pt>
                <c:pt idx="179">
                  <c:v>1.071955732166207</c:v>
                </c:pt>
                <c:pt idx="180">
                  <c:v>1.0700185192737171</c:v>
                </c:pt>
                <c:pt idx="181">
                  <c:v>1.074044185618716</c:v>
                </c:pt>
                <c:pt idx="182">
                  <c:v>1.074524550889622</c:v>
                </c:pt>
                <c:pt idx="183">
                  <c:v>1.0831930614167851</c:v>
                </c:pt>
                <c:pt idx="184">
                  <c:v>1.091819609258124</c:v>
                </c:pt>
                <c:pt idx="185">
                  <c:v>1.0929328206372639</c:v>
                </c:pt>
                <c:pt idx="186">
                  <c:v>1.0903319395071069</c:v>
                </c:pt>
                <c:pt idx="187">
                  <c:v>1.088031399326727</c:v>
                </c:pt>
                <c:pt idx="188">
                  <c:v>1.0869515868911299</c:v>
                </c:pt>
                <c:pt idx="189">
                  <c:v>1.08491500158104</c:v>
                </c:pt>
                <c:pt idx="190">
                  <c:v>1.087805307981579</c:v>
                </c:pt>
                <c:pt idx="191">
                  <c:v>1.0842662359849331</c:v>
                </c:pt>
                <c:pt idx="192">
                  <c:v>1.082745006793286</c:v>
                </c:pt>
                <c:pt idx="193">
                  <c:v>1.0773265394890481</c:v>
                </c:pt>
                <c:pt idx="194">
                  <c:v>1.0786563379969409</c:v>
                </c:pt>
                <c:pt idx="195">
                  <c:v>1.081949632066497</c:v>
                </c:pt>
                <c:pt idx="196">
                  <c:v>1.084246309235497</c:v>
                </c:pt>
                <c:pt idx="197">
                  <c:v>1.0834419481937969</c:v>
                </c:pt>
                <c:pt idx="198">
                  <c:v>1.0781334594886429</c:v>
                </c:pt>
                <c:pt idx="199">
                  <c:v>1.081009658775504</c:v>
                </c:pt>
                <c:pt idx="200">
                  <c:v>1.0856004141966811</c:v>
                </c:pt>
                <c:pt idx="201">
                  <c:v>1.0862243482471641</c:v>
                </c:pt>
                <c:pt idx="202">
                  <c:v>1.0915779816229989</c:v>
                </c:pt>
                <c:pt idx="203">
                  <c:v>1.090187368512868</c:v>
                </c:pt>
                <c:pt idx="204">
                  <c:v>1.0978174500360811</c:v>
                </c:pt>
                <c:pt idx="205">
                  <c:v>1.0920069465087621</c:v>
                </c:pt>
                <c:pt idx="206">
                  <c:v>1.0849883147081889</c:v>
                </c:pt>
                <c:pt idx="207">
                  <c:v>1.0852134415116239</c:v>
                </c:pt>
                <c:pt idx="208">
                  <c:v>1.084100727771343</c:v>
                </c:pt>
                <c:pt idx="209">
                  <c:v>1.084491236499648</c:v>
                </c:pt>
                <c:pt idx="210">
                  <c:v>1.0813752734850099</c:v>
                </c:pt>
                <c:pt idx="211">
                  <c:v>1.0794063048303439</c:v>
                </c:pt>
                <c:pt idx="212">
                  <c:v>1.0797071230127111</c:v>
                </c:pt>
                <c:pt idx="213">
                  <c:v>1.080210559980161</c:v>
                </c:pt>
                <c:pt idx="214">
                  <c:v>1.081827773207469</c:v>
                </c:pt>
                <c:pt idx="215">
                  <c:v>1.0803536833041349</c:v>
                </c:pt>
                <c:pt idx="216">
                  <c:v>1.0760140944287211</c:v>
                </c:pt>
                <c:pt idx="217">
                  <c:v>1.0750471644745749</c:v>
                </c:pt>
                <c:pt idx="218">
                  <c:v>1.0760914879972121</c:v>
                </c:pt>
                <c:pt idx="219">
                  <c:v>1.076405860102797</c:v>
                </c:pt>
                <c:pt idx="220">
                  <c:v>1.0813634165644239</c:v>
                </c:pt>
                <c:pt idx="221">
                  <c:v>1.082555848051308</c:v>
                </c:pt>
                <c:pt idx="222">
                  <c:v>1.082816073797219</c:v>
                </c:pt>
                <c:pt idx="223">
                  <c:v>1.084373116831598</c:v>
                </c:pt>
                <c:pt idx="224">
                  <c:v>1.0843811980585789</c:v>
                </c:pt>
                <c:pt idx="225">
                  <c:v>1.085779671658347</c:v>
                </c:pt>
                <c:pt idx="226">
                  <c:v>1.0809087295337969</c:v>
                </c:pt>
                <c:pt idx="227">
                  <c:v>1.0815525100583629</c:v>
                </c:pt>
                <c:pt idx="228">
                  <c:v>1.0777355301540901</c:v>
                </c:pt>
                <c:pt idx="229">
                  <c:v>1.0800617166020099</c:v>
                </c:pt>
                <c:pt idx="230">
                  <c:v>1.0815190510177619</c:v>
                </c:pt>
                <c:pt idx="231">
                  <c:v>1.080409723930061</c:v>
                </c:pt>
                <c:pt idx="232">
                  <c:v>1.0829784323423319</c:v>
                </c:pt>
                <c:pt idx="233">
                  <c:v>1.0831543107635639</c:v>
                </c:pt>
                <c:pt idx="234">
                  <c:v>1.09002399677095</c:v>
                </c:pt>
                <c:pt idx="235">
                  <c:v>1.084169340682392</c:v>
                </c:pt>
                <c:pt idx="236">
                  <c:v>1.0879184229659831</c:v>
                </c:pt>
                <c:pt idx="237">
                  <c:v>1.085037792736562</c:v>
                </c:pt>
                <c:pt idx="238">
                  <c:v>1.0879952681734499</c:v>
                </c:pt>
                <c:pt idx="239">
                  <c:v>1.086930782832791</c:v>
                </c:pt>
                <c:pt idx="240">
                  <c:v>1.085748248962586</c:v>
                </c:pt>
                <c:pt idx="241">
                  <c:v>1.090058704693474</c:v>
                </c:pt>
                <c:pt idx="242">
                  <c:v>1.0950548630026671</c:v>
                </c:pt>
                <c:pt idx="243">
                  <c:v>1.100660215001394</c:v>
                </c:pt>
                <c:pt idx="244">
                  <c:v>1.104083042676361</c:v>
                </c:pt>
                <c:pt idx="245">
                  <c:v>1.103445446014844</c:v>
                </c:pt>
                <c:pt idx="246">
                  <c:v>1.1039223672067711</c:v>
                </c:pt>
                <c:pt idx="247">
                  <c:v>1.103037294930115</c:v>
                </c:pt>
                <c:pt idx="248">
                  <c:v>1.0995123373984841</c:v>
                </c:pt>
                <c:pt idx="249">
                  <c:v>1.10483935033083</c:v>
                </c:pt>
                <c:pt idx="250">
                  <c:v>1.10429051591251</c:v>
                </c:pt>
                <c:pt idx="251">
                  <c:v>1.103214306915324</c:v>
                </c:pt>
                <c:pt idx="252">
                  <c:v>1.1025946476970461</c:v>
                </c:pt>
                <c:pt idx="253">
                  <c:v>1.1077253894421599</c:v>
                </c:pt>
                <c:pt idx="254">
                  <c:v>1.104843761807468</c:v>
                </c:pt>
                <c:pt idx="255">
                  <c:v>1.108770486377346</c:v>
                </c:pt>
                <c:pt idx="256">
                  <c:v>1.112793303997301</c:v>
                </c:pt>
                <c:pt idx="257">
                  <c:v>1.1133686098605089</c:v>
                </c:pt>
                <c:pt idx="258">
                  <c:v>1.113003024009992</c:v>
                </c:pt>
                <c:pt idx="259">
                  <c:v>1.1073515549176489</c:v>
                </c:pt>
                <c:pt idx="260">
                  <c:v>1.107621660762476</c:v>
                </c:pt>
                <c:pt idx="261">
                  <c:v>1.099068497672526</c:v>
                </c:pt>
                <c:pt idx="262">
                  <c:v>1.097039719942517</c:v>
                </c:pt>
                <c:pt idx="263">
                  <c:v>1.100244197270942</c:v>
                </c:pt>
                <c:pt idx="264">
                  <c:v>1.103102824009625</c:v>
                </c:pt>
                <c:pt idx="265">
                  <c:v>1.0995123142222609</c:v>
                </c:pt>
                <c:pt idx="266">
                  <c:v>1.095792162391241</c:v>
                </c:pt>
                <c:pt idx="267">
                  <c:v>1.0920182694441709</c:v>
                </c:pt>
                <c:pt idx="268">
                  <c:v>1.095629940195527</c:v>
                </c:pt>
                <c:pt idx="269">
                  <c:v>1.1018297586035759</c:v>
                </c:pt>
                <c:pt idx="270">
                  <c:v>1.1046356774249091</c:v>
                </c:pt>
                <c:pt idx="271">
                  <c:v>1.103736056531847</c:v>
                </c:pt>
                <c:pt idx="272">
                  <c:v>1.1044419469389579</c:v>
                </c:pt>
                <c:pt idx="273">
                  <c:v>1.101306029693071</c:v>
                </c:pt>
                <c:pt idx="274">
                  <c:v>1.100691380102927</c:v>
                </c:pt>
                <c:pt idx="275">
                  <c:v>1.0967394380742841</c:v>
                </c:pt>
                <c:pt idx="276">
                  <c:v>1.0951821525732299</c:v>
                </c:pt>
                <c:pt idx="277">
                  <c:v>1.090249324828557</c:v>
                </c:pt>
                <c:pt idx="278">
                  <c:v>1.0965039392847931</c:v>
                </c:pt>
                <c:pt idx="279">
                  <c:v>1.0941975355585689</c:v>
                </c:pt>
                <c:pt idx="280">
                  <c:v>1.0971157380576111</c:v>
                </c:pt>
                <c:pt idx="281">
                  <c:v>1.090393830669397</c:v>
                </c:pt>
                <c:pt idx="282">
                  <c:v>1.0905335539899459</c:v>
                </c:pt>
                <c:pt idx="283">
                  <c:v>1.084750616387699</c:v>
                </c:pt>
                <c:pt idx="284">
                  <c:v>1.0784905430291889</c:v>
                </c:pt>
                <c:pt idx="285">
                  <c:v>1.0792786007410189</c:v>
                </c:pt>
                <c:pt idx="286">
                  <c:v>1.0845047453767369</c:v>
                </c:pt>
                <c:pt idx="287">
                  <c:v>1.083597337099703</c:v>
                </c:pt>
                <c:pt idx="288">
                  <c:v>1.080000177438512</c:v>
                </c:pt>
                <c:pt idx="289">
                  <c:v>1.081631574411114</c:v>
                </c:pt>
                <c:pt idx="290">
                  <c:v>1.0840082459491189</c:v>
                </c:pt>
                <c:pt idx="291">
                  <c:v>1.085768897597063</c:v>
                </c:pt>
                <c:pt idx="292">
                  <c:v>1.0824266031015879</c:v>
                </c:pt>
                <c:pt idx="293">
                  <c:v>1.0848183991015949</c:v>
                </c:pt>
                <c:pt idx="294">
                  <c:v>1.082784253256706</c:v>
                </c:pt>
                <c:pt idx="295">
                  <c:v>1.0796317764864409</c:v>
                </c:pt>
                <c:pt idx="296">
                  <c:v>1.0801876248508151</c:v>
                </c:pt>
                <c:pt idx="297">
                  <c:v>1.084492074574654</c:v>
                </c:pt>
                <c:pt idx="298">
                  <c:v>1.08513963902157</c:v>
                </c:pt>
                <c:pt idx="299">
                  <c:v>1.085048014117163</c:v>
                </c:pt>
                <c:pt idx="300">
                  <c:v>1.0841675584826129</c:v>
                </c:pt>
                <c:pt idx="301">
                  <c:v>1.087827171775025</c:v>
                </c:pt>
                <c:pt idx="302">
                  <c:v>1.090627604357159</c:v>
                </c:pt>
                <c:pt idx="303">
                  <c:v>1.0909229100694751</c:v>
                </c:pt>
                <c:pt idx="304">
                  <c:v>1.0908144475144179</c:v>
                </c:pt>
                <c:pt idx="305">
                  <c:v>1.090797818830628</c:v>
                </c:pt>
                <c:pt idx="306">
                  <c:v>1.089734221446069</c:v>
                </c:pt>
                <c:pt idx="307">
                  <c:v>1.0855896312616391</c:v>
                </c:pt>
                <c:pt idx="308">
                  <c:v>1.085664202188275</c:v>
                </c:pt>
                <c:pt idx="309">
                  <c:v>1.088964424781087</c:v>
                </c:pt>
                <c:pt idx="310">
                  <c:v>1.088674319447239</c:v>
                </c:pt>
                <c:pt idx="311">
                  <c:v>1.090524888046307</c:v>
                </c:pt>
                <c:pt idx="312">
                  <c:v>1.0958877959235609</c:v>
                </c:pt>
                <c:pt idx="313">
                  <c:v>1.095442407208844</c:v>
                </c:pt>
                <c:pt idx="314">
                  <c:v>1.096155595253371</c:v>
                </c:pt>
                <c:pt idx="315">
                  <c:v>1.0977392682058951</c:v>
                </c:pt>
                <c:pt idx="316">
                  <c:v>1.0980961292798681</c:v>
                </c:pt>
                <c:pt idx="317">
                  <c:v>1.09647678952807</c:v>
                </c:pt>
                <c:pt idx="318">
                  <c:v>1.096189184796166</c:v>
                </c:pt>
                <c:pt idx="319">
                  <c:v>1.098125532180257</c:v>
                </c:pt>
                <c:pt idx="320">
                  <c:v>1.0992887369930919</c:v>
                </c:pt>
                <c:pt idx="321">
                  <c:v>1.0993331812063429</c:v>
                </c:pt>
                <c:pt idx="322">
                  <c:v>1.0995406282659741</c:v>
                </c:pt>
                <c:pt idx="323">
                  <c:v>1.095989824159052</c:v>
                </c:pt>
                <c:pt idx="324">
                  <c:v>1.0970497253665279</c:v>
                </c:pt>
                <c:pt idx="325">
                  <c:v>1.096948880192105</c:v>
                </c:pt>
                <c:pt idx="326">
                  <c:v>1.099314688738076</c:v>
                </c:pt>
                <c:pt idx="327">
                  <c:v>1.097047739852538</c:v>
                </c:pt>
                <c:pt idx="328">
                  <c:v>1.1009410912507349</c:v>
                </c:pt>
                <c:pt idx="329">
                  <c:v>1.10396731667718</c:v>
                </c:pt>
                <c:pt idx="330">
                  <c:v>1.104864624414206</c:v>
                </c:pt>
                <c:pt idx="331">
                  <c:v>1.106066715714743</c:v>
                </c:pt>
                <c:pt idx="332">
                  <c:v>1.1063092727116119</c:v>
                </c:pt>
                <c:pt idx="333">
                  <c:v>1.1059564031491991</c:v>
                </c:pt>
                <c:pt idx="334">
                  <c:v>1.1077767719192799</c:v>
                </c:pt>
                <c:pt idx="335">
                  <c:v>1.1118478007307111</c:v>
                </c:pt>
                <c:pt idx="336">
                  <c:v>1.112197317073816</c:v>
                </c:pt>
                <c:pt idx="337">
                  <c:v>1.1148445103490201</c:v>
                </c:pt>
                <c:pt idx="338">
                  <c:v>1.1144659989091379</c:v>
                </c:pt>
                <c:pt idx="339">
                  <c:v>1.119155487627381</c:v>
                </c:pt>
                <c:pt idx="340">
                  <c:v>1.120864327454868</c:v>
                </c:pt>
                <c:pt idx="341">
                  <c:v>1.1170350163293969</c:v>
                </c:pt>
                <c:pt idx="342">
                  <c:v>1.11585311848061</c:v>
                </c:pt>
                <c:pt idx="343">
                  <c:v>1.11622927294566</c:v>
                </c:pt>
                <c:pt idx="344">
                  <c:v>1.117378445728439</c:v>
                </c:pt>
                <c:pt idx="345">
                  <c:v>1.1155188717442559</c:v>
                </c:pt>
                <c:pt idx="346">
                  <c:v>1.11696054949688</c:v>
                </c:pt>
                <c:pt idx="347">
                  <c:v>1.1198626065716211</c:v>
                </c:pt>
                <c:pt idx="348">
                  <c:v>1.1184177882700119</c:v>
                </c:pt>
                <c:pt idx="349">
                  <c:v>1.1170205492743539</c:v>
                </c:pt>
                <c:pt idx="350">
                  <c:v>1.110670635347232</c:v>
                </c:pt>
                <c:pt idx="351">
                  <c:v>1.1146579607086029</c:v>
                </c:pt>
                <c:pt idx="352">
                  <c:v>1.1167861233158629</c:v>
                </c:pt>
                <c:pt idx="353">
                  <c:v>1.1197390314519939</c:v>
                </c:pt>
                <c:pt idx="354">
                  <c:v>1.1205012430787591</c:v>
                </c:pt>
                <c:pt idx="355">
                  <c:v>1.1243588978930581</c:v>
                </c:pt>
                <c:pt idx="356">
                  <c:v>1.1221959695327179</c:v>
                </c:pt>
                <c:pt idx="357">
                  <c:v>1.125376394401151</c:v>
                </c:pt>
                <c:pt idx="358">
                  <c:v>1.1278135108102421</c:v>
                </c:pt>
                <c:pt idx="359">
                  <c:v>1.126403246463503</c:v>
                </c:pt>
                <c:pt idx="360">
                  <c:v>1.130238412001485</c:v>
                </c:pt>
                <c:pt idx="361">
                  <c:v>1.1279005697411779</c:v>
                </c:pt>
                <c:pt idx="362">
                  <c:v>1.124745284444773</c:v>
                </c:pt>
                <c:pt idx="363">
                  <c:v>1.1296481274014341</c:v>
                </c:pt>
                <c:pt idx="364">
                  <c:v>1.1287043441110669</c:v>
                </c:pt>
                <c:pt idx="365">
                  <c:v>1.134162112774566</c:v>
                </c:pt>
                <c:pt idx="366">
                  <c:v>1.1384649380590459</c:v>
                </c:pt>
                <c:pt idx="367">
                  <c:v>1.1388947139837979</c:v>
                </c:pt>
                <c:pt idx="368">
                  <c:v>1.1461837381923521</c:v>
                </c:pt>
                <c:pt idx="369">
                  <c:v>1.1466774234312149</c:v>
                </c:pt>
                <c:pt idx="370">
                  <c:v>1.1440427618857789</c:v>
                </c:pt>
                <c:pt idx="371">
                  <c:v>1.1459525108542989</c:v>
                </c:pt>
                <c:pt idx="372">
                  <c:v>1.144215393491206</c:v>
                </c:pt>
                <c:pt idx="373">
                  <c:v>1.1431880637697109</c:v>
                </c:pt>
                <c:pt idx="374">
                  <c:v>1.145642718103691</c:v>
                </c:pt>
                <c:pt idx="375">
                  <c:v>1.152300746986336</c:v>
                </c:pt>
                <c:pt idx="376">
                  <c:v>1.155240132979144</c:v>
                </c:pt>
                <c:pt idx="377">
                  <c:v>1.154109265619627</c:v>
                </c:pt>
                <c:pt idx="378">
                  <c:v>1.153253052727669</c:v>
                </c:pt>
                <c:pt idx="379">
                  <c:v>1.1455992037794811</c:v>
                </c:pt>
                <c:pt idx="380">
                  <c:v>1.142229635175962</c:v>
                </c:pt>
                <c:pt idx="381">
                  <c:v>1.153744230227421</c:v>
                </c:pt>
                <c:pt idx="382">
                  <c:v>1.156635474031285</c:v>
                </c:pt>
                <c:pt idx="383">
                  <c:v>1.1589206017489919</c:v>
                </c:pt>
                <c:pt idx="384">
                  <c:v>1.151782556834672</c:v>
                </c:pt>
                <c:pt idx="385">
                  <c:v>1.159210737113241</c:v>
                </c:pt>
                <c:pt idx="386">
                  <c:v>1.158507085734269</c:v>
                </c:pt>
                <c:pt idx="387">
                  <c:v>1.1588676099645869</c:v>
                </c:pt>
                <c:pt idx="388">
                  <c:v>1.155357921288596</c:v>
                </c:pt>
                <c:pt idx="389">
                  <c:v>1.155345426560799</c:v>
                </c:pt>
                <c:pt idx="390">
                  <c:v>1.156247827325757</c:v>
                </c:pt>
                <c:pt idx="391">
                  <c:v>1.158690105691297</c:v>
                </c:pt>
                <c:pt idx="392">
                  <c:v>1.1561283363143771</c:v>
                </c:pt>
                <c:pt idx="393">
                  <c:v>1.154490217060258</c:v>
                </c:pt>
                <c:pt idx="394">
                  <c:v>1.148307095817471</c:v>
                </c:pt>
                <c:pt idx="395">
                  <c:v>1.150746681068668</c:v>
                </c:pt>
                <c:pt idx="396">
                  <c:v>1.153171776640989</c:v>
                </c:pt>
                <c:pt idx="397">
                  <c:v>1.152449665075167</c:v>
                </c:pt>
                <c:pt idx="398">
                  <c:v>1.15799855576711</c:v>
                </c:pt>
                <c:pt idx="399">
                  <c:v>1.161288282052604</c:v>
                </c:pt>
                <c:pt idx="400">
                  <c:v>1.16212056607619</c:v>
                </c:pt>
                <c:pt idx="401">
                  <c:v>1.1574324471882009</c:v>
                </c:pt>
                <c:pt idx="402">
                  <c:v>1.160415857349318</c:v>
                </c:pt>
                <c:pt idx="403">
                  <c:v>1.162062505476632</c:v>
                </c:pt>
                <c:pt idx="404">
                  <c:v>1.160818598275289</c:v>
                </c:pt>
                <c:pt idx="405">
                  <c:v>1.1575578793591521</c:v>
                </c:pt>
                <c:pt idx="406">
                  <c:v>1.158629229463259</c:v>
                </c:pt>
                <c:pt idx="407">
                  <c:v>1.156145754802586</c:v>
                </c:pt>
                <c:pt idx="408">
                  <c:v>1.1600113667321339</c:v>
                </c:pt>
                <c:pt idx="409">
                  <c:v>1.163467796904275</c:v>
                </c:pt>
                <c:pt idx="410">
                  <c:v>1.1627818511743999</c:v>
                </c:pt>
                <c:pt idx="411">
                  <c:v>1.1622744446650011</c:v>
                </c:pt>
                <c:pt idx="412">
                  <c:v>1.1650914081996491</c:v>
                </c:pt>
                <c:pt idx="413">
                  <c:v>1.1630425908815121</c:v>
                </c:pt>
                <c:pt idx="414">
                  <c:v>1.1627614586376389</c:v>
                </c:pt>
                <c:pt idx="415">
                  <c:v>1.1636027789729411</c:v>
                </c:pt>
                <c:pt idx="416">
                  <c:v>1.156711071077142</c:v>
                </c:pt>
                <c:pt idx="417">
                  <c:v>1.156465875128228</c:v>
                </c:pt>
                <c:pt idx="418">
                  <c:v>1.158623636405856</c:v>
                </c:pt>
                <c:pt idx="419">
                  <c:v>1.1580684078246599</c:v>
                </c:pt>
                <c:pt idx="420">
                  <c:v>1.154710928602338</c:v>
                </c:pt>
                <c:pt idx="421">
                  <c:v>1.1494686704075281</c:v>
                </c:pt>
                <c:pt idx="422">
                  <c:v>1.148360250788623</c:v>
                </c:pt>
                <c:pt idx="423">
                  <c:v>1.1416005784549841</c:v>
                </c:pt>
                <c:pt idx="424">
                  <c:v>1.146905037017129</c:v>
                </c:pt>
                <c:pt idx="425">
                  <c:v>1.1459226494556369</c:v>
                </c:pt>
                <c:pt idx="426">
                  <c:v>1.143447343230622</c:v>
                </c:pt>
                <c:pt idx="427">
                  <c:v>1.1376722689547789</c:v>
                </c:pt>
                <c:pt idx="428">
                  <c:v>1.140655421158538</c:v>
                </c:pt>
                <c:pt idx="429">
                  <c:v>1.142400151421507</c:v>
                </c:pt>
                <c:pt idx="430">
                  <c:v>1.145024954503459</c:v>
                </c:pt>
                <c:pt idx="431">
                  <c:v>1.1436320812518319</c:v>
                </c:pt>
                <c:pt idx="432">
                  <c:v>1.1456682377604921</c:v>
                </c:pt>
                <c:pt idx="433">
                  <c:v>1.1463098887927341</c:v>
                </c:pt>
                <c:pt idx="434">
                  <c:v>1.1463341563533089</c:v>
                </c:pt>
                <c:pt idx="435">
                  <c:v>1.1459123093767161</c:v>
                </c:pt>
                <c:pt idx="436">
                  <c:v>1.1496314548633331</c:v>
                </c:pt>
                <c:pt idx="437">
                  <c:v>1.149710841728329</c:v>
                </c:pt>
                <c:pt idx="438">
                  <c:v>1.1484796778559681</c:v>
                </c:pt>
                <c:pt idx="439">
                  <c:v>1.145717488330249</c:v>
                </c:pt>
                <c:pt idx="440">
                  <c:v>1.149607748862691</c:v>
                </c:pt>
                <c:pt idx="441">
                  <c:v>1.151288004299577</c:v>
                </c:pt>
                <c:pt idx="442">
                  <c:v>1.151272897881044</c:v>
                </c:pt>
                <c:pt idx="443">
                  <c:v>1.150225057442626</c:v>
                </c:pt>
                <c:pt idx="444">
                  <c:v>1.1535845464310019</c:v>
                </c:pt>
                <c:pt idx="445">
                  <c:v>1.152955719711962</c:v>
                </c:pt>
                <c:pt idx="446">
                  <c:v>1.1549449129148881</c:v>
                </c:pt>
                <c:pt idx="447">
                  <c:v>1.1579970012500851</c:v>
                </c:pt>
                <c:pt idx="448">
                  <c:v>1.157712291003806</c:v>
                </c:pt>
                <c:pt idx="449">
                  <c:v>1.16138123142478</c:v>
                </c:pt>
                <c:pt idx="450">
                  <c:v>1.162434410885415</c:v>
                </c:pt>
                <c:pt idx="451">
                  <c:v>1.1601344341522379</c:v>
                </c:pt>
                <c:pt idx="452">
                  <c:v>1.158116818132628</c:v>
                </c:pt>
                <c:pt idx="453">
                  <c:v>1.1609730113743379</c:v>
                </c:pt>
                <c:pt idx="454">
                  <c:v>1.1600074950684029</c:v>
                </c:pt>
                <c:pt idx="455">
                  <c:v>1.162290370985873</c:v>
                </c:pt>
                <c:pt idx="456">
                  <c:v>1.1682683709395461</c:v>
                </c:pt>
                <c:pt idx="457">
                  <c:v>1.166637224973923</c:v>
                </c:pt>
                <c:pt idx="458">
                  <c:v>1.1658702889324539</c:v>
                </c:pt>
                <c:pt idx="459">
                  <c:v>1.165458327905857</c:v>
                </c:pt>
                <c:pt idx="460">
                  <c:v>1.165699737984679</c:v>
                </c:pt>
                <c:pt idx="461">
                  <c:v>1.1676555639200401</c:v>
                </c:pt>
                <c:pt idx="462">
                  <c:v>1.168014858999322</c:v>
                </c:pt>
                <c:pt idx="463">
                  <c:v>1.166960443426585</c:v>
                </c:pt>
                <c:pt idx="464">
                  <c:v>1.164761648432894</c:v>
                </c:pt>
                <c:pt idx="465">
                  <c:v>1.166671702199203</c:v>
                </c:pt>
                <c:pt idx="466">
                  <c:v>1.1642770266891449</c:v>
                </c:pt>
                <c:pt idx="467">
                  <c:v>1.159744273872825</c:v>
                </c:pt>
                <c:pt idx="468">
                  <c:v>1.164637987575333</c:v>
                </c:pt>
                <c:pt idx="469">
                  <c:v>1.165364053479873</c:v>
                </c:pt>
                <c:pt idx="470">
                  <c:v>1.16598564517379</c:v>
                </c:pt>
                <c:pt idx="471">
                  <c:v>1.167463047694987</c:v>
                </c:pt>
                <c:pt idx="472">
                  <c:v>1.167448980604157</c:v>
                </c:pt>
                <c:pt idx="473">
                  <c:v>1.1655064809042111</c:v>
                </c:pt>
                <c:pt idx="474">
                  <c:v>1.167259053049335</c:v>
                </c:pt>
                <c:pt idx="475">
                  <c:v>1.16357244842314</c:v>
                </c:pt>
                <c:pt idx="476">
                  <c:v>1.157917378154959</c:v>
                </c:pt>
                <c:pt idx="477">
                  <c:v>1.1601930867013399</c:v>
                </c:pt>
                <c:pt idx="478">
                  <c:v>1.162480648972638</c:v>
                </c:pt>
                <c:pt idx="479">
                  <c:v>1.164440336633825</c:v>
                </c:pt>
                <c:pt idx="480">
                  <c:v>1.161117622101639</c:v>
                </c:pt>
                <c:pt idx="481">
                  <c:v>1.161164210156217</c:v>
                </c:pt>
                <c:pt idx="482">
                  <c:v>1.1637505382478419</c:v>
                </c:pt>
                <c:pt idx="483">
                  <c:v>1.1623155710363779</c:v>
                </c:pt>
                <c:pt idx="484">
                  <c:v>1.1657081944187331</c:v>
                </c:pt>
                <c:pt idx="485">
                  <c:v>1.167954173678355</c:v>
                </c:pt>
                <c:pt idx="486">
                  <c:v>1.1657373415626291</c:v>
                </c:pt>
                <c:pt idx="487">
                  <c:v>1.160342214169213</c:v>
                </c:pt>
                <c:pt idx="488">
                  <c:v>1.159491756848781</c:v>
                </c:pt>
                <c:pt idx="489">
                  <c:v>1.15593653185126</c:v>
                </c:pt>
                <c:pt idx="490">
                  <c:v>1.157969094344075</c:v>
                </c:pt>
                <c:pt idx="491">
                  <c:v>1.1559890326800619</c:v>
                </c:pt>
                <c:pt idx="492">
                  <c:v>1.1602028627555261</c:v>
                </c:pt>
                <c:pt idx="493">
                  <c:v>1.15694575768632</c:v>
                </c:pt>
                <c:pt idx="494">
                  <c:v>1.157957395118741</c:v>
                </c:pt>
                <c:pt idx="495">
                  <c:v>1.1619241966631031</c:v>
                </c:pt>
                <c:pt idx="496">
                  <c:v>1.162643646086994</c:v>
                </c:pt>
                <c:pt idx="497">
                  <c:v>1.160856893874179</c:v>
                </c:pt>
                <c:pt idx="498">
                  <c:v>1.159766110484536</c:v>
                </c:pt>
                <c:pt idx="499">
                  <c:v>1.157847503815737</c:v>
                </c:pt>
                <c:pt idx="500">
                  <c:v>1.160385696499179</c:v>
                </c:pt>
                <c:pt idx="501">
                  <c:v>1.1536618853120679</c:v>
                </c:pt>
                <c:pt idx="502">
                  <c:v>1.1546366749025989</c:v>
                </c:pt>
                <c:pt idx="503">
                  <c:v>1.147618216241463</c:v>
                </c:pt>
                <c:pt idx="504">
                  <c:v>1.147799203859956</c:v>
                </c:pt>
                <c:pt idx="505">
                  <c:v>1.1496751332655579</c:v>
                </c:pt>
                <c:pt idx="506">
                  <c:v>1.148294746324219</c:v>
                </c:pt>
                <c:pt idx="507">
                  <c:v>1.151412829513246</c:v>
                </c:pt>
                <c:pt idx="508">
                  <c:v>1.150718615904057</c:v>
                </c:pt>
                <c:pt idx="509">
                  <c:v>1.144539386037551</c:v>
                </c:pt>
                <c:pt idx="510">
                  <c:v>1.1440923865537751</c:v>
                </c:pt>
                <c:pt idx="511">
                  <c:v>1.148582798695795</c:v>
                </c:pt>
                <c:pt idx="512">
                  <c:v>1.1482853236120429</c:v>
                </c:pt>
                <c:pt idx="513">
                  <c:v>1.15072342236002</c:v>
                </c:pt>
                <c:pt idx="514">
                  <c:v>1.151126447722908</c:v>
                </c:pt>
                <c:pt idx="515">
                  <c:v>1.1501298527256629</c:v>
                </c:pt>
                <c:pt idx="516">
                  <c:v>1.1485070503339221</c:v>
                </c:pt>
                <c:pt idx="517">
                  <c:v>1.15350499195832</c:v>
                </c:pt>
                <c:pt idx="518">
                  <c:v>1.150815898736665</c:v>
                </c:pt>
                <c:pt idx="519">
                  <c:v>1.1529693822016791</c:v>
                </c:pt>
                <c:pt idx="520">
                  <c:v>1.153810392394212</c:v>
                </c:pt>
                <c:pt idx="521">
                  <c:v>1.1542504218573471</c:v>
                </c:pt>
                <c:pt idx="522">
                  <c:v>1.1532033269131881</c:v>
                </c:pt>
                <c:pt idx="523">
                  <c:v>1.149361754011182</c:v>
                </c:pt>
                <c:pt idx="524">
                  <c:v>1.1478138414840511</c:v>
                </c:pt>
                <c:pt idx="525">
                  <c:v>1.143205120479639</c:v>
                </c:pt>
                <c:pt idx="526">
                  <c:v>1.139595799395521</c:v>
                </c:pt>
                <c:pt idx="527">
                  <c:v>1.1387862515442211</c:v>
                </c:pt>
                <c:pt idx="528">
                  <c:v>1.1398722327978379</c:v>
                </c:pt>
                <c:pt idx="529">
                  <c:v>1.14204728063827</c:v>
                </c:pt>
                <c:pt idx="530">
                  <c:v>1.136884782308309</c:v>
                </c:pt>
                <c:pt idx="531">
                  <c:v>1.127010063339134</c:v>
                </c:pt>
                <c:pt idx="532">
                  <c:v>1.134122653121858</c:v>
                </c:pt>
                <c:pt idx="533">
                  <c:v>1.138131258710865</c:v>
                </c:pt>
                <c:pt idx="534">
                  <c:v>1.139548501124185</c:v>
                </c:pt>
                <c:pt idx="535">
                  <c:v>1.1408491063878921</c:v>
                </c:pt>
                <c:pt idx="536">
                  <c:v>1.139676555715168</c:v>
                </c:pt>
                <c:pt idx="537">
                  <c:v>1.140229610912382</c:v>
                </c:pt>
                <c:pt idx="538">
                  <c:v>1.1393716443365129</c:v>
                </c:pt>
                <c:pt idx="539">
                  <c:v>1.1371764398044359</c:v>
                </c:pt>
                <c:pt idx="540">
                  <c:v>1.135014529369369</c:v>
                </c:pt>
                <c:pt idx="541">
                  <c:v>1.134107624793965</c:v>
                </c:pt>
                <c:pt idx="542">
                  <c:v>1.139044258928545</c:v>
                </c:pt>
                <c:pt idx="543">
                  <c:v>1.1363409277077801</c:v>
                </c:pt>
                <c:pt idx="544">
                  <c:v>1.138236812925369</c:v>
                </c:pt>
                <c:pt idx="545">
                  <c:v>1.136587480055431</c:v>
                </c:pt>
                <c:pt idx="546">
                  <c:v>1.1336631099704759</c:v>
                </c:pt>
                <c:pt idx="547">
                  <c:v>1.1333905209726991</c:v>
                </c:pt>
                <c:pt idx="548">
                  <c:v>1.127016586379846</c:v>
                </c:pt>
                <c:pt idx="549">
                  <c:v>1.1302106664042291</c:v>
                </c:pt>
                <c:pt idx="550">
                  <c:v>1.1272933064256889</c:v>
                </c:pt>
                <c:pt idx="551">
                  <c:v>1.130132465604706</c:v>
                </c:pt>
                <c:pt idx="552">
                  <c:v>1.1288740418691321</c:v>
                </c:pt>
                <c:pt idx="553">
                  <c:v>1.1311872223290369</c:v>
                </c:pt>
                <c:pt idx="554">
                  <c:v>1.1295631242051201</c:v>
                </c:pt>
                <c:pt idx="555">
                  <c:v>1.125218889038371</c:v>
                </c:pt>
                <c:pt idx="556">
                  <c:v>1.1207912661169079</c:v>
                </c:pt>
                <c:pt idx="557">
                  <c:v>1.1192570368571659</c:v>
                </c:pt>
                <c:pt idx="558">
                  <c:v>1.108407561494132</c:v>
                </c:pt>
                <c:pt idx="559">
                  <c:v>1.1039722196388071</c:v>
                </c:pt>
                <c:pt idx="560">
                  <c:v>1.111528905511096</c:v>
                </c:pt>
                <c:pt idx="561">
                  <c:v>1.110254060311429</c:v>
                </c:pt>
                <c:pt idx="562">
                  <c:v>1.117549625296179</c:v>
                </c:pt>
                <c:pt idx="563">
                  <c:v>1.118608376606844</c:v>
                </c:pt>
                <c:pt idx="564">
                  <c:v>1.115471250606213</c:v>
                </c:pt>
                <c:pt idx="565">
                  <c:v>1.1165122534202929</c:v>
                </c:pt>
                <c:pt idx="566">
                  <c:v>1.120271827158752</c:v>
                </c:pt>
                <c:pt idx="567">
                  <c:v>1.1225643235948759</c:v>
                </c:pt>
                <c:pt idx="568">
                  <c:v>1.123895587864199</c:v>
                </c:pt>
                <c:pt idx="569">
                  <c:v>1.1243778365633481</c:v>
                </c:pt>
                <c:pt idx="570">
                  <c:v>1.123691612275848</c:v>
                </c:pt>
                <c:pt idx="571">
                  <c:v>1.1265187488842201</c:v>
                </c:pt>
                <c:pt idx="572">
                  <c:v>1.126580954817217</c:v>
                </c:pt>
                <c:pt idx="573">
                  <c:v>1.128297298864412</c:v>
                </c:pt>
                <c:pt idx="574">
                  <c:v>1.1303208023305169</c:v>
                </c:pt>
                <c:pt idx="575">
                  <c:v>1.132607305971109</c:v>
                </c:pt>
                <c:pt idx="576">
                  <c:v>1.126503503305317</c:v>
                </c:pt>
                <c:pt idx="577">
                  <c:v>1.1287092812496029</c:v>
                </c:pt>
                <c:pt idx="578">
                  <c:v>1.130744898752545</c:v>
                </c:pt>
                <c:pt idx="579">
                  <c:v>1.13076201283839</c:v>
                </c:pt>
                <c:pt idx="580">
                  <c:v>1.1316564008406369</c:v>
                </c:pt>
                <c:pt idx="581">
                  <c:v>1.13345419480433</c:v>
                </c:pt>
                <c:pt idx="582">
                  <c:v>1.1329602943021091</c:v>
                </c:pt>
                <c:pt idx="583">
                  <c:v>1.1353426102869559</c:v>
                </c:pt>
                <c:pt idx="584">
                  <c:v>1.139037107385084</c:v>
                </c:pt>
                <c:pt idx="585">
                  <c:v>1.13825333970683</c:v>
                </c:pt>
                <c:pt idx="586">
                  <c:v>1.139154442198421</c:v>
                </c:pt>
                <c:pt idx="587">
                  <c:v>1.136519479092386</c:v>
                </c:pt>
                <c:pt idx="588">
                  <c:v>1.140118594909957</c:v>
                </c:pt>
                <c:pt idx="589">
                  <c:v>1.1412386906069241</c:v>
                </c:pt>
                <c:pt idx="590">
                  <c:v>1.1400782624629431</c:v>
                </c:pt>
                <c:pt idx="591">
                  <c:v>1.1394331929718611</c:v>
                </c:pt>
                <c:pt idx="592">
                  <c:v>1.141255292843476</c:v>
                </c:pt>
                <c:pt idx="593">
                  <c:v>1.144130606734256</c:v>
                </c:pt>
                <c:pt idx="594">
                  <c:v>1.145706721838837</c:v>
                </c:pt>
                <c:pt idx="595">
                  <c:v>1.143692934047835</c:v>
                </c:pt>
                <c:pt idx="596">
                  <c:v>1.142031274171577</c:v>
                </c:pt>
                <c:pt idx="597">
                  <c:v>1.1466712009252731</c:v>
                </c:pt>
                <c:pt idx="598">
                  <c:v>1.1485634921313179</c:v>
                </c:pt>
                <c:pt idx="599">
                  <c:v>1.149878864763324</c:v>
                </c:pt>
                <c:pt idx="600">
                  <c:v>1.15195301070081</c:v>
                </c:pt>
                <c:pt idx="601">
                  <c:v>1.1468482053729341</c:v>
                </c:pt>
                <c:pt idx="602">
                  <c:v>1.150387551841229</c:v>
                </c:pt>
                <c:pt idx="603">
                  <c:v>1.14998197759031</c:v>
                </c:pt>
                <c:pt idx="604">
                  <c:v>1.15183325154558</c:v>
                </c:pt>
                <c:pt idx="605">
                  <c:v>1.1510526361406681</c:v>
                </c:pt>
                <c:pt idx="606">
                  <c:v>1.149045738737033</c:v>
                </c:pt>
                <c:pt idx="607">
                  <c:v>1.1510255769978091</c:v>
                </c:pt>
                <c:pt idx="608">
                  <c:v>1.150023697741156</c:v>
                </c:pt>
                <c:pt idx="609">
                  <c:v>1.1478400865934939</c:v>
                </c:pt>
                <c:pt idx="610">
                  <c:v>1.1445899742402521</c:v>
                </c:pt>
                <c:pt idx="611">
                  <c:v>1.145880000686575</c:v>
                </c:pt>
                <c:pt idx="612">
                  <c:v>1.1486975748183139</c:v>
                </c:pt>
                <c:pt idx="613">
                  <c:v>1.146950361229607</c:v>
                </c:pt>
                <c:pt idx="614">
                  <c:v>1.1499166648565911</c:v>
                </c:pt>
                <c:pt idx="615">
                  <c:v>1.149975879279086</c:v>
                </c:pt>
                <c:pt idx="616">
                  <c:v>1.151963068941638</c:v>
                </c:pt>
                <c:pt idx="617">
                  <c:v>1.1512254069407251</c:v>
                </c:pt>
                <c:pt idx="618">
                  <c:v>1.150839551656113</c:v>
                </c:pt>
                <c:pt idx="619">
                  <c:v>1.1488601122523761</c:v>
                </c:pt>
                <c:pt idx="620">
                  <c:v>1.151712924935671</c:v>
                </c:pt>
                <c:pt idx="621">
                  <c:v>1.1526155842230901</c:v>
                </c:pt>
                <c:pt idx="622">
                  <c:v>1.153749938424967</c:v>
                </c:pt>
                <c:pt idx="623">
                  <c:v>1.154068604841062</c:v>
                </c:pt>
                <c:pt idx="624">
                  <c:v>1.157549560887682</c:v>
                </c:pt>
                <c:pt idx="625">
                  <c:v>1.1540315660279929</c:v>
                </c:pt>
                <c:pt idx="626">
                  <c:v>1.1528609319257841</c:v>
                </c:pt>
                <c:pt idx="627">
                  <c:v>1.1552738667588189</c:v>
                </c:pt>
                <c:pt idx="628">
                  <c:v>1.159444643275978</c:v>
                </c:pt>
                <c:pt idx="629">
                  <c:v>1.160343827443139</c:v>
                </c:pt>
                <c:pt idx="630">
                  <c:v>1.161173119802704</c:v>
                </c:pt>
                <c:pt idx="631">
                  <c:v>1.160222722471159</c:v>
                </c:pt>
                <c:pt idx="632">
                  <c:v>1.162604659295392</c:v>
                </c:pt>
                <c:pt idx="633">
                  <c:v>1.1601993221325231</c:v>
                </c:pt>
                <c:pt idx="634">
                  <c:v>1.164257076899079</c:v>
                </c:pt>
                <c:pt idx="635">
                  <c:v>1.166001399262002</c:v>
                </c:pt>
                <c:pt idx="636">
                  <c:v>1.16668394075676</c:v>
                </c:pt>
                <c:pt idx="637">
                  <c:v>1.1678269277993509</c:v>
                </c:pt>
                <c:pt idx="638">
                  <c:v>1.163760380835841</c:v>
                </c:pt>
                <c:pt idx="639">
                  <c:v>1.165733657276228</c:v>
                </c:pt>
                <c:pt idx="640">
                  <c:v>1.1663304531601699</c:v>
                </c:pt>
                <c:pt idx="641">
                  <c:v>1.159629978485796</c:v>
                </c:pt>
                <c:pt idx="642">
                  <c:v>1.157770427417633</c:v>
                </c:pt>
                <c:pt idx="643">
                  <c:v>1.1565985026057</c:v>
                </c:pt>
                <c:pt idx="644">
                  <c:v>1.157814998238256</c:v>
                </c:pt>
                <c:pt idx="645">
                  <c:v>1.1576900374835779</c:v>
                </c:pt>
                <c:pt idx="646">
                  <c:v>1.1521559045041689</c:v>
                </c:pt>
                <c:pt idx="647">
                  <c:v>1.150864331075419</c:v>
                </c:pt>
                <c:pt idx="648">
                  <c:v>1.1522053362759701</c:v>
                </c:pt>
                <c:pt idx="649">
                  <c:v>1.1536550751187971</c:v>
                </c:pt>
                <c:pt idx="650">
                  <c:v>1.1573605478227671</c:v>
                </c:pt>
                <c:pt idx="651">
                  <c:v>1.159187687259847</c:v>
                </c:pt>
                <c:pt idx="652">
                  <c:v>1.157530694586949</c:v>
                </c:pt>
                <c:pt idx="653">
                  <c:v>1.1572358087219949</c:v>
                </c:pt>
                <c:pt idx="654">
                  <c:v>1.1574311635544909</c:v>
                </c:pt>
                <c:pt idx="655">
                  <c:v>1.1549947967473571</c:v>
                </c:pt>
                <c:pt idx="656">
                  <c:v>1.1489906293502381</c:v>
                </c:pt>
                <c:pt idx="657">
                  <c:v>1.1454966965861499</c:v>
                </c:pt>
                <c:pt idx="658">
                  <c:v>1.1441138920988829</c:v>
                </c:pt>
                <c:pt idx="659">
                  <c:v>1.146391015587281</c:v>
                </c:pt>
                <c:pt idx="660">
                  <c:v>1.1457368843985061</c:v>
                </c:pt>
                <c:pt idx="661">
                  <c:v>1.145312891298786</c:v>
                </c:pt>
                <c:pt idx="662">
                  <c:v>1.142033210410393</c:v>
                </c:pt>
                <c:pt idx="663">
                  <c:v>1.1401642961451659</c:v>
                </c:pt>
                <c:pt idx="664">
                  <c:v>1.1432268762337601</c:v>
                </c:pt>
                <c:pt idx="665">
                  <c:v>1.137585237400992</c:v>
                </c:pt>
                <c:pt idx="666">
                  <c:v>1.138268492528044</c:v>
                </c:pt>
                <c:pt idx="667">
                  <c:v>1.1345384287694671</c:v>
                </c:pt>
                <c:pt idx="668">
                  <c:v>1.131454509163007</c:v>
                </c:pt>
                <c:pt idx="669">
                  <c:v>1.1323163383116039</c:v>
                </c:pt>
                <c:pt idx="670">
                  <c:v>1.137550506037911</c:v>
                </c:pt>
                <c:pt idx="671">
                  <c:v>1.1388912841515531</c:v>
                </c:pt>
                <c:pt idx="672">
                  <c:v>1.143211469325663</c:v>
                </c:pt>
                <c:pt idx="673">
                  <c:v>1.1443784589717749</c:v>
                </c:pt>
                <c:pt idx="674">
                  <c:v>1.144826119435846</c:v>
                </c:pt>
                <c:pt idx="675">
                  <c:v>1.143175449139191</c:v>
                </c:pt>
                <c:pt idx="676">
                  <c:v>1.1425896981897481</c:v>
                </c:pt>
                <c:pt idx="677">
                  <c:v>1.1424848577105171</c:v>
                </c:pt>
                <c:pt idx="678">
                  <c:v>1.14149161209892</c:v>
                </c:pt>
                <c:pt idx="679">
                  <c:v>1.140759401313955</c:v>
                </c:pt>
                <c:pt idx="680">
                  <c:v>1.1442486691820311</c:v>
                </c:pt>
                <c:pt idx="681">
                  <c:v>1.1428350278191279</c:v>
                </c:pt>
                <c:pt idx="682">
                  <c:v>1.138087596845921</c:v>
                </c:pt>
                <c:pt idx="683">
                  <c:v>1.1398226667152389</c:v>
                </c:pt>
                <c:pt idx="684">
                  <c:v>1.1428487246040799</c:v>
                </c:pt>
                <c:pt idx="685">
                  <c:v>1.144258669129077</c:v>
                </c:pt>
                <c:pt idx="686">
                  <c:v>1.1451344464551041</c:v>
                </c:pt>
                <c:pt idx="687">
                  <c:v>1.1484715489769319</c:v>
                </c:pt>
                <c:pt idx="688">
                  <c:v>1.1484447060860969</c:v>
                </c:pt>
                <c:pt idx="689">
                  <c:v>1.147498060657195</c:v>
                </c:pt>
                <c:pt idx="690">
                  <c:v>1.147388404259708</c:v>
                </c:pt>
                <c:pt idx="691">
                  <c:v>1.1445264687251611</c:v>
                </c:pt>
                <c:pt idx="692">
                  <c:v>1.1458442398252351</c:v>
                </c:pt>
                <c:pt idx="693">
                  <c:v>1.140108854195248</c:v>
                </c:pt>
                <c:pt idx="694">
                  <c:v>1.1446897185497069</c:v>
                </c:pt>
                <c:pt idx="695">
                  <c:v>1.142251750923285</c:v>
                </c:pt>
                <c:pt idx="696">
                  <c:v>1.1432351744345519</c:v>
                </c:pt>
                <c:pt idx="697">
                  <c:v>1.141126781853222</c:v>
                </c:pt>
                <c:pt idx="698">
                  <c:v>1.141710989131753</c:v>
                </c:pt>
                <c:pt idx="699">
                  <c:v>1.139305325947358</c:v>
                </c:pt>
                <c:pt idx="700">
                  <c:v>1.139699059730005</c:v>
                </c:pt>
                <c:pt idx="701">
                  <c:v>1.14074218652169</c:v>
                </c:pt>
                <c:pt idx="702">
                  <c:v>1.1385823463888229</c:v>
                </c:pt>
                <c:pt idx="703">
                  <c:v>1.137136580514778</c:v>
                </c:pt>
                <c:pt idx="704">
                  <c:v>1.1381240182610339</c:v>
                </c:pt>
                <c:pt idx="705">
                  <c:v>1.1375042412445711</c:v>
                </c:pt>
                <c:pt idx="706">
                  <c:v>1.139755940347418</c:v>
                </c:pt>
                <c:pt idx="707">
                  <c:v>1.139824835812359</c:v>
                </c:pt>
                <c:pt idx="708">
                  <c:v>1.1394534015423701</c:v>
                </c:pt>
                <c:pt idx="709">
                  <c:v>1.1385314482776709</c:v>
                </c:pt>
                <c:pt idx="710">
                  <c:v>1.1378591051553419</c:v>
                </c:pt>
                <c:pt idx="711">
                  <c:v>1.1368902881366501</c:v>
                </c:pt>
                <c:pt idx="712">
                  <c:v>1.1368507748701211</c:v>
                </c:pt>
                <c:pt idx="713">
                  <c:v>1.136296255635187</c:v>
                </c:pt>
                <c:pt idx="714">
                  <c:v>1.133471876733003</c:v>
                </c:pt>
                <c:pt idx="715">
                  <c:v>1.1342582246911439</c:v>
                </c:pt>
                <c:pt idx="716">
                  <c:v>1.1345978183106129</c:v>
                </c:pt>
                <c:pt idx="717">
                  <c:v>1.132483964299404</c:v>
                </c:pt>
                <c:pt idx="718">
                  <c:v>1.129844962279263</c:v>
                </c:pt>
                <c:pt idx="719">
                  <c:v>1.128572989096519</c:v>
                </c:pt>
                <c:pt idx="720">
                  <c:v>1.127878854981752</c:v>
                </c:pt>
                <c:pt idx="721">
                  <c:v>1.1265375230854191</c:v>
                </c:pt>
                <c:pt idx="722">
                  <c:v>1.1264342202192781</c:v>
                </c:pt>
                <c:pt idx="723">
                  <c:v>1.12985751478345</c:v>
                </c:pt>
                <c:pt idx="724">
                  <c:v>1.131210612958113</c:v>
                </c:pt>
                <c:pt idx="725">
                  <c:v>1.130304704181434</c:v>
                </c:pt>
                <c:pt idx="726">
                  <c:v>1.1308417810201119</c:v>
                </c:pt>
                <c:pt idx="727">
                  <c:v>1.1321566939419541</c:v>
                </c:pt>
                <c:pt idx="728">
                  <c:v>1.1376522290136291</c:v>
                </c:pt>
                <c:pt idx="729">
                  <c:v>1.138124039102522</c:v>
                </c:pt>
                <c:pt idx="730">
                  <c:v>1.1411243412080929</c:v>
                </c:pt>
                <c:pt idx="731">
                  <c:v>1.140892812557833</c:v>
                </c:pt>
                <c:pt idx="732">
                  <c:v>1.142267303831966</c:v>
                </c:pt>
                <c:pt idx="733">
                  <c:v>1.1422466591583511</c:v>
                </c:pt>
                <c:pt idx="734">
                  <c:v>1.140101704897003</c:v>
                </c:pt>
                <c:pt idx="735">
                  <c:v>1.140240644053774</c:v>
                </c:pt>
                <c:pt idx="736">
                  <c:v>1.141051516411123</c:v>
                </c:pt>
                <c:pt idx="737">
                  <c:v>1.1440727119350531</c:v>
                </c:pt>
                <c:pt idx="738">
                  <c:v>1.1450141106480609</c:v>
                </c:pt>
                <c:pt idx="739">
                  <c:v>1.14496954609642</c:v>
                </c:pt>
                <c:pt idx="740">
                  <c:v>1.1476622110690511</c:v>
                </c:pt>
                <c:pt idx="741">
                  <c:v>1.149624643090686</c:v>
                </c:pt>
                <c:pt idx="742">
                  <c:v>1.152112127977879</c:v>
                </c:pt>
                <c:pt idx="743">
                  <c:v>1.1499973256900939</c:v>
                </c:pt>
                <c:pt idx="744">
                  <c:v>1.153446860471222</c:v>
                </c:pt>
                <c:pt idx="745">
                  <c:v>1.155148548475887</c:v>
                </c:pt>
                <c:pt idx="746">
                  <c:v>1.154617954745407</c:v>
                </c:pt>
                <c:pt idx="747">
                  <c:v>1.152390847033399</c:v>
                </c:pt>
                <c:pt idx="748">
                  <c:v>1.152457204485311</c:v>
                </c:pt>
                <c:pt idx="749">
                  <c:v>1.1510264655662561</c:v>
                </c:pt>
                <c:pt idx="750">
                  <c:v>1.1560193709759059</c:v>
                </c:pt>
                <c:pt idx="751">
                  <c:v>1.1549004942482659</c:v>
                </c:pt>
                <c:pt idx="752">
                  <c:v>1.1574099992098159</c:v>
                </c:pt>
                <c:pt idx="753">
                  <c:v>1.157067545971731</c:v>
                </c:pt>
                <c:pt idx="754">
                  <c:v>1.157927930900061</c:v>
                </c:pt>
                <c:pt idx="755">
                  <c:v>1.1538921239677971</c:v>
                </c:pt>
                <c:pt idx="756">
                  <c:v>1.1496075718949761</c:v>
                </c:pt>
                <c:pt idx="757">
                  <c:v>1.1531868783535471</c:v>
                </c:pt>
                <c:pt idx="758">
                  <c:v>1.1530699175784009</c:v>
                </c:pt>
                <c:pt idx="759">
                  <c:v>1.153134398273344</c:v>
                </c:pt>
                <c:pt idx="760">
                  <c:v>1.151979239316077</c:v>
                </c:pt>
                <c:pt idx="761">
                  <c:v>1.151593139881161</c:v>
                </c:pt>
                <c:pt idx="762">
                  <c:v>1.1499237718380311</c:v>
                </c:pt>
                <c:pt idx="763">
                  <c:v>1.152210574179414</c:v>
                </c:pt>
                <c:pt idx="764">
                  <c:v>1.15449498150618</c:v>
                </c:pt>
                <c:pt idx="765">
                  <c:v>1.15330889641284</c:v>
                </c:pt>
                <c:pt idx="766">
                  <c:v>1.1539484066343151</c:v>
                </c:pt>
                <c:pt idx="767">
                  <c:v>1.156335617328428</c:v>
                </c:pt>
                <c:pt idx="768">
                  <c:v>1.151196150844636</c:v>
                </c:pt>
                <c:pt idx="769">
                  <c:v>1.152319393364182</c:v>
                </c:pt>
                <c:pt idx="770">
                  <c:v>1.152941722498382</c:v>
                </c:pt>
                <c:pt idx="771">
                  <c:v>1.150741480492105</c:v>
                </c:pt>
                <c:pt idx="772">
                  <c:v>1.1534824448513841</c:v>
                </c:pt>
                <c:pt idx="773">
                  <c:v>1.153685580492315</c:v>
                </c:pt>
                <c:pt idx="774">
                  <c:v>1.153674633423585</c:v>
                </c:pt>
                <c:pt idx="775">
                  <c:v>1.1514487054792</c:v>
                </c:pt>
                <c:pt idx="776">
                  <c:v>1.1550743171269191</c:v>
                </c:pt>
                <c:pt idx="777">
                  <c:v>1.158357792153067</c:v>
                </c:pt>
                <c:pt idx="778">
                  <c:v>1.159829626310243</c:v>
                </c:pt>
                <c:pt idx="779">
                  <c:v>1.1611079742298429</c:v>
                </c:pt>
                <c:pt idx="780">
                  <c:v>1.164721145588149</c:v>
                </c:pt>
                <c:pt idx="781">
                  <c:v>1.1654453464284871</c:v>
                </c:pt>
                <c:pt idx="782">
                  <c:v>1.165776904129058</c:v>
                </c:pt>
                <c:pt idx="783">
                  <c:v>1.162489195483124</c:v>
                </c:pt>
                <c:pt idx="784">
                  <c:v>1.164635943464555</c:v>
                </c:pt>
                <c:pt idx="785">
                  <c:v>1.1646195662596579</c:v>
                </c:pt>
                <c:pt idx="786">
                  <c:v>1.1690353609537489</c:v>
                </c:pt>
                <c:pt idx="787">
                  <c:v>1.175111088797645</c:v>
                </c:pt>
                <c:pt idx="788">
                  <c:v>1.174907638881389</c:v>
                </c:pt>
                <c:pt idx="789">
                  <c:v>1.1774966712397139</c:v>
                </c:pt>
                <c:pt idx="790">
                  <c:v>1.1802747878442019</c:v>
                </c:pt>
                <c:pt idx="791">
                  <c:v>1.175493056045503</c:v>
                </c:pt>
                <c:pt idx="792">
                  <c:v>1.1767978108616071</c:v>
                </c:pt>
                <c:pt idx="793">
                  <c:v>1.1794944400456</c:v>
                </c:pt>
                <c:pt idx="794">
                  <c:v>1.1749302743269321</c:v>
                </c:pt>
                <c:pt idx="795">
                  <c:v>1.178438057268538</c:v>
                </c:pt>
                <c:pt idx="796">
                  <c:v>1.177497570407271</c:v>
                </c:pt>
                <c:pt idx="797">
                  <c:v>1.1781344660037889</c:v>
                </c:pt>
                <c:pt idx="798">
                  <c:v>1.178418070568084</c:v>
                </c:pt>
                <c:pt idx="799">
                  <c:v>1.1830586113738519</c:v>
                </c:pt>
                <c:pt idx="800">
                  <c:v>1.173633857297294</c:v>
                </c:pt>
                <c:pt idx="801">
                  <c:v>1.172499102804998</c:v>
                </c:pt>
                <c:pt idx="802">
                  <c:v>1.170257207171209</c:v>
                </c:pt>
                <c:pt idx="803">
                  <c:v>1.1687584448728709</c:v>
                </c:pt>
                <c:pt idx="804">
                  <c:v>1.1674908841932541</c:v>
                </c:pt>
                <c:pt idx="805">
                  <c:v>1.172826058962765</c:v>
                </c:pt>
                <c:pt idx="806">
                  <c:v>1.173729403723099</c:v>
                </c:pt>
                <c:pt idx="807">
                  <c:v>1.171507865624859</c:v>
                </c:pt>
                <c:pt idx="808">
                  <c:v>1.1728353951065329</c:v>
                </c:pt>
                <c:pt idx="809">
                  <c:v>1.170067271035959</c:v>
                </c:pt>
                <c:pt idx="810">
                  <c:v>1.169357876661256</c:v>
                </c:pt>
                <c:pt idx="811">
                  <c:v>1.1705083206708551</c:v>
                </c:pt>
                <c:pt idx="812">
                  <c:v>1.167177653395274</c:v>
                </c:pt>
                <c:pt idx="813">
                  <c:v>1.1689573473951611</c:v>
                </c:pt>
                <c:pt idx="814">
                  <c:v>1.1663865909565161</c:v>
                </c:pt>
                <c:pt idx="815">
                  <c:v>1.1671839034068241</c:v>
                </c:pt>
                <c:pt idx="816">
                  <c:v>1.1706385670093451</c:v>
                </c:pt>
                <c:pt idx="817">
                  <c:v>1.1703340536194951</c:v>
                </c:pt>
                <c:pt idx="818">
                  <c:v>1.169651089881117</c:v>
                </c:pt>
                <c:pt idx="819">
                  <c:v>1.166279229007916</c:v>
                </c:pt>
                <c:pt idx="820">
                  <c:v>1.166565386150284</c:v>
                </c:pt>
                <c:pt idx="821">
                  <c:v>1.166838516841169</c:v>
                </c:pt>
                <c:pt idx="822">
                  <c:v>1.1693892038698439</c:v>
                </c:pt>
                <c:pt idx="823">
                  <c:v>1.1697206694386411</c:v>
                </c:pt>
                <c:pt idx="824">
                  <c:v>1.173354412528304</c:v>
                </c:pt>
                <c:pt idx="825">
                  <c:v>1.1748354107358441</c:v>
                </c:pt>
                <c:pt idx="826">
                  <c:v>1.1762206515260081</c:v>
                </c:pt>
                <c:pt idx="827">
                  <c:v>1.1765642827341201</c:v>
                </c:pt>
                <c:pt idx="828">
                  <c:v>1.17687103542037</c:v>
                </c:pt>
                <c:pt idx="829">
                  <c:v>1.172568117401054</c:v>
                </c:pt>
                <c:pt idx="830">
                  <c:v>1.173334281818228</c:v>
                </c:pt>
                <c:pt idx="831">
                  <c:v>1.1708822414222391</c:v>
                </c:pt>
                <c:pt idx="832">
                  <c:v>1.1757624313540971</c:v>
                </c:pt>
                <c:pt idx="833">
                  <c:v>1.1774806914410101</c:v>
                </c:pt>
                <c:pt idx="834">
                  <c:v>1.1814966981529429</c:v>
                </c:pt>
                <c:pt idx="835">
                  <c:v>1.183690553566648</c:v>
                </c:pt>
                <c:pt idx="836">
                  <c:v>1.1831473546619149</c:v>
                </c:pt>
                <c:pt idx="837">
                  <c:v>1.1876218149633671</c:v>
                </c:pt>
                <c:pt idx="838">
                  <c:v>1.189852430966085</c:v>
                </c:pt>
                <c:pt idx="839">
                  <c:v>1.1914565226462051</c:v>
                </c:pt>
                <c:pt idx="840">
                  <c:v>1.1832525777997569</c:v>
                </c:pt>
                <c:pt idx="841">
                  <c:v>1.176964391595678</c:v>
                </c:pt>
                <c:pt idx="842">
                  <c:v>1.178659488553595</c:v>
                </c:pt>
                <c:pt idx="843">
                  <c:v>1.176137811408372</c:v>
                </c:pt>
                <c:pt idx="844">
                  <c:v>1.1787277429992791</c:v>
                </c:pt>
                <c:pt idx="845">
                  <c:v>1.181556989690159</c:v>
                </c:pt>
                <c:pt idx="846">
                  <c:v>1.180581470696169</c:v>
                </c:pt>
                <c:pt idx="847">
                  <c:v>1.18247862033746</c:v>
                </c:pt>
                <c:pt idx="848">
                  <c:v>1.179549848314287</c:v>
                </c:pt>
                <c:pt idx="849">
                  <c:v>1.179591013977505</c:v>
                </c:pt>
                <c:pt idx="850">
                  <c:v>1.1776636751706839</c:v>
                </c:pt>
                <c:pt idx="851">
                  <c:v>1.1781654494371021</c:v>
                </c:pt>
                <c:pt idx="852">
                  <c:v>1.180733888987773</c:v>
                </c:pt>
                <c:pt idx="853">
                  <c:v>1.1762713816987671</c:v>
                </c:pt>
                <c:pt idx="854">
                  <c:v>1.180948983749611</c:v>
                </c:pt>
                <c:pt idx="855">
                  <c:v>1.1818393476581921</c:v>
                </c:pt>
                <c:pt idx="856">
                  <c:v>1.180829127397798</c:v>
                </c:pt>
                <c:pt idx="857">
                  <c:v>1.1800056922518429</c:v>
                </c:pt>
                <c:pt idx="858">
                  <c:v>1.180720496713533</c:v>
                </c:pt>
                <c:pt idx="859">
                  <c:v>1.1753433928196599</c:v>
                </c:pt>
                <c:pt idx="860">
                  <c:v>1.1744483001678889</c:v>
                </c:pt>
                <c:pt idx="861">
                  <c:v>1.1750285749479361</c:v>
                </c:pt>
                <c:pt idx="862">
                  <c:v>1.1772574162420431</c:v>
                </c:pt>
                <c:pt idx="863">
                  <c:v>1.1747878964703931</c:v>
                </c:pt>
                <c:pt idx="864">
                  <c:v>1.17330676857871</c:v>
                </c:pt>
                <c:pt idx="865">
                  <c:v>1.174584330717354</c:v>
                </c:pt>
                <c:pt idx="866">
                  <c:v>1.1755011174083421</c:v>
                </c:pt>
                <c:pt idx="867">
                  <c:v>1.176204646770669</c:v>
                </c:pt>
                <c:pt idx="868">
                  <c:v>1.1763407628311491</c:v>
                </c:pt>
                <c:pt idx="869">
                  <c:v>1.176466578304822</c:v>
                </c:pt>
                <c:pt idx="870">
                  <c:v>1.178765353271058</c:v>
                </c:pt>
                <c:pt idx="871">
                  <c:v>1.178955546628131</c:v>
                </c:pt>
                <c:pt idx="872">
                  <c:v>1.1777424221040029</c:v>
                </c:pt>
                <c:pt idx="873">
                  <c:v>1.1745207627498939</c:v>
                </c:pt>
                <c:pt idx="874">
                  <c:v>1.1745555902466169</c:v>
                </c:pt>
                <c:pt idx="875">
                  <c:v>1.170693789937582</c:v>
                </c:pt>
                <c:pt idx="876">
                  <c:v>1.172012302487625</c:v>
                </c:pt>
                <c:pt idx="877">
                  <c:v>1.171251307350589</c:v>
                </c:pt>
                <c:pt idx="878">
                  <c:v>1.1684878280993529</c:v>
                </c:pt>
                <c:pt idx="879">
                  <c:v>1.170481302704268</c:v>
                </c:pt>
                <c:pt idx="880">
                  <c:v>1.1661858925764019</c:v>
                </c:pt>
                <c:pt idx="881">
                  <c:v>1.165146757552763</c:v>
                </c:pt>
                <c:pt idx="882">
                  <c:v>1.1687265920051939</c:v>
                </c:pt>
                <c:pt idx="883">
                  <c:v>1.163790856317634</c:v>
                </c:pt>
                <c:pt idx="884">
                  <c:v>1.1656415637399591</c:v>
                </c:pt>
                <c:pt idx="885">
                  <c:v>1.1599040530194979</c:v>
                </c:pt>
                <c:pt idx="886">
                  <c:v>1.161494418521956</c:v>
                </c:pt>
                <c:pt idx="887">
                  <c:v>1.168524993564791</c:v>
                </c:pt>
                <c:pt idx="888">
                  <c:v>1.1712590005993051</c:v>
                </c:pt>
                <c:pt idx="889">
                  <c:v>1.171037793279212</c:v>
                </c:pt>
                <c:pt idx="890">
                  <c:v>1.169398679968449</c:v>
                </c:pt>
                <c:pt idx="891">
                  <c:v>1.170370047427991</c:v>
                </c:pt>
                <c:pt idx="892">
                  <c:v>1.168132641758338</c:v>
                </c:pt>
                <c:pt idx="893">
                  <c:v>1.167555532861718</c:v>
                </c:pt>
                <c:pt idx="894">
                  <c:v>1.162029361990556</c:v>
                </c:pt>
                <c:pt idx="895">
                  <c:v>1.16163245868497</c:v>
                </c:pt>
                <c:pt idx="896">
                  <c:v>1.1639059617687619</c:v>
                </c:pt>
                <c:pt idx="897">
                  <c:v>1.1636699977768601</c:v>
                </c:pt>
                <c:pt idx="898">
                  <c:v>1.1611597970985099</c:v>
                </c:pt>
                <c:pt idx="899">
                  <c:v>1.160327413375245</c:v>
                </c:pt>
                <c:pt idx="900">
                  <c:v>1.158349002688821</c:v>
                </c:pt>
                <c:pt idx="901">
                  <c:v>1.1577100812216179</c:v>
                </c:pt>
                <c:pt idx="902">
                  <c:v>1.1562280478421121</c:v>
                </c:pt>
                <c:pt idx="903">
                  <c:v>1.1548881870703041</c:v>
                </c:pt>
                <c:pt idx="904">
                  <c:v>1.153965443957482</c:v>
                </c:pt>
                <c:pt idx="905">
                  <c:v>1.159943850941358</c:v>
                </c:pt>
                <c:pt idx="906">
                  <c:v>1.1586406911670259</c:v>
                </c:pt>
                <c:pt idx="907">
                  <c:v>1.158141583225659</c:v>
                </c:pt>
                <c:pt idx="908">
                  <c:v>1.15766829189923</c:v>
                </c:pt>
                <c:pt idx="909">
                  <c:v>1.157680670436948</c:v>
                </c:pt>
                <c:pt idx="910">
                  <c:v>1.1562143543310901</c:v>
                </c:pt>
                <c:pt idx="911">
                  <c:v>1.15634992730935</c:v>
                </c:pt>
                <c:pt idx="912">
                  <c:v>1.1573307861829669</c:v>
                </c:pt>
                <c:pt idx="913">
                  <c:v>1.157673219310994</c:v>
                </c:pt>
                <c:pt idx="914">
                  <c:v>1.1564324574376259</c:v>
                </c:pt>
                <c:pt idx="915">
                  <c:v>1.154575033556045</c:v>
                </c:pt>
                <c:pt idx="916">
                  <c:v>1.15489606821668</c:v>
                </c:pt>
                <c:pt idx="917">
                  <c:v>1.1512805256800751</c:v>
                </c:pt>
                <c:pt idx="918">
                  <c:v>1.1484085331510669</c:v>
                </c:pt>
                <c:pt idx="919">
                  <c:v>1.1460467842617781</c:v>
                </c:pt>
                <c:pt idx="920">
                  <c:v>1.1418618407770109</c:v>
                </c:pt>
                <c:pt idx="921">
                  <c:v>1.1443218381264031</c:v>
                </c:pt>
                <c:pt idx="922">
                  <c:v>1.1446646301977219</c:v>
                </c:pt>
                <c:pt idx="923">
                  <c:v>1.145860404728863</c:v>
                </c:pt>
                <c:pt idx="924">
                  <c:v>1.148812460555162</c:v>
                </c:pt>
                <c:pt idx="925">
                  <c:v>1.153204656766367</c:v>
                </c:pt>
                <c:pt idx="926">
                  <c:v>1.152258047139308</c:v>
                </c:pt>
                <c:pt idx="927">
                  <c:v>1.151362370265524</c:v>
                </c:pt>
                <c:pt idx="928">
                  <c:v>1.1503843207109981</c:v>
                </c:pt>
                <c:pt idx="929">
                  <c:v>1.1538415461200611</c:v>
                </c:pt>
                <c:pt idx="930">
                  <c:v>1.159033449315144</c:v>
                </c:pt>
                <c:pt idx="931">
                  <c:v>1.1598355965445919</c:v>
                </c:pt>
                <c:pt idx="932">
                  <c:v>1.1603951089075659</c:v>
                </c:pt>
                <c:pt idx="933">
                  <c:v>1.1590508091452081</c:v>
                </c:pt>
                <c:pt idx="934">
                  <c:v>1.1585431877236381</c:v>
                </c:pt>
                <c:pt idx="935">
                  <c:v>1.160325291306495</c:v>
                </c:pt>
                <c:pt idx="936">
                  <c:v>1.161524004281226</c:v>
                </c:pt>
                <c:pt idx="937">
                  <c:v>1.162499048516674</c:v>
                </c:pt>
                <c:pt idx="938">
                  <c:v>1.160379240442635</c:v>
                </c:pt>
                <c:pt idx="939">
                  <c:v>1.1627071329120391</c:v>
                </c:pt>
                <c:pt idx="940">
                  <c:v>1.1630525132140701</c:v>
                </c:pt>
                <c:pt idx="941">
                  <c:v>1.161941520191198</c:v>
                </c:pt>
                <c:pt idx="942">
                  <c:v>1.158358404233822</c:v>
                </c:pt>
                <c:pt idx="943">
                  <c:v>1.159487833100838</c:v>
                </c:pt>
                <c:pt idx="944">
                  <c:v>1.156101558842159</c:v>
                </c:pt>
                <c:pt idx="945">
                  <c:v>1.1572635052354781</c:v>
                </c:pt>
                <c:pt idx="946">
                  <c:v>1.158510429922242</c:v>
                </c:pt>
                <c:pt idx="947">
                  <c:v>1.157699874629492</c:v>
                </c:pt>
                <c:pt idx="948">
                  <c:v>1.157721052290805</c:v>
                </c:pt>
                <c:pt idx="949">
                  <c:v>1.159697703465397</c:v>
                </c:pt>
                <c:pt idx="950">
                  <c:v>1.1597145637040009</c:v>
                </c:pt>
                <c:pt idx="951">
                  <c:v>1.1544111512621369</c:v>
                </c:pt>
                <c:pt idx="952">
                  <c:v>1.155014311919631</c:v>
                </c:pt>
                <c:pt idx="953">
                  <c:v>1.155625727561846</c:v>
                </c:pt>
                <c:pt idx="954">
                  <c:v>1.15784462308967</c:v>
                </c:pt>
                <c:pt idx="955">
                  <c:v>1.1609447144212419</c:v>
                </c:pt>
                <c:pt idx="956">
                  <c:v>1.1607348325446609</c:v>
                </c:pt>
                <c:pt idx="957">
                  <c:v>1.1591790393982591</c:v>
                </c:pt>
                <c:pt idx="958">
                  <c:v>1.159834541924686</c:v>
                </c:pt>
                <c:pt idx="959">
                  <c:v>1.1587421640882321</c:v>
                </c:pt>
                <c:pt idx="960">
                  <c:v>1.156735165070504</c:v>
                </c:pt>
                <c:pt idx="961">
                  <c:v>1.1579422094406919</c:v>
                </c:pt>
                <c:pt idx="962">
                  <c:v>1.1553122989006019</c:v>
                </c:pt>
                <c:pt idx="963">
                  <c:v>1.157647963641999</c:v>
                </c:pt>
                <c:pt idx="964">
                  <c:v>1.1558529106772639</c:v>
                </c:pt>
                <c:pt idx="965">
                  <c:v>1.156551527906031</c:v>
                </c:pt>
                <c:pt idx="966">
                  <c:v>1.154252853541315</c:v>
                </c:pt>
                <c:pt idx="967">
                  <c:v>1.1567110648447501</c:v>
                </c:pt>
                <c:pt idx="968">
                  <c:v>1.1613381353063239</c:v>
                </c:pt>
                <c:pt idx="969">
                  <c:v>1.1642705803358451</c:v>
                </c:pt>
                <c:pt idx="970">
                  <c:v>1.161689973407692</c:v>
                </c:pt>
                <c:pt idx="971">
                  <c:v>1.158938088122544</c:v>
                </c:pt>
                <c:pt idx="972">
                  <c:v>1.1574160926339161</c:v>
                </c:pt>
                <c:pt idx="973">
                  <c:v>1.153987860204374</c:v>
                </c:pt>
                <c:pt idx="974">
                  <c:v>1.1494463531329679</c:v>
                </c:pt>
                <c:pt idx="975">
                  <c:v>1.1509897207567199</c:v>
                </c:pt>
                <c:pt idx="976">
                  <c:v>1.148936617711668</c:v>
                </c:pt>
                <c:pt idx="977">
                  <c:v>1.152259083077408</c:v>
                </c:pt>
                <c:pt idx="978">
                  <c:v>1.150156484026374</c:v>
                </c:pt>
                <c:pt idx="979">
                  <c:v>1.150655925210861</c:v>
                </c:pt>
                <c:pt idx="980">
                  <c:v>1.1504621787571281</c:v>
                </c:pt>
                <c:pt idx="981">
                  <c:v>1.1450764760434451</c:v>
                </c:pt>
                <c:pt idx="982">
                  <c:v>1.147597667082789</c:v>
                </c:pt>
                <c:pt idx="983">
                  <c:v>1.1470063411021341</c:v>
                </c:pt>
                <c:pt idx="984">
                  <c:v>1.1392071346133279</c:v>
                </c:pt>
                <c:pt idx="985">
                  <c:v>1.141653755037237</c:v>
                </c:pt>
                <c:pt idx="986">
                  <c:v>1.1431659996603281</c:v>
                </c:pt>
                <c:pt idx="987">
                  <c:v>1.1489593728436061</c:v>
                </c:pt>
                <c:pt idx="988">
                  <c:v>1.1459634511547869</c:v>
                </c:pt>
                <c:pt idx="989">
                  <c:v>1.139994472877468</c:v>
                </c:pt>
                <c:pt idx="990">
                  <c:v>1.1362365768139231</c:v>
                </c:pt>
                <c:pt idx="991">
                  <c:v>1.131914256661475</c:v>
                </c:pt>
                <c:pt idx="992">
                  <c:v>1.1334780541657079</c:v>
                </c:pt>
                <c:pt idx="993">
                  <c:v>1.128506749786943</c:v>
                </c:pt>
                <c:pt idx="994">
                  <c:v>1.1250143136781789</c:v>
                </c:pt>
                <c:pt idx="995">
                  <c:v>1.133947203904679</c:v>
                </c:pt>
                <c:pt idx="996">
                  <c:v>1.138713390778231</c:v>
                </c:pt>
                <c:pt idx="997">
                  <c:v>1.1436352215405341</c:v>
                </c:pt>
                <c:pt idx="998">
                  <c:v>1.149398055479476</c:v>
                </c:pt>
                <c:pt idx="999">
                  <c:v>1.149992284499108</c:v>
                </c:pt>
                <c:pt idx="1000">
                  <c:v>1.15006505174991</c:v>
                </c:pt>
                <c:pt idx="1001">
                  <c:v>1.153437740652254</c:v>
                </c:pt>
                <c:pt idx="1002">
                  <c:v>1.1557041376633801</c:v>
                </c:pt>
                <c:pt idx="1003">
                  <c:v>1.1574882155119579</c:v>
                </c:pt>
                <c:pt idx="1004">
                  <c:v>1.164769197052641</c:v>
                </c:pt>
                <c:pt idx="1005">
                  <c:v>1.1570290266049861</c:v>
                </c:pt>
                <c:pt idx="1006">
                  <c:v>1.1655846032171411</c:v>
                </c:pt>
                <c:pt idx="1007">
                  <c:v>1.1677344451731311</c:v>
                </c:pt>
                <c:pt idx="1008">
                  <c:v>1.170983430581624</c:v>
                </c:pt>
                <c:pt idx="1009">
                  <c:v>1.1716064715546499</c:v>
                </c:pt>
                <c:pt idx="1010">
                  <c:v>1.1733554210206989</c:v>
                </c:pt>
                <c:pt idx="1011">
                  <c:v>1.1708710962557589</c:v>
                </c:pt>
                <c:pt idx="1012">
                  <c:v>1.175016389123168</c:v>
                </c:pt>
                <c:pt idx="1013">
                  <c:v>1.1774531766163649</c:v>
                </c:pt>
                <c:pt idx="1014">
                  <c:v>1.1756502184353601</c:v>
                </c:pt>
                <c:pt idx="1015">
                  <c:v>1.175383788580763</c:v>
                </c:pt>
                <c:pt idx="1016">
                  <c:v>1.1735612483057341</c:v>
                </c:pt>
                <c:pt idx="1017">
                  <c:v>1.177443759236509</c:v>
                </c:pt>
                <c:pt idx="1018">
                  <c:v>1.1821509303136579</c:v>
                </c:pt>
                <c:pt idx="1019">
                  <c:v>1.181653564473542</c:v>
                </c:pt>
                <c:pt idx="1020">
                  <c:v>1.182253657918513</c:v>
                </c:pt>
                <c:pt idx="1021">
                  <c:v>1.1828707501542199</c:v>
                </c:pt>
                <c:pt idx="1022">
                  <c:v>1.1811060394916211</c:v>
                </c:pt>
                <c:pt idx="1023">
                  <c:v>1.1763513486619139</c:v>
                </c:pt>
                <c:pt idx="1024">
                  <c:v>1.175396513114394</c:v>
                </c:pt>
                <c:pt idx="1025">
                  <c:v>1.170977733793223</c:v>
                </c:pt>
                <c:pt idx="1026">
                  <c:v>1.1745340012933849</c:v>
                </c:pt>
                <c:pt idx="1027">
                  <c:v>1.177332907849876</c:v>
                </c:pt>
                <c:pt idx="1028">
                  <c:v>1.1823963299875351</c:v>
                </c:pt>
                <c:pt idx="1029">
                  <c:v>1.181008974250578</c:v>
                </c:pt>
                <c:pt idx="1030">
                  <c:v>1.179734738531002</c:v>
                </c:pt>
                <c:pt idx="1031">
                  <c:v>1.1801040355726029</c:v>
                </c:pt>
                <c:pt idx="1032">
                  <c:v>1.182071277777236</c:v>
                </c:pt>
                <c:pt idx="1033">
                  <c:v>1.178265744843465</c:v>
                </c:pt>
                <c:pt idx="1034">
                  <c:v>1.178733746860519</c:v>
                </c:pt>
                <c:pt idx="1035">
                  <c:v>1.182284427664219</c:v>
                </c:pt>
                <c:pt idx="1036">
                  <c:v>1.182383068554014</c:v>
                </c:pt>
                <c:pt idx="1037">
                  <c:v>1.176537416682895</c:v>
                </c:pt>
                <c:pt idx="1038">
                  <c:v>1.1840283860443681</c:v>
                </c:pt>
                <c:pt idx="1039">
                  <c:v>1.184172058028792</c:v>
                </c:pt>
                <c:pt idx="1040">
                  <c:v>1.1819370794181701</c:v>
                </c:pt>
                <c:pt idx="1041">
                  <c:v>1.1798881954746381</c:v>
                </c:pt>
                <c:pt idx="1042">
                  <c:v>1.179204066189631</c:v>
                </c:pt>
                <c:pt idx="1043">
                  <c:v>1.182267602232945</c:v>
                </c:pt>
                <c:pt idx="1044">
                  <c:v>1.181709550352992</c:v>
                </c:pt>
                <c:pt idx="1045">
                  <c:v>1.1862267865117551</c:v>
                </c:pt>
                <c:pt idx="1046">
                  <c:v>1.18785908167347</c:v>
                </c:pt>
                <c:pt idx="1047">
                  <c:v>1.187542364840783</c:v>
                </c:pt>
                <c:pt idx="1048">
                  <c:v>1.1905555786135089</c:v>
                </c:pt>
                <c:pt idx="1049">
                  <c:v>1.190933226961608</c:v>
                </c:pt>
                <c:pt idx="1050">
                  <c:v>1.188010101063643</c:v>
                </c:pt>
                <c:pt idx="1051">
                  <c:v>1.189543034619126</c:v>
                </c:pt>
                <c:pt idx="1052">
                  <c:v>1.1892216284920609</c:v>
                </c:pt>
                <c:pt idx="1053">
                  <c:v>1.189140353175749</c:v>
                </c:pt>
                <c:pt idx="1054">
                  <c:v>1.189387816193062</c:v>
                </c:pt>
                <c:pt idx="1055">
                  <c:v>1.18822293402513</c:v>
                </c:pt>
                <c:pt idx="1056">
                  <c:v>1.188713337265765</c:v>
                </c:pt>
                <c:pt idx="1057">
                  <c:v>1.190500717300685</c:v>
                </c:pt>
                <c:pt idx="1058">
                  <c:v>1.1936964378856829</c:v>
                </c:pt>
                <c:pt idx="1059">
                  <c:v>1.1919818296105571</c:v>
                </c:pt>
                <c:pt idx="1060">
                  <c:v>1.1916694034273769</c:v>
                </c:pt>
                <c:pt idx="1061">
                  <c:v>1.1877317923064641</c:v>
                </c:pt>
                <c:pt idx="1062">
                  <c:v>1.183864562506179</c:v>
                </c:pt>
                <c:pt idx="1063">
                  <c:v>1.1870884501244181</c:v>
                </c:pt>
                <c:pt idx="1064">
                  <c:v>1.185548311533926</c:v>
                </c:pt>
                <c:pt idx="1065">
                  <c:v>1.186141466035719</c:v>
                </c:pt>
                <c:pt idx="1066">
                  <c:v>1.186190592669301</c:v>
                </c:pt>
                <c:pt idx="1067">
                  <c:v>1.1858511081155021</c:v>
                </c:pt>
                <c:pt idx="1068">
                  <c:v>1.187803806955632</c:v>
                </c:pt>
                <c:pt idx="1069">
                  <c:v>1.189590245654772</c:v>
                </c:pt>
                <c:pt idx="1070">
                  <c:v>1.187460623443644</c:v>
                </c:pt>
                <c:pt idx="1071">
                  <c:v>1.18786098809961</c:v>
                </c:pt>
                <c:pt idx="1072">
                  <c:v>1.186519370904384</c:v>
                </c:pt>
                <c:pt idx="1073">
                  <c:v>1.1865770004130161</c:v>
                </c:pt>
                <c:pt idx="1074">
                  <c:v>1.1880524835682129</c:v>
                </c:pt>
                <c:pt idx="1075">
                  <c:v>1.1893267598325841</c:v>
                </c:pt>
                <c:pt idx="1076">
                  <c:v>1.193106336734906</c:v>
                </c:pt>
                <c:pt idx="1077">
                  <c:v>1.1951482235130859</c:v>
                </c:pt>
                <c:pt idx="1078">
                  <c:v>1.1979747424573499</c:v>
                </c:pt>
                <c:pt idx="1079">
                  <c:v>1.197144024144531</c:v>
                </c:pt>
                <c:pt idx="1080">
                  <c:v>1.195258901633157</c:v>
                </c:pt>
                <c:pt idx="1081">
                  <c:v>1.1955314438833999</c:v>
                </c:pt>
                <c:pt idx="1082">
                  <c:v>1.1904604593814749</c:v>
                </c:pt>
                <c:pt idx="1083">
                  <c:v>1.1873731226149591</c:v>
                </c:pt>
                <c:pt idx="1084">
                  <c:v>1.1918033569165341</c:v>
                </c:pt>
                <c:pt idx="1085">
                  <c:v>1.1887356019303039</c:v>
                </c:pt>
                <c:pt idx="1086">
                  <c:v>1.1914215941431381</c:v>
                </c:pt>
                <c:pt idx="1087">
                  <c:v>1.192302171683236</c:v>
                </c:pt>
                <c:pt idx="1088">
                  <c:v>1.1908903358557941</c:v>
                </c:pt>
                <c:pt idx="1089">
                  <c:v>1.190886534156085</c:v>
                </c:pt>
                <c:pt idx="1090">
                  <c:v>1.189011221748683</c:v>
                </c:pt>
                <c:pt idx="1091">
                  <c:v>1.1892660332508569</c:v>
                </c:pt>
                <c:pt idx="1092">
                  <c:v>1.1864244107936339</c:v>
                </c:pt>
                <c:pt idx="1093">
                  <c:v>1.1933186208608031</c:v>
                </c:pt>
                <c:pt idx="1094">
                  <c:v>1.1941803934816979</c:v>
                </c:pt>
                <c:pt idx="1095">
                  <c:v>1.1974820303096709</c:v>
                </c:pt>
                <c:pt idx="1096">
                  <c:v>1.1969579620335291</c:v>
                </c:pt>
                <c:pt idx="1097">
                  <c:v>1.19596940424076</c:v>
                </c:pt>
                <c:pt idx="1098">
                  <c:v>1.199212828046667</c:v>
                </c:pt>
                <c:pt idx="1099">
                  <c:v>1.19608744216262</c:v>
                </c:pt>
                <c:pt idx="1100">
                  <c:v>1.1957503194882699</c:v>
                </c:pt>
                <c:pt idx="1101">
                  <c:v>1.1940253528163369</c:v>
                </c:pt>
                <c:pt idx="1102">
                  <c:v>1.195075154774782</c:v>
                </c:pt>
                <c:pt idx="1103">
                  <c:v>1.1891424603627989</c:v>
                </c:pt>
                <c:pt idx="1104">
                  <c:v>1.187536870056876</c:v>
                </c:pt>
                <c:pt idx="1105">
                  <c:v>1.1842170851571581</c:v>
                </c:pt>
                <c:pt idx="1106">
                  <c:v>1.1875986716958029</c:v>
                </c:pt>
                <c:pt idx="1107">
                  <c:v>1.188532609319024</c:v>
                </c:pt>
                <c:pt idx="1108">
                  <c:v>1.1883629722160041</c:v>
                </c:pt>
                <c:pt idx="1109">
                  <c:v>1.195610995354935</c:v>
                </c:pt>
                <c:pt idx="1110">
                  <c:v>1.1970810303207271</c:v>
                </c:pt>
                <c:pt idx="1111">
                  <c:v>1.192655009896247</c:v>
                </c:pt>
                <c:pt idx="1112">
                  <c:v>1.1845933181264121</c:v>
                </c:pt>
                <c:pt idx="1113">
                  <c:v>1.1862090027995991</c:v>
                </c:pt>
                <c:pt idx="1114">
                  <c:v>1.1865467937123799</c:v>
                </c:pt>
                <c:pt idx="1115">
                  <c:v>1.185290041892374</c:v>
                </c:pt>
                <c:pt idx="1116">
                  <c:v>1.1849266842683599</c:v>
                </c:pt>
                <c:pt idx="1117">
                  <c:v>1.182099910103555</c:v>
                </c:pt>
                <c:pt idx="1118">
                  <c:v>1.1850793584420509</c:v>
                </c:pt>
                <c:pt idx="1119">
                  <c:v>1.1842317650433971</c:v>
                </c:pt>
                <c:pt idx="1120">
                  <c:v>1.184132841270688</c:v>
                </c:pt>
                <c:pt idx="1121">
                  <c:v>1.184988149716985</c:v>
                </c:pt>
                <c:pt idx="1122">
                  <c:v>1.1862737923377349</c:v>
                </c:pt>
                <c:pt idx="1123">
                  <c:v>1.1841210000451721</c:v>
                </c:pt>
                <c:pt idx="1124">
                  <c:v>1.1838992490838831</c:v>
                </c:pt>
                <c:pt idx="1125">
                  <c:v>1.1824092497808261</c:v>
                </c:pt>
                <c:pt idx="1126">
                  <c:v>1.1816542178964049</c:v>
                </c:pt>
                <c:pt idx="1127">
                  <c:v>1.1811846862098689</c:v>
                </c:pt>
                <c:pt idx="1128">
                  <c:v>1.177494919086149</c:v>
                </c:pt>
                <c:pt idx="1129">
                  <c:v>1.178193034816414</c:v>
                </c:pt>
                <c:pt idx="1130">
                  <c:v>1.178920894583088</c:v>
                </c:pt>
                <c:pt idx="1131">
                  <c:v>1.183344487824364</c:v>
                </c:pt>
                <c:pt idx="1132">
                  <c:v>1.179008371092988</c:v>
                </c:pt>
                <c:pt idx="1133">
                  <c:v>1.1811629161241111</c:v>
                </c:pt>
                <c:pt idx="1134">
                  <c:v>1.179695316643298</c:v>
                </c:pt>
                <c:pt idx="1135">
                  <c:v>1.181379516322133</c:v>
                </c:pt>
                <c:pt idx="1136">
                  <c:v>1.177992136076661</c:v>
                </c:pt>
                <c:pt idx="1137">
                  <c:v>1.1774174579980989</c:v>
                </c:pt>
                <c:pt idx="1138">
                  <c:v>1.179643312828198</c:v>
                </c:pt>
                <c:pt idx="1139">
                  <c:v>1.180580458332865</c:v>
                </c:pt>
                <c:pt idx="1140">
                  <c:v>1.1802178926745071</c:v>
                </c:pt>
                <c:pt idx="1141">
                  <c:v>1.181644912994626</c:v>
                </c:pt>
                <c:pt idx="1142">
                  <c:v>1.1821893434926729</c:v>
                </c:pt>
                <c:pt idx="1143">
                  <c:v>1.1834265444297909</c:v>
                </c:pt>
                <c:pt idx="1144">
                  <c:v>1.1834652131079599</c:v>
                </c:pt>
                <c:pt idx="1145">
                  <c:v>1.1837174221145159</c:v>
                </c:pt>
                <c:pt idx="1146">
                  <c:v>1.1916991738620719</c:v>
                </c:pt>
                <c:pt idx="1147">
                  <c:v>1.194380553410205</c:v>
                </c:pt>
                <c:pt idx="1148">
                  <c:v>1.200698504020689</c:v>
                </c:pt>
                <c:pt idx="1149">
                  <c:v>1.2067765664944301</c:v>
                </c:pt>
                <c:pt idx="1150">
                  <c:v>1.228055913082311</c:v>
                </c:pt>
                <c:pt idx="1151">
                  <c:v>1.2511048913385161</c:v>
                </c:pt>
                <c:pt idx="1152">
                  <c:v>1.232109020014361</c:v>
                </c:pt>
                <c:pt idx="1153">
                  <c:v>1.2321334948085161</c:v>
                </c:pt>
                <c:pt idx="1154">
                  <c:v>1.225360748975741</c:v>
                </c:pt>
                <c:pt idx="1155">
                  <c:v>1.232909707712176</c:v>
                </c:pt>
                <c:pt idx="1156">
                  <c:v>1.228211269513537</c:v>
                </c:pt>
                <c:pt idx="1157">
                  <c:v>1.2256825412420529</c:v>
                </c:pt>
                <c:pt idx="1158">
                  <c:v>1.226511077926798</c:v>
                </c:pt>
                <c:pt idx="1159">
                  <c:v>1.240734021829166</c:v>
                </c:pt>
                <c:pt idx="1160">
                  <c:v>1.2444525872027761</c:v>
                </c:pt>
                <c:pt idx="1161">
                  <c:v>1.244866902079597</c:v>
                </c:pt>
                <c:pt idx="1162">
                  <c:v>1.2422398680676641</c:v>
                </c:pt>
                <c:pt idx="1163">
                  <c:v>1.2410016679975351</c:v>
                </c:pt>
                <c:pt idx="1164">
                  <c:v>1.2439462793089819</c:v>
                </c:pt>
                <c:pt idx="1165">
                  <c:v>1.244254830045908</c:v>
                </c:pt>
                <c:pt idx="1166">
                  <c:v>1.2421968528427061</c:v>
                </c:pt>
                <c:pt idx="1167">
                  <c:v>1.2425921101064841</c:v>
                </c:pt>
                <c:pt idx="1168">
                  <c:v>1.244628600223608</c:v>
                </c:pt>
                <c:pt idx="1169">
                  <c:v>1.239368165717105</c:v>
                </c:pt>
                <c:pt idx="1170">
                  <c:v>1.244830605662828</c:v>
                </c:pt>
                <c:pt idx="1171">
                  <c:v>1.252932221436313</c:v>
                </c:pt>
                <c:pt idx="1172">
                  <c:v>1.251887590427071</c:v>
                </c:pt>
                <c:pt idx="1173">
                  <c:v>1.2565290529163839</c:v>
                </c:pt>
                <c:pt idx="1174">
                  <c:v>1.2572242216626821</c:v>
                </c:pt>
                <c:pt idx="1175">
                  <c:v>1.2645230477775919</c:v>
                </c:pt>
                <c:pt idx="1176">
                  <c:v>1.2613777024589781</c:v>
                </c:pt>
                <c:pt idx="1177">
                  <c:v>1.263610147817021</c:v>
                </c:pt>
                <c:pt idx="1178">
                  <c:v>1.2538130820459339</c:v>
                </c:pt>
                <c:pt idx="1179">
                  <c:v>1.2461348945110731</c:v>
                </c:pt>
                <c:pt idx="1180">
                  <c:v>1.240580605974398</c:v>
                </c:pt>
                <c:pt idx="1181">
                  <c:v>1.2474947846758331</c:v>
                </c:pt>
                <c:pt idx="1182">
                  <c:v>1.250231753184192</c:v>
                </c:pt>
                <c:pt idx="1183">
                  <c:v>1.251613780899024</c:v>
                </c:pt>
                <c:pt idx="1184">
                  <c:v>1.243876575730253</c:v>
                </c:pt>
                <c:pt idx="1185">
                  <c:v>1.242894558678785</c:v>
                </c:pt>
                <c:pt idx="1186">
                  <c:v>1.241046915499288</c:v>
                </c:pt>
                <c:pt idx="1187">
                  <c:v>1.247981227986948</c:v>
                </c:pt>
                <c:pt idx="1188">
                  <c:v>1.2463306208218059</c:v>
                </c:pt>
                <c:pt idx="1189">
                  <c:v>1.252292486597856</c:v>
                </c:pt>
                <c:pt idx="1190">
                  <c:v>1.259102895719143</c:v>
                </c:pt>
                <c:pt idx="1191">
                  <c:v>1.2580720637181171</c:v>
                </c:pt>
                <c:pt idx="1192">
                  <c:v>1.2562070687685369</c:v>
                </c:pt>
                <c:pt idx="1193">
                  <c:v>1.258347638729707</c:v>
                </c:pt>
                <c:pt idx="1194">
                  <c:v>1.2609344243861491</c:v>
                </c:pt>
                <c:pt idx="1195">
                  <c:v>1.2600682590960559</c:v>
                </c:pt>
                <c:pt idx="1196">
                  <c:v>1.264997080774698</c:v>
                </c:pt>
                <c:pt idx="1197">
                  <c:v>1.2687806188110891</c:v>
                </c:pt>
                <c:pt idx="1198">
                  <c:v>1.272720714381756</c:v>
                </c:pt>
                <c:pt idx="1199">
                  <c:v>1.2696804558211381</c:v>
                </c:pt>
                <c:pt idx="1200">
                  <c:v>1.2688364017555931</c:v>
                </c:pt>
                <c:pt idx="1201">
                  <c:v>1.2660894133425851</c:v>
                </c:pt>
                <c:pt idx="1202">
                  <c:v>1.2661341918315161</c:v>
                </c:pt>
                <c:pt idx="1203">
                  <c:v>1.268629304325227</c:v>
                </c:pt>
                <c:pt idx="1204">
                  <c:v>1.2727216359570011</c:v>
                </c:pt>
                <c:pt idx="1205">
                  <c:v>1.268947168145282</c:v>
                </c:pt>
                <c:pt idx="1206">
                  <c:v>1.270769754700996</c:v>
                </c:pt>
                <c:pt idx="1207">
                  <c:v>1.2683503888554839</c:v>
                </c:pt>
                <c:pt idx="1208">
                  <c:v>1.2734951578614331</c:v>
                </c:pt>
                <c:pt idx="1209">
                  <c:v>1.2744361273630209</c:v>
                </c:pt>
                <c:pt idx="1210">
                  <c:v>1.272963835088182</c:v>
                </c:pt>
                <c:pt idx="1211">
                  <c:v>1.2670120658420061</c:v>
                </c:pt>
                <c:pt idx="1212">
                  <c:v>1.263922542216366</c:v>
                </c:pt>
                <c:pt idx="1213">
                  <c:v>1.2608413000286709</c:v>
                </c:pt>
                <c:pt idx="1214">
                  <c:v>1.2605691972995521</c:v>
                </c:pt>
                <c:pt idx="1215">
                  <c:v>1.2648756798131351</c:v>
                </c:pt>
                <c:pt idx="1216">
                  <c:v>1.264297179104932</c:v>
                </c:pt>
                <c:pt idx="1217">
                  <c:v>1.2632738154975081</c:v>
                </c:pt>
                <c:pt idx="1218">
                  <c:v>1.2591897750469769</c:v>
                </c:pt>
                <c:pt idx="1219">
                  <c:v>1.258136737548478</c:v>
                </c:pt>
                <c:pt idx="1220">
                  <c:v>1.2676732263082271</c:v>
                </c:pt>
                <c:pt idx="1221">
                  <c:v>1.2661927134120521</c:v>
                </c:pt>
                <c:pt idx="1222">
                  <c:v>1.2676296923582</c:v>
                </c:pt>
                <c:pt idx="1223">
                  <c:v>1.269019369615437</c:v>
                </c:pt>
                <c:pt idx="1224">
                  <c:v>1.271699651670984</c:v>
                </c:pt>
                <c:pt idx="1225">
                  <c:v>1.275129251309002</c:v>
                </c:pt>
                <c:pt idx="1226">
                  <c:v>1.276415766518864</c:v>
                </c:pt>
                <c:pt idx="1227">
                  <c:v>1.274255099208188</c:v>
                </c:pt>
                <c:pt idx="1228">
                  <c:v>1.2776316219008981</c:v>
                </c:pt>
                <c:pt idx="1229">
                  <c:v>1.2741237825368441</c:v>
                </c:pt>
                <c:pt idx="1230">
                  <c:v>1.274906311698879</c:v>
                </c:pt>
                <c:pt idx="1231">
                  <c:v>1.282463972491465</c:v>
                </c:pt>
                <c:pt idx="1232">
                  <c:v>1.286176062410781</c:v>
                </c:pt>
                <c:pt idx="1233">
                  <c:v>1.28848322909963</c:v>
                </c:pt>
                <c:pt idx="1234">
                  <c:v>1.2886489852467491</c:v>
                </c:pt>
                <c:pt idx="1235">
                  <c:v>1.2920213366759861</c:v>
                </c:pt>
                <c:pt idx="1236">
                  <c:v>1.288036373241271</c:v>
                </c:pt>
                <c:pt idx="1237">
                  <c:v>1.2884657732756699</c:v>
                </c:pt>
                <c:pt idx="1238">
                  <c:v>1.289287012515302</c:v>
                </c:pt>
                <c:pt idx="1239">
                  <c:v>1.284282770076749</c:v>
                </c:pt>
                <c:pt idx="1240">
                  <c:v>1.290216250027981</c:v>
                </c:pt>
                <c:pt idx="1241">
                  <c:v>1.2903587951146731</c:v>
                </c:pt>
                <c:pt idx="1242">
                  <c:v>1.2932685074945831</c:v>
                </c:pt>
                <c:pt idx="1243">
                  <c:v>1.2886954000032089</c:v>
                </c:pt>
                <c:pt idx="1244">
                  <c:v>1.2867932640023469</c:v>
                </c:pt>
                <c:pt idx="1245">
                  <c:v>1.2887693707722141</c:v>
                </c:pt>
                <c:pt idx="1246">
                  <c:v>1.2842705716063789</c:v>
                </c:pt>
                <c:pt idx="1247">
                  <c:v>1.2739822503596649</c:v>
                </c:pt>
                <c:pt idx="1248">
                  <c:v>1.2745455439588971</c:v>
                </c:pt>
                <c:pt idx="1249">
                  <c:v>1.2773144821523179</c:v>
                </c:pt>
                <c:pt idx="1250">
                  <c:v>1.279298578243121</c:v>
                </c:pt>
                <c:pt idx="1251">
                  <c:v>1.283734721598758</c:v>
                </c:pt>
                <c:pt idx="1252">
                  <c:v>1.2790347403722031</c:v>
                </c:pt>
                <c:pt idx="1253">
                  <c:v>1.2777612134212919</c:v>
                </c:pt>
                <c:pt idx="1254">
                  <c:v>1.2740735291696239</c:v>
                </c:pt>
                <c:pt idx="1255">
                  <c:v>1.275827955815158</c:v>
                </c:pt>
                <c:pt idx="1256">
                  <c:v>1.2729421488621171</c:v>
                </c:pt>
                <c:pt idx="1257">
                  <c:v>1.2789005847182531</c:v>
                </c:pt>
                <c:pt idx="1258">
                  <c:v>1.276590018655809</c:v>
                </c:pt>
                <c:pt idx="1259">
                  <c:v>1.2790721521904409</c:v>
                </c:pt>
                <c:pt idx="1260">
                  <c:v>1.2777033295677711</c:v>
                </c:pt>
                <c:pt idx="1261">
                  <c:v>1.278221225338138</c:v>
                </c:pt>
                <c:pt idx="1262">
                  <c:v>1.27296143527818</c:v>
                </c:pt>
                <c:pt idx="1263">
                  <c:v>1.272939178679257</c:v>
                </c:pt>
                <c:pt idx="1264">
                  <c:v>1.27160678346611</c:v>
                </c:pt>
                <c:pt idx="1265">
                  <c:v>1.273051033515963</c:v>
                </c:pt>
                <c:pt idx="1266">
                  <c:v>1.273583265011726</c:v>
                </c:pt>
                <c:pt idx="1267">
                  <c:v>1.272802498783665</c:v>
                </c:pt>
                <c:pt idx="1268">
                  <c:v>1.273262714663755</c:v>
                </c:pt>
                <c:pt idx="1269">
                  <c:v>1.274540512731287</c:v>
                </c:pt>
                <c:pt idx="1270">
                  <c:v>1.276180305436126</c:v>
                </c:pt>
                <c:pt idx="1271">
                  <c:v>1.276577493086396</c:v>
                </c:pt>
                <c:pt idx="1272">
                  <c:v>1.2524463164437121</c:v>
                </c:pt>
                <c:pt idx="1273">
                  <c:v>1.249771355605714</c:v>
                </c:pt>
                <c:pt idx="1274">
                  <c:v>1.256120313661045</c:v>
                </c:pt>
                <c:pt idx="1275">
                  <c:v>1.262571934959082</c:v>
                </c:pt>
                <c:pt idx="1276">
                  <c:v>1.2680300467375289</c:v>
                </c:pt>
                <c:pt idx="1277">
                  <c:v>1.2707402923291771</c:v>
                </c:pt>
                <c:pt idx="1278">
                  <c:v>1.269878323589803</c:v>
                </c:pt>
                <c:pt idx="1279">
                  <c:v>1.269794223924879</c:v>
                </c:pt>
                <c:pt idx="1280">
                  <c:v>1.270015971684253</c:v>
                </c:pt>
                <c:pt idx="1281">
                  <c:v>1.2704151985470471</c:v>
                </c:pt>
                <c:pt idx="1282">
                  <c:v>1.2757221345704981</c:v>
                </c:pt>
                <c:pt idx="1283">
                  <c:v>1.2773945682040231</c:v>
                </c:pt>
                <c:pt idx="1284">
                  <c:v>1.2758957108413129</c:v>
                </c:pt>
                <c:pt idx="1285">
                  <c:v>1.2743416444914131</c:v>
                </c:pt>
                <c:pt idx="1286">
                  <c:v>1.2751718400719669</c:v>
                </c:pt>
                <c:pt idx="1287">
                  <c:v>1.273825312658873</c:v>
                </c:pt>
                <c:pt idx="1288">
                  <c:v>1.2762948938892009</c:v>
                </c:pt>
                <c:pt idx="1289">
                  <c:v>1.2792625872551771</c:v>
                </c:pt>
                <c:pt idx="1290">
                  <c:v>1.2861010607384731</c:v>
                </c:pt>
                <c:pt idx="1291">
                  <c:v>1.2862025906060759</c:v>
                </c:pt>
                <c:pt idx="1292">
                  <c:v>1.2881885119557961</c:v>
                </c:pt>
                <c:pt idx="1293">
                  <c:v>1.285426861515774</c:v>
                </c:pt>
                <c:pt idx="1294">
                  <c:v>1.284437138037638</c:v>
                </c:pt>
                <c:pt idx="1295">
                  <c:v>1.284734534865138</c:v>
                </c:pt>
                <c:pt idx="1296">
                  <c:v>1.2851092176442309</c:v>
                </c:pt>
                <c:pt idx="1297">
                  <c:v>1.278265977507417</c:v>
                </c:pt>
                <c:pt idx="1298">
                  <c:v>1.279734440005434</c:v>
                </c:pt>
                <c:pt idx="1299">
                  <c:v>1.281331745896235</c:v>
                </c:pt>
                <c:pt idx="1300">
                  <c:v>1.2832120460598</c:v>
                </c:pt>
                <c:pt idx="1301">
                  <c:v>1.284610214385993</c:v>
                </c:pt>
                <c:pt idx="1302">
                  <c:v>1.2836665150091691</c:v>
                </c:pt>
                <c:pt idx="1303">
                  <c:v>1.280541630014338</c:v>
                </c:pt>
                <c:pt idx="1304">
                  <c:v>1.281524580322652</c:v>
                </c:pt>
                <c:pt idx="1305">
                  <c:v>1.2789227463856421</c:v>
                </c:pt>
                <c:pt idx="1306">
                  <c:v>1.278982893314315</c:v>
                </c:pt>
                <c:pt idx="1307">
                  <c:v>1.2814456774223271</c:v>
                </c:pt>
                <c:pt idx="1308">
                  <c:v>1.2801957164470039</c:v>
                </c:pt>
                <c:pt idx="1309">
                  <c:v>1.2820403748926741</c:v>
                </c:pt>
                <c:pt idx="1310">
                  <c:v>1.285601638299293</c:v>
                </c:pt>
                <c:pt idx="1311">
                  <c:v>1.289728361749904</c:v>
                </c:pt>
                <c:pt idx="1312">
                  <c:v>1.2902201368951409</c:v>
                </c:pt>
                <c:pt idx="1313">
                  <c:v>1.2918691282585899</c:v>
                </c:pt>
                <c:pt idx="1314">
                  <c:v>1.2897586105320269</c:v>
                </c:pt>
                <c:pt idx="1315">
                  <c:v>1.2919912675560179</c:v>
                </c:pt>
                <c:pt idx="1316">
                  <c:v>1.29392918288409</c:v>
                </c:pt>
                <c:pt idx="1317">
                  <c:v>1.292794801508502</c:v>
                </c:pt>
                <c:pt idx="1318">
                  <c:v>1.2952314139409169</c:v>
                </c:pt>
                <c:pt idx="1319">
                  <c:v>1.2945967501207589</c:v>
                </c:pt>
                <c:pt idx="1320">
                  <c:v>1.297517496473114</c:v>
                </c:pt>
                <c:pt idx="1321">
                  <c:v>1.2956277812850761</c:v>
                </c:pt>
                <c:pt idx="1322">
                  <c:v>1.294388721040223</c:v>
                </c:pt>
                <c:pt idx="1323">
                  <c:v>1.2957856951946749</c:v>
                </c:pt>
                <c:pt idx="1324">
                  <c:v>1.29804560688631</c:v>
                </c:pt>
                <c:pt idx="1325">
                  <c:v>1.3014065218055539</c:v>
                </c:pt>
                <c:pt idx="1326">
                  <c:v>1.3013936592496329</c:v>
                </c:pt>
                <c:pt idx="1327">
                  <c:v>1.303103334336444</c:v>
                </c:pt>
                <c:pt idx="1328">
                  <c:v>1.3064246989889241</c:v>
                </c:pt>
                <c:pt idx="1329">
                  <c:v>1.308783913978866</c:v>
                </c:pt>
                <c:pt idx="1330">
                  <c:v>1.3063932344121141</c:v>
                </c:pt>
                <c:pt idx="1331">
                  <c:v>1.3107941113609931</c:v>
                </c:pt>
                <c:pt idx="1332">
                  <c:v>1.310059830677788</c:v>
                </c:pt>
                <c:pt idx="1333">
                  <c:v>1.3087610574675339</c:v>
                </c:pt>
                <c:pt idx="1334">
                  <c:v>1.3147905834950611</c:v>
                </c:pt>
                <c:pt idx="1335">
                  <c:v>1.313404615929374</c:v>
                </c:pt>
                <c:pt idx="1336">
                  <c:v>1.3135863308071341</c:v>
                </c:pt>
                <c:pt idx="1337">
                  <c:v>1.3142484765554461</c:v>
                </c:pt>
                <c:pt idx="1338">
                  <c:v>1.3151101960655871</c:v>
                </c:pt>
                <c:pt idx="1339">
                  <c:v>1.321854672721092</c:v>
                </c:pt>
                <c:pt idx="1340">
                  <c:v>1.321737335207007</c:v>
                </c:pt>
                <c:pt idx="1341">
                  <c:v>1.3274540399672241</c:v>
                </c:pt>
                <c:pt idx="1342">
                  <c:v>1.327484947187219</c:v>
                </c:pt>
                <c:pt idx="1343">
                  <c:v>1.328969744971026</c:v>
                </c:pt>
                <c:pt idx="1344">
                  <c:v>1.3291317811793071</c:v>
                </c:pt>
                <c:pt idx="1345">
                  <c:v>1.3283087015655859</c:v>
                </c:pt>
                <c:pt idx="1346">
                  <c:v>1.326784351871285</c:v>
                </c:pt>
                <c:pt idx="1347">
                  <c:v>1.3271330942558111</c:v>
                </c:pt>
                <c:pt idx="1348">
                  <c:v>1.33172106842005</c:v>
                </c:pt>
                <c:pt idx="1349">
                  <c:v>1.3342547903156949</c:v>
                </c:pt>
                <c:pt idx="1350">
                  <c:v>1.3337705334005681</c:v>
                </c:pt>
                <c:pt idx="1351">
                  <c:v>1.333319105289456</c:v>
                </c:pt>
                <c:pt idx="1352">
                  <c:v>1.331326834143252</c:v>
                </c:pt>
                <c:pt idx="1353">
                  <c:v>1.334245892548366</c:v>
                </c:pt>
                <c:pt idx="1354">
                  <c:v>1.337245649375342</c:v>
                </c:pt>
                <c:pt idx="1355">
                  <c:v>1.3392519869629811</c:v>
                </c:pt>
                <c:pt idx="1356">
                  <c:v>1.3392994626247841</c:v>
                </c:pt>
                <c:pt idx="1357">
                  <c:v>1.3383909032693631</c:v>
                </c:pt>
                <c:pt idx="1358">
                  <c:v>1.3406304910602549</c:v>
                </c:pt>
                <c:pt idx="1359">
                  <c:v>1.344163698961214</c:v>
                </c:pt>
                <c:pt idx="1360">
                  <c:v>1.3530949600428901</c:v>
                </c:pt>
                <c:pt idx="1361">
                  <c:v>1.3473223732516439</c:v>
                </c:pt>
                <c:pt idx="1362">
                  <c:v>1.351006826985</c:v>
                </c:pt>
                <c:pt idx="1363">
                  <c:v>1.354816427992962</c:v>
                </c:pt>
                <c:pt idx="1364">
                  <c:v>1.357078718263389</c:v>
                </c:pt>
                <c:pt idx="1365">
                  <c:v>1.3595827733612531</c:v>
                </c:pt>
                <c:pt idx="1366">
                  <c:v>1.358595224748101</c:v>
                </c:pt>
                <c:pt idx="1367">
                  <c:v>1.368030423346652</c:v>
                </c:pt>
                <c:pt idx="1368">
                  <c:v>1.378650831598826</c:v>
                </c:pt>
                <c:pt idx="1369">
                  <c:v>1.378434761356647</c:v>
                </c:pt>
                <c:pt idx="1370">
                  <c:v>1.3781577349202481</c:v>
                </c:pt>
                <c:pt idx="1371">
                  <c:v>1.391360899553463</c:v>
                </c:pt>
                <c:pt idx="1372">
                  <c:v>1.3928137258259861</c:v>
                </c:pt>
                <c:pt idx="1373">
                  <c:v>1.401411050558929</c:v>
                </c:pt>
                <c:pt idx="1374">
                  <c:v>1.3910540790601269</c:v>
                </c:pt>
                <c:pt idx="1375">
                  <c:v>1.3924498933735481</c:v>
                </c:pt>
                <c:pt idx="1376">
                  <c:v>1.3763187522585769</c:v>
                </c:pt>
                <c:pt idx="1377">
                  <c:v>1.3904178222456041</c:v>
                </c:pt>
                <c:pt idx="1378">
                  <c:v>1.3879261414487649</c:v>
                </c:pt>
                <c:pt idx="1379">
                  <c:v>1.3825004918898971</c:v>
                </c:pt>
                <c:pt idx="1380">
                  <c:v>1.385997133735386</c:v>
                </c:pt>
                <c:pt idx="1381">
                  <c:v>1.402553482389818</c:v>
                </c:pt>
                <c:pt idx="1382">
                  <c:v>1.4027702993389679</c:v>
                </c:pt>
                <c:pt idx="1383">
                  <c:v>1.4014100112508441</c:v>
                </c:pt>
                <c:pt idx="1384">
                  <c:v>1.405573766530253</c:v>
                </c:pt>
                <c:pt idx="1385">
                  <c:v>1.408612867733809</c:v>
                </c:pt>
                <c:pt idx="1386">
                  <c:v>1.4084710672187619</c:v>
                </c:pt>
                <c:pt idx="1387">
                  <c:v>1.4068239844705861</c:v>
                </c:pt>
                <c:pt idx="1388">
                  <c:v>1.414481009624921</c:v>
                </c:pt>
                <c:pt idx="1389">
                  <c:v>1.41488137275585</c:v>
                </c:pt>
                <c:pt idx="1390">
                  <c:v>1.4192710990309521</c:v>
                </c:pt>
                <c:pt idx="1391">
                  <c:v>1.4205853679991229</c:v>
                </c:pt>
                <c:pt idx="1392">
                  <c:v>1.4127409772620161</c:v>
                </c:pt>
                <c:pt idx="1393">
                  <c:v>1.4200710879318139</c:v>
                </c:pt>
                <c:pt idx="1394">
                  <c:v>1.4222314506574829</c:v>
                </c:pt>
                <c:pt idx="1395">
                  <c:v>1.4313855627269709</c:v>
                </c:pt>
                <c:pt idx="1396">
                  <c:v>1.4191540479635849</c:v>
                </c:pt>
                <c:pt idx="1397">
                  <c:v>1.41968151780972</c:v>
                </c:pt>
                <c:pt idx="1398">
                  <c:v>1.407293898032959</c:v>
                </c:pt>
                <c:pt idx="1399">
                  <c:v>1.4165176073970021</c:v>
                </c:pt>
                <c:pt idx="1400">
                  <c:v>1.4166436020406949</c:v>
                </c:pt>
                <c:pt idx="1401">
                  <c:v>1.408460710101445</c:v>
                </c:pt>
                <c:pt idx="1402">
                  <c:v>1.411570137944929</c:v>
                </c:pt>
                <c:pt idx="1403">
                  <c:v>1.425226661060121</c:v>
                </c:pt>
                <c:pt idx="1404">
                  <c:v>1.4199210432775069</c:v>
                </c:pt>
                <c:pt idx="1405">
                  <c:v>1.417095025376663</c:v>
                </c:pt>
                <c:pt idx="1406">
                  <c:v>1.4290084120119151</c:v>
                </c:pt>
                <c:pt idx="1407">
                  <c:v>1.4384895706339511</c:v>
                </c:pt>
                <c:pt idx="1408">
                  <c:v>1.437733288037971</c:v>
                </c:pt>
                <c:pt idx="1409">
                  <c:v>1.445257947253618</c:v>
                </c:pt>
                <c:pt idx="1410">
                  <c:v>1.4380111298084861</c:v>
                </c:pt>
                <c:pt idx="1411">
                  <c:v>1.4312723597785959</c:v>
                </c:pt>
                <c:pt idx="1412">
                  <c:v>1.4322788852432189</c:v>
                </c:pt>
                <c:pt idx="1413">
                  <c:v>1.427269054351304</c:v>
                </c:pt>
                <c:pt idx="1414">
                  <c:v>1.4278428551382401</c:v>
                </c:pt>
                <c:pt idx="1415">
                  <c:v>1.435467652851999</c:v>
                </c:pt>
                <c:pt idx="1416">
                  <c:v>1.43125355299101</c:v>
                </c:pt>
                <c:pt idx="1417">
                  <c:v>1.4308431330415721</c:v>
                </c:pt>
                <c:pt idx="1418">
                  <c:v>1.4269474262232991</c:v>
                </c:pt>
                <c:pt idx="1419">
                  <c:v>1.426427643167324</c:v>
                </c:pt>
                <c:pt idx="1420">
                  <c:v>1.430909096201441</c:v>
                </c:pt>
                <c:pt idx="1421">
                  <c:v>1.4213387133460449</c:v>
                </c:pt>
                <c:pt idx="1422">
                  <c:v>1.4199150953704831</c:v>
                </c:pt>
                <c:pt idx="1423">
                  <c:v>1.4170290507316921</c:v>
                </c:pt>
                <c:pt idx="1424">
                  <c:v>1.4176306999229</c:v>
                </c:pt>
                <c:pt idx="1425">
                  <c:v>1.4155639365607291</c:v>
                </c:pt>
                <c:pt idx="1426">
                  <c:v>1.400038972176096</c:v>
                </c:pt>
                <c:pt idx="1427">
                  <c:v>1.4013283869096129</c:v>
                </c:pt>
                <c:pt idx="1428">
                  <c:v>1.410194355585382</c:v>
                </c:pt>
                <c:pt idx="1429">
                  <c:v>1.415781458812609</c:v>
                </c:pt>
                <c:pt idx="1430">
                  <c:v>1.41468480917711</c:v>
                </c:pt>
                <c:pt idx="1431">
                  <c:v>1.418284880943258</c:v>
                </c:pt>
                <c:pt idx="1432">
                  <c:v>1.4243422037268409</c:v>
                </c:pt>
                <c:pt idx="1433">
                  <c:v>1.421806802836423</c:v>
                </c:pt>
                <c:pt idx="1434">
                  <c:v>1.4180946497698921</c:v>
                </c:pt>
                <c:pt idx="1435">
                  <c:v>1.4176860111553089</c:v>
                </c:pt>
                <c:pt idx="1436">
                  <c:v>1.4220194972051019</c:v>
                </c:pt>
                <c:pt idx="1437">
                  <c:v>1.430545222245684</c:v>
                </c:pt>
                <c:pt idx="1438">
                  <c:v>1.4340328654644161</c:v>
                </c:pt>
                <c:pt idx="1439">
                  <c:v>1.4352688858860041</c:v>
                </c:pt>
                <c:pt idx="1440">
                  <c:v>1.42938085617897</c:v>
                </c:pt>
                <c:pt idx="1441">
                  <c:v>1.434697934639948</c:v>
                </c:pt>
                <c:pt idx="1442">
                  <c:v>1.429037622127366</c:v>
                </c:pt>
                <c:pt idx="1443">
                  <c:v>1.421791543997154</c:v>
                </c:pt>
                <c:pt idx="1444">
                  <c:v>1.435177149833053</c:v>
                </c:pt>
                <c:pt idx="1445">
                  <c:v>1.42987040503825</c:v>
                </c:pt>
                <c:pt idx="1446">
                  <c:v>1.431654576949839</c:v>
                </c:pt>
                <c:pt idx="1447">
                  <c:v>1.442900117755616</c:v>
                </c:pt>
                <c:pt idx="1448">
                  <c:v>1.4467113034843011</c:v>
                </c:pt>
                <c:pt idx="1449">
                  <c:v>1.4522404875578421</c:v>
                </c:pt>
                <c:pt idx="1450">
                  <c:v>1.4532831692468819</c:v>
                </c:pt>
                <c:pt idx="1451">
                  <c:v>1.452402512102998</c:v>
                </c:pt>
                <c:pt idx="1452">
                  <c:v>1.450794624555958</c:v>
                </c:pt>
                <c:pt idx="1453">
                  <c:v>1.448742207056736</c:v>
                </c:pt>
                <c:pt idx="1454">
                  <c:v>1.444300704592371</c:v>
                </c:pt>
                <c:pt idx="1455">
                  <c:v>1.4521995852727461</c:v>
                </c:pt>
                <c:pt idx="1456">
                  <c:v>1.4548465993648929</c:v>
                </c:pt>
                <c:pt idx="1457">
                  <c:v>1.4570036173747161</c:v>
                </c:pt>
                <c:pt idx="1458">
                  <c:v>1.456132109011296</c:v>
                </c:pt>
                <c:pt idx="1459">
                  <c:v>1.4595512955993339</c:v>
                </c:pt>
                <c:pt idx="1460">
                  <c:v>1.4659105343956571</c:v>
                </c:pt>
                <c:pt idx="1461">
                  <c:v>1.461278971389149</c:v>
                </c:pt>
                <c:pt idx="1462">
                  <c:v>1.4655666726181991</c:v>
                </c:pt>
                <c:pt idx="1463">
                  <c:v>1.4690591881167629</c:v>
                </c:pt>
                <c:pt idx="1464">
                  <c:v>1.471815707054265</c:v>
                </c:pt>
                <c:pt idx="1465">
                  <c:v>1.472943826507511</c:v>
                </c:pt>
                <c:pt idx="1466">
                  <c:v>1.4705735825585919</c:v>
                </c:pt>
                <c:pt idx="1467">
                  <c:v>1.477903601824166</c:v>
                </c:pt>
                <c:pt idx="1468">
                  <c:v>1.480553526436297</c:v>
                </c:pt>
                <c:pt idx="1469">
                  <c:v>1.483504990649184</c:v>
                </c:pt>
                <c:pt idx="1470">
                  <c:v>1.483069631574955</c:v>
                </c:pt>
                <c:pt idx="1471">
                  <c:v>1.486114323625467</c:v>
                </c:pt>
                <c:pt idx="1472">
                  <c:v>1.489616746844217</c:v>
                </c:pt>
                <c:pt idx="1473">
                  <c:v>1.488521536063762</c:v>
                </c:pt>
                <c:pt idx="1474">
                  <c:v>1.484245787832505</c:v>
                </c:pt>
                <c:pt idx="1475">
                  <c:v>1.4652129016064861</c:v>
                </c:pt>
                <c:pt idx="1476">
                  <c:v>1.4757792059265911</c:v>
                </c:pt>
                <c:pt idx="1477">
                  <c:v>1.476775007231349</c:v>
                </c:pt>
                <c:pt idx="1478">
                  <c:v>1.4705751111512919</c:v>
                </c:pt>
                <c:pt idx="1479">
                  <c:v>1.4692804433490461</c:v>
                </c:pt>
                <c:pt idx="1480">
                  <c:v>1.4791939629877691</c:v>
                </c:pt>
                <c:pt idx="1481">
                  <c:v>1.4796785070499141</c:v>
                </c:pt>
                <c:pt idx="1482">
                  <c:v>1.478088628916741</c:v>
                </c:pt>
                <c:pt idx="1483">
                  <c:v>1.481085057298009</c:v>
                </c:pt>
                <c:pt idx="1484">
                  <c:v>1.4771145911481369</c:v>
                </c:pt>
                <c:pt idx="1485">
                  <c:v>1.4849417022916209</c:v>
                </c:pt>
                <c:pt idx="1486">
                  <c:v>1.4889023187318351</c:v>
                </c:pt>
                <c:pt idx="1487">
                  <c:v>1.491458277841885</c:v>
                </c:pt>
                <c:pt idx="1488">
                  <c:v>1.489076847882888</c:v>
                </c:pt>
                <c:pt idx="1489">
                  <c:v>1.493131449717036</c:v>
                </c:pt>
                <c:pt idx="1490">
                  <c:v>1.481456836995112</c:v>
                </c:pt>
                <c:pt idx="1491">
                  <c:v>1.4771801342301261</c:v>
                </c:pt>
                <c:pt idx="1492">
                  <c:v>1.48081738767439</c:v>
                </c:pt>
                <c:pt idx="1493">
                  <c:v>1.480974739029733</c:v>
                </c:pt>
                <c:pt idx="1494">
                  <c:v>1.474846822123161</c:v>
                </c:pt>
                <c:pt idx="1495">
                  <c:v>1.4835936718860889</c:v>
                </c:pt>
                <c:pt idx="1496">
                  <c:v>1.4836710605960231</c:v>
                </c:pt>
                <c:pt idx="1497">
                  <c:v>1.4806450622917351</c:v>
                </c:pt>
                <c:pt idx="1498">
                  <c:v>1.477991743823873</c:v>
                </c:pt>
                <c:pt idx="1499">
                  <c:v>1.478314033600292</c:v>
                </c:pt>
                <c:pt idx="1500">
                  <c:v>1.4710638166022201</c:v>
                </c:pt>
                <c:pt idx="1501">
                  <c:v>1.477697088093072</c:v>
                </c:pt>
                <c:pt idx="1502">
                  <c:v>1.4679458257811839</c:v>
                </c:pt>
                <c:pt idx="1503">
                  <c:v>1.4661350766695409</c:v>
                </c:pt>
                <c:pt idx="1504">
                  <c:v>1.4444570718611529</c:v>
                </c:pt>
                <c:pt idx="1505">
                  <c:v>1.4551381362751219</c:v>
                </c:pt>
                <c:pt idx="1506">
                  <c:v>1.4646188362135339</c:v>
                </c:pt>
                <c:pt idx="1507">
                  <c:v>1.4585424407678571</c:v>
                </c:pt>
                <c:pt idx="1508">
                  <c:v>1.4614424444166449</c:v>
                </c:pt>
                <c:pt idx="1509">
                  <c:v>1.464655735181065</c:v>
                </c:pt>
                <c:pt idx="1510">
                  <c:v>1.459612262206855</c:v>
                </c:pt>
                <c:pt idx="1511">
                  <c:v>1.4683171943374229</c:v>
                </c:pt>
                <c:pt idx="1512">
                  <c:v>1.461638444073571</c:v>
                </c:pt>
                <c:pt idx="1513">
                  <c:v>1.462709647241579</c:v>
                </c:pt>
                <c:pt idx="1514">
                  <c:v>1.464232515912512</c:v>
                </c:pt>
                <c:pt idx="1515">
                  <c:v>1.483656799142488</c:v>
                </c:pt>
                <c:pt idx="1516">
                  <c:v>1.4818840401894311</c:v>
                </c:pt>
                <c:pt idx="1517">
                  <c:v>1.489856343171597</c:v>
                </c:pt>
                <c:pt idx="1518">
                  <c:v>1.4910297593323181</c:v>
                </c:pt>
                <c:pt idx="1519">
                  <c:v>1.4980770593972279</c:v>
                </c:pt>
                <c:pt idx="1520">
                  <c:v>1.4955839222177749</c:v>
                </c:pt>
                <c:pt idx="1521">
                  <c:v>1.502722188172102</c:v>
                </c:pt>
                <c:pt idx="1522">
                  <c:v>1.509658313447211</c:v>
                </c:pt>
                <c:pt idx="1523">
                  <c:v>1.5119823251672111</c:v>
                </c:pt>
                <c:pt idx="1524">
                  <c:v>1.5135731840333519</c:v>
                </c:pt>
                <c:pt idx="1525">
                  <c:v>1.522201576909791</c:v>
                </c:pt>
                <c:pt idx="1526">
                  <c:v>1.5161846675770621</c:v>
                </c:pt>
                <c:pt idx="1527">
                  <c:v>1.51153300535448</c:v>
                </c:pt>
                <c:pt idx="1528">
                  <c:v>1.515195286727937</c:v>
                </c:pt>
                <c:pt idx="1529">
                  <c:v>1.510224248948884</c:v>
                </c:pt>
                <c:pt idx="1530">
                  <c:v>1.514207076369902</c:v>
                </c:pt>
                <c:pt idx="1531">
                  <c:v>1.515588860376812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869E-4F19-91DC-A0F404EBB4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02142208"/>
        <c:axId val="502155264"/>
      </c:lineChart>
      <c:catAx>
        <c:axId val="502142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02155264"/>
        <c:crosses val="autoZero"/>
        <c:auto val="1"/>
        <c:lblAlgn val="ctr"/>
        <c:lblOffset val="100"/>
        <c:tickLblSkip val="150"/>
        <c:noMultiLvlLbl val="0"/>
      </c:catAx>
      <c:valAx>
        <c:axId val="502155264"/>
        <c:scaling>
          <c:orientation val="minMax"/>
          <c:min val="0.8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02142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结果页!$D$1</c:f>
              <c:strCache>
                <c:ptCount val="1"/>
                <c:pt idx="0">
                  <c:v>30-70组合净值（费后）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1531"/>
              <c:layout>
                <c:manualLayout>
                  <c:x val="-1.0708785641626483E-2"/>
                  <c:y val="-5.71900888225123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AD8F-4D14-8BD1-39567E2BF10A}"/>
                </c:ext>
                <c:ext xmlns:c15="http://schemas.microsoft.com/office/drawing/2012/chart" uri="{CE6537A1-D6FC-4f65-9D91-7224C49458BB}"/>
              </c:extLst>
            </c:dLbl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结果页!$A$2:$A$1533</c:f>
              <c:strCache>
                <c:ptCount val="1532"/>
                <c:pt idx="0">
                  <c:v>2020-01-02</c:v>
                </c:pt>
                <c:pt idx="1">
                  <c:v>2020-01-03</c:v>
                </c:pt>
                <c:pt idx="2">
                  <c:v>2020-01-06</c:v>
                </c:pt>
                <c:pt idx="3">
                  <c:v>2020-01-07</c:v>
                </c:pt>
                <c:pt idx="4">
                  <c:v>2020-01-08</c:v>
                </c:pt>
                <c:pt idx="5">
                  <c:v>2020-01-09</c:v>
                </c:pt>
                <c:pt idx="6">
                  <c:v>2020-01-10</c:v>
                </c:pt>
                <c:pt idx="7">
                  <c:v>2020-01-13</c:v>
                </c:pt>
                <c:pt idx="8">
                  <c:v>2020-01-14</c:v>
                </c:pt>
                <c:pt idx="9">
                  <c:v>2020-01-15</c:v>
                </c:pt>
                <c:pt idx="10">
                  <c:v>2020-01-16</c:v>
                </c:pt>
                <c:pt idx="11">
                  <c:v>2020-01-17</c:v>
                </c:pt>
                <c:pt idx="12">
                  <c:v>2020-01-20</c:v>
                </c:pt>
                <c:pt idx="13">
                  <c:v>2020-01-21</c:v>
                </c:pt>
                <c:pt idx="14">
                  <c:v>2020-01-22</c:v>
                </c:pt>
                <c:pt idx="15">
                  <c:v>2020-01-23</c:v>
                </c:pt>
                <c:pt idx="16">
                  <c:v>2020-02-03</c:v>
                </c:pt>
                <c:pt idx="17">
                  <c:v>2020-02-04</c:v>
                </c:pt>
                <c:pt idx="18">
                  <c:v>2020-02-05</c:v>
                </c:pt>
                <c:pt idx="19">
                  <c:v>2020-02-06</c:v>
                </c:pt>
                <c:pt idx="20">
                  <c:v>2020-02-07</c:v>
                </c:pt>
                <c:pt idx="21">
                  <c:v>2020-02-10</c:v>
                </c:pt>
                <c:pt idx="22">
                  <c:v>2020-02-11</c:v>
                </c:pt>
                <c:pt idx="23">
                  <c:v>2020-02-12</c:v>
                </c:pt>
                <c:pt idx="24">
                  <c:v>2020-02-13</c:v>
                </c:pt>
                <c:pt idx="25">
                  <c:v>2020-02-14</c:v>
                </c:pt>
                <c:pt idx="26">
                  <c:v>2020-02-17</c:v>
                </c:pt>
                <c:pt idx="27">
                  <c:v>2020-02-18</c:v>
                </c:pt>
                <c:pt idx="28">
                  <c:v>2020-02-19</c:v>
                </c:pt>
                <c:pt idx="29">
                  <c:v>2020-02-20</c:v>
                </c:pt>
                <c:pt idx="30">
                  <c:v>2020-02-21</c:v>
                </c:pt>
                <c:pt idx="31">
                  <c:v>2020-02-24</c:v>
                </c:pt>
                <c:pt idx="32">
                  <c:v>2020-02-25</c:v>
                </c:pt>
                <c:pt idx="33">
                  <c:v>2020-02-26</c:v>
                </c:pt>
                <c:pt idx="34">
                  <c:v>2020-02-27</c:v>
                </c:pt>
                <c:pt idx="35">
                  <c:v>2020-02-28</c:v>
                </c:pt>
                <c:pt idx="36">
                  <c:v>2020-03-02</c:v>
                </c:pt>
                <c:pt idx="37">
                  <c:v>2020-03-03</c:v>
                </c:pt>
                <c:pt idx="38">
                  <c:v>2020-03-04</c:v>
                </c:pt>
                <c:pt idx="39">
                  <c:v>2020-03-05</c:v>
                </c:pt>
                <c:pt idx="40">
                  <c:v>2020-03-06</c:v>
                </c:pt>
                <c:pt idx="41">
                  <c:v>2020-03-09</c:v>
                </c:pt>
                <c:pt idx="42">
                  <c:v>2020-03-10</c:v>
                </c:pt>
                <c:pt idx="43">
                  <c:v>2020-03-11</c:v>
                </c:pt>
                <c:pt idx="44">
                  <c:v>2020-03-12</c:v>
                </c:pt>
                <c:pt idx="45">
                  <c:v>2020-03-13</c:v>
                </c:pt>
                <c:pt idx="46">
                  <c:v>2020-03-16</c:v>
                </c:pt>
                <c:pt idx="47">
                  <c:v>2020-03-17</c:v>
                </c:pt>
                <c:pt idx="48">
                  <c:v>2020-03-18</c:v>
                </c:pt>
                <c:pt idx="49">
                  <c:v>2020-03-19</c:v>
                </c:pt>
                <c:pt idx="50">
                  <c:v>2020-03-20</c:v>
                </c:pt>
                <c:pt idx="51">
                  <c:v>2020-03-23</c:v>
                </c:pt>
                <c:pt idx="52">
                  <c:v>2020-03-24</c:v>
                </c:pt>
                <c:pt idx="53">
                  <c:v>2020-03-25</c:v>
                </c:pt>
                <c:pt idx="54">
                  <c:v>2020-03-26</c:v>
                </c:pt>
                <c:pt idx="55">
                  <c:v>2020-03-27</c:v>
                </c:pt>
                <c:pt idx="56">
                  <c:v>2020-03-30</c:v>
                </c:pt>
                <c:pt idx="57">
                  <c:v>2020-03-31</c:v>
                </c:pt>
                <c:pt idx="58">
                  <c:v>2020-04-01</c:v>
                </c:pt>
                <c:pt idx="59">
                  <c:v>2020-04-02</c:v>
                </c:pt>
                <c:pt idx="60">
                  <c:v>2020-04-03</c:v>
                </c:pt>
                <c:pt idx="61">
                  <c:v>2020-04-07</c:v>
                </c:pt>
                <c:pt idx="62">
                  <c:v>2020-04-08</c:v>
                </c:pt>
                <c:pt idx="63">
                  <c:v>2020-04-09</c:v>
                </c:pt>
                <c:pt idx="64">
                  <c:v>2020-04-10</c:v>
                </c:pt>
                <c:pt idx="65">
                  <c:v>2020-04-13</c:v>
                </c:pt>
                <c:pt idx="66">
                  <c:v>2020-04-14</c:v>
                </c:pt>
                <c:pt idx="67">
                  <c:v>2020-04-15</c:v>
                </c:pt>
                <c:pt idx="68">
                  <c:v>2020-04-16</c:v>
                </c:pt>
                <c:pt idx="69">
                  <c:v>2020-04-17</c:v>
                </c:pt>
                <c:pt idx="70">
                  <c:v>2020-04-20</c:v>
                </c:pt>
                <c:pt idx="71">
                  <c:v>2020-04-21</c:v>
                </c:pt>
                <c:pt idx="72">
                  <c:v>2020-04-22</c:v>
                </c:pt>
                <c:pt idx="73">
                  <c:v>2020-04-23</c:v>
                </c:pt>
                <c:pt idx="74">
                  <c:v>2020-04-24</c:v>
                </c:pt>
                <c:pt idx="75">
                  <c:v>2020-04-27</c:v>
                </c:pt>
                <c:pt idx="76">
                  <c:v>2020-04-28</c:v>
                </c:pt>
                <c:pt idx="77">
                  <c:v>2020-04-29</c:v>
                </c:pt>
                <c:pt idx="78">
                  <c:v>2020-04-30</c:v>
                </c:pt>
                <c:pt idx="79">
                  <c:v>2020-05-06</c:v>
                </c:pt>
                <c:pt idx="80">
                  <c:v>2020-05-07</c:v>
                </c:pt>
                <c:pt idx="81">
                  <c:v>2020-05-08</c:v>
                </c:pt>
                <c:pt idx="82">
                  <c:v>2020-05-11</c:v>
                </c:pt>
                <c:pt idx="83">
                  <c:v>2020-05-12</c:v>
                </c:pt>
                <c:pt idx="84">
                  <c:v>2020-05-13</c:v>
                </c:pt>
                <c:pt idx="85">
                  <c:v>2020-05-14</c:v>
                </c:pt>
                <c:pt idx="86">
                  <c:v>2020-05-15</c:v>
                </c:pt>
                <c:pt idx="87">
                  <c:v>2020-05-18</c:v>
                </c:pt>
                <c:pt idx="88">
                  <c:v>2020-05-19</c:v>
                </c:pt>
                <c:pt idx="89">
                  <c:v>2020-05-20</c:v>
                </c:pt>
                <c:pt idx="90">
                  <c:v>2020-05-21</c:v>
                </c:pt>
                <c:pt idx="91">
                  <c:v>2020-05-22</c:v>
                </c:pt>
                <c:pt idx="92">
                  <c:v>2020-05-25</c:v>
                </c:pt>
                <c:pt idx="93">
                  <c:v>2020-05-26</c:v>
                </c:pt>
                <c:pt idx="94">
                  <c:v>2020-05-27</c:v>
                </c:pt>
                <c:pt idx="95">
                  <c:v>2020-05-28</c:v>
                </c:pt>
                <c:pt idx="96">
                  <c:v>2020-05-29</c:v>
                </c:pt>
                <c:pt idx="97">
                  <c:v>2020-06-01</c:v>
                </c:pt>
                <c:pt idx="98">
                  <c:v>2020-06-02</c:v>
                </c:pt>
                <c:pt idx="99">
                  <c:v>2020-06-03</c:v>
                </c:pt>
                <c:pt idx="100">
                  <c:v>2020-06-04</c:v>
                </c:pt>
                <c:pt idx="101">
                  <c:v>2020-06-05</c:v>
                </c:pt>
                <c:pt idx="102">
                  <c:v>2020-06-08</c:v>
                </c:pt>
                <c:pt idx="103">
                  <c:v>2020-06-09</c:v>
                </c:pt>
                <c:pt idx="104">
                  <c:v>2020-06-10</c:v>
                </c:pt>
                <c:pt idx="105">
                  <c:v>2020-06-11</c:v>
                </c:pt>
                <c:pt idx="106">
                  <c:v>2020-06-12</c:v>
                </c:pt>
                <c:pt idx="107">
                  <c:v>2020-06-15</c:v>
                </c:pt>
                <c:pt idx="108">
                  <c:v>2020-06-16</c:v>
                </c:pt>
                <c:pt idx="109">
                  <c:v>2020-06-17</c:v>
                </c:pt>
                <c:pt idx="110">
                  <c:v>2020-06-18</c:v>
                </c:pt>
                <c:pt idx="111">
                  <c:v>2020-06-19</c:v>
                </c:pt>
                <c:pt idx="112">
                  <c:v>2020-06-22</c:v>
                </c:pt>
                <c:pt idx="113">
                  <c:v>2020-06-23</c:v>
                </c:pt>
                <c:pt idx="114">
                  <c:v>2020-06-24</c:v>
                </c:pt>
                <c:pt idx="115">
                  <c:v>2020-06-29</c:v>
                </c:pt>
                <c:pt idx="116">
                  <c:v>2020-06-30</c:v>
                </c:pt>
                <c:pt idx="117">
                  <c:v>2020-07-01</c:v>
                </c:pt>
                <c:pt idx="118">
                  <c:v>2020-07-02</c:v>
                </c:pt>
                <c:pt idx="119">
                  <c:v>2020-07-03</c:v>
                </c:pt>
                <c:pt idx="120">
                  <c:v>2020-07-06</c:v>
                </c:pt>
                <c:pt idx="121">
                  <c:v>2020-07-07</c:v>
                </c:pt>
                <c:pt idx="122">
                  <c:v>2020-07-08</c:v>
                </c:pt>
                <c:pt idx="123">
                  <c:v>2020-07-09</c:v>
                </c:pt>
                <c:pt idx="124">
                  <c:v>2020-07-10</c:v>
                </c:pt>
                <c:pt idx="125">
                  <c:v>2020-07-13</c:v>
                </c:pt>
                <c:pt idx="126">
                  <c:v>2020-07-14</c:v>
                </c:pt>
                <c:pt idx="127">
                  <c:v>2020-07-15</c:v>
                </c:pt>
                <c:pt idx="128">
                  <c:v>2020-07-16</c:v>
                </c:pt>
                <c:pt idx="129">
                  <c:v>2020-07-17</c:v>
                </c:pt>
                <c:pt idx="130">
                  <c:v>2020-07-20</c:v>
                </c:pt>
                <c:pt idx="131">
                  <c:v>2020-07-21</c:v>
                </c:pt>
                <c:pt idx="132">
                  <c:v>2020-07-22</c:v>
                </c:pt>
                <c:pt idx="133">
                  <c:v>2020-07-23</c:v>
                </c:pt>
                <c:pt idx="134">
                  <c:v>2020-07-24</c:v>
                </c:pt>
                <c:pt idx="135">
                  <c:v>2020-07-27</c:v>
                </c:pt>
                <c:pt idx="136">
                  <c:v>2020-07-28</c:v>
                </c:pt>
                <c:pt idx="137">
                  <c:v>2020-07-29</c:v>
                </c:pt>
                <c:pt idx="138">
                  <c:v>2020-07-30</c:v>
                </c:pt>
                <c:pt idx="139">
                  <c:v>2020-07-31</c:v>
                </c:pt>
                <c:pt idx="140">
                  <c:v>2020-08-03</c:v>
                </c:pt>
                <c:pt idx="141">
                  <c:v>2020-08-04</c:v>
                </c:pt>
                <c:pt idx="142">
                  <c:v>2020-08-05</c:v>
                </c:pt>
                <c:pt idx="143">
                  <c:v>2020-08-06</c:v>
                </c:pt>
                <c:pt idx="144">
                  <c:v>2020-08-07</c:v>
                </c:pt>
                <c:pt idx="145">
                  <c:v>2020-08-10</c:v>
                </c:pt>
                <c:pt idx="146">
                  <c:v>2020-08-11</c:v>
                </c:pt>
                <c:pt idx="147">
                  <c:v>2020-08-12</c:v>
                </c:pt>
                <c:pt idx="148">
                  <c:v>2020-08-13</c:v>
                </c:pt>
                <c:pt idx="149">
                  <c:v>2020-08-14</c:v>
                </c:pt>
                <c:pt idx="150">
                  <c:v>2020-08-17</c:v>
                </c:pt>
                <c:pt idx="151">
                  <c:v>2020-08-18</c:v>
                </c:pt>
                <c:pt idx="152">
                  <c:v>2020-08-19</c:v>
                </c:pt>
                <c:pt idx="153">
                  <c:v>2020-08-20</c:v>
                </c:pt>
                <c:pt idx="154">
                  <c:v>2020-08-21</c:v>
                </c:pt>
                <c:pt idx="155">
                  <c:v>2020-08-24</c:v>
                </c:pt>
                <c:pt idx="156">
                  <c:v>2020-08-25</c:v>
                </c:pt>
                <c:pt idx="157">
                  <c:v>2020-08-26</c:v>
                </c:pt>
                <c:pt idx="158">
                  <c:v>2020-08-27</c:v>
                </c:pt>
                <c:pt idx="159">
                  <c:v>2020-08-28</c:v>
                </c:pt>
                <c:pt idx="160">
                  <c:v>2020-08-31</c:v>
                </c:pt>
                <c:pt idx="161">
                  <c:v>2020-09-01</c:v>
                </c:pt>
                <c:pt idx="162">
                  <c:v>2020-09-02</c:v>
                </c:pt>
                <c:pt idx="163">
                  <c:v>2020-09-03</c:v>
                </c:pt>
                <c:pt idx="164">
                  <c:v>2020-09-04</c:v>
                </c:pt>
                <c:pt idx="165">
                  <c:v>2020-09-07</c:v>
                </c:pt>
                <c:pt idx="166">
                  <c:v>2020-09-08</c:v>
                </c:pt>
                <c:pt idx="167">
                  <c:v>2020-09-09</c:v>
                </c:pt>
                <c:pt idx="168">
                  <c:v>2020-09-10</c:v>
                </c:pt>
                <c:pt idx="169">
                  <c:v>2020-09-11</c:v>
                </c:pt>
                <c:pt idx="170">
                  <c:v>2020-09-14</c:v>
                </c:pt>
                <c:pt idx="171">
                  <c:v>2020-09-15</c:v>
                </c:pt>
                <c:pt idx="172">
                  <c:v>2020-09-16</c:v>
                </c:pt>
                <c:pt idx="173">
                  <c:v>2020-09-17</c:v>
                </c:pt>
                <c:pt idx="174">
                  <c:v>2020-09-18</c:v>
                </c:pt>
                <c:pt idx="175">
                  <c:v>2020-09-21</c:v>
                </c:pt>
                <c:pt idx="176">
                  <c:v>2020-09-22</c:v>
                </c:pt>
                <c:pt idx="177">
                  <c:v>2020-09-23</c:v>
                </c:pt>
                <c:pt idx="178">
                  <c:v>2020-09-24</c:v>
                </c:pt>
                <c:pt idx="179">
                  <c:v>2020-09-25</c:v>
                </c:pt>
                <c:pt idx="180">
                  <c:v>2020-09-28</c:v>
                </c:pt>
                <c:pt idx="181">
                  <c:v>2020-09-29</c:v>
                </c:pt>
                <c:pt idx="182">
                  <c:v>2020-09-30</c:v>
                </c:pt>
                <c:pt idx="183">
                  <c:v>2020-10-09</c:v>
                </c:pt>
                <c:pt idx="184">
                  <c:v>2020-10-12</c:v>
                </c:pt>
                <c:pt idx="185">
                  <c:v>2020-10-13</c:v>
                </c:pt>
                <c:pt idx="186">
                  <c:v>2020-10-14</c:v>
                </c:pt>
                <c:pt idx="187">
                  <c:v>2020-10-15</c:v>
                </c:pt>
                <c:pt idx="188">
                  <c:v>2020-10-16</c:v>
                </c:pt>
                <c:pt idx="189">
                  <c:v>2020-10-19</c:v>
                </c:pt>
                <c:pt idx="190">
                  <c:v>2020-10-20</c:v>
                </c:pt>
                <c:pt idx="191">
                  <c:v>2020-10-21</c:v>
                </c:pt>
                <c:pt idx="192">
                  <c:v>2020-10-22</c:v>
                </c:pt>
                <c:pt idx="193">
                  <c:v>2020-10-23</c:v>
                </c:pt>
                <c:pt idx="194">
                  <c:v>2020-10-26</c:v>
                </c:pt>
                <c:pt idx="195">
                  <c:v>2020-10-27</c:v>
                </c:pt>
                <c:pt idx="196">
                  <c:v>2020-10-28</c:v>
                </c:pt>
                <c:pt idx="197">
                  <c:v>2020-10-29</c:v>
                </c:pt>
                <c:pt idx="198">
                  <c:v>2020-10-30</c:v>
                </c:pt>
                <c:pt idx="199">
                  <c:v>2020-11-02</c:v>
                </c:pt>
                <c:pt idx="200">
                  <c:v>2020-11-03</c:v>
                </c:pt>
                <c:pt idx="201">
                  <c:v>2020-11-04</c:v>
                </c:pt>
                <c:pt idx="202">
                  <c:v>2020-11-05</c:v>
                </c:pt>
                <c:pt idx="203">
                  <c:v>2020-11-06</c:v>
                </c:pt>
                <c:pt idx="204">
                  <c:v>2020-11-09</c:v>
                </c:pt>
                <c:pt idx="205">
                  <c:v>2020-11-10</c:v>
                </c:pt>
                <c:pt idx="206">
                  <c:v>2020-11-11</c:v>
                </c:pt>
                <c:pt idx="207">
                  <c:v>2020-11-12</c:v>
                </c:pt>
                <c:pt idx="208">
                  <c:v>2020-11-13</c:v>
                </c:pt>
                <c:pt idx="209">
                  <c:v>2020-11-16</c:v>
                </c:pt>
                <c:pt idx="210">
                  <c:v>2020-11-17</c:v>
                </c:pt>
                <c:pt idx="211">
                  <c:v>2020-11-18</c:v>
                </c:pt>
                <c:pt idx="212">
                  <c:v>2020-11-19</c:v>
                </c:pt>
                <c:pt idx="213">
                  <c:v>2020-11-20</c:v>
                </c:pt>
                <c:pt idx="214">
                  <c:v>2020-11-23</c:v>
                </c:pt>
                <c:pt idx="215">
                  <c:v>2020-11-24</c:v>
                </c:pt>
                <c:pt idx="216">
                  <c:v>2020-11-25</c:v>
                </c:pt>
                <c:pt idx="217">
                  <c:v>2020-11-26</c:v>
                </c:pt>
                <c:pt idx="218">
                  <c:v>2020-11-27</c:v>
                </c:pt>
                <c:pt idx="219">
                  <c:v>2020-11-30</c:v>
                </c:pt>
                <c:pt idx="220">
                  <c:v>2020-12-01</c:v>
                </c:pt>
                <c:pt idx="221">
                  <c:v>2020-12-02</c:v>
                </c:pt>
                <c:pt idx="222">
                  <c:v>2020-12-03</c:v>
                </c:pt>
                <c:pt idx="223">
                  <c:v>2020-12-04</c:v>
                </c:pt>
                <c:pt idx="224">
                  <c:v>2020-12-07</c:v>
                </c:pt>
                <c:pt idx="225">
                  <c:v>2020-12-08</c:v>
                </c:pt>
                <c:pt idx="226">
                  <c:v>2020-12-09</c:v>
                </c:pt>
                <c:pt idx="227">
                  <c:v>2020-12-10</c:v>
                </c:pt>
                <c:pt idx="228">
                  <c:v>2020-12-11</c:v>
                </c:pt>
                <c:pt idx="229">
                  <c:v>2020-12-14</c:v>
                </c:pt>
                <c:pt idx="230">
                  <c:v>2020-12-15</c:v>
                </c:pt>
                <c:pt idx="231">
                  <c:v>2020-12-16</c:v>
                </c:pt>
                <c:pt idx="232">
                  <c:v>2020-12-17</c:v>
                </c:pt>
                <c:pt idx="233">
                  <c:v>2020-12-18</c:v>
                </c:pt>
                <c:pt idx="234">
                  <c:v>2020-12-21</c:v>
                </c:pt>
                <c:pt idx="235">
                  <c:v>2020-12-22</c:v>
                </c:pt>
                <c:pt idx="236">
                  <c:v>2020-12-23</c:v>
                </c:pt>
                <c:pt idx="237">
                  <c:v>2020-12-24</c:v>
                </c:pt>
                <c:pt idx="238">
                  <c:v>2020-12-25</c:v>
                </c:pt>
                <c:pt idx="239">
                  <c:v>2020-12-28</c:v>
                </c:pt>
                <c:pt idx="240">
                  <c:v>2020-12-29</c:v>
                </c:pt>
                <c:pt idx="241">
                  <c:v>2020-12-30</c:v>
                </c:pt>
                <c:pt idx="242">
                  <c:v>2020-12-31</c:v>
                </c:pt>
                <c:pt idx="243">
                  <c:v>2021-01-04</c:v>
                </c:pt>
                <c:pt idx="244">
                  <c:v>2021-01-05</c:v>
                </c:pt>
                <c:pt idx="245">
                  <c:v>2021-01-06</c:v>
                </c:pt>
                <c:pt idx="246">
                  <c:v>2021-01-07</c:v>
                </c:pt>
                <c:pt idx="247">
                  <c:v>2021-01-08</c:v>
                </c:pt>
                <c:pt idx="248">
                  <c:v>2021-01-11</c:v>
                </c:pt>
                <c:pt idx="249">
                  <c:v>2021-01-12</c:v>
                </c:pt>
                <c:pt idx="250">
                  <c:v>2021-01-13</c:v>
                </c:pt>
                <c:pt idx="251">
                  <c:v>2021-01-14</c:v>
                </c:pt>
                <c:pt idx="252">
                  <c:v>2021-01-15</c:v>
                </c:pt>
                <c:pt idx="253">
                  <c:v>2021-01-18</c:v>
                </c:pt>
                <c:pt idx="254">
                  <c:v>2021-01-19</c:v>
                </c:pt>
                <c:pt idx="255">
                  <c:v>2021-01-20</c:v>
                </c:pt>
                <c:pt idx="256">
                  <c:v>2021-01-21</c:v>
                </c:pt>
                <c:pt idx="257">
                  <c:v>2021-01-22</c:v>
                </c:pt>
                <c:pt idx="258">
                  <c:v>2021-01-25</c:v>
                </c:pt>
                <c:pt idx="259">
                  <c:v>2021-01-26</c:v>
                </c:pt>
                <c:pt idx="260">
                  <c:v>2021-01-27</c:v>
                </c:pt>
                <c:pt idx="261">
                  <c:v>2021-01-28</c:v>
                </c:pt>
                <c:pt idx="262">
                  <c:v>2021-01-29</c:v>
                </c:pt>
                <c:pt idx="263">
                  <c:v>2021-02-01</c:v>
                </c:pt>
                <c:pt idx="264">
                  <c:v>2021-02-02</c:v>
                </c:pt>
                <c:pt idx="265">
                  <c:v>2021-02-03</c:v>
                </c:pt>
                <c:pt idx="266">
                  <c:v>2021-02-04</c:v>
                </c:pt>
                <c:pt idx="267">
                  <c:v>2021-02-05</c:v>
                </c:pt>
                <c:pt idx="268">
                  <c:v>2021-02-08</c:v>
                </c:pt>
                <c:pt idx="269">
                  <c:v>2021-02-09</c:v>
                </c:pt>
                <c:pt idx="270">
                  <c:v>2021-02-10</c:v>
                </c:pt>
                <c:pt idx="271">
                  <c:v>2021-02-18</c:v>
                </c:pt>
                <c:pt idx="272">
                  <c:v>2021-02-19</c:v>
                </c:pt>
                <c:pt idx="273">
                  <c:v>2021-02-22</c:v>
                </c:pt>
                <c:pt idx="274">
                  <c:v>2021-02-23</c:v>
                </c:pt>
                <c:pt idx="275">
                  <c:v>2021-02-24</c:v>
                </c:pt>
                <c:pt idx="276">
                  <c:v>2021-02-25</c:v>
                </c:pt>
                <c:pt idx="277">
                  <c:v>2021-02-26</c:v>
                </c:pt>
                <c:pt idx="278">
                  <c:v>2021-03-01</c:v>
                </c:pt>
                <c:pt idx="279">
                  <c:v>2021-03-02</c:v>
                </c:pt>
                <c:pt idx="280">
                  <c:v>2021-03-03</c:v>
                </c:pt>
                <c:pt idx="281">
                  <c:v>2021-03-04</c:v>
                </c:pt>
                <c:pt idx="282">
                  <c:v>2021-03-05</c:v>
                </c:pt>
                <c:pt idx="283">
                  <c:v>2021-03-08</c:v>
                </c:pt>
                <c:pt idx="284">
                  <c:v>2021-03-09</c:v>
                </c:pt>
                <c:pt idx="285">
                  <c:v>2021-03-10</c:v>
                </c:pt>
                <c:pt idx="286">
                  <c:v>2021-03-11</c:v>
                </c:pt>
                <c:pt idx="287">
                  <c:v>2021-03-12</c:v>
                </c:pt>
                <c:pt idx="288">
                  <c:v>2021-03-15</c:v>
                </c:pt>
                <c:pt idx="289">
                  <c:v>2021-03-16</c:v>
                </c:pt>
                <c:pt idx="290">
                  <c:v>2021-03-17</c:v>
                </c:pt>
                <c:pt idx="291">
                  <c:v>2021-03-18</c:v>
                </c:pt>
                <c:pt idx="292">
                  <c:v>2021-03-19</c:v>
                </c:pt>
                <c:pt idx="293">
                  <c:v>2021-03-22</c:v>
                </c:pt>
                <c:pt idx="294">
                  <c:v>2021-03-23</c:v>
                </c:pt>
                <c:pt idx="295">
                  <c:v>2021-03-24</c:v>
                </c:pt>
                <c:pt idx="296">
                  <c:v>2021-03-25</c:v>
                </c:pt>
                <c:pt idx="297">
                  <c:v>2021-03-26</c:v>
                </c:pt>
                <c:pt idx="298">
                  <c:v>2021-03-29</c:v>
                </c:pt>
                <c:pt idx="299">
                  <c:v>2021-03-30</c:v>
                </c:pt>
                <c:pt idx="300">
                  <c:v>2021-03-31</c:v>
                </c:pt>
                <c:pt idx="301">
                  <c:v>2021-04-01</c:v>
                </c:pt>
                <c:pt idx="302">
                  <c:v>2021-04-02</c:v>
                </c:pt>
                <c:pt idx="303">
                  <c:v>2021-04-06</c:v>
                </c:pt>
                <c:pt idx="304">
                  <c:v>2021-04-07</c:v>
                </c:pt>
                <c:pt idx="305">
                  <c:v>2021-04-08</c:v>
                </c:pt>
                <c:pt idx="306">
                  <c:v>2021-04-09</c:v>
                </c:pt>
                <c:pt idx="307">
                  <c:v>2021-04-12</c:v>
                </c:pt>
                <c:pt idx="308">
                  <c:v>2021-04-13</c:v>
                </c:pt>
                <c:pt idx="309">
                  <c:v>2021-04-14</c:v>
                </c:pt>
                <c:pt idx="310">
                  <c:v>2021-04-15</c:v>
                </c:pt>
                <c:pt idx="311">
                  <c:v>2021-04-16</c:v>
                </c:pt>
                <c:pt idx="312">
                  <c:v>2021-04-19</c:v>
                </c:pt>
                <c:pt idx="313">
                  <c:v>2021-04-20</c:v>
                </c:pt>
                <c:pt idx="314">
                  <c:v>2021-04-21</c:v>
                </c:pt>
                <c:pt idx="315">
                  <c:v>2021-04-22</c:v>
                </c:pt>
                <c:pt idx="316">
                  <c:v>2021-04-23</c:v>
                </c:pt>
                <c:pt idx="317">
                  <c:v>2021-04-26</c:v>
                </c:pt>
                <c:pt idx="318">
                  <c:v>2021-04-27</c:v>
                </c:pt>
                <c:pt idx="319">
                  <c:v>2021-04-28</c:v>
                </c:pt>
                <c:pt idx="320">
                  <c:v>2021-04-29</c:v>
                </c:pt>
                <c:pt idx="321">
                  <c:v>2021-04-30</c:v>
                </c:pt>
                <c:pt idx="322">
                  <c:v>2021-05-06</c:v>
                </c:pt>
                <c:pt idx="323">
                  <c:v>2021-05-07</c:v>
                </c:pt>
                <c:pt idx="324">
                  <c:v>2021-05-10</c:v>
                </c:pt>
                <c:pt idx="325">
                  <c:v>2021-05-11</c:v>
                </c:pt>
                <c:pt idx="326">
                  <c:v>2021-05-12</c:v>
                </c:pt>
                <c:pt idx="327">
                  <c:v>2021-05-13</c:v>
                </c:pt>
                <c:pt idx="328">
                  <c:v>2021-05-14</c:v>
                </c:pt>
                <c:pt idx="329">
                  <c:v>2021-05-17</c:v>
                </c:pt>
                <c:pt idx="330">
                  <c:v>2021-05-18</c:v>
                </c:pt>
                <c:pt idx="331">
                  <c:v>2021-05-19</c:v>
                </c:pt>
                <c:pt idx="332">
                  <c:v>2021-05-20</c:v>
                </c:pt>
                <c:pt idx="333">
                  <c:v>2021-05-21</c:v>
                </c:pt>
                <c:pt idx="334">
                  <c:v>2021-05-24</c:v>
                </c:pt>
                <c:pt idx="335">
                  <c:v>2021-05-25</c:v>
                </c:pt>
                <c:pt idx="336">
                  <c:v>2021-05-26</c:v>
                </c:pt>
                <c:pt idx="337">
                  <c:v>2021-05-27</c:v>
                </c:pt>
                <c:pt idx="338">
                  <c:v>2021-05-28</c:v>
                </c:pt>
                <c:pt idx="339">
                  <c:v>2021-05-31</c:v>
                </c:pt>
                <c:pt idx="340">
                  <c:v>2021-06-01</c:v>
                </c:pt>
                <c:pt idx="341">
                  <c:v>2021-06-02</c:v>
                </c:pt>
                <c:pt idx="342">
                  <c:v>2021-06-03</c:v>
                </c:pt>
                <c:pt idx="343">
                  <c:v>2021-06-04</c:v>
                </c:pt>
                <c:pt idx="344">
                  <c:v>2021-06-07</c:v>
                </c:pt>
                <c:pt idx="345">
                  <c:v>2021-06-08</c:v>
                </c:pt>
                <c:pt idx="346">
                  <c:v>2021-06-09</c:v>
                </c:pt>
                <c:pt idx="347">
                  <c:v>2021-06-10</c:v>
                </c:pt>
                <c:pt idx="348">
                  <c:v>2021-06-11</c:v>
                </c:pt>
                <c:pt idx="349">
                  <c:v>2021-06-15</c:v>
                </c:pt>
                <c:pt idx="350">
                  <c:v>2021-06-16</c:v>
                </c:pt>
                <c:pt idx="351">
                  <c:v>2021-06-17</c:v>
                </c:pt>
                <c:pt idx="352">
                  <c:v>2021-06-18</c:v>
                </c:pt>
                <c:pt idx="353">
                  <c:v>2021-06-21</c:v>
                </c:pt>
                <c:pt idx="354">
                  <c:v>2021-06-22</c:v>
                </c:pt>
                <c:pt idx="355">
                  <c:v>2021-06-23</c:v>
                </c:pt>
                <c:pt idx="356">
                  <c:v>2021-06-24</c:v>
                </c:pt>
                <c:pt idx="357">
                  <c:v>2021-06-25</c:v>
                </c:pt>
                <c:pt idx="358">
                  <c:v>2021-06-28</c:v>
                </c:pt>
                <c:pt idx="359">
                  <c:v>2021-06-29</c:v>
                </c:pt>
                <c:pt idx="360">
                  <c:v>2021-06-30</c:v>
                </c:pt>
                <c:pt idx="361">
                  <c:v>2021-07-01</c:v>
                </c:pt>
                <c:pt idx="362">
                  <c:v>2021-07-02</c:v>
                </c:pt>
                <c:pt idx="363">
                  <c:v>2021-07-05</c:v>
                </c:pt>
                <c:pt idx="364">
                  <c:v>2021-07-06</c:v>
                </c:pt>
                <c:pt idx="365">
                  <c:v>2021-07-07</c:v>
                </c:pt>
                <c:pt idx="366">
                  <c:v>2021-07-08</c:v>
                </c:pt>
                <c:pt idx="367">
                  <c:v>2021-07-09</c:v>
                </c:pt>
                <c:pt idx="368">
                  <c:v>2021-07-12</c:v>
                </c:pt>
                <c:pt idx="369">
                  <c:v>2021-07-13</c:v>
                </c:pt>
                <c:pt idx="370">
                  <c:v>2021-07-14</c:v>
                </c:pt>
                <c:pt idx="371">
                  <c:v>2021-07-15</c:v>
                </c:pt>
                <c:pt idx="372">
                  <c:v>2021-07-16</c:v>
                </c:pt>
                <c:pt idx="373">
                  <c:v>2021-07-19</c:v>
                </c:pt>
                <c:pt idx="374">
                  <c:v>2021-07-20</c:v>
                </c:pt>
                <c:pt idx="375">
                  <c:v>2021-07-21</c:v>
                </c:pt>
                <c:pt idx="376">
                  <c:v>2021-07-22</c:v>
                </c:pt>
                <c:pt idx="377">
                  <c:v>2021-07-23</c:v>
                </c:pt>
                <c:pt idx="378">
                  <c:v>2021-07-26</c:v>
                </c:pt>
                <c:pt idx="379">
                  <c:v>2021-07-27</c:v>
                </c:pt>
                <c:pt idx="380">
                  <c:v>2021-07-28</c:v>
                </c:pt>
                <c:pt idx="381">
                  <c:v>2021-07-29</c:v>
                </c:pt>
                <c:pt idx="382">
                  <c:v>2021-07-30</c:v>
                </c:pt>
                <c:pt idx="383">
                  <c:v>2021-08-02</c:v>
                </c:pt>
                <c:pt idx="384">
                  <c:v>2021-08-03</c:v>
                </c:pt>
                <c:pt idx="385">
                  <c:v>2021-08-04</c:v>
                </c:pt>
                <c:pt idx="386">
                  <c:v>2021-08-05</c:v>
                </c:pt>
                <c:pt idx="387">
                  <c:v>2021-08-06</c:v>
                </c:pt>
                <c:pt idx="388">
                  <c:v>2021-08-09</c:v>
                </c:pt>
                <c:pt idx="389">
                  <c:v>2021-08-10</c:v>
                </c:pt>
                <c:pt idx="390">
                  <c:v>2021-08-11</c:v>
                </c:pt>
                <c:pt idx="391">
                  <c:v>2021-08-12</c:v>
                </c:pt>
                <c:pt idx="392">
                  <c:v>2021-08-13</c:v>
                </c:pt>
                <c:pt idx="393">
                  <c:v>2021-08-16</c:v>
                </c:pt>
                <c:pt idx="394">
                  <c:v>2021-08-17</c:v>
                </c:pt>
                <c:pt idx="395">
                  <c:v>2021-08-18</c:v>
                </c:pt>
                <c:pt idx="396">
                  <c:v>2021-08-19</c:v>
                </c:pt>
                <c:pt idx="397">
                  <c:v>2021-08-20</c:v>
                </c:pt>
                <c:pt idx="398">
                  <c:v>2021-08-23</c:v>
                </c:pt>
                <c:pt idx="399">
                  <c:v>2021-08-24</c:v>
                </c:pt>
                <c:pt idx="400">
                  <c:v>2021-08-25</c:v>
                </c:pt>
                <c:pt idx="401">
                  <c:v>2021-08-26</c:v>
                </c:pt>
                <c:pt idx="402">
                  <c:v>2021-08-27</c:v>
                </c:pt>
                <c:pt idx="403">
                  <c:v>2021-08-30</c:v>
                </c:pt>
                <c:pt idx="404">
                  <c:v>2021-08-31</c:v>
                </c:pt>
                <c:pt idx="405">
                  <c:v>2021-09-01</c:v>
                </c:pt>
                <c:pt idx="406">
                  <c:v>2021-09-02</c:v>
                </c:pt>
                <c:pt idx="407">
                  <c:v>2021-09-03</c:v>
                </c:pt>
                <c:pt idx="408">
                  <c:v>2021-09-06</c:v>
                </c:pt>
                <c:pt idx="409">
                  <c:v>2021-09-07</c:v>
                </c:pt>
                <c:pt idx="410">
                  <c:v>2021-09-08</c:v>
                </c:pt>
                <c:pt idx="411">
                  <c:v>2021-09-09</c:v>
                </c:pt>
                <c:pt idx="412">
                  <c:v>2021-09-10</c:v>
                </c:pt>
                <c:pt idx="413">
                  <c:v>2021-09-13</c:v>
                </c:pt>
                <c:pt idx="414">
                  <c:v>2021-09-14</c:v>
                </c:pt>
                <c:pt idx="415">
                  <c:v>2021-09-15</c:v>
                </c:pt>
                <c:pt idx="416">
                  <c:v>2021-09-16</c:v>
                </c:pt>
                <c:pt idx="417">
                  <c:v>2021-09-17</c:v>
                </c:pt>
                <c:pt idx="418">
                  <c:v>2021-09-22</c:v>
                </c:pt>
                <c:pt idx="419">
                  <c:v>2021-09-23</c:v>
                </c:pt>
                <c:pt idx="420">
                  <c:v>2021-09-24</c:v>
                </c:pt>
                <c:pt idx="421">
                  <c:v>2021-09-27</c:v>
                </c:pt>
                <c:pt idx="422">
                  <c:v>2021-09-28</c:v>
                </c:pt>
                <c:pt idx="423">
                  <c:v>2021-09-29</c:v>
                </c:pt>
                <c:pt idx="424">
                  <c:v>2021-09-30</c:v>
                </c:pt>
                <c:pt idx="425">
                  <c:v>2021-10-08</c:v>
                </c:pt>
                <c:pt idx="426">
                  <c:v>2021-10-11</c:v>
                </c:pt>
                <c:pt idx="427">
                  <c:v>2021-10-12</c:v>
                </c:pt>
                <c:pt idx="428">
                  <c:v>2021-10-13</c:v>
                </c:pt>
                <c:pt idx="429">
                  <c:v>2021-10-14</c:v>
                </c:pt>
                <c:pt idx="430">
                  <c:v>2021-10-15</c:v>
                </c:pt>
                <c:pt idx="431">
                  <c:v>2021-10-18</c:v>
                </c:pt>
                <c:pt idx="432">
                  <c:v>2021-10-19</c:v>
                </c:pt>
                <c:pt idx="433">
                  <c:v>2021-10-20</c:v>
                </c:pt>
                <c:pt idx="434">
                  <c:v>2021-10-21</c:v>
                </c:pt>
                <c:pt idx="435">
                  <c:v>2021-10-22</c:v>
                </c:pt>
                <c:pt idx="436">
                  <c:v>2021-10-25</c:v>
                </c:pt>
                <c:pt idx="437">
                  <c:v>2021-10-26</c:v>
                </c:pt>
                <c:pt idx="438">
                  <c:v>2021-10-27</c:v>
                </c:pt>
                <c:pt idx="439">
                  <c:v>2021-10-28</c:v>
                </c:pt>
                <c:pt idx="440">
                  <c:v>2021-10-29</c:v>
                </c:pt>
                <c:pt idx="441">
                  <c:v>2021-11-01</c:v>
                </c:pt>
                <c:pt idx="442">
                  <c:v>2021-11-02</c:v>
                </c:pt>
                <c:pt idx="443">
                  <c:v>2021-11-03</c:v>
                </c:pt>
                <c:pt idx="444">
                  <c:v>2021-11-04</c:v>
                </c:pt>
                <c:pt idx="445">
                  <c:v>2021-11-05</c:v>
                </c:pt>
                <c:pt idx="446">
                  <c:v>2021-11-08</c:v>
                </c:pt>
                <c:pt idx="447">
                  <c:v>2021-11-09</c:v>
                </c:pt>
                <c:pt idx="448">
                  <c:v>2021-11-10</c:v>
                </c:pt>
                <c:pt idx="449">
                  <c:v>2021-11-11</c:v>
                </c:pt>
                <c:pt idx="450">
                  <c:v>2021-11-12</c:v>
                </c:pt>
                <c:pt idx="451">
                  <c:v>2021-11-15</c:v>
                </c:pt>
                <c:pt idx="452">
                  <c:v>2021-11-16</c:v>
                </c:pt>
                <c:pt idx="453">
                  <c:v>2021-11-17</c:v>
                </c:pt>
                <c:pt idx="454">
                  <c:v>2021-11-18</c:v>
                </c:pt>
                <c:pt idx="455">
                  <c:v>2021-11-19</c:v>
                </c:pt>
                <c:pt idx="456">
                  <c:v>2021-11-22</c:v>
                </c:pt>
                <c:pt idx="457">
                  <c:v>2021-11-23</c:v>
                </c:pt>
                <c:pt idx="458">
                  <c:v>2021-11-24</c:v>
                </c:pt>
                <c:pt idx="459">
                  <c:v>2021-11-25</c:v>
                </c:pt>
                <c:pt idx="460">
                  <c:v>2021-11-26</c:v>
                </c:pt>
                <c:pt idx="461">
                  <c:v>2021-11-29</c:v>
                </c:pt>
                <c:pt idx="462">
                  <c:v>2021-11-30</c:v>
                </c:pt>
                <c:pt idx="463">
                  <c:v>2021-12-01</c:v>
                </c:pt>
                <c:pt idx="464">
                  <c:v>2021-12-02</c:v>
                </c:pt>
                <c:pt idx="465">
                  <c:v>2021-12-03</c:v>
                </c:pt>
                <c:pt idx="466">
                  <c:v>2021-12-06</c:v>
                </c:pt>
                <c:pt idx="467">
                  <c:v>2021-12-07</c:v>
                </c:pt>
                <c:pt idx="468">
                  <c:v>2021-12-08</c:v>
                </c:pt>
                <c:pt idx="469">
                  <c:v>2021-12-09</c:v>
                </c:pt>
                <c:pt idx="470">
                  <c:v>2021-12-10</c:v>
                </c:pt>
                <c:pt idx="471">
                  <c:v>2021-12-13</c:v>
                </c:pt>
                <c:pt idx="472">
                  <c:v>2021-12-14</c:v>
                </c:pt>
                <c:pt idx="473">
                  <c:v>2021-12-15</c:v>
                </c:pt>
                <c:pt idx="474">
                  <c:v>2021-12-16</c:v>
                </c:pt>
                <c:pt idx="475">
                  <c:v>2021-12-17</c:v>
                </c:pt>
                <c:pt idx="476">
                  <c:v>2021-12-20</c:v>
                </c:pt>
                <c:pt idx="477">
                  <c:v>2021-12-21</c:v>
                </c:pt>
                <c:pt idx="478">
                  <c:v>2021-12-22</c:v>
                </c:pt>
                <c:pt idx="479">
                  <c:v>2021-12-23</c:v>
                </c:pt>
                <c:pt idx="480">
                  <c:v>2021-12-24</c:v>
                </c:pt>
                <c:pt idx="481">
                  <c:v>2021-12-27</c:v>
                </c:pt>
                <c:pt idx="482">
                  <c:v>2021-12-28</c:v>
                </c:pt>
                <c:pt idx="483">
                  <c:v>2021-12-29</c:v>
                </c:pt>
                <c:pt idx="484">
                  <c:v>2021-12-30</c:v>
                </c:pt>
                <c:pt idx="485">
                  <c:v>2021-12-31</c:v>
                </c:pt>
                <c:pt idx="486">
                  <c:v>2022-01-04</c:v>
                </c:pt>
                <c:pt idx="487">
                  <c:v>2022-01-05</c:v>
                </c:pt>
                <c:pt idx="488">
                  <c:v>2022-01-06</c:v>
                </c:pt>
                <c:pt idx="489">
                  <c:v>2022-01-07</c:v>
                </c:pt>
                <c:pt idx="490">
                  <c:v>2022-01-10</c:v>
                </c:pt>
                <c:pt idx="491">
                  <c:v>2022-01-11</c:v>
                </c:pt>
                <c:pt idx="492">
                  <c:v>2022-01-12</c:v>
                </c:pt>
                <c:pt idx="493">
                  <c:v>2022-01-13</c:v>
                </c:pt>
                <c:pt idx="494">
                  <c:v>2022-01-14</c:v>
                </c:pt>
                <c:pt idx="495">
                  <c:v>2022-01-17</c:v>
                </c:pt>
                <c:pt idx="496">
                  <c:v>2022-01-18</c:v>
                </c:pt>
                <c:pt idx="497">
                  <c:v>2022-01-19</c:v>
                </c:pt>
                <c:pt idx="498">
                  <c:v>2022-01-20</c:v>
                </c:pt>
                <c:pt idx="499">
                  <c:v>2022-01-21</c:v>
                </c:pt>
                <c:pt idx="500">
                  <c:v>2022-01-24</c:v>
                </c:pt>
                <c:pt idx="501">
                  <c:v>2022-01-25</c:v>
                </c:pt>
                <c:pt idx="502">
                  <c:v>2022-01-26</c:v>
                </c:pt>
                <c:pt idx="503">
                  <c:v>2022-01-27</c:v>
                </c:pt>
                <c:pt idx="504">
                  <c:v>2022-01-28</c:v>
                </c:pt>
                <c:pt idx="505">
                  <c:v>2022-02-07</c:v>
                </c:pt>
                <c:pt idx="506">
                  <c:v>2022-02-08</c:v>
                </c:pt>
                <c:pt idx="507">
                  <c:v>2022-02-09</c:v>
                </c:pt>
                <c:pt idx="508">
                  <c:v>2022-02-10</c:v>
                </c:pt>
                <c:pt idx="509">
                  <c:v>2022-02-11</c:v>
                </c:pt>
                <c:pt idx="510">
                  <c:v>2022-02-14</c:v>
                </c:pt>
                <c:pt idx="511">
                  <c:v>2022-02-15</c:v>
                </c:pt>
                <c:pt idx="512">
                  <c:v>2022-02-16</c:v>
                </c:pt>
                <c:pt idx="513">
                  <c:v>2022-02-17</c:v>
                </c:pt>
                <c:pt idx="514">
                  <c:v>2022-02-18</c:v>
                </c:pt>
                <c:pt idx="515">
                  <c:v>2022-02-21</c:v>
                </c:pt>
                <c:pt idx="516">
                  <c:v>2022-02-22</c:v>
                </c:pt>
                <c:pt idx="517">
                  <c:v>2022-02-23</c:v>
                </c:pt>
                <c:pt idx="518">
                  <c:v>2022-02-24</c:v>
                </c:pt>
                <c:pt idx="519">
                  <c:v>2022-02-25</c:v>
                </c:pt>
                <c:pt idx="520">
                  <c:v>2022-02-28</c:v>
                </c:pt>
                <c:pt idx="521">
                  <c:v>2022-03-01</c:v>
                </c:pt>
                <c:pt idx="522">
                  <c:v>2022-03-02</c:v>
                </c:pt>
                <c:pt idx="523">
                  <c:v>2022-03-03</c:v>
                </c:pt>
                <c:pt idx="524">
                  <c:v>2022-03-04</c:v>
                </c:pt>
                <c:pt idx="525">
                  <c:v>2022-03-07</c:v>
                </c:pt>
                <c:pt idx="526">
                  <c:v>2022-03-08</c:v>
                </c:pt>
                <c:pt idx="527">
                  <c:v>2022-03-09</c:v>
                </c:pt>
                <c:pt idx="528">
                  <c:v>2022-03-10</c:v>
                </c:pt>
                <c:pt idx="529">
                  <c:v>2022-03-11</c:v>
                </c:pt>
                <c:pt idx="530">
                  <c:v>2022-03-14</c:v>
                </c:pt>
                <c:pt idx="531">
                  <c:v>2022-03-15</c:v>
                </c:pt>
                <c:pt idx="532">
                  <c:v>2022-03-16</c:v>
                </c:pt>
                <c:pt idx="533">
                  <c:v>2022-03-17</c:v>
                </c:pt>
                <c:pt idx="534">
                  <c:v>2022-03-18</c:v>
                </c:pt>
                <c:pt idx="535">
                  <c:v>2022-03-21</c:v>
                </c:pt>
                <c:pt idx="536">
                  <c:v>2022-03-22</c:v>
                </c:pt>
                <c:pt idx="537">
                  <c:v>2022-03-23</c:v>
                </c:pt>
                <c:pt idx="538">
                  <c:v>2022-03-24</c:v>
                </c:pt>
                <c:pt idx="539">
                  <c:v>2022-03-25</c:v>
                </c:pt>
                <c:pt idx="540">
                  <c:v>2022-03-28</c:v>
                </c:pt>
                <c:pt idx="541">
                  <c:v>2022-03-29</c:v>
                </c:pt>
                <c:pt idx="542">
                  <c:v>2022-03-30</c:v>
                </c:pt>
                <c:pt idx="543">
                  <c:v>2022-03-31</c:v>
                </c:pt>
                <c:pt idx="544">
                  <c:v>2022-04-01</c:v>
                </c:pt>
                <c:pt idx="545">
                  <c:v>2022-04-06</c:v>
                </c:pt>
                <c:pt idx="546">
                  <c:v>2022-04-07</c:v>
                </c:pt>
                <c:pt idx="547">
                  <c:v>2022-04-08</c:v>
                </c:pt>
                <c:pt idx="548">
                  <c:v>2022-04-11</c:v>
                </c:pt>
                <c:pt idx="549">
                  <c:v>2022-04-12</c:v>
                </c:pt>
                <c:pt idx="550">
                  <c:v>2022-04-13</c:v>
                </c:pt>
                <c:pt idx="551">
                  <c:v>2022-04-14</c:v>
                </c:pt>
                <c:pt idx="552">
                  <c:v>2022-04-15</c:v>
                </c:pt>
                <c:pt idx="553">
                  <c:v>2022-04-18</c:v>
                </c:pt>
                <c:pt idx="554">
                  <c:v>2022-04-19</c:v>
                </c:pt>
                <c:pt idx="555">
                  <c:v>2022-04-20</c:v>
                </c:pt>
                <c:pt idx="556">
                  <c:v>2022-04-21</c:v>
                </c:pt>
                <c:pt idx="557">
                  <c:v>2022-04-22</c:v>
                </c:pt>
                <c:pt idx="558">
                  <c:v>2022-04-25</c:v>
                </c:pt>
                <c:pt idx="559">
                  <c:v>2022-04-26</c:v>
                </c:pt>
                <c:pt idx="560">
                  <c:v>2022-04-27</c:v>
                </c:pt>
                <c:pt idx="561">
                  <c:v>2022-04-28</c:v>
                </c:pt>
                <c:pt idx="562">
                  <c:v>2022-04-29</c:v>
                </c:pt>
                <c:pt idx="563">
                  <c:v>2022-05-05</c:v>
                </c:pt>
                <c:pt idx="564">
                  <c:v>2022-05-06</c:v>
                </c:pt>
                <c:pt idx="565">
                  <c:v>2022-05-09</c:v>
                </c:pt>
                <c:pt idx="566">
                  <c:v>2022-05-10</c:v>
                </c:pt>
                <c:pt idx="567">
                  <c:v>2022-05-11</c:v>
                </c:pt>
                <c:pt idx="568">
                  <c:v>2022-05-12</c:v>
                </c:pt>
                <c:pt idx="569">
                  <c:v>2022-05-13</c:v>
                </c:pt>
                <c:pt idx="570">
                  <c:v>2022-05-16</c:v>
                </c:pt>
                <c:pt idx="571">
                  <c:v>2022-05-17</c:v>
                </c:pt>
                <c:pt idx="572">
                  <c:v>2022-05-18</c:v>
                </c:pt>
                <c:pt idx="573">
                  <c:v>2022-05-19</c:v>
                </c:pt>
                <c:pt idx="574">
                  <c:v>2022-05-20</c:v>
                </c:pt>
                <c:pt idx="575">
                  <c:v>2022-05-23</c:v>
                </c:pt>
                <c:pt idx="576">
                  <c:v>2022-05-24</c:v>
                </c:pt>
                <c:pt idx="577">
                  <c:v>2022-05-25</c:v>
                </c:pt>
                <c:pt idx="578">
                  <c:v>2022-05-26</c:v>
                </c:pt>
                <c:pt idx="579">
                  <c:v>2022-05-27</c:v>
                </c:pt>
                <c:pt idx="580">
                  <c:v>2022-05-30</c:v>
                </c:pt>
                <c:pt idx="581">
                  <c:v>2022-05-31</c:v>
                </c:pt>
                <c:pt idx="582">
                  <c:v>2022-06-01</c:v>
                </c:pt>
                <c:pt idx="583">
                  <c:v>2022-06-02</c:v>
                </c:pt>
                <c:pt idx="584">
                  <c:v>2022-06-06</c:v>
                </c:pt>
                <c:pt idx="585">
                  <c:v>2022-06-07</c:v>
                </c:pt>
                <c:pt idx="586">
                  <c:v>2022-06-08</c:v>
                </c:pt>
                <c:pt idx="587">
                  <c:v>2022-06-09</c:v>
                </c:pt>
                <c:pt idx="588">
                  <c:v>2022-06-10</c:v>
                </c:pt>
                <c:pt idx="589">
                  <c:v>2022-06-13</c:v>
                </c:pt>
                <c:pt idx="590">
                  <c:v>2022-06-14</c:v>
                </c:pt>
                <c:pt idx="591">
                  <c:v>2022-06-15</c:v>
                </c:pt>
                <c:pt idx="592">
                  <c:v>2022-06-16</c:v>
                </c:pt>
                <c:pt idx="593">
                  <c:v>2022-06-17</c:v>
                </c:pt>
                <c:pt idx="594">
                  <c:v>2022-06-20</c:v>
                </c:pt>
                <c:pt idx="595">
                  <c:v>2022-06-21</c:v>
                </c:pt>
                <c:pt idx="596">
                  <c:v>2022-06-22</c:v>
                </c:pt>
                <c:pt idx="597">
                  <c:v>2022-06-23</c:v>
                </c:pt>
                <c:pt idx="598">
                  <c:v>2022-06-24</c:v>
                </c:pt>
                <c:pt idx="599">
                  <c:v>2022-06-27</c:v>
                </c:pt>
                <c:pt idx="600">
                  <c:v>2022-06-28</c:v>
                </c:pt>
                <c:pt idx="601">
                  <c:v>2022-06-29</c:v>
                </c:pt>
                <c:pt idx="602">
                  <c:v>2022-06-30</c:v>
                </c:pt>
                <c:pt idx="603">
                  <c:v>2022-07-01</c:v>
                </c:pt>
                <c:pt idx="604">
                  <c:v>2022-07-04</c:v>
                </c:pt>
                <c:pt idx="605">
                  <c:v>2022-07-05</c:v>
                </c:pt>
                <c:pt idx="606">
                  <c:v>2022-07-06</c:v>
                </c:pt>
                <c:pt idx="607">
                  <c:v>2022-07-07</c:v>
                </c:pt>
                <c:pt idx="608">
                  <c:v>2022-07-08</c:v>
                </c:pt>
                <c:pt idx="609">
                  <c:v>2022-07-11</c:v>
                </c:pt>
                <c:pt idx="610">
                  <c:v>2022-07-12</c:v>
                </c:pt>
                <c:pt idx="611">
                  <c:v>2022-07-13</c:v>
                </c:pt>
                <c:pt idx="612">
                  <c:v>2022-07-14</c:v>
                </c:pt>
                <c:pt idx="613">
                  <c:v>2022-07-15</c:v>
                </c:pt>
                <c:pt idx="614">
                  <c:v>2022-07-18</c:v>
                </c:pt>
                <c:pt idx="615">
                  <c:v>2022-07-19</c:v>
                </c:pt>
                <c:pt idx="616">
                  <c:v>2022-07-20</c:v>
                </c:pt>
                <c:pt idx="617">
                  <c:v>2022-07-21</c:v>
                </c:pt>
                <c:pt idx="618">
                  <c:v>2022-07-22</c:v>
                </c:pt>
                <c:pt idx="619">
                  <c:v>2022-07-25</c:v>
                </c:pt>
                <c:pt idx="620">
                  <c:v>2022-07-26</c:v>
                </c:pt>
                <c:pt idx="621">
                  <c:v>2022-07-27</c:v>
                </c:pt>
                <c:pt idx="622">
                  <c:v>2022-07-28</c:v>
                </c:pt>
                <c:pt idx="623">
                  <c:v>2022-07-29</c:v>
                </c:pt>
                <c:pt idx="624">
                  <c:v>2022-08-01</c:v>
                </c:pt>
                <c:pt idx="625">
                  <c:v>2022-08-02</c:v>
                </c:pt>
                <c:pt idx="626">
                  <c:v>2022-08-03</c:v>
                </c:pt>
                <c:pt idx="627">
                  <c:v>2022-08-04</c:v>
                </c:pt>
                <c:pt idx="628">
                  <c:v>2022-08-05</c:v>
                </c:pt>
                <c:pt idx="629">
                  <c:v>2022-08-08</c:v>
                </c:pt>
                <c:pt idx="630">
                  <c:v>2022-08-09</c:v>
                </c:pt>
                <c:pt idx="631">
                  <c:v>2022-08-10</c:v>
                </c:pt>
                <c:pt idx="632">
                  <c:v>2022-08-11</c:v>
                </c:pt>
                <c:pt idx="633">
                  <c:v>2022-08-12</c:v>
                </c:pt>
                <c:pt idx="634">
                  <c:v>2022-08-15</c:v>
                </c:pt>
                <c:pt idx="635">
                  <c:v>2022-08-16</c:v>
                </c:pt>
                <c:pt idx="636">
                  <c:v>2022-08-17</c:v>
                </c:pt>
                <c:pt idx="637">
                  <c:v>2022-08-18</c:v>
                </c:pt>
                <c:pt idx="638">
                  <c:v>2022-08-19</c:v>
                </c:pt>
                <c:pt idx="639">
                  <c:v>2022-08-22</c:v>
                </c:pt>
                <c:pt idx="640">
                  <c:v>2022-08-23</c:v>
                </c:pt>
                <c:pt idx="641">
                  <c:v>2022-08-24</c:v>
                </c:pt>
                <c:pt idx="642">
                  <c:v>2022-08-25</c:v>
                </c:pt>
                <c:pt idx="643">
                  <c:v>2022-08-26</c:v>
                </c:pt>
                <c:pt idx="644">
                  <c:v>2022-08-29</c:v>
                </c:pt>
                <c:pt idx="645">
                  <c:v>2022-08-30</c:v>
                </c:pt>
                <c:pt idx="646">
                  <c:v>2022-08-31</c:v>
                </c:pt>
                <c:pt idx="647">
                  <c:v>2022-09-01</c:v>
                </c:pt>
                <c:pt idx="648">
                  <c:v>2022-09-02</c:v>
                </c:pt>
                <c:pt idx="649">
                  <c:v>2022-09-05</c:v>
                </c:pt>
                <c:pt idx="650">
                  <c:v>2022-09-06</c:v>
                </c:pt>
                <c:pt idx="651">
                  <c:v>2022-09-07</c:v>
                </c:pt>
                <c:pt idx="652">
                  <c:v>2022-09-08</c:v>
                </c:pt>
                <c:pt idx="653">
                  <c:v>2022-09-09</c:v>
                </c:pt>
                <c:pt idx="654">
                  <c:v>2022-09-13</c:v>
                </c:pt>
                <c:pt idx="655">
                  <c:v>2022-09-14</c:v>
                </c:pt>
                <c:pt idx="656">
                  <c:v>2022-09-15</c:v>
                </c:pt>
                <c:pt idx="657">
                  <c:v>2022-09-16</c:v>
                </c:pt>
                <c:pt idx="658">
                  <c:v>2022-09-19</c:v>
                </c:pt>
                <c:pt idx="659">
                  <c:v>2022-09-20</c:v>
                </c:pt>
                <c:pt idx="660">
                  <c:v>2022-09-21</c:v>
                </c:pt>
                <c:pt idx="661">
                  <c:v>2022-09-22</c:v>
                </c:pt>
                <c:pt idx="662">
                  <c:v>2022-09-23</c:v>
                </c:pt>
                <c:pt idx="663">
                  <c:v>2022-09-26</c:v>
                </c:pt>
                <c:pt idx="664">
                  <c:v>2022-09-27</c:v>
                </c:pt>
                <c:pt idx="665">
                  <c:v>2022-09-28</c:v>
                </c:pt>
                <c:pt idx="666">
                  <c:v>2022-09-29</c:v>
                </c:pt>
                <c:pt idx="667">
                  <c:v>2022-09-30</c:v>
                </c:pt>
                <c:pt idx="668">
                  <c:v>2022-10-10</c:v>
                </c:pt>
                <c:pt idx="669">
                  <c:v>2022-10-11</c:v>
                </c:pt>
                <c:pt idx="670">
                  <c:v>2022-10-12</c:v>
                </c:pt>
                <c:pt idx="671">
                  <c:v>2022-10-13</c:v>
                </c:pt>
                <c:pt idx="672">
                  <c:v>2022-10-14</c:v>
                </c:pt>
                <c:pt idx="673">
                  <c:v>2022-10-17</c:v>
                </c:pt>
                <c:pt idx="674">
                  <c:v>2022-10-18</c:v>
                </c:pt>
                <c:pt idx="675">
                  <c:v>2022-10-19</c:v>
                </c:pt>
                <c:pt idx="676">
                  <c:v>2022-10-20</c:v>
                </c:pt>
                <c:pt idx="677">
                  <c:v>2022-10-21</c:v>
                </c:pt>
                <c:pt idx="678">
                  <c:v>2022-10-24</c:v>
                </c:pt>
                <c:pt idx="679">
                  <c:v>2022-10-25</c:v>
                </c:pt>
                <c:pt idx="680">
                  <c:v>2022-10-26</c:v>
                </c:pt>
                <c:pt idx="681">
                  <c:v>2022-10-27</c:v>
                </c:pt>
                <c:pt idx="682">
                  <c:v>2022-10-28</c:v>
                </c:pt>
                <c:pt idx="683">
                  <c:v>2022-10-31</c:v>
                </c:pt>
                <c:pt idx="684">
                  <c:v>2022-11-01</c:v>
                </c:pt>
                <c:pt idx="685">
                  <c:v>2022-11-02</c:v>
                </c:pt>
                <c:pt idx="686">
                  <c:v>2022-11-03</c:v>
                </c:pt>
                <c:pt idx="687">
                  <c:v>2022-11-04</c:v>
                </c:pt>
                <c:pt idx="688">
                  <c:v>2022-11-07</c:v>
                </c:pt>
                <c:pt idx="689">
                  <c:v>2022-11-08</c:v>
                </c:pt>
                <c:pt idx="690">
                  <c:v>2022-11-09</c:v>
                </c:pt>
                <c:pt idx="691">
                  <c:v>2022-11-10</c:v>
                </c:pt>
                <c:pt idx="692">
                  <c:v>2022-11-11</c:v>
                </c:pt>
                <c:pt idx="693">
                  <c:v>2022-11-14</c:v>
                </c:pt>
                <c:pt idx="694">
                  <c:v>2022-11-15</c:v>
                </c:pt>
                <c:pt idx="695">
                  <c:v>2022-11-16</c:v>
                </c:pt>
                <c:pt idx="696">
                  <c:v>2022-11-17</c:v>
                </c:pt>
                <c:pt idx="697">
                  <c:v>2022-11-18</c:v>
                </c:pt>
                <c:pt idx="698">
                  <c:v>2022-11-21</c:v>
                </c:pt>
                <c:pt idx="699">
                  <c:v>2022-11-22</c:v>
                </c:pt>
                <c:pt idx="700">
                  <c:v>2022-11-23</c:v>
                </c:pt>
                <c:pt idx="701">
                  <c:v>2022-11-24</c:v>
                </c:pt>
                <c:pt idx="702">
                  <c:v>2022-11-25</c:v>
                </c:pt>
                <c:pt idx="703">
                  <c:v>2022-11-28</c:v>
                </c:pt>
                <c:pt idx="704">
                  <c:v>2022-11-29</c:v>
                </c:pt>
                <c:pt idx="705">
                  <c:v>2022-11-30</c:v>
                </c:pt>
                <c:pt idx="706">
                  <c:v>2022-12-01</c:v>
                </c:pt>
                <c:pt idx="707">
                  <c:v>2022-12-02</c:v>
                </c:pt>
                <c:pt idx="708">
                  <c:v>2022-12-05</c:v>
                </c:pt>
                <c:pt idx="709">
                  <c:v>2022-12-06</c:v>
                </c:pt>
                <c:pt idx="710">
                  <c:v>2022-12-07</c:v>
                </c:pt>
                <c:pt idx="711">
                  <c:v>2022-12-08</c:v>
                </c:pt>
                <c:pt idx="712">
                  <c:v>2022-12-09</c:v>
                </c:pt>
                <c:pt idx="713">
                  <c:v>2022-12-12</c:v>
                </c:pt>
                <c:pt idx="714">
                  <c:v>2022-12-13</c:v>
                </c:pt>
                <c:pt idx="715">
                  <c:v>2022-12-14</c:v>
                </c:pt>
                <c:pt idx="716">
                  <c:v>2022-12-15</c:v>
                </c:pt>
                <c:pt idx="717">
                  <c:v>2022-12-16</c:v>
                </c:pt>
                <c:pt idx="718">
                  <c:v>2022-12-19</c:v>
                </c:pt>
                <c:pt idx="719">
                  <c:v>2022-12-20</c:v>
                </c:pt>
                <c:pt idx="720">
                  <c:v>2022-12-21</c:v>
                </c:pt>
                <c:pt idx="721">
                  <c:v>2022-12-22</c:v>
                </c:pt>
                <c:pt idx="722">
                  <c:v>2022-12-23</c:v>
                </c:pt>
                <c:pt idx="723">
                  <c:v>2022-12-26</c:v>
                </c:pt>
                <c:pt idx="724">
                  <c:v>2022-12-27</c:v>
                </c:pt>
                <c:pt idx="725">
                  <c:v>2022-12-28</c:v>
                </c:pt>
                <c:pt idx="726">
                  <c:v>2022-12-29</c:v>
                </c:pt>
                <c:pt idx="727">
                  <c:v>2022-12-30</c:v>
                </c:pt>
                <c:pt idx="728">
                  <c:v>2023-01-03</c:v>
                </c:pt>
                <c:pt idx="729">
                  <c:v>2023-01-04</c:v>
                </c:pt>
                <c:pt idx="730">
                  <c:v>2023-01-05</c:v>
                </c:pt>
                <c:pt idx="731">
                  <c:v>2023-01-06</c:v>
                </c:pt>
                <c:pt idx="732">
                  <c:v>2023-01-09</c:v>
                </c:pt>
                <c:pt idx="733">
                  <c:v>2023-01-10</c:v>
                </c:pt>
                <c:pt idx="734">
                  <c:v>2023-01-11</c:v>
                </c:pt>
                <c:pt idx="735">
                  <c:v>2023-01-12</c:v>
                </c:pt>
                <c:pt idx="736">
                  <c:v>2023-01-13</c:v>
                </c:pt>
                <c:pt idx="737">
                  <c:v>2023-01-16</c:v>
                </c:pt>
                <c:pt idx="738">
                  <c:v>2023-01-17</c:v>
                </c:pt>
                <c:pt idx="739">
                  <c:v>2023-01-18</c:v>
                </c:pt>
                <c:pt idx="740">
                  <c:v>2023-01-19</c:v>
                </c:pt>
                <c:pt idx="741">
                  <c:v>2023-01-20</c:v>
                </c:pt>
                <c:pt idx="742">
                  <c:v>2023-01-30</c:v>
                </c:pt>
                <c:pt idx="743">
                  <c:v>2023-01-31</c:v>
                </c:pt>
                <c:pt idx="744">
                  <c:v>2023-02-01</c:v>
                </c:pt>
                <c:pt idx="745">
                  <c:v>2023-02-02</c:v>
                </c:pt>
                <c:pt idx="746">
                  <c:v>2023-02-03</c:v>
                </c:pt>
                <c:pt idx="747">
                  <c:v>2023-02-06</c:v>
                </c:pt>
                <c:pt idx="748">
                  <c:v>2023-02-07</c:v>
                </c:pt>
                <c:pt idx="749">
                  <c:v>2023-02-08</c:v>
                </c:pt>
                <c:pt idx="750">
                  <c:v>2023-02-09</c:v>
                </c:pt>
                <c:pt idx="751">
                  <c:v>2023-02-10</c:v>
                </c:pt>
                <c:pt idx="752">
                  <c:v>2023-02-13</c:v>
                </c:pt>
                <c:pt idx="753">
                  <c:v>2023-02-14</c:v>
                </c:pt>
                <c:pt idx="754">
                  <c:v>2023-02-15</c:v>
                </c:pt>
                <c:pt idx="755">
                  <c:v>2023-02-16</c:v>
                </c:pt>
                <c:pt idx="756">
                  <c:v>2023-02-17</c:v>
                </c:pt>
                <c:pt idx="757">
                  <c:v>2023-02-20</c:v>
                </c:pt>
                <c:pt idx="758">
                  <c:v>2023-02-21</c:v>
                </c:pt>
                <c:pt idx="759">
                  <c:v>2023-02-22</c:v>
                </c:pt>
                <c:pt idx="760">
                  <c:v>2023-02-23</c:v>
                </c:pt>
                <c:pt idx="761">
                  <c:v>2023-02-24</c:v>
                </c:pt>
                <c:pt idx="762">
                  <c:v>2023-02-27</c:v>
                </c:pt>
                <c:pt idx="763">
                  <c:v>2023-02-28</c:v>
                </c:pt>
                <c:pt idx="764">
                  <c:v>2023-03-01</c:v>
                </c:pt>
                <c:pt idx="765">
                  <c:v>2023-03-02</c:v>
                </c:pt>
                <c:pt idx="766">
                  <c:v>2023-03-03</c:v>
                </c:pt>
                <c:pt idx="767">
                  <c:v>2023-03-06</c:v>
                </c:pt>
                <c:pt idx="768">
                  <c:v>2023-03-07</c:v>
                </c:pt>
                <c:pt idx="769">
                  <c:v>2023-03-08</c:v>
                </c:pt>
                <c:pt idx="770">
                  <c:v>2023-03-09</c:v>
                </c:pt>
                <c:pt idx="771">
                  <c:v>2023-03-10</c:v>
                </c:pt>
                <c:pt idx="772">
                  <c:v>2023-03-13</c:v>
                </c:pt>
                <c:pt idx="773">
                  <c:v>2023-03-14</c:v>
                </c:pt>
                <c:pt idx="774">
                  <c:v>2023-03-15</c:v>
                </c:pt>
                <c:pt idx="775">
                  <c:v>2023-03-16</c:v>
                </c:pt>
                <c:pt idx="776">
                  <c:v>2023-03-17</c:v>
                </c:pt>
                <c:pt idx="777">
                  <c:v>2023-03-20</c:v>
                </c:pt>
                <c:pt idx="778">
                  <c:v>2023-03-21</c:v>
                </c:pt>
                <c:pt idx="779">
                  <c:v>2023-03-22</c:v>
                </c:pt>
                <c:pt idx="780">
                  <c:v>2023-03-23</c:v>
                </c:pt>
                <c:pt idx="781">
                  <c:v>2023-03-24</c:v>
                </c:pt>
                <c:pt idx="782">
                  <c:v>2023-03-27</c:v>
                </c:pt>
                <c:pt idx="783">
                  <c:v>2023-03-28</c:v>
                </c:pt>
                <c:pt idx="784">
                  <c:v>2023-03-29</c:v>
                </c:pt>
                <c:pt idx="785">
                  <c:v>2023-03-30</c:v>
                </c:pt>
                <c:pt idx="786">
                  <c:v>2023-03-31</c:v>
                </c:pt>
                <c:pt idx="787">
                  <c:v>2023-04-03</c:v>
                </c:pt>
                <c:pt idx="788">
                  <c:v>2023-04-04</c:v>
                </c:pt>
                <c:pt idx="789">
                  <c:v>2023-04-06</c:v>
                </c:pt>
                <c:pt idx="790">
                  <c:v>2023-04-07</c:v>
                </c:pt>
                <c:pt idx="791">
                  <c:v>2023-04-10</c:v>
                </c:pt>
                <c:pt idx="792">
                  <c:v>2023-04-11</c:v>
                </c:pt>
                <c:pt idx="793">
                  <c:v>2023-04-12</c:v>
                </c:pt>
                <c:pt idx="794">
                  <c:v>2023-04-13</c:v>
                </c:pt>
                <c:pt idx="795">
                  <c:v>2023-04-14</c:v>
                </c:pt>
                <c:pt idx="796">
                  <c:v>2023-04-17</c:v>
                </c:pt>
                <c:pt idx="797">
                  <c:v>2023-04-18</c:v>
                </c:pt>
                <c:pt idx="798">
                  <c:v>2023-04-19</c:v>
                </c:pt>
                <c:pt idx="799">
                  <c:v>2023-04-20</c:v>
                </c:pt>
                <c:pt idx="800">
                  <c:v>2023-04-21</c:v>
                </c:pt>
                <c:pt idx="801">
                  <c:v>2023-04-24</c:v>
                </c:pt>
                <c:pt idx="802">
                  <c:v>2023-04-25</c:v>
                </c:pt>
                <c:pt idx="803">
                  <c:v>2023-04-26</c:v>
                </c:pt>
                <c:pt idx="804">
                  <c:v>2023-04-27</c:v>
                </c:pt>
                <c:pt idx="805">
                  <c:v>2023-04-28</c:v>
                </c:pt>
                <c:pt idx="806">
                  <c:v>2023-05-04</c:v>
                </c:pt>
                <c:pt idx="807">
                  <c:v>2023-05-05</c:v>
                </c:pt>
                <c:pt idx="808">
                  <c:v>2023-05-08</c:v>
                </c:pt>
                <c:pt idx="809">
                  <c:v>2023-05-09</c:v>
                </c:pt>
                <c:pt idx="810">
                  <c:v>2023-05-10</c:v>
                </c:pt>
                <c:pt idx="811">
                  <c:v>2023-05-11</c:v>
                </c:pt>
                <c:pt idx="812">
                  <c:v>2023-05-12</c:v>
                </c:pt>
                <c:pt idx="813">
                  <c:v>2023-05-15</c:v>
                </c:pt>
                <c:pt idx="814">
                  <c:v>2023-05-16</c:v>
                </c:pt>
                <c:pt idx="815">
                  <c:v>2023-05-17</c:v>
                </c:pt>
                <c:pt idx="816">
                  <c:v>2023-05-18</c:v>
                </c:pt>
                <c:pt idx="817">
                  <c:v>2023-05-19</c:v>
                </c:pt>
                <c:pt idx="818">
                  <c:v>2023-05-22</c:v>
                </c:pt>
                <c:pt idx="819">
                  <c:v>2023-05-23</c:v>
                </c:pt>
                <c:pt idx="820">
                  <c:v>2023-05-24</c:v>
                </c:pt>
                <c:pt idx="821">
                  <c:v>2023-05-25</c:v>
                </c:pt>
                <c:pt idx="822">
                  <c:v>2023-05-26</c:v>
                </c:pt>
                <c:pt idx="823">
                  <c:v>2023-05-29</c:v>
                </c:pt>
                <c:pt idx="824">
                  <c:v>2023-05-30</c:v>
                </c:pt>
                <c:pt idx="825">
                  <c:v>2023-05-31</c:v>
                </c:pt>
                <c:pt idx="826">
                  <c:v>2023-06-01</c:v>
                </c:pt>
                <c:pt idx="827">
                  <c:v>2023-06-02</c:v>
                </c:pt>
                <c:pt idx="828">
                  <c:v>2023-06-05</c:v>
                </c:pt>
                <c:pt idx="829">
                  <c:v>2023-06-06</c:v>
                </c:pt>
                <c:pt idx="830">
                  <c:v>2023-06-07</c:v>
                </c:pt>
                <c:pt idx="831">
                  <c:v>2023-06-08</c:v>
                </c:pt>
                <c:pt idx="832">
                  <c:v>2023-06-09</c:v>
                </c:pt>
                <c:pt idx="833">
                  <c:v>2023-06-12</c:v>
                </c:pt>
                <c:pt idx="834">
                  <c:v>2023-06-13</c:v>
                </c:pt>
                <c:pt idx="835">
                  <c:v>2023-06-14</c:v>
                </c:pt>
                <c:pt idx="836">
                  <c:v>2023-06-15</c:v>
                </c:pt>
                <c:pt idx="837">
                  <c:v>2023-06-16</c:v>
                </c:pt>
                <c:pt idx="838">
                  <c:v>2023-06-19</c:v>
                </c:pt>
                <c:pt idx="839">
                  <c:v>2023-06-20</c:v>
                </c:pt>
                <c:pt idx="840">
                  <c:v>2023-06-21</c:v>
                </c:pt>
                <c:pt idx="841">
                  <c:v>2023-06-26</c:v>
                </c:pt>
                <c:pt idx="842">
                  <c:v>2023-06-27</c:v>
                </c:pt>
                <c:pt idx="843">
                  <c:v>2023-06-28</c:v>
                </c:pt>
                <c:pt idx="844">
                  <c:v>2023-06-29</c:v>
                </c:pt>
                <c:pt idx="845">
                  <c:v>2023-06-30</c:v>
                </c:pt>
                <c:pt idx="846">
                  <c:v>2023-07-03</c:v>
                </c:pt>
                <c:pt idx="847">
                  <c:v>2023-07-04</c:v>
                </c:pt>
                <c:pt idx="848">
                  <c:v>2023-07-05</c:v>
                </c:pt>
                <c:pt idx="849">
                  <c:v>2023-07-06</c:v>
                </c:pt>
                <c:pt idx="850">
                  <c:v>2023-07-07</c:v>
                </c:pt>
                <c:pt idx="851">
                  <c:v>2023-07-10</c:v>
                </c:pt>
                <c:pt idx="852">
                  <c:v>2023-07-11</c:v>
                </c:pt>
                <c:pt idx="853">
                  <c:v>2023-07-12</c:v>
                </c:pt>
                <c:pt idx="854">
                  <c:v>2023-07-13</c:v>
                </c:pt>
                <c:pt idx="855">
                  <c:v>2023-07-14</c:v>
                </c:pt>
                <c:pt idx="856">
                  <c:v>2023-07-17</c:v>
                </c:pt>
                <c:pt idx="857">
                  <c:v>2023-07-18</c:v>
                </c:pt>
                <c:pt idx="858">
                  <c:v>2023-07-19</c:v>
                </c:pt>
                <c:pt idx="859">
                  <c:v>2023-07-20</c:v>
                </c:pt>
                <c:pt idx="860">
                  <c:v>2023-07-21</c:v>
                </c:pt>
                <c:pt idx="861">
                  <c:v>2023-07-24</c:v>
                </c:pt>
                <c:pt idx="862">
                  <c:v>2023-07-25</c:v>
                </c:pt>
                <c:pt idx="863">
                  <c:v>2023-07-26</c:v>
                </c:pt>
                <c:pt idx="864">
                  <c:v>2023-07-27</c:v>
                </c:pt>
                <c:pt idx="865">
                  <c:v>2023-07-28</c:v>
                </c:pt>
                <c:pt idx="866">
                  <c:v>2023-07-31</c:v>
                </c:pt>
                <c:pt idx="867">
                  <c:v>2023-08-01</c:v>
                </c:pt>
                <c:pt idx="868">
                  <c:v>2023-08-02</c:v>
                </c:pt>
                <c:pt idx="869">
                  <c:v>2023-08-03</c:v>
                </c:pt>
                <c:pt idx="870">
                  <c:v>2023-08-04</c:v>
                </c:pt>
                <c:pt idx="871">
                  <c:v>2023-08-07</c:v>
                </c:pt>
                <c:pt idx="872">
                  <c:v>2023-08-08</c:v>
                </c:pt>
                <c:pt idx="873">
                  <c:v>2023-08-09</c:v>
                </c:pt>
                <c:pt idx="874">
                  <c:v>2023-08-10</c:v>
                </c:pt>
                <c:pt idx="875">
                  <c:v>2023-08-11</c:v>
                </c:pt>
                <c:pt idx="876">
                  <c:v>2023-08-14</c:v>
                </c:pt>
                <c:pt idx="877">
                  <c:v>2023-08-15</c:v>
                </c:pt>
                <c:pt idx="878">
                  <c:v>2023-08-16</c:v>
                </c:pt>
                <c:pt idx="879">
                  <c:v>2023-08-17</c:v>
                </c:pt>
                <c:pt idx="880">
                  <c:v>2023-08-18</c:v>
                </c:pt>
                <c:pt idx="881">
                  <c:v>2023-08-21</c:v>
                </c:pt>
                <c:pt idx="882">
                  <c:v>2023-08-22</c:v>
                </c:pt>
                <c:pt idx="883">
                  <c:v>2023-08-23</c:v>
                </c:pt>
                <c:pt idx="884">
                  <c:v>2023-08-24</c:v>
                </c:pt>
                <c:pt idx="885">
                  <c:v>2023-08-25</c:v>
                </c:pt>
                <c:pt idx="886">
                  <c:v>2023-08-28</c:v>
                </c:pt>
                <c:pt idx="887">
                  <c:v>2023-08-29</c:v>
                </c:pt>
                <c:pt idx="888">
                  <c:v>2023-08-30</c:v>
                </c:pt>
                <c:pt idx="889">
                  <c:v>2023-08-31</c:v>
                </c:pt>
                <c:pt idx="890">
                  <c:v>2023-09-01</c:v>
                </c:pt>
                <c:pt idx="891">
                  <c:v>2023-09-04</c:v>
                </c:pt>
                <c:pt idx="892">
                  <c:v>2023-09-05</c:v>
                </c:pt>
                <c:pt idx="893">
                  <c:v>2023-09-06</c:v>
                </c:pt>
                <c:pt idx="894">
                  <c:v>2023-09-07</c:v>
                </c:pt>
                <c:pt idx="895">
                  <c:v>2023-09-08</c:v>
                </c:pt>
                <c:pt idx="896">
                  <c:v>2023-09-11</c:v>
                </c:pt>
                <c:pt idx="897">
                  <c:v>2023-09-12</c:v>
                </c:pt>
                <c:pt idx="898">
                  <c:v>2023-09-13</c:v>
                </c:pt>
                <c:pt idx="899">
                  <c:v>2023-09-14</c:v>
                </c:pt>
                <c:pt idx="900">
                  <c:v>2023-09-15</c:v>
                </c:pt>
                <c:pt idx="901">
                  <c:v>2023-09-18</c:v>
                </c:pt>
                <c:pt idx="902">
                  <c:v>2023-09-19</c:v>
                </c:pt>
                <c:pt idx="903">
                  <c:v>2023-09-20</c:v>
                </c:pt>
                <c:pt idx="904">
                  <c:v>2023-09-21</c:v>
                </c:pt>
                <c:pt idx="905">
                  <c:v>2023-09-22</c:v>
                </c:pt>
                <c:pt idx="906">
                  <c:v>2023-09-25</c:v>
                </c:pt>
                <c:pt idx="907">
                  <c:v>2023-09-26</c:v>
                </c:pt>
                <c:pt idx="908">
                  <c:v>2023-09-27</c:v>
                </c:pt>
                <c:pt idx="909">
                  <c:v>2023-09-28</c:v>
                </c:pt>
                <c:pt idx="910">
                  <c:v>2023-10-09</c:v>
                </c:pt>
                <c:pt idx="911">
                  <c:v>2023-10-10</c:v>
                </c:pt>
                <c:pt idx="912">
                  <c:v>2023-10-11</c:v>
                </c:pt>
                <c:pt idx="913">
                  <c:v>2023-10-12</c:v>
                </c:pt>
                <c:pt idx="914">
                  <c:v>2023-10-13</c:v>
                </c:pt>
                <c:pt idx="915">
                  <c:v>2023-10-16</c:v>
                </c:pt>
                <c:pt idx="916">
                  <c:v>2023-10-17</c:v>
                </c:pt>
                <c:pt idx="917">
                  <c:v>2023-10-18</c:v>
                </c:pt>
                <c:pt idx="918">
                  <c:v>2023-10-19</c:v>
                </c:pt>
                <c:pt idx="919">
                  <c:v>2023-10-20</c:v>
                </c:pt>
                <c:pt idx="920">
                  <c:v>2023-10-23</c:v>
                </c:pt>
                <c:pt idx="921">
                  <c:v>2023-10-24</c:v>
                </c:pt>
                <c:pt idx="922">
                  <c:v>2023-10-25</c:v>
                </c:pt>
                <c:pt idx="923">
                  <c:v>2023-10-26</c:v>
                </c:pt>
                <c:pt idx="924">
                  <c:v>2023-10-27</c:v>
                </c:pt>
                <c:pt idx="925">
                  <c:v>2023-10-30</c:v>
                </c:pt>
                <c:pt idx="926">
                  <c:v>2023-10-31</c:v>
                </c:pt>
                <c:pt idx="927">
                  <c:v>2023-11-01</c:v>
                </c:pt>
                <c:pt idx="928">
                  <c:v>2023-11-02</c:v>
                </c:pt>
                <c:pt idx="929">
                  <c:v>2023-11-03</c:v>
                </c:pt>
                <c:pt idx="930">
                  <c:v>2023-11-06</c:v>
                </c:pt>
                <c:pt idx="931">
                  <c:v>2023-11-07</c:v>
                </c:pt>
                <c:pt idx="932">
                  <c:v>2023-11-08</c:v>
                </c:pt>
                <c:pt idx="933">
                  <c:v>2023-11-09</c:v>
                </c:pt>
                <c:pt idx="934">
                  <c:v>2023-11-10</c:v>
                </c:pt>
                <c:pt idx="935">
                  <c:v>2023-11-13</c:v>
                </c:pt>
                <c:pt idx="936">
                  <c:v>2023-11-14</c:v>
                </c:pt>
                <c:pt idx="937">
                  <c:v>2023-11-15</c:v>
                </c:pt>
                <c:pt idx="938">
                  <c:v>2023-11-16</c:v>
                </c:pt>
                <c:pt idx="939">
                  <c:v>2023-11-17</c:v>
                </c:pt>
                <c:pt idx="940">
                  <c:v>2023-11-20</c:v>
                </c:pt>
                <c:pt idx="941">
                  <c:v>2023-11-21</c:v>
                </c:pt>
                <c:pt idx="942">
                  <c:v>2023-11-22</c:v>
                </c:pt>
                <c:pt idx="943">
                  <c:v>2023-11-23</c:v>
                </c:pt>
                <c:pt idx="944">
                  <c:v>2023-11-24</c:v>
                </c:pt>
                <c:pt idx="945">
                  <c:v>2023-11-27</c:v>
                </c:pt>
                <c:pt idx="946">
                  <c:v>2023-11-28</c:v>
                </c:pt>
                <c:pt idx="947">
                  <c:v>2023-11-29</c:v>
                </c:pt>
                <c:pt idx="948">
                  <c:v>2023-11-30</c:v>
                </c:pt>
                <c:pt idx="949">
                  <c:v>2023-12-01</c:v>
                </c:pt>
                <c:pt idx="950">
                  <c:v>2023-12-04</c:v>
                </c:pt>
                <c:pt idx="951">
                  <c:v>2023-12-05</c:v>
                </c:pt>
                <c:pt idx="952">
                  <c:v>2023-12-06</c:v>
                </c:pt>
                <c:pt idx="953">
                  <c:v>2023-12-07</c:v>
                </c:pt>
                <c:pt idx="954">
                  <c:v>2023-12-08</c:v>
                </c:pt>
                <c:pt idx="955">
                  <c:v>2023-12-11</c:v>
                </c:pt>
                <c:pt idx="956">
                  <c:v>2023-12-12</c:v>
                </c:pt>
                <c:pt idx="957">
                  <c:v>2023-12-13</c:v>
                </c:pt>
                <c:pt idx="958">
                  <c:v>2023-12-14</c:v>
                </c:pt>
                <c:pt idx="959">
                  <c:v>2023-12-15</c:v>
                </c:pt>
                <c:pt idx="960">
                  <c:v>2023-12-18</c:v>
                </c:pt>
                <c:pt idx="961">
                  <c:v>2023-12-19</c:v>
                </c:pt>
                <c:pt idx="962">
                  <c:v>2023-12-20</c:v>
                </c:pt>
                <c:pt idx="963">
                  <c:v>2023-12-21</c:v>
                </c:pt>
                <c:pt idx="964">
                  <c:v>2023-12-22</c:v>
                </c:pt>
                <c:pt idx="965">
                  <c:v>2023-12-25</c:v>
                </c:pt>
                <c:pt idx="966">
                  <c:v>2023-12-26</c:v>
                </c:pt>
                <c:pt idx="967">
                  <c:v>2023-12-27</c:v>
                </c:pt>
                <c:pt idx="968">
                  <c:v>2023-12-28</c:v>
                </c:pt>
                <c:pt idx="969">
                  <c:v>2023-12-29</c:v>
                </c:pt>
                <c:pt idx="970">
                  <c:v>2024-01-02</c:v>
                </c:pt>
                <c:pt idx="971">
                  <c:v>2024-01-03</c:v>
                </c:pt>
                <c:pt idx="972">
                  <c:v>2024-01-04</c:v>
                </c:pt>
                <c:pt idx="973">
                  <c:v>2024-01-05</c:v>
                </c:pt>
                <c:pt idx="974">
                  <c:v>2024-01-08</c:v>
                </c:pt>
                <c:pt idx="975">
                  <c:v>2024-01-09</c:v>
                </c:pt>
                <c:pt idx="976">
                  <c:v>2024-01-10</c:v>
                </c:pt>
                <c:pt idx="977">
                  <c:v>2024-01-11</c:v>
                </c:pt>
                <c:pt idx="978">
                  <c:v>2024-01-12</c:v>
                </c:pt>
                <c:pt idx="979">
                  <c:v>2024-01-15</c:v>
                </c:pt>
                <c:pt idx="980">
                  <c:v>2024-01-16</c:v>
                </c:pt>
                <c:pt idx="981">
                  <c:v>2024-01-17</c:v>
                </c:pt>
                <c:pt idx="982">
                  <c:v>2024-01-18</c:v>
                </c:pt>
                <c:pt idx="983">
                  <c:v>2024-01-19</c:v>
                </c:pt>
                <c:pt idx="984">
                  <c:v>2024-01-22</c:v>
                </c:pt>
                <c:pt idx="985">
                  <c:v>2024-01-23</c:v>
                </c:pt>
                <c:pt idx="986">
                  <c:v>2024-01-24</c:v>
                </c:pt>
                <c:pt idx="987">
                  <c:v>2024-01-25</c:v>
                </c:pt>
                <c:pt idx="988">
                  <c:v>2024-01-26</c:v>
                </c:pt>
                <c:pt idx="989">
                  <c:v>2024-01-29</c:v>
                </c:pt>
                <c:pt idx="990">
                  <c:v>2024-01-30</c:v>
                </c:pt>
                <c:pt idx="991">
                  <c:v>2024-01-31</c:v>
                </c:pt>
                <c:pt idx="992">
                  <c:v>2024-02-01</c:v>
                </c:pt>
                <c:pt idx="993">
                  <c:v>2024-02-02</c:v>
                </c:pt>
                <c:pt idx="994">
                  <c:v>2024-02-05</c:v>
                </c:pt>
                <c:pt idx="995">
                  <c:v>2024-02-06</c:v>
                </c:pt>
                <c:pt idx="996">
                  <c:v>2024-02-07</c:v>
                </c:pt>
                <c:pt idx="997">
                  <c:v>2024-02-08</c:v>
                </c:pt>
                <c:pt idx="998">
                  <c:v>2024-02-19</c:v>
                </c:pt>
                <c:pt idx="999">
                  <c:v>2024-02-20</c:v>
                </c:pt>
                <c:pt idx="1000">
                  <c:v>2024-02-21</c:v>
                </c:pt>
                <c:pt idx="1001">
                  <c:v>2024-02-22</c:v>
                </c:pt>
                <c:pt idx="1002">
                  <c:v>2024-02-23</c:v>
                </c:pt>
                <c:pt idx="1003">
                  <c:v>2024-02-26</c:v>
                </c:pt>
                <c:pt idx="1004">
                  <c:v>2024-02-27</c:v>
                </c:pt>
                <c:pt idx="1005">
                  <c:v>2024-02-28</c:v>
                </c:pt>
                <c:pt idx="1006">
                  <c:v>2024-02-29</c:v>
                </c:pt>
                <c:pt idx="1007">
                  <c:v>2024-03-01</c:v>
                </c:pt>
                <c:pt idx="1008">
                  <c:v>2024-03-04</c:v>
                </c:pt>
                <c:pt idx="1009">
                  <c:v>2024-03-05</c:v>
                </c:pt>
                <c:pt idx="1010">
                  <c:v>2024-03-06</c:v>
                </c:pt>
                <c:pt idx="1011">
                  <c:v>2024-03-07</c:v>
                </c:pt>
                <c:pt idx="1012">
                  <c:v>2024-03-08</c:v>
                </c:pt>
                <c:pt idx="1013">
                  <c:v>2024-03-11</c:v>
                </c:pt>
                <c:pt idx="1014">
                  <c:v>2024-03-12</c:v>
                </c:pt>
                <c:pt idx="1015">
                  <c:v>2024-03-13</c:v>
                </c:pt>
                <c:pt idx="1016">
                  <c:v>2024-03-14</c:v>
                </c:pt>
                <c:pt idx="1017">
                  <c:v>2024-03-15</c:v>
                </c:pt>
                <c:pt idx="1018">
                  <c:v>2024-03-18</c:v>
                </c:pt>
                <c:pt idx="1019">
                  <c:v>2024-03-19</c:v>
                </c:pt>
                <c:pt idx="1020">
                  <c:v>2024-03-20</c:v>
                </c:pt>
                <c:pt idx="1021">
                  <c:v>2024-03-21</c:v>
                </c:pt>
                <c:pt idx="1022">
                  <c:v>2024-03-22</c:v>
                </c:pt>
                <c:pt idx="1023">
                  <c:v>2024-03-25</c:v>
                </c:pt>
                <c:pt idx="1024">
                  <c:v>2024-03-26</c:v>
                </c:pt>
                <c:pt idx="1025">
                  <c:v>2024-03-27</c:v>
                </c:pt>
                <c:pt idx="1026">
                  <c:v>2024-03-28</c:v>
                </c:pt>
                <c:pt idx="1027">
                  <c:v>2024-03-29</c:v>
                </c:pt>
                <c:pt idx="1028">
                  <c:v>2024-04-01</c:v>
                </c:pt>
                <c:pt idx="1029">
                  <c:v>2024-04-02</c:v>
                </c:pt>
                <c:pt idx="1030">
                  <c:v>2024-04-03</c:v>
                </c:pt>
                <c:pt idx="1031">
                  <c:v>2024-04-08</c:v>
                </c:pt>
                <c:pt idx="1032">
                  <c:v>2024-04-09</c:v>
                </c:pt>
                <c:pt idx="1033">
                  <c:v>2024-04-10</c:v>
                </c:pt>
                <c:pt idx="1034">
                  <c:v>2024-04-11</c:v>
                </c:pt>
                <c:pt idx="1035">
                  <c:v>2024-04-12</c:v>
                </c:pt>
                <c:pt idx="1036">
                  <c:v>2024-04-15</c:v>
                </c:pt>
                <c:pt idx="1037">
                  <c:v>2024-04-16</c:v>
                </c:pt>
                <c:pt idx="1038">
                  <c:v>2024-04-17</c:v>
                </c:pt>
                <c:pt idx="1039">
                  <c:v>2024-04-18</c:v>
                </c:pt>
                <c:pt idx="1040">
                  <c:v>2024-04-19</c:v>
                </c:pt>
                <c:pt idx="1041">
                  <c:v>2024-04-22</c:v>
                </c:pt>
                <c:pt idx="1042">
                  <c:v>2024-04-23</c:v>
                </c:pt>
                <c:pt idx="1043">
                  <c:v>2024-04-24</c:v>
                </c:pt>
                <c:pt idx="1044">
                  <c:v>2024-04-25</c:v>
                </c:pt>
                <c:pt idx="1045">
                  <c:v>2024-04-26</c:v>
                </c:pt>
                <c:pt idx="1046">
                  <c:v>2024-04-29</c:v>
                </c:pt>
                <c:pt idx="1047">
                  <c:v>2024-04-30</c:v>
                </c:pt>
                <c:pt idx="1048">
                  <c:v>2024-05-06</c:v>
                </c:pt>
                <c:pt idx="1049">
                  <c:v>2024-05-07</c:v>
                </c:pt>
                <c:pt idx="1050">
                  <c:v>2024-05-08</c:v>
                </c:pt>
                <c:pt idx="1051">
                  <c:v>2024-05-09</c:v>
                </c:pt>
                <c:pt idx="1052">
                  <c:v>2024-05-10</c:v>
                </c:pt>
                <c:pt idx="1053">
                  <c:v>2024-05-13</c:v>
                </c:pt>
                <c:pt idx="1054">
                  <c:v>2024-05-14</c:v>
                </c:pt>
                <c:pt idx="1055">
                  <c:v>2024-05-15</c:v>
                </c:pt>
                <c:pt idx="1056">
                  <c:v>2024-05-16</c:v>
                </c:pt>
                <c:pt idx="1057">
                  <c:v>2024-05-17</c:v>
                </c:pt>
                <c:pt idx="1058">
                  <c:v>2024-05-20</c:v>
                </c:pt>
                <c:pt idx="1059">
                  <c:v>2024-05-21</c:v>
                </c:pt>
                <c:pt idx="1060">
                  <c:v>2024-05-22</c:v>
                </c:pt>
                <c:pt idx="1061">
                  <c:v>2024-05-23</c:v>
                </c:pt>
                <c:pt idx="1062">
                  <c:v>2024-05-24</c:v>
                </c:pt>
                <c:pt idx="1063">
                  <c:v>2024-05-27</c:v>
                </c:pt>
                <c:pt idx="1064">
                  <c:v>2024-05-28</c:v>
                </c:pt>
                <c:pt idx="1065">
                  <c:v>2024-05-29</c:v>
                </c:pt>
                <c:pt idx="1066">
                  <c:v>2024-05-30</c:v>
                </c:pt>
                <c:pt idx="1067">
                  <c:v>2024-05-31</c:v>
                </c:pt>
                <c:pt idx="1068">
                  <c:v>2024-06-03</c:v>
                </c:pt>
                <c:pt idx="1069">
                  <c:v>2024-06-04</c:v>
                </c:pt>
                <c:pt idx="1070">
                  <c:v>2024-06-05</c:v>
                </c:pt>
                <c:pt idx="1071">
                  <c:v>2024-06-06</c:v>
                </c:pt>
                <c:pt idx="1072">
                  <c:v>2024-06-07</c:v>
                </c:pt>
                <c:pt idx="1073">
                  <c:v>2024-06-11</c:v>
                </c:pt>
                <c:pt idx="1074">
                  <c:v>2024-06-12</c:v>
                </c:pt>
                <c:pt idx="1075">
                  <c:v>2024-06-13</c:v>
                </c:pt>
                <c:pt idx="1076">
                  <c:v>2024-06-14</c:v>
                </c:pt>
                <c:pt idx="1077">
                  <c:v>2024-06-17</c:v>
                </c:pt>
                <c:pt idx="1078">
                  <c:v>2024-06-18</c:v>
                </c:pt>
                <c:pt idx="1079">
                  <c:v>2024-06-19</c:v>
                </c:pt>
                <c:pt idx="1080">
                  <c:v>2024-06-20</c:v>
                </c:pt>
                <c:pt idx="1081">
                  <c:v>2024-06-21</c:v>
                </c:pt>
                <c:pt idx="1082">
                  <c:v>2024-06-24</c:v>
                </c:pt>
                <c:pt idx="1083">
                  <c:v>2024-06-25</c:v>
                </c:pt>
                <c:pt idx="1084">
                  <c:v>2024-06-26</c:v>
                </c:pt>
                <c:pt idx="1085">
                  <c:v>2024-06-27</c:v>
                </c:pt>
                <c:pt idx="1086">
                  <c:v>2024-06-28</c:v>
                </c:pt>
                <c:pt idx="1087">
                  <c:v>2024-07-01</c:v>
                </c:pt>
                <c:pt idx="1088">
                  <c:v>2024-07-02</c:v>
                </c:pt>
                <c:pt idx="1089">
                  <c:v>2024-07-03</c:v>
                </c:pt>
                <c:pt idx="1090">
                  <c:v>2024-07-04</c:v>
                </c:pt>
                <c:pt idx="1091">
                  <c:v>2024-07-05</c:v>
                </c:pt>
                <c:pt idx="1092">
                  <c:v>2024-07-08</c:v>
                </c:pt>
                <c:pt idx="1093">
                  <c:v>2024-07-09</c:v>
                </c:pt>
                <c:pt idx="1094">
                  <c:v>2024-07-10</c:v>
                </c:pt>
                <c:pt idx="1095">
                  <c:v>2024-07-11</c:v>
                </c:pt>
                <c:pt idx="1096">
                  <c:v>2024-07-12</c:v>
                </c:pt>
                <c:pt idx="1097">
                  <c:v>2024-07-15</c:v>
                </c:pt>
                <c:pt idx="1098">
                  <c:v>2024-07-16</c:v>
                </c:pt>
                <c:pt idx="1099">
                  <c:v>2024-07-17</c:v>
                </c:pt>
                <c:pt idx="1100">
                  <c:v>2024-07-18</c:v>
                </c:pt>
                <c:pt idx="1101">
                  <c:v>2024-07-19</c:v>
                </c:pt>
                <c:pt idx="1102">
                  <c:v>2024-07-22</c:v>
                </c:pt>
                <c:pt idx="1103">
                  <c:v>2024-07-23</c:v>
                </c:pt>
                <c:pt idx="1104">
                  <c:v>2024-07-24</c:v>
                </c:pt>
                <c:pt idx="1105">
                  <c:v>2024-07-25</c:v>
                </c:pt>
                <c:pt idx="1106">
                  <c:v>2024-07-26</c:v>
                </c:pt>
                <c:pt idx="1107">
                  <c:v>2024-07-29</c:v>
                </c:pt>
                <c:pt idx="1108">
                  <c:v>2024-07-30</c:v>
                </c:pt>
                <c:pt idx="1109">
                  <c:v>2024-07-31</c:v>
                </c:pt>
                <c:pt idx="1110">
                  <c:v>2024-08-01</c:v>
                </c:pt>
                <c:pt idx="1111">
                  <c:v>2024-08-02</c:v>
                </c:pt>
                <c:pt idx="1112">
                  <c:v>2024-08-05</c:v>
                </c:pt>
                <c:pt idx="1113">
                  <c:v>2024-08-06</c:v>
                </c:pt>
                <c:pt idx="1114">
                  <c:v>2024-08-07</c:v>
                </c:pt>
                <c:pt idx="1115">
                  <c:v>2024-08-08</c:v>
                </c:pt>
                <c:pt idx="1116">
                  <c:v>2024-08-09</c:v>
                </c:pt>
                <c:pt idx="1117">
                  <c:v>2024-08-12</c:v>
                </c:pt>
                <c:pt idx="1118">
                  <c:v>2024-08-13</c:v>
                </c:pt>
                <c:pt idx="1119">
                  <c:v>2024-08-14</c:v>
                </c:pt>
                <c:pt idx="1120">
                  <c:v>2024-08-15</c:v>
                </c:pt>
                <c:pt idx="1121">
                  <c:v>2024-08-16</c:v>
                </c:pt>
                <c:pt idx="1122">
                  <c:v>2024-08-19</c:v>
                </c:pt>
                <c:pt idx="1123">
                  <c:v>2024-08-20</c:v>
                </c:pt>
                <c:pt idx="1124">
                  <c:v>2024-08-21</c:v>
                </c:pt>
                <c:pt idx="1125">
                  <c:v>2024-08-22</c:v>
                </c:pt>
                <c:pt idx="1126">
                  <c:v>2024-08-23</c:v>
                </c:pt>
                <c:pt idx="1127">
                  <c:v>2024-08-26</c:v>
                </c:pt>
                <c:pt idx="1128">
                  <c:v>2024-08-27</c:v>
                </c:pt>
                <c:pt idx="1129">
                  <c:v>2024-08-28</c:v>
                </c:pt>
                <c:pt idx="1130">
                  <c:v>2024-08-29</c:v>
                </c:pt>
                <c:pt idx="1131">
                  <c:v>2024-08-30</c:v>
                </c:pt>
                <c:pt idx="1132">
                  <c:v>2024-09-02</c:v>
                </c:pt>
                <c:pt idx="1133">
                  <c:v>2024-09-03</c:v>
                </c:pt>
                <c:pt idx="1134">
                  <c:v>2024-09-04</c:v>
                </c:pt>
                <c:pt idx="1135">
                  <c:v>2024-09-05</c:v>
                </c:pt>
                <c:pt idx="1136">
                  <c:v>2024-09-06</c:v>
                </c:pt>
                <c:pt idx="1137">
                  <c:v>2024-09-09</c:v>
                </c:pt>
                <c:pt idx="1138">
                  <c:v>2024-09-10</c:v>
                </c:pt>
                <c:pt idx="1139">
                  <c:v>2024-09-11</c:v>
                </c:pt>
                <c:pt idx="1140">
                  <c:v>2024-09-12</c:v>
                </c:pt>
                <c:pt idx="1141">
                  <c:v>2024-09-13</c:v>
                </c:pt>
                <c:pt idx="1142">
                  <c:v>2024-09-18</c:v>
                </c:pt>
                <c:pt idx="1143">
                  <c:v>2024-09-19</c:v>
                </c:pt>
                <c:pt idx="1144">
                  <c:v>2024-09-20</c:v>
                </c:pt>
                <c:pt idx="1145">
                  <c:v>2024-09-23</c:v>
                </c:pt>
                <c:pt idx="1146">
                  <c:v>2024-09-24</c:v>
                </c:pt>
                <c:pt idx="1147">
                  <c:v>2024-09-25</c:v>
                </c:pt>
                <c:pt idx="1148">
                  <c:v>2024-09-26</c:v>
                </c:pt>
                <c:pt idx="1149">
                  <c:v>2024-09-27</c:v>
                </c:pt>
                <c:pt idx="1150">
                  <c:v>2024-09-30</c:v>
                </c:pt>
                <c:pt idx="1151">
                  <c:v>2024-10-08</c:v>
                </c:pt>
                <c:pt idx="1152">
                  <c:v>2024-10-09</c:v>
                </c:pt>
                <c:pt idx="1153">
                  <c:v>2024-10-10</c:v>
                </c:pt>
                <c:pt idx="1154">
                  <c:v>2024-10-11</c:v>
                </c:pt>
                <c:pt idx="1155">
                  <c:v>2024-10-14</c:v>
                </c:pt>
                <c:pt idx="1156">
                  <c:v>2024-10-15</c:v>
                </c:pt>
                <c:pt idx="1157">
                  <c:v>2024-10-16</c:v>
                </c:pt>
                <c:pt idx="1158">
                  <c:v>2024-10-17</c:v>
                </c:pt>
                <c:pt idx="1159">
                  <c:v>2024-10-18</c:v>
                </c:pt>
                <c:pt idx="1160">
                  <c:v>2024-10-21</c:v>
                </c:pt>
                <c:pt idx="1161">
                  <c:v>2024-10-22</c:v>
                </c:pt>
                <c:pt idx="1162">
                  <c:v>2024-10-23</c:v>
                </c:pt>
                <c:pt idx="1163">
                  <c:v>2024-10-24</c:v>
                </c:pt>
                <c:pt idx="1164">
                  <c:v>2024-10-25</c:v>
                </c:pt>
                <c:pt idx="1165">
                  <c:v>2024-10-28</c:v>
                </c:pt>
                <c:pt idx="1166">
                  <c:v>2024-10-29</c:v>
                </c:pt>
                <c:pt idx="1167">
                  <c:v>2024-10-30</c:v>
                </c:pt>
                <c:pt idx="1168">
                  <c:v>2024-10-31</c:v>
                </c:pt>
                <c:pt idx="1169">
                  <c:v>2024-11-01</c:v>
                </c:pt>
                <c:pt idx="1170">
                  <c:v>2024-11-04</c:v>
                </c:pt>
                <c:pt idx="1171">
                  <c:v>2024-11-05</c:v>
                </c:pt>
                <c:pt idx="1172">
                  <c:v>2024-11-06</c:v>
                </c:pt>
                <c:pt idx="1173">
                  <c:v>2024-11-07</c:v>
                </c:pt>
                <c:pt idx="1174">
                  <c:v>2024-11-08</c:v>
                </c:pt>
                <c:pt idx="1175">
                  <c:v>2024-11-11</c:v>
                </c:pt>
                <c:pt idx="1176">
                  <c:v>2024-11-12</c:v>
                </c:pt>
                <c:pt idx="1177">
                  <c:v>2024-11-13</c:v>
                </c:pt>
                <c:pt idx="1178">
                  <c:v>2024-11-14</c:v>
                </c:pt>
                <c:pt idx="1179">
                  <c:v>2024-11-15</c:v>
                </c:pt>
                <c:pt idx="1180">
                  <c:v>2024-11-18</c:v>
                </c:pt>
                <c:pt idx="1181">
                  <c:v>2024-11-19</c:v>
                </c:pt>
                <c:pt idx="1182">
                  <c:v>2024-11-20</c:v>
                </c:pt>
                <c:pt idx="1183">
                  <c:v>2024-11-21</c:v>
                </c:pt>
                <c:pt idx="1184">
                  <c:v>2024-11-22</c:v>
                </c:pt>
                <c:pt idx="1185">
                  <c:v>2024-11-25</c:v>
                </c:pt>
                <c:pt idx="1186">
                  <c:v>2024-11-26</c:v>
                </c:pt>
                <c:pt idx="1187">
                  <c:v>2024-11-27</c:v>
                </c:pt>
                <c:pt idx="1188">
                  <c:v>2024-11-28</c:v>
                </c:pt>
                <c:pt idx="1189">
                  <c:v>2024-11-29</c:v>
                </c:pt>
                <c:pt idx="1190">
                  <c:v>2024-12-02</c:v>
                </c:pt>
                <c:pt idx="1191">
                  <c:v>2024-12-03</c:v>
                </c:pt>
                <c:pt idx="1192">
                  <c:v>2024-12-04</c:v>
                </c:pt>
                <c:pt idx="1193">
                  <c:v>2024-12-05</c:v>
                </c:pt>
                <c:pt idx="1194">
                  <c:v>2024-12-06</c:v>
                </c:pt>
                <c:pt idx="1195">
                  <c:v>2024-12-09</c:v>
                </c:pt>
                <c:pt idx="1196">
                  <c:v>2024-12-10</c:v>
                </c:pt>
                <c:pt idx="1197">
                  <c:v>2024-12-11</c:v>
                </c:pt>
                <c:pt idx="1198">
                  <c:v>2024-12-12</c:v>
                </c:pt>
                <c:pt idx="1199">
                  <c:v>2024-12-13</c:v>
                </c:pt>
                <c:pt idx="1200">
                  <c:v>2024-12-16</c:v>
                </c:pt>
                <c:pt idx="1201">
                  <c:v>2024-12-17</c:v>
                </c:pt>
                <c:pt idx="1202">
                  <c:v>2024-12-18</c:v>
                </c:pt>
                <c:pt idx="1203">
                  <c:v>2024-12-19</c:v>
                </c:pt>
                <c:pt idx="1204">
                  <c:v>2024-12-20</c:v>
                </c:pt>
                <c:pt idx="1205">
                  <c:v>2024-12-23</c:v>
                </c:pt>
                <c:pt idx="1206">
                  <c:v>2024-12-24</c:v>
                </c:pt>
                <c:pt idx="1207">
                  <c:v>2024-12-25</c:v>
                </c:pt>
                <c:pt idx="1208">
                  <c:v>2024-12-26</c:v>
                </c:pt>
                <c:pt idx="1209">
                  <c:v>2024-12-27</c:v>
                </c:pt>
                <c:pt idx="1210">
                  <c:v>2024-12-30</c:v>
                </c:pt>
                <c:pt idx="1211">
                  <c:v>2024-12-31</c:v>
                </c:pt>
                <c:pt idx="1212">
                  <c:v>2025-01-02</c:v>
                </c:pt>
                <c:pt idx="1213">
                  <c:v>2025-01-03</c:v>
                </c:pt>
                <c:pt idx="1214">
                  <c:v>2025-01-06</c:v>
                </c:pt>
                <c:pt idx="1215">
                  <c:v>2025-01-07</c:v>
                </c:pt>
                <c:pt idx="1216">
                  <c:v>2025-01-08</c:v>
                </c:pt>
                <c:pt idx="1217">
                  <c:v>2025-01-09</c:v>
                </c:pt>
                <c:pt idx="1218">
                  <c:v>2025-01-10</c:v>
                </c:pt>
                <c:pt idx="1219">
                  <c:v>2025-01-13</c:v>
                </c:pt>
                <c:pt idx="1220">
                  <c:v>2025-01-14</c:v>
                </c:pt>
                <c:pt idx="1221">
                  <c:v>2025-01-15</c:v>
                </c:pt>
                <c:pt idx="1222">
                  <c:v>2025-01-16</c:v>
                </c:pt>
                <c:pt idx="1223">
                  <c:v>2025-01-17</c:v>
                </c:pt>
                <c:pt idx="1224">
                  <c:v>2025-01-20</c:v>
                </c:pt>
                <c:pt idx="1225">
                  <c:v>2025-01-21</c:v>
                </c:pt>
                <c:pt idx="1226">
                  <c:v>2025-01-22</c:v>
                </c:pt>
                <c:pt idx="1227">
                  <c:v>2025-01-23</c:v>
                </c:pt>
                <c:pt idx="1228">
                  <c:v>2025-01-24</c:v>
                </c:pt>
                <c:pt idx="1229">
                  <c:v>2025-01-27</c:v>
                </c:pt>
                <c:pt idx="1230">
                  <c:v>2025-02-05</c:v>
                </c:pt>
                <c:pt idx="1231">
                  <c:v>2025-02-06</c:v>
                </c:pt>
                <c:pt idx="1232">
                  <c:v>2025-02-07</c:v>
                </c:pt>
                <c:pt idx="1233">
                  <c:v>2025-02-10</c:v>
                </c:pt>
                <c:pt idx="1234">
                  <c:v>2025-02-11</c:v>
                </c:pt>
                <c:pt idx="1235">
                  <c:v>2025-02-12</c:v>
                </c:pt>
                <c:pt idx="1236">
                  <c:v>2025-02-13</c:v>
                </c:pt>
                <c:pt idx="1237">
                  <c:v>2025-02-14</c:v>
                </c:pt>
                <c:pt idx="1238">
                  <c:v>2025-02-17</c:v>
                </c:pt>
                <c:pt idx="1239">
                  <c:v>2025-02-18</c:v>
                </c:pt>
                <c:pt idx="1240">
                  <c:v>2025-02-19</c:v>
                </c:pt>
                <c:pt idx="1241">
                  <c:v>2025-02-20</c:v>
                </c:pt>
                <c:pt idx="1242">
                  <c:v>2025-02-21</c:v>
                </c:pt>
                <c:pt idx="1243">
                  <c:v>2025-02-24</c:v>
                </c:pt>
                <c:pt idx="1244">
                  <c:v>2025-02-25</c:v>
                </c:pt>
                <c:pt idx="1245">
                  <c:v>2025-02-26</c:v>
                </c:pt>
                <c:pt idx="1246">
                  <c:v>2025-02-27</c:v>
                </c:pt>
                <c:pt idx="1247">
                  <c:v>2025-02-28</c:v>
                </c:pt>
                <c:pt idx="1248">
                  <c:v>2025-03-03</c:v>
                </c:pt>
                <c:pt idx="1249">
                  <c:v>2025-03-04</c:v>
                </c:pt>
                <c:pt idx="1250">
                  <c:v>2025-03-05</c:v>
                </c:pt>
                <c:pt idx="1251">
                  <c:v>2025-03-06</c:v>
                </c:pt>
                <c:pt idx="1252">
                  <c:v>2025-03-07</c:v>
                </c:pt>
                <c:pt idx="1253">
                  <c:v>2025-03-10</c:v>
                </c:pt>
                <c:pt idx="1254">
                  <c:v>2025-03-11</c:v>
                </c:pt>
                <c:pt idx="1255">
                  <c:v>2025-03-12</c:v>
                </c:pt>
                <c:pt idx="1256">
                  <c:v>2025-03-13</c:v>
                </c:pt>
                <c:pt idx="1257">
                  <c:v>2025-03-14</c:v>
                </c:pt>
                <c:pt idx="1258">
                  <c:v>2025-03-17</c:v>
                </c:pt>
                <c:pt idx="1259">
                  <c:v>2025-03-18</c:v>
                </c:pt>
                <c:pt idx="1260">
                  <c:v>2025-03-19</c:v>
                </c:pt>
                <c:pt idx="1261">
                  <c:v>2025-03-20</c:v>
                </c:pt>
                <c:pt idx="1262">
                  <c:v>2025-03-21</c:v>
                </c:pt>
                <c:pt idx="1263">
                  <c:v>2025-03-24</c:v>
                </c:pt>
                <c:pt idx="1264">
                  <c:v>2025-03-25</c:v>
                </c:pt>
                <c:pt idx="1265">
                  <c:v>2025-03-26</c:v>
                </c:pt>
                <c:pt idx="1266">
                  <c:v>2025-03-27</c:v>
                </c:pt>
                <c:pt idx="1267">
                  <c:v>2025-03-28</c:v>
                </c:pt>
                <c:pt idx="1268">
                  <c:v>2025-03-31</c:v>
                </c:pt>
                <c:pt idx="1269">
                  <c:v>2025-04-01</c:v>
                </c:pt>
                <c:pt idx="1270">
                  <c:v>2025-04-02</c:v>
                </c:pt>
                <c:pt idx="1271">
                  <c:v>2025-04-03</c:v>
                </c:pt>
                <c:pt idx="1272">
                  <c:v>2025-04-07</c:v>
                </c:pt>
                <c:pt idx="1273">
                  <c:v>2025-04-08</c:v>
                </c:pt>
                <c:pt idx="1274">
                  <c:v>2025-04-09</c:v>
                </c:pt>
                <c:pt idx="1275">
                  <c:v>2025-04-10</c:v>
                </c:pt>
                <c:pt idx="1276">
                  <c:v>2025-04-11</c:v>
                </c:pt>
                <c:pt idx="1277">
                  <c:v>2025-04-14</c:v>
                </c:pt>
                <c:pt idx="1278">
                  <c:v>2025-04-15</c:v>
                </c:pt>
                <c:pt idx="1279">
                  <c:v>2025-04-16</c:v>
                </c:pt>
                <c:pt idx="1280">
                  <c:v>2025-04-17</c:v>
                </c:pt>
                <c:pt idx="1281">
                  <c:v>2025-04-18</c:v>
                </c:pt>
                <c:pt idx="1282">
                  <c:v>2025-04-21</c:v>
                </c:pt>
                <c:pt idx="1283">
                  <c:v>2025-04-22</c:v>
                </c:pt>
                <c:pt idx="1284">
                  <c:v>2025-04-23</c:v>
                </c:pt>
                <c:pt idx="1285">
                  <c:v>2025-04-24</c:v>
                </c:pt>
                <c:pt idx="1286">
                  <c:v>2025-04-25</c:v>
                </c:pt>
                <c:pt idx="1287">
                  <c:v>2025-04-28</c:v>
                </c:pt>
                <c:pt idx="1288">
                  <c:v>2025-04-29</c:v>
                </c:pt>
                <c:pt idx="1289">
                  <c:v>2025-04-30</c:v>
                </c:pt>
                <c:pt idx="1290">
                  <c:v>2025-05-06</c:v>
                </c:pt>
                <c:pt idx="1291">
                  <c:v>2025-05-07</c:v>
                </c:pt>
                <c:pt idx="1292">
                  <c:v>2025-05-08</c:v>
                </c:pt>
                <c:pt idx="1293">
                  <c:v>2025-05-09</c:v>
                </c:pt>
                <c:pt idx="1294">
                  <c:v>2025-05-12</c:v>
                </c:pt>
                <c:pt idx="1295">
                  <c:v>2025-05-13</c:v>
                </c:pt>
                <c:pt idx="1296">
                  <c:v>2025-05-14</c:v>
                </c:pt>
                <c:pt idx="1297">
                  <c:v>2025-05-15</c:v>
                </c:pt>
                <c:pt idx="1298">
                  <c:v>2025-05-16</c:v>
                </c:pt>
                <c:pt idx="1299">
                  <c:v>2025-05-19</c:v>
                </c:pt>
                <c:pt idx="1300">
                  <c:v>2025-05-20</c:v>
                </c:pt>
                <c:pt idx="1301">
                  <c:v>2025-05-21</c:v>
                </c:pt>
                <c:pt idx="1302">
                  <c:v>2025-05-22</c:v>
                </c:pt>
                <c:pt idx="1303">
                  <c:v>2025-05-23</c:v>
                </c:pt>
                <c:pt idx="1304">
                  <c:v>2025-05-26</c:v>
                </c:pt>
                <c:pt idx="1305">
                  <c:v>2025-05-27</c:v>
                </c:pt>
                <c:pt idx="1306">
                  <c:v>2025-05-28</c:v>
                </c:pt>
                <c:pt idx="1307">
                  <c:v>2025-05-29</c:v>
                </c:pt>
                <c:pt idx="1308">
                  <c:v>2025-05-30</c:v>
                </c:pt>
                <c:pt idx="1309">
                  <c:v>2025-06-03</c:v>
                </c:pt>
                <c:pt idx="1310">
                  <c:v>2025-06-04</c:v>
                </c:pt>
                <c:pt idx="1311">
                  <c:v>2025-06-05</c:v>
                </c:pt>
                <c:pt idx="1312">
                  <c:v>2025-06-06</c:v>
                </c:pt>
                <c:pt idx="1313">
                  <c:v>2025-06-09</c:v>
                </c:pt>
                <c:pt idx="1314">
                  <c:v>2025-06-10</c:v>
                </c:pt>
                <c:pt idx="1315">
                  <c:v>2025-06-11</c:v>
                </c:pt>
                <c:pt idx="1316">
                  <c:v>2025-06-12</c:v>
                </c:pt>
                <c:pt idx="1317">
                  <c:v>2025-06-13</c:v>
                </c:pt>
                <c:pt idx="1318">
                  <c:v>2025-06-16</c:v>
                </c:pt>
                <c:pt idx="1319">
                  <c:v>2025-06-17</c:v>
                </c:pt>
                <c:pt idx="1320">
                  <c:v>2025-06-18</c:v>
                </c:pt>
                <c:pt idx="1321">
                  <c:v>2025-06-19</c:v>
                </c:pt>
                <c:pt idx="1322">
                  <c:v>2025-06-20</c:v>
                </c:pt>
                <c:pt idx="1323">
                  <c:v>2025-06-23</c:v>
                </c:pt>
                <c:pt idx="1324">
                  <c:v>2025-06-24</c:v>
                </c:pt>
                <c:pt idx="1325">
                  <c:v>2025-06-25</c:v>
                </c:pt>
                <c:pt idx="1326">
                  <c:v>2025-06-26</c:v>
                </c:pt>
                <c:pt idx="1327">
                  <c:v>2025-06-27</c:v>
                </c:pt>
                <c:pt idx="1328">
                  <c:v>2025-06-30</c:v>
                </c:pt>
                <c:pt idx="1329">
                  <c:v>2025-07-01</c:v>
                </c:pt>
                <c:pt idx="1330">
                  <c:v>2025-07-02</c:v>
                </c:pt>
                <c:pt idx="1331">
                  <c:v>2025-07-03</c:v>
                </c:pt>
                <c:pt idx="1332">
                  <c:v>2025-07-04</c:v>
                </c:pt>
                <c:pt idx="1333">
                  <c:v>2025-07-07</c:v>
                </c:pt>
                <c:pt idx="1334">
                  <c:v>2025-07-08</c:v>
                </c:pt>
                <c:pt idx="1335">
                  <c:v>2025-07-09</c:v>
                </c:pt>
                <c:pt idx="1336">
                  <c:v>2025-07-10</c:v>
                </c:pt>
                <c:pt idx="1337">
                  <c:v>2025-07-11</c:v>
                </c:pt>
                <c:pt idx="1338">
                  <c:v>2025-07-14</c:v>
                </c:pt>
                <c:pt idx="1339">
                  <c:v>2025-07-15</c:v>
                </c:pt>
                <c:pt idx="1340">
                  <c:v>2025-07-16</c:v>
                </c:pt>
                <c:pt idx="1341">
                  <c:v>2025-07-17</c:v>
                </c:pt>
                <c:pt idx="1342">
                  <c:v>2025-07-18</c:v>
                </c:pt>
                <c:pt idx="1343">
                  <c:v>2025-07-21</c:v>
                </c:pt>
                <c:pt idx="1344">
                  <c:v>2025-07-22</c:v>
                </c:pt>
                <c:pt idx="1345">
                  <c:v>2025-07-23</c:v>
                </c:pt>
                <c:pt idx="1346">
                  <c:v>2025-07-24</c:v>
                </c:pt>
                <c:pt idx="1347">
                  <c:v>2025-07-25</c:v>
                </c:pt>
                <c:pt idx="1348">
                  <c:v>2025-07-28</c:v>
                </c:pt>
                <c:pt idx="1349">
                  <c:v>2025-07-29</c:v>
                </c:pt>
                <c:pt idx="1350">
                  <c:v>2025-07-30</c:v>
                </c:pt>
                <c:pt idx="1351">
                  <c:v>2025-07-31</c:v>
                </c:pt>
                <c:pt idx="1352">
                  <c:v>2025-08-01</c:v>
                </c:pt>
                <c:pt idx="1353">
                  <c:v>2025-08-04</c:v>
                </c:pt>
                <c:pt idx="1354">
                  <c:v>2025-08-05</c:v>
                </c:pt>
                <c:pt idx="1355">
                  <c:v>2025-08-06</c:v>
                </c:pt>
                <c:pt idx="1356">
                  <c:v>2025-08-07</c:v>
                </c:pt>
                <c:pt idx="1357">
                  <c:v>2025-08-08</c:v>
                </c:pt>
                <c:pt idx="1358">
                  <c:v>2025-08-11</c:v>
                </c:pt>
                <c:pt idx="1359">
                  <c:v>2025-08-12</c:v>
                </c:pt>
                <c:pt idx="1360">
                  <c:v>2025-08-13</c:v>
                </c:pt>
                <c:pt idx="1361">
                  <c:v>2025-08-14</c:v>
                </c:pt>
                <c:pt idx="1362">
                  <c:v>2025-08-15</c:v>
                </c:pt>
                <c:pt idx="1363">
                  <c:v>2025-08-18</c:v>
                </c:pt>
                <c:pt idx="1364">
                  <c:v>2025-08-19</c:v>
                </c:pt>
                <c:pt idx="1365">
                  <c:v>2025-08-20</c:v>
                </c:pt>
                <c:pt idx="1366">
                  <c:v>2025-08-21</c:v>
                </c:pt>
                <c:pt idx="1367">
                  <c:v>2025-08-22</c:v>
                </c:pt>
                <c:pt idx="1368">
                  <c:v>2025-08-25</c:v>
                </c:pt>
                <c:pt idx="1369">
                  <c:v>2025-08-26</c:v>
                </c:pt>
                <c:pt idx="1370">
                  <c:v>2025-08-27</c:v>
                </c:pt>
                <c:pt idx="1371">
                  <c:v>2025-08-28</c:v>
                </c:pt>
                <c:pt idx="1372">
                  <c:v>2025-08-29</c:v>
                </c:pt>
                <c:pt idx="1373">
                  <c:v>2025-09-01</c:v>
                </c:pt>
                <c:pt idx="1374">
                  <c:v>2025-09-02</c:v>
                </c:pt>
                <c:pt idx="1375">
                  <c:v>2025-09-03</c:v>
                </c:pt>
                <c:pt idx="1376">
                  <c:v>2025-09-04</c:v>
                </c:pt>
                <c:pt idx="1377">
                  <c:v>2025-09-05</c:v>
                </c:pt>
                <c:pt idx="1378">
                  <c:v>2025-09-08</c:v>
                </c:pt>
                <c:pt idx="1379">
                  <c:v>2025-09-09</c:v>
                </c:pt>
                <c:pt idx="1380">
                  <c:v>2025-09-10</c:v>
                </c:pt>
                <c:pt idx="1381">
                  <c:v>2025-09-11</c:v>
                </c:pt>
                <c:pt idx="1382">
                  <c:v>2025-09-12</c:v>
                </c:pt>
                <c:pt idx="1383">
                  <c:v>2025-09-15</c:v>
                </c:pt>
                <c:pt idx="1384">
                  <c:v>2025-09-16</c:v>
                </c:pt>
                <c:pt idx="1385">
                  <c:v>2025-09-17</c:v>
                </c:pt>
                <c:pt idx="1386">
                  <c:v>2025-09-18</c:v>
                </c:pt>
                <c:pt idx="1387">
                  <c:v>2025-09-19</c:v>
                </c:pt>
                <c:pt idx="1388">
                  <c:v>2025-09-22</c:v>
                </c:pt>
                <c:pt idx="1389">
                  <c:v>2025-09-23</c:v>
                </c:pt>
                <c:pt idx="1390">
                  <c:v>2025-09-24</c:v>
                </c:pt>
                <c:pt idx="1391">
                  <c:v>2025-09-25</c:v>
                </c:pt>
                <c:pt idx="1392">
                  <c:v>2025-09-26</c:v>
                </c:pt>
                <c:pt idx="1393">
                  <c:v>2025-09-29</c:v>
                </c:pt>
                <c:pt idx="1394">
                  <c:v>2025-09-30</c:v>
                </c:pt>
                <c:pt idx="1395">
                  <c:v>2025-10-09</c:v>
                </c:pt>
                <c:pt idx="1396">
                  <c:v>2025-10-10</c:v>
                </c:pt>
                <c:pt idx="1397">
                  <c:v>2025-10-13</c:v>
                </c:pt>
                <c:pt idx="1398">
                  <c:v>2025-10-14</c:v>
                </c:pt>
                <c:pt idx="1399">
                  <c:v>2025-10-15</c:v>
                </c:pt>
                <c:pt idx="1400">
                  <c:v>2025-10-16</c:v>
                </c:pt>
                <c:pt idx="1401">
                  <c:v>2025-10-17</c:v>
                </c:pt>
                <c:pt idx="1402">
                  <c:v>2025-10-20</c:v>
                </c:pt>
                <c:pt idx="1403">
                  <c:v>2025-10-21</c:v>
                </c:pt>
                <c:pt idx="1404">
                  <c:v>2025-10-22</c:v>
                </c:pt>
                <c:pt idx="1405">
                  <c:v>2025-10-23</c:v>
                </c:pt>
                <c:pt idx="1406">
                  <c:v>2025-10-24</c:v>
                </c:pt>
                <c:pt idx="1407">
                  <c:v>2025-10-27</c:v>
                </c:pt>
                <c:pt idx="1408">
                  <c:v>2025-10-28</c:v>
                </c:pt>
                <c:pt idx="1409">
                  <c:v>2025-10-29</c:v>
                </c:pt>
                <c:pt idx="1410">
                  <c:v>2025-10-30</c:v>
                </c:pt>
                <c:pt idx="1411">
                  <c:v>2025-10-31</c:v>
                </c:pt>
                <c:pt idx="1412">
                  <c:v>2025-11-03</c:v>
                </c:pt>
                <c:pt idx="1413">
                  <c:v>2025-11-04</c:v>
                </c:pt>
                <c:pt idx="1414">
                  <c:v>2025-11-05</c:v>
                </c:pt>
                <c:pt idx="1415">
                  <c:v>2025-11-06</c:v>
                </c:pt>
                <c:pt idx="1416">
                  <c:v>2025-11-07</c:v>
                </c:pt>
                <c:pt idx="1417">
                  <c:v>2025-11-10</c:v>
                </c:pt>
                <c:pt idx="1418">
                  <c:v>2025-11-11</c:v>
                </c:pt>
                <c:pt idx="1419">
                  <c:v>2025-11-12</c:v>
                </c:pt>
                <c:pt idx="1420">
                  <c:v>2025-11-13</c:v>
                </c:pt>
                <c:pt idx="1421">
                  <c:v>2025-11-14</c:v>
                </c:pt>
                <c:pt idx="1422">
                  <c:v>2025-11-17</c:v>
                </c:pt>
                <c:pt idx="1423">
                  <c:v>2025-11-18</c:v>
                </c:pt>
                <c:pt idx="1424">
                  <c:v>2025-11-19</c:v>
                </c:pt>
                <c:pt idx="1425">
                  <c:v>2025-11-20</c:v>
                </c:pt>
                <c:pt idx="1426">
                  <c:v>2025-11-21</c:v>
                </c:pt>
                <c:pt idx="1427">
                  <c:v>2025-11-24</c:v>
                </c:pt>
                <c:pt idx="1428">
                  <c:v>2025-11-25</c:v>
                </c:pt>
                <c:pt idx="1429">
                  <c:v>2025-11-26</c:v>
                </c:pt>
                <c:pt idx="1430">
                  <c:v>2025-11-27</c:v>
                </c:pt>
                <c:pt idx="1431">
                  <c:v>2025-11-28</c:v>
                </c:pt>
                <c:pt idx="1432">
                  <c:v>2025-12-01</c:v>
                </c:pt>
                <c:pt idx="1433">
                  <c:v>2025-12-02</c:v>
                </c:pt>
                <c:pt idx="1434">
                  <c:v>2025-12-03</c:v>
                </c:pt>
                <c:pt idx="1435">
                  <c:v>2025-12-04</c:v>
                </c:pt>
                <c:pt idx="1436">
                  <c:v>2025-12-05</c:v>
                </c:pt>
                <c:pt idx="1437">
                  <c:v>2025-12-08</c:v>
                </c:pt>
                <c:pt idx="1438">
                  <c:v>2025-12-09</c:v>
                </c:pt>
                <c:pt idx="1439">
                  <c:v>2025-12-10</c:v>
                </c:pt>
                <c:pt idx="1440">
                  <c:v>2025-12-11</c:v>
                </c:pt>
                <c:pt idx="1441">
                  <c:v>2025-12-12</c:v>
                </c:pt>
                <c:pt idx="1442">
                  <c:v>2025-12-15</c:v>
                </c:pt>
                <c:pt idx="1443">
                  <c:v>2025-12-16</c:v>
                </c:pt>
                <c:pt idx="1444">
                  <c:v>2025-12-17</c:v>
                </c:pt>
                <c:pt idx="1445">
                  <c:v>2025-12-18</c:v>
                </c:pt>
                <c:pt idx="1446">
                  <c:v>2025-12-19</c:v>
                </c:pt>
                <c:pt idx="1447">
                  <c:v>2025-12-22</c:v>
                </c:pt>
                <c:pt idx="1448">
                  <c:v>2025-12-23</c:v>
                </c:pt>
                <c:pt idx="1449">
                  <c:v>2025-12-24</c:v>
                </c:pt>
                <c:pt idx="1450">
                  <c:v>2025-12-25</c:v>
                </c:pt>
                <c:pt idx="1451">
                  <c:v>2025-12-26</c:v>
                </c:pt>
                <c:pt idx="1452">
                  <c:v>2025-12-29</c:v>
                </c:pt>
                <c:pt idx="1453">
                  <c:v>2025-12-30</c:v>
                </c:pt>
                <c:pt idx="1454">
                  <c:v>2025-12-31</c:v>
                </c:pt>
                <c:pt idx="1455">
                  <c:v>2026-01-05</c:v>
                </c:pt>
                <c:pt idx="1456">
                  <c:v>2026-01-06</c:v>
                </c:pt>
                <c:pt idx="1457">
                  <c:v>2026-01-07</c:v>
                </c:pt>
                <c:pt idx="1458">
                  <c:v>2026-01-08</c:v>
                </c:pt>
                <c:pt idx="1459">
                  <c:v>2026-01-09</c:v>
                </c:pt>
                <c:pt idx="1460">
                  <c:v>2026-01-12</c:v>
                </c:pt>
                <c:pt idx="1461">
                  <c:v>2026-01-13</c:v>
                </c:pt>
                <c:pt idx="1462">
                  <c:v>2026-01-14</c:v>
                </c:pt>
                <c:pt idx="1463">
                  <c:v>2026-01-15</c:v>
                </c:pt>
                <c:pt idx="1464">
                  <c:v>2026-01-16</c:v>
                </c:pt>
                <c:pt idx="1465">
                  <c:v>2026-01-19</c:v>
                </c:pt>
                <c:pt idx="1466">
                  <c:v>2026-01-20</c:v>
                </c:pt>
                <c:pt idx="1467">
                  <c:v>2026-01-21</c:v>
                </c:pt>
                <c:pt idx="1468">
                  <c:v>2026-01-22</c:v>
                </c:pt>
                <c:pt idx="1469">
                  <c:v>2026-01-23</c:v>
                </c:pt>
                <c:pt idx="1470">
                  <c:v>2026-01-26</c:v>
                </c:pt>
                <c:pt idx="1471">
                  <c:v>2026-01-27</c:v>
                </c:pt>
                <c:pt idx="1472">
                  <c:v>2026-01-28</c:v>
                </c:pt>
                <c:pt idx="1473">
                  <c:v>2026-01-29</c:v>
                </c:pt>
                <c:pt idx="1474">
                  <c:v>2026-01-30</c:v>
                </c:pt>
                <c:pt idx="1475">
                  <c:v>2026-02-02</c:v>
                </c:pt>
                <c:pt idx="1476">
                  <c:v>2026-02-03</c:v>
                </c:pt>
                <c:pt idx="1477">
                  <c:v>2026-02-04</c:v>
                </c:pt>
                <c:pt idx="1478">
                  <c:v>2026-02-05</c:v>
                </c:pt>
                <c:pt idx="1479">
                  <c:v>2026-02-06</c:v>
                </c:pt>
                <c:pt idx="1480">
                  <c:v>2026-02-09</c:v>
                </c:pt>
                <c:pt idx="1481">
                  <c:v>2026-02-10</c:v>
                </c:pt>
                <c:pt idx="1482">
                  <c:v>2026-02-11</c:v>
                </c:pt>
                <c:pt idx="1483">
                  <c:v>2026-02-12</c:v>
                </c:pt>
                <c:pt idx="1484">
                  <c:v>2026-02-13</c:v>
                </c:pt>
                <c:pt idx="1485">
                  <c:v>2026-02-24</c:v>
                </c:pt>
                <c:pt idx="1486">
                  <c:v>2026-02-25</c:v>
                </c:pt>
                <c:pt idx="1487">
                  <c:v>2026-02-26</c:v>
                </c:pt>
                <c:pt idx="1488">
                  <c:v>2026-02-27</c:v>
                </c:pt>
                <c:pt idx="1489">
                  <c:v>2026-03-02</c:v>
                </c:pt>
                <c:pt idx="1490">
                  <c:v>2026-03-03</c:v>
                </c:pt>
                <c:pt idx="1491">
                  <c:v>2026-03-04</c:v>
                </c:pt>
                <c:pt idx="1492">
                  <c:v>2026-03-05</c:v>
                </c:pt>
                <c:pt idx="1493">
                  <c:v>2026-03-06</c:v>
                </c:pt>
                <c:pt idx="1494">
                  <c:v>2026-03-09</c:v>
                </c:pt>
                <c:pt idx="1495">
                  <c:v>2026-03-10</c:v>
                </c:pt>
                <c:pt idx="1496">
                  <c:v>2026-03-11</c:v>
                </c:pt>
                <c:pt idx="1497">
                  <c:v>2026-03-12</c:v>
                </c:pt>
                <c:pt idx="1498">
                  <c:v>2026-03-13</c:v>
                </c:pt>
                <c:pt idx="1499">
                  <c:v>2026-03-16</c:v>
                </c:pt>
                <c:pt idx="1500">
                  <c:v>2026-03-17</c:v>
                </c:pt>
                <c:pt idx="1501">
                  <c:v>2026-03-18</c:v>
                </c:pt>
                <c:pt idx="1502">
                  <c:v>2026-03-19</c:v>
                </c:pt>
                <c:pt idx="1503">
                  <c:v>2026-03-20</c:v>
                </c:pt>
                <c:pt idx="1504">
                  <c:v>2026-03-23</c:v>
                </c:pt>
                <c:pt idx="1505">
                  <c:v>2026-03-24</c:v>
                </c:pt>
                <c:pt idx="1506">
                  <c:v>2026-03-25</c:v>
                </c:pt>
                <c:pt idx="1507">
                  <c:v>2026-03-26</c:v>
                </c:pt>
                <c:pt idx="1508">
                  <c:v>2026-03-27</c:v>
                </c:pt>
                <c:pt idx="1509">
                  <c:v>2026-03-30</c:v>
                </c:pt>
                <c:pt idx="1510">
                  <c:v>2026-03-31</c:v>
                </c:pt>
                <c:pt idx="1511">
                  <c:v>2026-04-01</c:v>
                </c:pt>
                <c:pt idx="1512">
                  <c:v>2026-04-02</c:v>
                </c:pt>
                <c:pt idx="1513">
                  <c:v>2026-04-03</c:v>
                </c:pt>
                <c:pt idx="1514">
                  <c:v>2026-04-07</c:v>
                </c:pt>
                <c:pt idx="1515">
                  <c:v>2026-04-08</c:v>
                </c:pt>
                <c:pt idx="1516">
                  <c:v>2026-04-09</c:v>
                </c:pt>
                <c:pt idx="1517">
                  <c:v>2026-04-10</c:v>
                </c:pt>
                <c:pt idx="1518">
                  <c:v>2026-04-13</c:v>
                </c:pt>
                <c:pt idx="1519">
                  <c:v>2026-04-14</c:v>
                </c:pt>
                <c:pt idx="1520">
                  <c:v>2026-04-15</c:v>
                </c:pt>
                <c:pt idx="1521">
                  <c:v>2026-04-16</c:v>
                </c:pt>
                <c:pt idx="1522">
                  <c:v>2026-04-17</c:v>
                </c:pt>
                <c:pt idx="1523">
                  <c:v>2026-04-20</c:v>
                </c:pt>
                <c:pt idx="1524">
                  <c:v>2026-04-21</c:v>
                </c:pt>
                <c:pt idx="1525">
                  <c:v>2026-04-22</c:v>
                </c:pt>
                <c:pt idx="1526">
                  <c:v>2026-04-23</c:v>
                </c:pt>
                <c:pt idx="1527">
                  <c:v>2026-04-24</c:v>
                </c:pt>
                <c:pt idx="1528">
                  <c:v>2026-04-27</c:v>
                </c:pt>
                <c:pt idx="1529">
                  <c:v>2026-04-28</c:v>
                </c:pt>
                <c:pt idx="1530">
                  <c:v>2026-04-29</c:v>
                </c:pt>
                <c:pt idx="1531">
                  <c:v>2026-04-30</c:v>
                </c:pt>
              </c:strCache>
            </c:strRef>
          </c:cat>
          <c:val>
            <c:numRef>
              <c:f>结果页!$D$2:$D$1533</c:f>
              <c:numCache>
                <c:formatCode>General</c:formatCode>
                <c:ptCount val="1532"/>
                <c:pt idx="0">
                  <c:v>1</c:v>
                </c:pt>
                <c:pt idx="1">
                  <c:v>1.0026978171211081</c:v>
                </c:pt>
                <c:pt idx="2">
                  <c:v>1.0073424675770131</c:v>
                </c:pt>
                <c:pt idx="3">
                  <c:v>1.0093186700487711</c:v>
                </c:pt>
                <c:pt idx="4">
                  <c:v>1.007027427327662</c:v>
                </c:pt>
                <c:pt idx="5">
                  <c:v>1.010541717581444</c:v>
                </c:pt>
                <c:pt idx="6">
                  <c:v>1.0118318152490671</c:v>
                </c:pt>
                <c:pt idx="7">
                  <c:v>1.0181318901780929</c:v>
                </c:pt>
                <c:pt idx="8">
                  <c:v>1.0168137953217591</c:v>
                </c:pt>
                <c:pt idx="9">
                  <c:v>1.0179842931030421</c:v>
                </c:pt>
                <c:pt idx="10">
                  <c:v>1.0193284251113099</c:v>
                </c:pt>
                <c:pt idx="11">
                  <c:v>1.0205806720359201</c:v>
                </c:pt>
                <c:pt idx="12">
                  <c:v>1.027726835613922</c:v>
                </c:pt>
                <c:pt idx="13">
                  <c:v>1.025752543867805</c:v>
                </c:pt>
                <c:pt idx="14">
                  <c:v>1.031465303308239</c:v>
                </c:pt>
                <c:pt idx="15">
                  <c:v>1.0217134490245181</c:v>
                </c:pt>
                <c:pt idx="16">
                  <c:v>1.0004507719164499</c:v>
                </c:pt>
                <c:pt idx="17">
                  <c:v>1.0082171247982461</c:v>
                </c:pt>
                <c:pt idx="18">
                  <c:v>1.01393556921678</c:v>
                </c:pt>
                <c:pt idx="19">
                  <c:v>1.022307064088096</c:v>
                </c:pt>
                <c:pt idx="20">
                  <c:v>1.028540514155327</c:v>
                </c:pt>
                <c:pt idx="21">
                  <c:v>1.031301952901684</c:v>
                </c:pt>
                <c:pt idx="22">
                  <c:v>1.03046558946074</c:v>
                </c:pt>
                <c:pt idx="23">
                  <c:v>1.037279266508504</c:v>
                </c:pt>
                <c:pt idx="24">
                  <c:v>1.0373931769229541</c:v>
                </c:pt>
                <c:pt idx="25">
                  <c:v>1.0379491818287181</c:v>
                </c:pt>
                <c:pt idx="26">
                  <c:v>1.0496784441649829</c:v>
                </c:pt>
                <c:pt idx="27">
                  <c:v>1.055867889954111</c:v>
                </c:pt>
                <c:pt idx="28">
                  <c:v>1.054135693172257</c:v>
                </c:pt>
                <c:pt idx="29">
                  <c:v>1.060909618489368</c:v>
                </c:pt>
                <c:pt idx="30">
                  <c:v>1.068862745196544</c:v>
                </c:pt>
                <c:pt idx="31">
                  <c:v>1.0801045244846621</c:v>
                </c:pt>
                <c:pt idx="32">
                  <c:v>1.0819470803039231</c:v>
                </c:pt>
                <c:pt idx="33">
                  <c:v>1.06740867198504</c:v>
                </c:pt>
                <c:pt idx="34">
                  <c:v>1.0665418841267711</c:v>
                </c:pt>
                <c:pt idx="35">
                  <c:v>1.047707732222779</c:v>
                </c:pt>
                <c:pt idx="36">
                  <c:v>1.0576213818194891</c:v>
                </c:pt>
                <c:pt idx="37">
                  <c:v>1.060707290599602</c:v>
                </c:pt>
                <c:pt idx="38">
                  <c:v>1.060857050044415</c:v>
                </c:pt>
                <c:pt idx="39">
                  <c:v>1.0653801488891841</c:v>
                </c:pt>
                <c:pt idx="40">
                  <c:v>1.0648354434484619</c:v>
                </c:pt>
                <c:pt idx="41">
                  <c:v>1.0519440628212771</c:v>
                </c:pt>
                <c:pt idx="42">
                  <c:v>1.0602926848776271</c:v>
                </c:pt>
                <c:pt idx="43">
                  <c:v>1.0544650452459059</c:v>
                </c:pt>
                <c:pt idx="44">
                  <c:v>1.047882502801752</c:v>
                </c:pt>
                <c:pt idx="45">
                  <c:v>1.042536775929136</c:v>
                </c:pt>
                <c:pt idx="46">
                  <c:v>1.0223214738452291</c:v>
                </c:pt>
                <c:pt idx="47">
                  <c:v>1.0179094500894179</c:v>
                </c:pt>
                <c:pt idx="48">
                  <c:v>1.0148407680519449</c:v>
                </c:pt>
                <c:pt idx="49">
                  <c:v>1.017908757179157</c:v>
                </c:pt>
                <c:pt idx="50">
                  <c:v>1.0215089154468899</c:v>
                </c:pt>
                <c:pt idx="51">
                  <c:v>1.007272763474987</c:v>
                </c:pt>
                <c:pt idx="52">
                  <c:v>1.01741508787741</c:v>
                </c:pt>
                <c:pt idx="53">
                  <c:v>1.028036428837497</c:v>
                </c:pt>
                <c:pt idx="54">
                  <c:v>1.0247161933936331</c:v>
                </c:pt>
                <c:pt idx="55">
                  <c:v>1.023414240091308</c:v>
                </c:pt>
                <c:pt idx="56">
                  <c:v>1.0154718049139291</c:v>
                </c:pt>
                <c:pt idx="57">
                  <c:v>1.016141793262457</c:v>
                </c:pt>
                <c:pt idx="58">
                  <c:v>1.015956162841485</c:v>
                </c:pt>
                <c:pt idx="59">
                  <c:v>1.026042572593127</c:v>
                </c:pt>
                <c:pt idx="60">
                  <c:v>1.023818013814408</c:v>
                </c:pt>
                <c:pt idx="61">
                  <c:v>1.0387865059768779</c:v>
                </c:pt>
                <c:pt idx="62">
                  <c:v>1.0410321981440609</c:v>
                </c:pt>
                <c:pt idx="63">
                  <c:v>1.042845624496866</c:v>
                </c:pt>
                <c:pt idx="64">
                  <c:v>1.034921165255253</c:v>
                </c:pt>
                <c:pt idx="65">
                  <c:v>1.0307313453194249</c:v>
                </c:pt>
                <c:pt idx="66">
                  <c:v>1.039941749977247</c:v>
                </c:pt>
                <c:pt idx="67">
                  <c:v>1.0392724000386251</c:v>
                </c:pt>
                <c:pt idx="68">
                  <c:v>1.0435068724181089</c:v>
                </c:pt>
                <c:pt idx="69">
                  <c:v>1.0435036288869881</c:v>
                </c:pt>
                <c:pt idx="70">
                  <c:v>1.0468413999927459</c:v>
                </c:pt>
                <c:pt idx="71">
                  <c:v>1.046054335312987</c:v>
                </c:pt>
                <c:pt idx="72">
                  <c:v>1.049054937177516</c:v>
                </c:pt>
                <c:pt idx="73">
                  <c:v>1.0492146825906461</c:v>
                </c:pt>
                <c:pt idx="74">
                  <c:v>1.045745125373704</c:v>
                </c:pt>
                <c:pt idx="75">
                  <c:v>1.0456532901008559</c:v>
                </c:pt>
                <c:pt idx="76">
                  <c:v>1.0452948320520701</c:v>
                </c:pt>
                <c:pt idx="77">
                  <c:v>1.045890580390145</c:v>
                </c:pt>
                <c:pt idx="78">
                  <c:v>1.0556566343696261</c:v>
                </c:pt>
                <c:pt idx="79">
                  <c:v>1.063012159986584</c:v>
                </c:pt>
                <c:pt idx="80">
                  <c:v>1.059649527454773</c:v>
                </c:pt>
                <c:pt idx="81">
                  <c:v>1.0629774658185409</c:v>
                </c:pt>
                <c:pt idx="82">
                  <c:v>1.0598019708978841</c:v>
                </c:pt>
                <c:pt idx="83">
                  <c:v>1.0606264039363751</c:v>
                </c:pt>
                <c:pt idx="84">
                  <c:v>1.062384604342556</c:v>
                </c:pt>
                <c:pt idx="85">
                  <c:v>1.0606465714651461</c:v>
                </c:pt>
                <c:pt idx="86">
                  <c:v>1.065036700883615</c:v>
                </c:pt>
                <c:pt idx="87">
                  <c:v>1.0626755455335699</c:v>
                </c:pt>
                <c:pt idx="88">
                  <c:v>1.067683499581441</c:v>
                </c:pt>
                <c:pt idx="89">
                  <c:v>1.064618018729379</c:v>
                </c:pt>
                <c:pt idx="90">
                  <c:v>1.057362679425158</c:v>
                </c:pt>
                <c:pt idx="91">
                  <c:v>1.052543916585934</c:v>
                </c:pt>
                <c:pt idx="92">
                  <c:v>1.0501315862504541</c:v>
                </c:pt>
                <c:pt idx="93">
                  <c:v>1.057408973406804</c:v>
                </c:pt>
                <c:pt idx="94">
                  <c:v>1.0517734690059739</c:v>
                </c:pt>
                <c:pt idx="95">
                  <c:v>1.050807447392182</c:v>
                </c:pt>
                <c:pt idx="96">
                  <c:v>1.052713892745418</c:v>
                </c:pt>
                <c:pt idx="97">
                  <c:v>1.065159669764149</c:v>
                </c:pt>
                <c:pt idx="98">
                  <c:v>1.0631568160149001</c:v>
                </c:pt>
                <c:pt idx="99">
                  <c:v>1.0605654571606049</c:v>
                </c:pt>
                <c:pt idx="100">
                  <c:v>1.058123572751881</c:v>
                </c:pt>
                <c:pt idx="101">
                  <c:v>1.0580806046468541</c:v>
                </c:pt>
                <c:pt idx="102">
                  <c:v>1.0560323123961699</c:v>
                </c:pt>
                <c:pt idx="103">
                  <c:v>1.0589027499472441</c:v>
                </c:pt>
                <c:pt idx="104">
                  <c:v>1.0606590786890691</c:v>
                </c:pt>
                <c:pt idx="105">
                  <c:v>1.061562264542097</c:v>
                </c:pt>
                <c:pt idx="106">
                  <c:v>1.0621848420519771</c:v>
                </c:pt>
                <c:pt idx="107">
                  <c:v>1.0597622052988931</c:v>
                </c:pt>
                <c:pt idx="108">
                  <c:v>1.06631201957725</c:v>
                </c:pt>
                <c:pt idx="109">
                  <c:v>1.066271036401603</c:v>
                </c:pt>
                <c:pt idx="110">
                  <c:v>1.069057654676014</c:v>
                </c:pt>
                <c:pt idx="111">
                  <c:v>1.0730734636698469</c:v>
                </c:pt>
                <c:pt idx="112">
                  <c:v>1.0778210948027469</c:v>
                </c:pt>
                <c:pt idx="113">
                  <c:v>1.079494330324386</c:v>
                </c:pt>
                <c:pt idx="114">
                  <c:v>1.081930937151286</c:v>
                </c:pt>
                <c:pt idx="115">
                  <c:v>1.0800469299568449</c:v>
                </c:pt>
                <c:pt idx="116">
                  <c:v>1.0887656364338429</c:v>
                </c:pt>
                <c:pt idx="117">
                  <c:v>1.090454660867167</c:v>
                </c:pt>
                <c:pt idx="118">
                  <c:v>1.0930186466994261</c:v>
                </c:pt>
                <c:pt idx="119">
                  <c:v>1.0967994422163569</c:v>
                </c:pt>
                <c:pt idx="120">
                  <c:v>1.1119116806335649</c:v>
                </c:pt>
                <c:pt idx="121">
                  <c:v>1.117364576334779</c:v>
                </c:pt>
                <c:pt idx="122">
                  <c:v>1.1268604522042629</c:v>
                </c:pt>
                <c:pt idx="123">
                  <c:v>1.137208331607529</c:v>
                </c:pt>
                <c:pt idx="124">
                  <c:v>1.1350628842009329</c:v>
                </c:pt>
                <c:pt idx="125">
                  <c:v>1.1490050306687389</c:v>
                </c:pt>
                <c:pt idx="126">
                  <c:v>1.1438364323440009</c:v>
                </c:pt>
                <c:pt idx="127">
                  <c:v>1.1302401971251801</c:v>
                </c:pt>
                <c:pt idx="128">
                  <c:v>1.1080330140291841</c:v>
                </c:pt>
                <c:pt idx="129">
                  <c:v>1.109230195263804</c:v>
                </c:pt>
                <c:pt idx="130">
                  <c:v>1.120209301999566</c:v>
                </c:pt>
                <c:pt idx="131">
                  <c:v>1.1252182864200491</c:v>
                </c:pt>
                <c:pt idx="132">
                  <c:v>1.1327356523187899</c:v>
                </c:pt>
                <c:pt idx="133">
                  <c:v>1.1345704307494711</c:v>
                </c:pt>
                <c:pt idx="134">
                  <c:v>1.1151211139382879</c:v>
                </c:pt>
                <c:pt idx="135">
                  <c:v>1.11863526889541</c:v>
                </c:pt>
                <c:pt idx="136">
                  <c:v>1.1228955340718181</c:v>
                </c:pt>
                <c:pt idx="137">
                  <c:v>1.1365286532846861</c:v>
                </c:pt>
                <c:pt idx="138">
                  <c:v>1.132627624608892</c:v>
                </c:pt>
                <c:pt idx="139">
                  <c:v>1.1419478889441179</c:v>
                </c:pt>
                <c:pt idx="140">
                  <c:v>1.154620138615617</c:v>
                </c:pt>
                <c:pt idx="141">
                  <c:v>1.149217178027522</c:v>
                </c:pt>
                <c:pt idx="142">
                  <c:v>1.156680847866044</c:v>
                </c:pt>
                <c:pt idx="143">
                  <c:v>1.155637766884505</c:v>
                </c:pt>
                <c:pt idx="144">
                  <c:v>1.148733761377865</c:v>
                </c:pt>
                <c:pt idx="145">
                  <c:v>1.1476792980598061</c:v>
                </c:pt>
                <c:pt idx="146">
                  <c:v>1.137649775130952</c:v>
                </c:pt>
                <c:pt idx="147">
                  <c:v>1.126025471423914</c:v>
                </c:pt>
                <c:pt idx="148">
                  <c:v>1.1274804128165541</c:v>
                </c:pt>
                <c:pt idx="149">
                  <c:v>1.1340780590199659</c:v>
                </c:pt>
                <c:pt idx="150">
                  <c:v>1.142700425247362</c:v>
                </c:pt>
                <c:pt idx="151">
                  <c:v>1.1465747222431579</c:v>
                </c:pt>
                <c:pt idx="152">
                  <c:v>1.1347340850488561</c:v>
                </c:pt>
                <c:pt idx="153">
                  <c:v>1.128083202670519</c:v>
                </c:pt>
                <c:pt idx="154">
                  <c:v>1.1315021735137629</c:v>
                </c:pt>
                <c:pt idx="155">
                  <c:v>1.137467080525792</c:v>
                </c:pt>
                <c:pt idx="156">
                  <c:v>1.135246354421662</c:v>
                </c:pt>
                <c:pt idx="157">
                  <c:v>1.124606361731797</c:v>
                </c:pt>
                <c:pt idx="158">
                  <c:v>1.1310785950451709</c:v>
                </c:pt>
                <c:pt idx="159">
                  <c:v>1.1361340672759701</c:v>
                </c:pt>
                <c:pt idx="160">
                  <c:v>1.1346798218073011</c:v>
                </c:pt>
                <c:pt idx="161">
                  <c:v>1.1392340142858719</c:v>
                </c:pt>
                <c:pt idx="162">
                  <c:v>1.13825608145191</c:v>
                </c:pt>
                <c:pt idx="163">
                  <c:v>1.1326783878308579</c:v>
                </c:pt>
                <c:pt idx="164">
                  <c:v>1.1307407099972979</c:v>
                </c:pt>
                <c:pt idx="165">
                  <c:v>1.120154717743076</c:v>
                </c:pt>
                <c:pt idx="166">
                  <c:v>1.120774831674195</c:v>
                </c:pt>
                <c:pt idx="167">
                  <c:v>1.10756035907811</c:v>
                </c:pt>
                <c:pt idx="168">
                  <c:v>1.101581632530644</c:v>
                </c:pt>
                <c:pt idx="169">
                  <c:v>1.1089430724964739</c:v>
                </c:pt>
                <c:pt idx="170">
                  <c:v>1.114737097800867</c:v>
                </c:pt>
                <c:pt idx="171">
                  <c:v>1.1179968619032941</c:v>
                </c:pt>
                <c:pt idx="172">
                  <c:v>1.1140961797077451</c:v>
                </c:pt>
                <c:pt idx="173">
                  <c:v>1.1158956082086291</c:v>
                </c:pt>
                <c:pt idx="174">
                  <c:v>1.122325210658162</c:v>
                </c:pt>
                <c:pt idx="175">
                  <c:v>1.120257244952505</c:v>
                </c:pt>
                <c:pt idx="176">
                  <c:v>1.1133676797753791</c:v>
                </c:pt>
                <c:pt idx="177">
                  <c:v>1.116108957890587</c:v>
                </c:pt>
                <c:pt idx="178">
                  <c:v>1.1051969481662629</c:v>
                </c:pt>
                <c:pt idx="179">
                  <c:v>1.105314834821747</c:v>
                </c:pt>
                <c:pt idx="180">
                  <c:v>1.102275050754308</c:v>
                </c:pt>
                <c:pt idx="181">
                  <c:v>1.1086373749842351</c:v>
                </c:pt>
                <c:pt idx="182">
                  <c:v>1.109248757004784</c:v>
                </c:pt>
                <c:pt idx="183">
                  <c:v>1.122279632708485</c:v>
                </c:pt>
                <c:pt idx="184">
                  <c:v>1.135492079219885</c:v>
                </c:pt>
                <c:pt idx="185">
                  <c:v>1.13691097731093</c:v>
                </c:pt>
                <c:pt idx="186">
                  <c:v>1.132589173983402</c:v>
                </c:pt>
                <c:pt idx="187">
                  <c:v>1.129045467531032</c:v>
                </c:pt>
                <c:pt idx="188">
                  <c:v>1.1273648960058971</c:v>
                </c:pt>
                <c:pt idx="189">
                  <c:v>1.1240641487355381</c:v>
                </c:pt>
                <c:pt idx="190">
                  <c:v>1.1278816184797369</c:v>
                </c:pt>
                <c:pt idx="191">
                  <c:v>1.122572429322324</c:v>
                </c:pt>
                <c:pt idx="192">
                  <c:v>1.1199266143250819</c:v>
                </c:pt>
                <c:pt idx="193">
                  <c:v>1.111611131537444</c:v>
                </c:pt>
                <c:pt idx="194">
                  <c:v>1.1133481768489619</c:v>
                </c:pt>
                <c:pt idx="195">
                  <c:v>1.118062086929688</c:v>
                </c:pt>
                <c:pt idx="196">
                  <c:v>1.1215898423051751</c:v>
                </c:pt>
                <c:pt idx="197">
                  <c:v>1.1199833819919791</c:v>
                </c:pt>
                <c:pt idx="198">
                  <c:v>1.111796747633824</c:v>
                </c:pt>
                <c:pt idx="199">
                  <c:v>1.116207914384312</c:v>
                </c:pt>
                <c:pt idx="200">
                  <c:v>1.1229902634911211</c:v>
                </c:pt>
                <c:pt idx="201">
                  <c:v>1.1238298326874481</c:v>
                </c:pt>
                <c:pt idx="202">
                  <c:v>1.1317581242618999</c:v>
                </c:pt>
                <c:pt idx="203">
                  <c:v>1.1300472293036861</c:v>
                </c:pt>
                <c:pt idx="204">
                  <c:v>1.141608248903244</c:v>
                </c:pt>
                <c:pt idx="205">
                  <c:v>1.13231335572728</c:v>
                </c:pt>
                <c:pt idx="206">
                  <c:v>1.1220040745106259</c:v>
                </c:pt>
                <c:pt idx="207">
                  <c:v>1.12266728957981</c:v>
                </c:pt>
                <c:pt idx="208">
                  <c:v>1.1218184959681201</c:v>
                </c:pt>
                <c:pt idx="209">
                  <c:v>1.1228088999564401</c:v>
                </c:pt>
                <c:pt idx="210">
                  <c:v>1.118493749502032</c:v>
                </c:pt>
                <c:pt idx="211">
                  <c:v>1.115960869252161</c:v>
                </c:pt>
                <c:pt idx="212">
                  <c:v>1.1170432466367439</c:v>
                </c:pt>
                <c:pt idx="213">
                  <c:v>1.1185074836705171</c:v>
                </c:pt>
                <c:pt idx="214">
                  <c:v>1.1206684906013631</c:v>
                </c:pt>
                <c:pt idx="215">
                  <c:v>1.117986497801553</c:v>
                </c:pt>
                <c:pt idx="216">
                  <c:v>1.1108979074318071</c:v>
                </c:pt>
                <c:pt idx="217">
                  <c:v>1.109333267618773</c:v>
                </c:pt>
                <c:pt idx="218">
                  <c:v>1.110784519547847</c:v>
                </c:pt>
                <c:pt idx="219">
                  <c:v>1.1098742026767641</c:v>
                </c:pt>
                <c:pt idx="220">
                  <c:v>1.117209333563687</c:v>
                </c:pt>
                <c:pt idx="221">
                  <c:v>1.1194719961055939</c:v>
                </c:pt>
                <c:pt idx="222">
                  <c:v>1.1198872020706609</c:v>
                </c:pt>
                <c:pt idx="223">
                  <c:v>1.1219610014373951</c:v>
                </c:pt>
                <c:pt idx="224">
                  <c:v>1.1217162879362721</c:v>
                </c:pt>
                <c:pt idx="225">
                  <c:v>1.123794727167825</c:v>
                </c:pt>
                <c:pt idx="226">
                  <c:v>1.116189717013691</c:v>
                </c:pt>
                <c:pt idx="227">
                  <c:v>1.1166583430058239</c:v>
                </c:pt>
                <c:pt idx="228">
                  <c:v>1.111214462857669</c:v>
                </c:pt>
                <c:pt idx="229">
                  <c:v>1.1145357198853929</c:v>
                </c:pt>
                <c:pt idx="230">
                  <c:v>1.1167592627498759</c:v>
                </c:pt>
                <c:pt idx="231">
                  <c:v>1.114981380491074</c:v>
                </c:pt>
                <c:pt idx="232">
                  <c:v>1.119017078441531</c:v>
                </c:pt>
                <c:pt idx="233">
                  <c:v>1.119311112900738</c:v>
                </c:pt>
                <c:pt idx="234">
                  <c:v>1.1295324162083611</c:v>
                </c:pt>
                <c:pt idx="235">
                  <c:v>1.1196699157234331</c:v>
                </c:pt>
                <c:pt idx="236">
                  <c:v>1.124965992370329</c:v>
                </c:pt>
                <c:pt idx="237">
                  <c:v>1.12068485012359</c:v>
                </c:pt>
                <c:pt idx="238">
                  <c:v>1.1249503584358009</c:v>
                </c:pt>
                <c:pt idx="239">
                  <c:v>1.1228745354120371</c:v>
                </c:pt>
                <c:pt idx="240">
                  <c:v>1.1207715728406931</c:v>
                </c:pt>
                <c:pt idx="241">
                  <c:v>1.1266940162739789</c:v>
                </c:pt>
                <c:pt idx="242">
                  <c:v>1.134251147113474</c:v>
                </c:pt>
                <c:pt idx="243">
                  <c:v>1.143633101110316</c:v>
                </c:pt>
                <c:pt idx="244">
                  <c:v>1.1488018101380559</c:v>
                </c:pt>
                <c:pt idx="245">
                  <c:v>1.1475149805659419</c:v>
                </c:pt>
                <c:pt idx="246">
                  <c:v>1.1477170289097001</c:v>
                </c:pt>
                <c:pt idx="247">
                  <c:v>1.1460475020155081</c:v>
                </c:pt>
                <c:pt idx="248">
                  <c:v>1.139711536778296</c:v>
                </c:pt>
                <c:pt idx="249">
                  <c:v>1.1479092208307919</c:v>
                </c:pt>
                <c:pt idx="250">
                  <c:v>1.146481582890283</c:v>
                </c:pt>
                <c:pt idx="251">
                  <c:v>1.144133058806557</c:v>
                </c:pt>
                <c:pt idx="252">
                  <c:v>1.143828768103369</c:v>
                </c:pt>
                <c:pt idx="253">
                  <c:v>1.1519682494436041</c:v>
                </c:pt>
                <c:pt idx="254">
                  <c:v>1.1475287730489001</c:v>
                </c:pt>
                <c:pt idx="255">
                  <c:v>1.153679101281571</c:v>
                </c:pt>
                <c:pt idx="256">
                  <c:v>1.159637454484258</c:v>
                </c:pt>
                <c:pt idx="257">
                  <c:v>1.1602007429874459</c:v>
                </c:pt>
                <c:pt idx="258">
                  <c:v>1.159386601430654</c:v>
                </c:pt>
                <c:pt idx="259">
                  <c:v>1.151421033361818</c:v>
                </c:pt>
                <c:pt idx="260">
                  <c:v>1.15186360523547</c:v>
                </c:pt>
                <c:pt idx="261">
                  <c:v>1.1392008962501869</c:v>
                </c:pt>
                <c:pt idx="262">
                  <c:v>1.136332203993315</c:v>
                </c:pt>
                <c:pt idx="263">
                  <c:v>1.1412436830293691</c:v>
                </c:pt>
                <c:pt idx="264">
                  <c:v>1.1452553751303141</c:v>
                </c:pt>
                <c:pt idx="265">
                  <c:v>1.1397728620138889</c:v>
                </c:pt>
                <c:pt idx="266">
                  <c:v>1.1340417762153781</c:v>
                </c:pt>
                <c:pt idx="267">
                  <c:v>1.127949457617119</c:v>
                </c:pt>
                <c:pt idx="268">
                  <c:v>1.1337924948629079</c:v>
                </c:pt>
                <c:pt idx="269">
                  <c:v>1.143566541428773</c:v>
                </c:pt>
                <c:pt idx="270">
                  <c:v>1.147993437399526</c:v>
                </c:pt>
                <c:pt idx="271">
                  <c:v>1.1460475848823</c:v>
                </c:pt>
                <c:pt idx="272">
                  <c:v>1.1466424848760131</c:v>
                </c:pt>
                <c:pt idx="273">
                  <c:v>1.1420686912140909</c:v>
                </c:pt>
                <c:pt idx="274">
                  <c:v>1.1411287132167149</c:v>
                </c:pt>
                <c:pt idx="275">
                  <c:v>1.134658971252557</c:v>
                </c:pt>
                <c:pt idx="276">
                  <c:v>1.131909399340806</c:v>
                </c:pt>
                <c:pt idx="277">
                  <c:v>1.1239474031651731</c:v>
                </c:pt>
                <c:pt idx="278">
                  <c:v>1.132985276478772</c:v>
                </c:pt>
                <c:pt idx="279">
                  <c:v>1.1286865045143419</c:v>
                </c:pt>
                <c:pt idx="280">
                  <c:v>1.1333048046648939</c:v>
                </c:pt>
                <c:pt idx="281">
                  <c:v>1.122529296888074</c:v>
                </c:pt>
                <c:pt idx="282">
                  <c:v>1.1221473179892261</c:v>
                </c:pt>
                <c:pt idx="283">
                  <c:v>1.113097082100744</c:v>
                </c:pt>
                <c:pt idx="284">
                  <c:v>1.103418089579862</c:v>
                </c:pt>
                <c:pt idx="285">
                  <c:v>1.1047338095436441</c:v>
                </c:pt>
                <c:pt idx="286">
                  <c:v>1.113170331893681</c:v>
                </c:pt>
                <c:pt idx="287">
                  <c:v>1.111531674399054</c:v>
                </c:pt>
                <c:pt idx="288">
                  <c:v>1.1061928986333289</c:v>
                </c:pt>
                <c:pt idx="289">
                  <c:v>1.1084024225453559</c:v>
                </c:pt>
                <c:pt idx="290">
                  <c:v>1.112035723343175</c:v>
                </c:pt>
                <c:pt idx="291">
                  <c:v>1.114974278001118</c:v>
                </c:pt>
                <c:pt idx="292">
                  <c:v>1.109561011466468</c:v>
                </c:pt>
                <c:pt idx="293">
                  <c:v>1.1128699990192941</c:v>
                </c:pt>
                <c:pt idx="294">
                  <c:v>1.109551119046031</c:v>
                </c:pt>
                <c:pt idx="295">
                  <c:v>1.1041450626428659</c:v>
                </c:pt>
                <c:pt idx="296">
                  <c:v>1.105012942524487</c:v>
                </c:pt>
                <c:pt idx="297">
                  <c:v>1.111752056855335</c:v>
                </c:pt>
                <c:pt idx="298">
                  <c:v>1.1125550861597731</c:v>
                </c:pt>
                <c:pt idx="299">
                  <c:v>1.112129196605175</c:v>
                </c:pt>
                <c:pt idx="300">
                  <c:v>1.110196089882953</c:v>
                </c:pt>
                <c:pt idx="301">
                  <c:v>1.116424394630122</c:v>
                </c:pt>
                <c:pt idx="302">
                  <c:v>1.121045601789677</c:v>
                </c:pt>
                <c:pt idx="303">
                  <c:v>1.1213442051092619</c:v>
                </c:pt>
                <c:pt idx="304">
                  <c:v>1.121430190762672</c:v>
                </c:pt>
                <c:pt idx="305">
                  <c:v>1.1214875610762569</c:v>
                </c:pt>
                <c:pt idx="306">
                  <c:v>1.119556304331081</c:v>
                </c:pt>
                <c:pt idx="307">
                  <c:v>1.112574034716763</c:v>
                </c:pt>
                <c:pt idx="308">
                  <c:v>1.111907496264152</c:v>
                </c:pt>
                <c:pt idx="309">
                  <c:v>1.117133009129309</c:v>
                </c:pt>
                <c:pt idx="310">
                  <c:v>1.116638762532143</c:v>
                </c:pt>
                <c:pt idx="311">
                  <c:v>1.1195955945867491</c:v>
                </c:pt>
                <c:pt idx="312">
                  <c:v>1.127795432826906</c:v>
                </c:pt>
                <c:pt idx="313">
                  <c:v>1.126421521416723</c:v>
                </c:pt>
                <c:pt idx="314">
                  <c:v>1.127520159717007</c:v>
                </c:pt>
                <c:pt idx="315">
                  <c:v>1.130034513939127</c:v>
                </c:pt>
                <c:pt idx="316">
                  <c:v>1.130705020908116</c:v>
                </c:pt>
                <c:pt idx="317">
                  <c:v>1.128639936045986</c:v>
                </c:pt>
                <c:pt idx="318">
                  <c:v>1.128250333243809</c:v>
                </c:pt>
                <c:pt idx="319">
                  <c:v>1.130690868000541</c:v>
                </c:pt>
                <c:pt idx="320">
                  <c:v>1.1323047184624759</c:v>
                </c:pt>
                <c:pt idx="321">
                  <c:v>1.131816406913263</c:v>
                </c:pt>
                <c:pt idx="322">
                  <c:v>1.131974477674899</c:v>
                </c:pt>
                <c:pt idx="323">
                  <c:v>1.126832161316123</c:v>
                </c:pt>
                <c:pt idx="324">
                  <c:v>1.128083672805696</c:v>
                </c:pt>
                <c:pt idx="325">
                  <c:v>1.1275640649639509</c:v>
                </c:pt>
                <c:pt idx="326">
                  <c:v>1.1311159168357861</c:v>
                </c:pt>
                <c:pt idx="327">
                  <c:v>1.127480652170094</c:v>
                </c:pt>
                <c:pt idx="328">
                  <c:v>1.1335245646222709</c:v>
                </c:pt>
                <c:pt idx="329">
                  <c:v>1.13861263898916</c:v>
                </c:pt>
                <c:pt idx="330">
                  <c:v>1.1400434323323589</c:v>
                </c:pt>
                <c:pt idx="331">
                  <c:v>1.141507894994559</c:v>
                </c:pt>
                <c:pt idx="332">
                  <c:v>1.141427983829272</c:v>
                </c:pt>
                <c:pt idx="333">
                  <c:v>1.140496133312717</c:v>
                </c:pt>
                <c:pt idx="334">
                  <c:v>1.143204942714759</c:v>
                </c:pt>
                <c:pt idx="335">
                  <c:v>1.149445131066356</c:v>
                </c:pt>
                <c:pt idx="336">
                  <c:v>1.1500068926559981</c:v>
                </c:pt>
                <c:pt idx="337">
                  <c:v>1.153978328294373</c:v>
                </c:pt>
                <c:pt idx="338">
                  <c:v>1.153359242942446</c:v>
                </c:pt>
                <c:pt idx="339">
                  <c:v>1.160621032344437</c:v>
                </c:pt>
                <c:pt idx="340">
                  <c:v>1.163287631640388</c:v>
                </c:pt>
                <c:pt idx="341">
                  <c:v>1.157170736043029</c:v>
                </c:pt>
                <c:pt idx="342">
                  <c:v>1.1549178466874741</c:v>
                </c:pt>
                <c:pt idx="343">
                  <c:v>1.155844909373948</c:v>
                </c:pt>
                <c:pt idx="344">
                  <c:v>1.1582158925832049</c:v>
                </c:pt>
                <c:pt idx="345">
                  <c:v>1.15558439623208</c:v>
                </c:pt>
                <c:pt idx="346">
                  <c:v>1.157793388165069</c:v>
                </c:pt>
                <c:pt idx="347">
                  <c:v>1.162053492195662</c:v>
                </c:pt>
                <c:pt idx="348">
                  <c:v>1.160297588892433</c:v>
                </c:pt>
                <c:pt idx="349">
                  <c:v>1.1575215383770221</c:v>
                </c:pt>
                <c:pt idx="350">
                  <c:v>1.147735835577633</c:v>
                </c:pt>
                <c:pt idx="351">
                  <c:v>1.153648046277044</c:v>
                </c:pt>
                <c:pt idx="352">
                  <c:v>1.156563840588803</c:v>
                </c:pt>
                <c:pt idx="353">
                  <c:v>1.1605721565939291</c:v>
                </c:pt>
                <c:pt idx="354">
                  <c:v>1.16171495423113</c:v>
                </c:pt>
                <c:pt idx="355">
                  <c:v>1.167450468564678</c:v>
                </c:pt>
                <c:pt idx="356">
                  <c:v>1.1637506989138531</c:v>
                </c:pt>
                <c:pt idx="357">
                  <c:v>1.1684679074758919</c:v>
                </c:pt>
                <c:pt idx="358">
                  <c:v>1.1723068396064391</c:v>
                </c:pt>
                <c:pt idx="359">
                  <c:v>1.1697102978723359</c:v>
                </c:pt>
                <c:pt idx="360">
                  <c:v>1.1751774099503891</c:v>
                </c:pt>
                <c:pt idx="361">
                  <c:v>1.1717403725354509</c:v>
                </c:pt>
                <c:pt idx="362">
                  <c:v>1.1665870907649629</c:v>
                </c:pt>
                <c:pt idx="363">
                  <c:v>1.1739975193540499</c:v>
                </c:pt>
                <c:pt idx="364">
                  <c:v>1.1728254785980241</c:v>
                </c:pt>
                <c:pt idx="365">
                  <c:v>1.1807375671237079</c:v>
                </c:pt>
                <c:pt idx="366">
                  <c:v>1.1859829364769059</c:v>
                </c:pt>
                <c:pt idx="367">
                  <c:v>1.186838404213294</c:v>
                </c:pt>
                <c:pt idx="368">
                  <c:v>1.1965832490412891</c:v>
                </c:pt>
                <c:pt idx="369">
                  <c:v>1.1968669629623161</c:v>
                </c:pt>
                <c:pt idx="370">
                  <c:v>1.1926023974746629</c:v>
                </c:pt>
                <c:pt idx="371">
                  <c:v>1.196145969258726</c:v>
                </c:pt>
                <c:pt idx="372">
                  <c:v>1.193001909962619</c:v>
                </c:pt>
                <c:pt idx="373">
                  <c:v>1.1909968817030849</c:v>
                </c:pt>
                <c:pt idx="374">
                  <c:v>1.1944965995847789</c:v>
                </c:pt>
                <c:pt idx="375">
                  <c:v>1.204287981728295</c:v>
                </c:pt>
                <c:pt idx="376">
                  <c:v>1.2086285245180299</c:v>
                </c:pt>
                <c:pt idx="377">
                  <c:v>1.206359973036482</c:v>
                </c:pt>
                <c:pt idx="378">
                  <c:v>1.2041624882602431</c:v>
                </c:pt>
                <c:pt idx="379">
                  <c:v>1.1926997547565339</c:v>
                </c:pt>
                <c:pt idx="380">
                  <c:v>1.188042874034444</c:v>
                </c:pt>
                <c:pt idx="381">
                  <c:v>1.2054063694411039</c:v>
                </c:pt>
                <c:pt idx="382">
                  <c:v>1.209231700775701</c:v>
                </c:pt>
                <c:pt idx="383">
                  <c:v>1.2118628368914679</c:v>
                </c:pt>
                <c:pt idx="384">
                  <c:v>1.2009600031375529</c:v>
                </c:pt>
                <c:pt idx="385">
                  <c:v>1.212493501705652</c:v>
                </c:pt>
                <c:pt idx="386">
                  <c:v>1.210669122435555</c:v>
                </c:pt>
                <c:pt idx="387">
                  <c:v>1.211005049755296</c:v>
                </c:pt>
                <c:pt idx="388">
                  <c:v>1.2058244541788421</c:v>
                </c:pt>
                <c:pt idx="389">
                  <c:v>1.205799042568491</c:v>
                </c:pt>
                <c:pt idx="390">
                  <c:v>1.207213708967799</c:v>
                </c:pt>
                <c:pt idx="391">
                  <c:v>1.2108254412053721</c:v>
                </c:pt>
                <c:pt idx="392">
                  <c:v>1.207130559036546</c:v>
                </c:pt>
                <c:pt idx="393">
                  <c:v>1.204821696507365</c:v>
                </c:pt>
                <c:pt idx="394">
                  <c:v>1.1953258957532911</c:v>
                </c:pt>
                <c:pt idx="395">
                  <c:v>1.198514484663465</c:v>
                </c:pt>
                <c:pt idx="396">
                  <c:v>1.2018614755976369</c:v>
                </c:pt>
                <c:pt idx="397">
                  <c:v>1.2009823412150109</c:v>
                </c:pt>
                <c:pt idx="398">
                  <c:v>1.2096086742713521</c:v>
                </c:pt>
                <c:pt idx="399">
                  <c:v>1.2147609156356749</c:v>
                </c:pt>
                <c:pt idx="400">
                  <c:v>1.215711978481619</c:v>
                </c:pt>
                <c:pt idx="401">
                  <c:v>1.209016627239623</c:v>
                </c:pt>
                <c:pt idx="402">
                  <c:v>1.2136682866548401</c:v>
                </c:pt>
                <c:pt idx="403">
                  <c:v>1.2160494665413399</c:v>
                </c:pt>
                <c:pt idx="404">
                  <c:v>1.214011927493738</c:v>
                </c:pt>
                <c:pt idx="405">
                  <c:v>1.208451533002612</c:v>
                </c:pt>
                <c:pt idx="406">
                  <c:v>1.2101193621258359</c:v>
                </c:pt>
                <c:pt idx="407">
                  <c:v>1.2062085393965161</c:v>
                </c:pt>
                <c:pt idx="408">
                  <c:v>1.2123313055804259</c:v>
                </c:pt>
                <c:pt idx="409">
                  <c:v>1.217843587383336</c:v>
                </c:pt>
                <c:pt idx="410">
                  <c:v>1.2166854085818031</c:v>
                </c:pt>
                <c:pt idx="411">
                  <c:v>1.215903677701093</c:v>
                </c:pt>
                <c:pt idx="412">
                  <c:v>1.220390242586028</c:v>
                </c:pt>
                <c:pt idx="413">
                  <c:v>1.217402754671459</c:v>
                </c:pt>
                <c:pt idx="414">
                  <c:v>1.2171458182218451</c:v>
                </c:pt>
                <c:pt idx="415">
                  <c:v>1.218663079309652</c:v>
                </c:pt>
                <c:pt idx="416">
                  <c:v>1.2077682033514749</c:v>
                </c:pt>
                <c:pt idx="417">
                  <c:v>1.2070655550829339</c:v>
                </c:pt>
                <c:pt idx="418">
                  <c:v>1.210324437733671</c:v>
                </c:pt>
                <c:pt idx="419">
                  <c:v>1.209175988973191</c:v>
                </c:pt>
                <c:pt idx="420">
                  <c:v>1.204001938195163</c:v>
                </c:pt>
                <c:pt idx="421">
                  <c:v>1.1961679067163691</c:v>
                </c:pt>
                <c:pt idx="422">
                  <c:v>1.194492053295233</c:v>
                </c:pt>
                <c:pt idx="423">
                  <c:v>1.1837778403804231</c:v>
                </c:pt>
                <c:pt idx="424">
                  <c:v>1.1918334866871541</c:v>
                </c:pt>
                <c:pt idx="425">
                  <c:v>1.190852012034517</c:v>
                </c:pt>
                <c:pt idx="426">
                  <c:v>1.187730715628863</c:v>
                </c:pt>
                <c:pt idx="427">
                  <c:v>1.179090087393178</c:v>
                </c:pt>
                <c:pt idx="428">
                  <c:v>1.1838384614169319</c:v>
                </c:pt>
                <c:pt idx="429">
                  <c:v>1.186853801766401</c:v>
                </c:pt>
                <c:pt idx="430">
                  <c:v>1.1909655975318689</c:v>
                </c:pt>
                <c:pt idx="431">
                  <c:v>1.1898003230979231</c:v>
                </c:pt>
                <c:pt idx="432">
                  <c:v>1.19282120007888</c:v>
                </c:pt>
                <c:pt idx="433">
                  <c:v>1.1934908959393089</c:v>
                </c:pt>
                <c:pt idx="434">
                  <c:v>1.193079103806542</c:v>
                </c:pt>
                <c:pt idx="435">
                  <c:v>1.192507979812311</c:v>
                </c:pt>
                <c:pt idx="436">
                  <c:v>1.1979969182152259</c:v>
                </c:pt>
                <c:pt idx="437">
                  <c:v>1.1978259353100249</c:v>
                </c:pt>
                <c:pt idx="438">
                  <c:v>1.1953827215252439</c:v>
                </c:pt>
                <c:pt idx="439">
                  <c:v>1.1909887267068691</c:v>
                </c:pt>
                <c:pt idx="440">
                  <c:v>1.196772036782743</c:v>
                </c:pt>
                <c:pt idx="441">
                  <c:v>1.1985469644035289</c:v>
                </c:pt>
                <c:pt idx="442">
                  <c:v>1.1980375036079449</c:v>
                </c:pt>
                <c:pt idx="443">
                  <c:v>1.196097270762942</c:v>
                </c:pt>
                <c:pt idx="444">
                  <c:v>1.2007511016733881</c:v>
                </c:pt>
                <c:pt idx="445">
                  <c:v>1.1992808021514649</c:v>
                </c:pt>
                <c:pt idx="446">
                  <c:v>1.2025857325894</c:v>
                </c:pt>
                <c:pt idx="447">
                  <c:v>1.207507870968616</c:v>
                </c:pt>
                <c:pt idx="448">
                  <c:v>1.2070207177020309</c:v>
                </c:pt>
                <c:pt idx="449">
                  <c:v>1.213474056121713</c:v>
                </c:pt>
                <c:pt idx="450">
                  <c:v>1.215041109175127</c:v>
                </c:pt>
                <c:pt idx="451">
                  <c:v>1.210902635381349</c:v>
                </c:pt>
                <c:pt idx="452">
                  <c:v>1.2078235025354671</c:v>
                </c:pt>
                <c:pt idx="453">
                  <c:v>1.212211467778195</c:v>
                </c:pt>
                <c:pt idx="454">
                  <c:v>1.2104944845286369</c:v>
                </c:pt>
                <c:pt idx="455">
                  <c:v>1.214218314003209</c:v>
                </c:pt>
                <c:pt idx="456">
                  <c:v>1.2227815134123721</c:v>
                </c:pt>
                <c:pt idx="457">
                  <c:v>1.219742612573087</c:v>
                </c:pt>
                <c:pt idx="458">
                  <c:v>1.217841176047215</c:v>
                </c:pt>
                <c:pt idx="459">
                  <c:v>1.217036479408403</c:v>
                </c:pt>
                <c:pt idx="460">
                  <c:v>1.216968582115354</c:v>
                </c:pt>
                <c:pt idx="461">
                  <c:v>1.2197336532441201</c:v>
                </c:pt>
                <c:pt idx="462">
                  <c:v>1.2202700260024419</c:v>
                </c:pt>
                <c:pt idx="463">
                  <c:v>1.218723001773274</c:v>
                </c:pt>
                <c:pt idx="464">
                  <c:v>1.2153696032725181</c:v>
                </c:pt>
                <c:pt idx="465">
                  <c:v>1.2184732250107679</c:v>
                </c:pt>
                <c:pt idx="466">
                  <c:v>1.2138321294279439</c:v>
                </c:pt>
                <c:pt idx="467">
                  <c:v>1.207107670214469</c:v>
                </c:pt>
                <c:pt idx="468">
                  <c:v>1.214887793614714</c:v>
                </c:pt>
                <c:pt idx="469">
                  <c:v>1.215743875402338</c:v>
                </c:pt>
                <c:pt idx="470">
                  <c:v>1.216375477164231</c:v>
                </c:pt>
                <c:pt idx="471">
                  <c:v>1.218684768048701</c:v>
                </c:pt>
                <c:pt idx="472">
                  <c:v>1.2183554433633521</c:v>
                </c:pt>
                <c:pt idx="473">
                  <c:v>1.2149282568627831</c:v>
                </c:pt>
                <c:pt idx="474">
                  <c:v>1.2179662114315231</c:v>
                </c:pt>
                <c:pt idx="475">
                  <c:v>1.2124602517994341</c:v>
                </c:pt>
                <c:pt idx="476">
                  <c:v>1.2037421743136689</c:v>
                </c:pt>
                <c:pt idx="477">
                  <c:v>1.207128678973018</c:v>
                </c:pt>
                <c:pt idx="478">
                  <c:v>1.2102834462769341</c:v>
                </c:pt>
                <c:pt idx="479">
                  <c:v>1.213199283340529</c:v>
                </c:pt>
                <c:pt idx="480">
                  <c:v>1.2080768456659301</c:v>
                </c:pt>
                <c:pt idx="481">
                  <c:v>1.2077417785866429</c:v>
                </c:pt>
                <c:pt idx="482">
                  <c:v>1.2114787619784291</c:v>
                </c:pt>
                <c:pt idx="483">
                  <c:v>1.2086422716289129</c:v>
                </c:pt>
                <c:pt idx="484">
                  <c:v>1.213205907091639</c:v>
                </c:pt>
                <c:pt idx="485">
                  <c:v>1.2169023130863219</c:v>
                </c:pt>
                <c:pt idx="486">
                  <c:v>1.2131005591139019</c:v>
                </c:pt>
                <c:pt idx="487">
                  <c:v>1.205055081593452</c:v>
                </c:pt>
                <c:pt idx="488">
                  <c:v>1.203875242922076</c:v>
                </c:pt>
                <c:pt idx="489">
                  <c:v>1.198040222180351</c:v>
                </c:pt>
                <c:pt idx="490">
                  <c:v>1.200778657936487</c:v>
                </c:pt>
                <c:pt idx="491">
                  <c:v>1.1976096151354041</c:v>
                </c:pt>
                <c:pt idx="492">
                  <c:v>1.204104867127981</c:v>
                </c:pt>
                <c:pt idx="493">
                  <c:v>1.1989377201025531</c:v>
                </c:pt>
                <c:pt idx="494">
                  <c:v>1.200475315638488</c:v>
                </c:pt>
                <c:pt idx="495">
                  <c:v>1.206262576868621</c:v>
                </c:pt>
                <c:pt idx="496">
                  <c:v>1.2062468239515129</c:v>
                </c:pt>
                <c:pt idx="497">
                  <c:v>1.202800907620126</c:v>
                </c:pt>
                <c:pt idx="498">
                  <c:v>1.201180826045001</c:v>
                </c:pt>
                <c:pt idx="499">
                  <c:v>1.197587342871935</c:v>
                </c:pt>
                <c:pt idx="500">
                  <c:v>1.2005366338885251</c:v>
                </c:pt>
                <c:pt idx="501">
                  <c:v>1.190378816755185</c:v>
                </c:pt>
                <c:pt idx="502">
                  <c:v>1.192406073714505</c:v>
                </c:pt>
                <c:pt idx="503">
                  <c:v>1.181142071265679</c:v>
                </c:pt>
                <c:pt idx="504">
                  <c:v>1.1807344995739339</c:v>
                </c:pt>
                <c:pt idx="505">
                  <c:v>1.1837317900512889</c:v>
                </c:pt>
                <c:pt idx="506">
                  <c:v>1.1816425559877199</c:v>
                </c:pt>
                <c:pt idx="507">
                  <c:v>1.1868342894386961</c:v>
                </c:pt>
                <c:pt idx="508">
                  <c:v>1.1857057819281409</c:v>
                </c:pt>
                <c:pt idx="509">
                  <c:v>1.1772985282167809</c:v>
                </c:pt>
                <c:pt idx="510">
                  <c:v>1.1773705459006369</c:v>
                </c:pt>
                <c:pt idx="511">
                  <c:v>1.184738434414722</c:v>
                </c:pt>
                <c:pt idx="512">
                  <c:v>1.1836958016536081</c:v>
                </c:pt>
                <c:pt idx="513">
                  <c:v>1.187533045736183</c:v>
                </c:pt>
                <c:pt idx="514">
                  <c:v>1.1886901188290619</c:v>
                </c:pt>
                <c:pt idx="515">
                  <c:v>1.188115625934554</c:v>
                </c:pt>
                <c:pt idx="516">
                  <c:v>1.1864567755624289</c:v>
                </c:pt>
                <c:pt idx="517">
                  <c:v>1.1936277180449479</c:v>
                </c:pt>
                <c:pt idx="518">
                  <c:v>1.1900376154179579</c:v>
                </c:pt>
                <c:pt idx="519">
                  <c:v>1.1927120515825349</c:v>
                </c:pt>
                <c:pt idx="520">
                  <c:v>1.1936016544147561</c:v>
                </c:pt>
                <c:pt idx="521">
                  <c:v>1.194936994774477</c:v>
                </c:pt>
                <c:pt idx="522">
                  <c:v>1.1941680823838801</c:v>
                </c:pt>
                <c:pt idx="523">
                  <c:v>1.188601944173274</c:v>
                </c:pt>
                <c:pt idx="524">
                  <c:v>1.1863132238914771</c:v>
                </c:pt>
                <c:pt idx="525">
                  <c:v>1.1796659091824651</c:v>
                </c:pt>
                <c:pt idx="526">
                  <c:v>1.1747697716398131</c:v>
                </c:pt>
                <c:pt idx="527">
                  <c:v>1.174451836445555</c:v>
                </c:pt>
                <c:pt idx="528">
                  <c:v>1.175475098666976</c:v>
                </c:pt>
                <c:pt idx="529">
                  <c:v>1.1783282546613589</c:v>
                </c:pt>
                <c:pt idx="530">
                  <c:v>1.1689667085215041</c:v>
                </c:pt>
                <c:pt idx="531">
                  <c:v>1.1539959251826191</c:v>
                </c:pt>
                <c:pt idx="532">
                  <c:v>1.1648207874978791</c:v>
                </c:pt>
                <c:pt idx="533">
                  <c:v>1.1713110369250459</c:v>
                </c:pt>
                <c:pt idx="534">
                  <c:v>1.1734559725212901</c:v>
                </c:pt>
                <c:pt idx="535">
                  <c:v>1.175447161011931</c:v>
                </c:pt>
                <c:pt idx="536">
                  <c:v>1.1741606275036749</c:v>
                </c:pt>
                <c:pt idx="537">
                  <c:v>1.1747559229325171</c:v>
                </c:pt>
                <c:pt idx="538">
                  <c:v>1.1734620364476991</c:v>
                </c:pt>
                <c:pt idx="539">
                  <c:v>1.1699596617179071</c:v>
                </c:pt>
                <c:pt idx="540">
                  <c:v>1.166169142990108</c:v>
                </c:pt>
                <c:pt idx="541">
                  <c:v>1.1645141185421219</c:v>
                </c:pt>
                <c:pt idx="542">
                  <c:v>1.171743143384814</c:v>
                </c:pt>
                <c:pt idx="543">
                  <c:v>1.167564163001217</c:v>
                </c:pt>
                <c:pt idx="544">
                  <c:v>1.170078023410732</c:v>
                </c:pt>
                <c:pt idx="545">
                  <c:v>1.1666831257983341</c:v>
                </c:pt>
                <c:pt idx="546">
                  <c:v>1.161577186912061</c:v>
                </c:pt>
                <c:pt idx="547">
                  <c:v>1.1611033428177009</c:v>
                </c:pt>
                <c:pt idx="548">
                  <c:v>1.15143166071321</c:v>
                </c:pt>
                <c:pt idx="549">
                  <c:v>1.156544213362966</c:v>
                </c:pt>
                <c:pt idx="550">
                  <c:v>1.1518786438715951</c:v>
                </c:pt>
                <c:pt idx="551">
                  <c:v>1.156063146420393</c:v>
                </c:pt>
                <c:pt idx="552">
                  <c:v>1.1539370283543711</c:v>
                </c:pt>
                <c:pt idx="553">
                  <c:v>1.1583540420501011</c:v>
                </c:pt>
                <c:pt idx="554">
                  <c:v>1.155794164935382</c:v>
                </c:pt>
                <c:pt idx="555">
                  <c:v>1.1486662507711449</c:v>
                </c:pt>
                <c:pt idx="556">
                  <c:v>1.14184733471584</c:v>
                </c:pt>
                <c:pt idx="557">
                  <c:v>1.1396250828740251</c:v>
                </c:pt>
                <c:pt idx="558">
                  <c:v>1.121987284762388</c:v>
                </c:pt>
                <c:pt idx="559">
                  <c:v>1.114719355024788</c:v>
                </c:pt>
                <c:pt idx="560">
                  <c:v>1.1266568787548219</c:v>
                </c:pt>
                <c:pt idx="561">
                  <c:v>1.124741549770045</c:v>
                </c:pt>
                <c:pt idx="562">
                  <c:v>1.1362397741771639</c:v>
                </c:pt>
                <c:pt idx="563">
                  <c:v>1.137388882844891</c:v>
                </c:pt>
                <c:pt idx="564">
                  <c:v>1.1324365187934531</c:v>
                </c:pt>
                <c:pt idx="565">
                  <c:v>1.1337005646152001</c:v>
                </c:pt>
                <c:pt idx="566">
                  <c:v>1.1390843695917581</c:v>
                </c:pt>
                <c:pt idx="567">
                  <c:v>1.1424675618164231</c:v>
                </c:pt>
                <c:pt idx="568">
                  <c:v>1.144370728127015</c:v>
                </c:pt>
                <c:pt idx="569">
                  <c:v>1.1446384902668729</c:v>
                </c:pt>
                <c:pt idx="570">
                  <c:v>1.1431210310113</c:v>
                </c:pt>
                <c:pt idx="571">
                  <c:v>1.147199881318437</c:v>
                </c:pt>
                <c:pt idx="572">
                  <c:v>1.1467402981606021</c:v>
                </c:pt>
                <c:pt idx="573">
                  <c:v>1.1492306641462191</c:v>
                </c:pt>
                <c:pt idx="574">
                  <c:v>1.1525864362016101</c:v>
                </c:pt>
                <c:pt idx="575">
                  <c:v>1.155765434024248</c:v>
                </c:pt>
                <c:pt idx="576">
                  <c:v>1.1461156089850999</c:v>
                </c:pt>
                <c:pt idx="577">
                  <c:v>1.149456081663893</c:v>
                </c:pt>
                <c:pt idx="578">
                  <c:v>1.151922548325133</c:v>
                </c:pt>
                <c:pt idx="579">
                  <c:v>1.1519245211254621</c:v>
                </c:pt>
                <c:pt idx="580">
                  <c:v>1.153458588149757</c:v>
                </c:pt>
                <c:pt idx="581">
                  <c:v>1.1567996273806711</c:v>
                </c:pt>
                <c:pt idx="582">
                  <c:v>1.1560352263950311</c:v>
                </c:pt>
                <c:pt idx="583">
                  <c:v>1.1602976130995311</c:v>
                </c:pt>
                <c:pt idx="584">
                  <c:v>1.1665606639792241</c:v>
                </c:pt>
                <c:pt idx="585">
                  <c:v>1.165370475544439</c:v>
                </c:pt>
                <c:pt idx="586">
                  <c:v>1.1668483654317849</c:v>
                </c:pt>
                <c:pt idx="587">
                  <c:v>1.162556445646139</c:v>
                </c:pt>
                <c:pt idx="588">
                  <c:v>1.167927545614817</c:v>
                </c:pt>
                <c:pt idx="589">
                  <c:v>1.170122312953102</c:v>
                </c:pt>
                <c:pt idx="590">
                  <c:v>1.167871872417495</c:v>
                </c:pt>
                <c:pt idx="591">
                  <c:v>1.166786454826148</c:v>
                </c:pt>
                <c:pt idx="592">
                  <c:v>1.169415966184542</c:v>
                </c:pt>
                <c:pt idx="593">
                  <c:v>1.1739743786854091</c:v>
                </c:pt>
                <c:pt idx="594">
                  <c:v>1.1764031035642191</c:v>
                </c:pt>
                <c:pt idx="595">
                  <c:v>1.1731310307464149</c:v>
                </c:pt>
                <c:pt idx="596">
                  <c:v>1.1704084150767999</c:v>
                </c:pt>
                <c:pt idx="597">
                  <c:v>1.1774747235371981</c:v>
                </c:pt>
                <c:pt idx="598">
                  <c:v>1.180342243689432</c:v>
                </c:pt>
                <c:pt idx="599">
                  <c:v>1.1831778646478179</c:v>
                </c:pt>
                <c:pt idx="600">
                  <c:v>1.1865055364520951</c:v>
                </c:pt>
                <c:pt idx="601">
                  <c:v>1.17832830548423</c:v>
                </c:pt>
                <c:pt idx="602">
                  <c:v>1.1833707148367301</c:v>
                </c:pt>
                <c:pt idx="603">
                  <c:v>1.182323064876825</c:v>
                </c:pt>
                <c:pt idx="604">
                  <c:v>1.185730901204876</c:v>
                </c:pt>
                <c:pt idx="605">
                  <c:v>1.184568144020826</c:v>
                </c:pt>
                <c:pt idx="606">
                  <c:v>1.1806522008618381</c:v>
                </c:pt>
                <c:pt idx="607">
                  <c:v>1.1831612212293601</c:v>
                </c:pt>
                <c:pt idx="608">
                  <c:v>1.1813922984681879</c:v>
                </c:pt>
                <c:pt idx="609">
                  <c:v>1.177535310023496</c:v>
                </c:pt>
                <c:pt idx="610">
                  <c:v>1.172023566111053</c:v>
                </c:pt>
                <c:pt idx="611">
                  <c:v>1.1735192104343859</c:v>
                </c:pt>
                <c:pt idx="612">
                  <c:v>1.1774396813601109</c:v>
                </c:pt>
                <c:pt idx="613">
                  <c:v>1.174277213903129</c:v>
                </c:pt>
                <c:pt idx="614">
                  <c:v>1.1787220389764519</c:v>
                </c:pt>
                <c:pt idx="615">
                  <c:v>1.178495357184608</c:v>
                </c:pt>
                <c:pt idx="616">
                  <c:v>1.1811902637755449</c:v>
                </c:pt>
                <c:pt idx="617">
                  <c:v>1.179326268227965</c:v>
                </c:pt>
                <c:pt idx="618">
                  <c:v>1.179324903263395</c:v>
                </c:pt>
                <c:pt idx="619">
                  <c:v>1.1760084115275939</c:v>
                </c:pt>
                <c:pt idx="620">
                  <c:v>1.180101118618917</c:v>
                </c:pt>
                <c:pt idx="621">
                  <c:v>1.181310688530083</c:v>
                </c:pt>
                <c:pt idx="622">
                  <c:v>1.1835251357918659</c:v>
                </c:pt>
                <c:pt idx="623">
                  <c:v>1.183680243504702</c:v>
                </c:pt>
                <c:pt idx="624">
                  <c:v>1.188405980309077</c:v>
                </c:pt>
                <c:pt idx="625">
                  <c:v>1.1828437862199641</c:v>
                </c:pt>
                <c:pt idx="626">
                  <c:v>1.1804007677305239</c:v>
                </c:pt>
                <c:pt idx="627">
                  <c:v>1.1839048083896979</c:v>
                </c:pt>
                <c:pt idx="628">
                  <c:v>1.190889431045117</c:v>
                </c:pt>
                <c:pt idx="629">
                  <c:v>1.192275619262162</c:v>
                </c:pt>
                <c:pt idx="630">
                  <c:v>1.1939380933364829</c:v>
                </c:pt>
                <c:pt idx="631">
                  <c:v>1.192624098792328</c:v>
                </c:pt>
                <c:pt idx="632">
                  <c:v>1.1962297568157909</c:v>
                </c:pt>
                <c:pt idx="633">
                  <c:v>1.1925089292743749</c:v>
                </c:pt>
                <c:pt idx="634">
                  <c:v>1.1970771480028879</c:v>
                </c:pt>
                <c:pt idx="635">
                  <c:v>1.1991066560885579</c:v>
                </c:pt>
                <c:pt idx="636">
                  <c:v>1.199936650232946</c:v>
                </c:pt>
                <c:pt idx="637">
                  <c:v>1.201105090185479</c:v>
                </c:pt>
                <c:pt idx="638">
                  <c:v>1.194437034151878</c:v>
                </c:pt>
                <c:pt idx="639">
                  <c:v>1.197424127828701</c:v>
                </c:pt>
                <c:pt idx="640">
                  <c:v>1.198698528322232</c:v>
                </c:pt>
                <c:pt idx="641">
                  <c:v>1.1884174104200631</c:v>
                </c:pt>
                <c:pt idx="642">
                  <c:v>1.186243065596519</c:v>
                </c:pt>
                <c:pt idx="643">
                  <c:v>1.1846270793628619</c:v>
                </c:pt>
                <c:pt idx="644">
                  <c:v>1.18578051728312</c:v>
                </c:pt>
                <c:pt idx="645">
                  <c:v>1.1854153104219001</c:v>
                </c:pt>
                <c:pt idx="646">
                  <c:v>1.1765395278745749</c:v>
                </c:pt>
                <c:pt idx="647">
                  <c:v>1.173953551700875</c:v>
                </c:pt>
                <c:pt idx="648">
                  <c:v>1.1760527006538699</c:v>
                </c:pt>
                <c:pt idx="649">
                  <c:v>1.17806943681965</c:v>
                </c:pt>
                <c:pt idx="650">
                  <c:v>1.183744642285586</c:v>
                </c:pt>
                <c:pt idx="651">
                  <c:v>1.1864534508217111</c:v>
                </c:pt>
                <c:pt idx="652">
                  <c:v>1.184065364203861</c:v>
                </c:pt>
                <c:pt idx="653">
                  <c:v>1.1838114267888979</c:v>
                </c:pt>
                <c:pt idx="654">
                  <c:v>1.1840191252835579</c:v>
                </c:pt>
                <c:pt idx="655">
                  <c:v>1.1802216514677659</c:v>
                </c:pt>
                <c:pt idx="656">
                  <c:v>1.170717352435465</c:v>
                </c:pt>
                <c:pt idx="657">
                  <c:v>1.165335294755161</c:v>
                </c:pt>
                <c:pt idx="658">
                  <c:v>1.16310110794171</c:v>
                </c:pt>
                <c:pt idx="659">
                  <c:v>1.166515674561436</c:v>
                </c:pt>
                <c:pt idx="660">
                  <c:v>1.165381795688238</c:v>
                </c:pt>
                <c:pt idx="661">
                  <c:v>1.1646131142057721</c:v>
                </c:pt>
                <c:pt idx="662">
                  <c:v>1.159846232987467</c:v>
                </c:pt>
                <c:pt idx="663">
                  <c:v>1.157246544450282</c:v>
                </c:pt>
                <c:pt idx="664">
                  <c:v>1.1620895071823709</c:v>
                </c:pt>
                <c:pt idx="665">
                  <c:v>1.153706027511898</c:v>
                </c:pt>
                <c:pt idx="666">
                  <c:v>1.155324400463777</c:v>
                </c:pt>
                <c:pt idx="667">
                  <c:v>1.150009003203835</c:v>
                </c:pt>
                <c:pt idx="668">
                  <c:v>1.144515326188952</c:v>
                </c:pt>
                <c:pt idx="669">
                  <c:v>1.145738333379416</c:v>
                </c:pt>
                <c:pt idx="670">
                  <c:v>1.153790312828743</c:v>
                </c:pt>
                <c:pt idx="671">
                  <c:v>1.1555819278290651</c:v>
                </c:pt>
                <c:pt idx="672">
                  <c:v>1.161673251215344</c:v>
                </c:pt>
                <c:pt idx="673">
                  <c:v>1.163199623536366</c:v>
                </c:pt>
                <c:pt idx="674">
                  <c:v>1.1638168752978379</c:v>
                </c:pt>
                <c:pt idx="675">
                  <c:v>1.1610227743584469</c:v>
                </c:pt>
                <c:pt idx="676">
                  <c:v>1.160170383433466</c:v>
                </c:pt>
                <c:pt idx="677">
                  <c:v>1.1600838540293339</c:v>
                </c:pt>
                <c:pt idx="678">
                  <c:v>1.1585736899243799</c:v>
                </c:pt>
                <c:pt idx="679">
                  <c:v>1.157687772213188</c:v>
                </c:pt>
                <c:pt idx="680">
                  <c:v>1.1627882328362069</c:v>
                </c:pt>
                <c:pt idx="681">
                  <c:v>1.1602742713070859</c:v>
                </c:pt>
                <c:pt idx="682">
                  <c:v>1.1524625643895621</c:v>
                </c:pt>
                <c:pt idx="683">
                  <c:v>1.154714351254116</c:v>
                </c:pt>
                <c:pt idx="684">
                  <c:v>1.159841280030897</c:v>
                </c:pt>
                <c:pt idx="685">
                  <c:v>1.1623509516998369</c:v>
                </c:pt>
                <c:pt idx="686">
                  <c:v>1.1635540756829981</c:v>
                </c:pt>
                <c:pt idx="687">
                  <c:v>1.169234455081916</c:v>
                </c:pt>
                <c:pt idx="688">
                  <c:v>1.1692862304363489</c:v>
                </c:pt>
                <c:pt idx="689">
                  <c:v>1.168088058549849</c:v>
                </c:pt>
                <c:pt idx="690">
                  <c:v>1.168705015127468</c:v>
                </c:pt>
                <c:pt idx="691">
                  <c:v>1.1644004912320789</c:v>
                </c:pt>
                <c:pt idx="692">
                  <c:v>1.1674659157598619</c:v>
                </c:pt>
                <c:pt idx="693">
                  <c:v>1.1610150295391839</c:v>
                </c:pt>
                <c:pt idx="694">
                  <c:v>1.1686854758101439</c:v>
                </c:pt>
                <c:pt idx="695">
                  <c:v>1.1659048318061029</c:v>
                </c:pt>
                <c:pt idx="696">
                  <c:v>1.167411075238266</c:v>
                </c:pt>
                <c:pt idx="697">
                  <c:v>1.1642870562034351</c:v>
                </c:pt>
                <c:pt idx="698">
                  <c:v>1.1642836293550249</c:v>
                </c:pt>
                <c:pt idx="699">
                  <c:v>1.160639822919924</c:v>
                </c:pt>
                <c:pt idx="700">
                  <c:v>1.1605956129240811</c:v>
                </c:pt>
                <c:pt idx="701">
                  <c:v>1.161687710745243</c:v>
                </c:pt>
                <c:pt idx="702">
                  <c:v>1.158782909971747</c:v>
                </c:pt>
                <c:pt idx="703">
                  <c:v>1.157019637903282</c:v>
                </c:pt>
                <c:pt idx="704">
                  <c:v>1.1595904000781101</c:v>
                </c:pt>
                <c:pt idx="705">
                  <c:v>1.158810264081249</c:v>
                </c:pt>
                <c:pt idx="706">
                  <c:v>1.1622499944968361</c:v>
                </c:pt>
                <c:pt idx="707">
                  <c:v>1.1626556865522319</c:v>
                </c:pt>
                <c:pt idx="708">
                  <c:v>1.162065798782705</c:v>
                </c:pt>
                <c:pt idx="709">
                  <c:v>1.1610002851984991</c:v>
                </c:pt>
                <c:pt idx="710">
                  <c:v>1.1600437660261691</c:v>
                </c:pt>
                <c:pt idx="711">
                  <c:v>1.1586622493262311</c:v>
                </c:pt>
                <c:pt idx="712">
                  <c:v>1.1589654367570641</c:v>
                </c:pt>
                <c:pt idx="713">
                  <c:v>1.1583081214446529</c:v>
                </c:pt>
                <c:pt idx="714">
                  <c:v>1.154918833993974</c:v>
                </c:pt>
                <c:pt idx="715">
                  <c:v>1.156137109726207</c:v>
                </c:pt>
                <c:pt idx="716">
                  <c:v>1.1562845162776501</c:v>
                </c:pt>
                <c:pt idx="717">
                  <c:v>1.152764290817573</c:v>
                </c:pt>
                <c:pt idx="718">
                  <c:v>1.148388809930099</c:v>
                </c:pt>
                <c:pt idx="719">
                  <c:v>1.14624914317412</c:v>
                </c:pt>
                <c:pt idx="720">
                  <c:v>1.1455850558802001</c:v>
                </c:pt>
                <c:pt idx="721">
                  <c:v>1.1430507665561189</c:v>
                </c:pt>
                <c:pt idx="722">
                  <c:v>1.142104846522251</c:v>
                </c:pt>
                <c:pt idx="723">
                  <c:v>1.1472422838436911</c:v>
                </c:pt>
                <c:pt idx="724">
                  <c:v>1.149523946742105</c:v>
                </c:pt>
                <c:pt idx="725">
                  <c:v>1.148078789401082</c:v>
                </c:pt>
                <c:pt idx="726">
                  <c:v>1.148209250236335</c:v>
                </c:pt>
                <c:pt idx="727">
                  <c:v>1.15018726378046</c:v>
                </c:pt>
                <c:pt idx="728">
                  <c:v>1.1579810528860941</c:v>
                </c:pt>
                <c:pt idx="729">
                  <c:v>1.158236357507954</c:v>
                </c:pt>
                <c:pt idx="730">
                  <c:v>1.1624436589767859</c:v>
                </c:pt>
                <c:pt idx="731">
                  <c:v>1.1619012003889619</c:v>
                </c:pt>
                <c:pt idx="732">
                  <c:v>1.1644169258940049</c:v>
                </c:pt>
                <c:pt idx="733">
                  <c:v>1.1650219403878399</c:v>
                </c:pt>
                <c:pt idx="734">
                  <c:v>1.1619393494925001</c:v>
                </c:pt>
                <c:pt idx="735">
                  <c:v>1.1620402233477169</c:v>
                </c:pt>
                <c:pt idx="736">
                  <c:v>1.163410998737437</c:v>
                </c:pt>
                <c:pt idx="737">
                  <c:v>1.1686571008239599</c:v>
                </c:pt>
                <c:pt idx="738">
                  <c:v>1.170171034336142</c:v>
                </c:pt>
                <c:pt idx="739">
                  <c:v>1.170303719748039</c:v>
                </c:pt>
                <c:pt idx="740">
                  <c:v>1.1743662763480089</c:v>
                </c:pt>
                <c:pt idx="741">
                  <c:v>1.177707677434191</c:v>
                </c:pt>
                <c:pt idx="742">
                  <c:v>1.180827231448105</c:v>
                </c:pt>
                <c:pt idx="743">
                  <c:v>1.1770593442356301</c:v>
                </c:pt>
                <c:pt idx="744">
                  <c:v>1.1826140551479289</c:v>
                </c:pt>
                <c:pt idx="745">
                  <c:v>1.1852702791036691</c:v>
                </c:pt>
                <c:pt idx="746">
                  <c:v>1.1836583632759301</c:v>
                </c:pt>
                <c:pt idx="747">
                  <c:v>1.179839805586022</c:v>
                </c:pt>
                <c:pt idx="748">
                  <c:v>1.1797213814140071</c:v>
                </c:pt>
                <c:pt idx="749">
                  <c:v>1.1775394331250419</c:v>
                </c:pt>
                <c:pt idx="750">
                  <c:v>1.1849960133836639</c:v>
                </c:pt>
                <c:pt idx="751">
                  <c:v>1.183017820979283</c:v>
                </c:pt>
                <c:pt idx="752">
                  <c:v>1.186641473292859</c:v>
                </c:pt>
                <c:pt idx="753">
                  <c:v>1.185962754978487</c:v>
                </c:pt>
                <c:pt idx="754">
                  <c:v>1.1871262838213179</c:v>
                </c:pt>
                <c:pt idx="755">
                  <c:v>1.1808402296984779</c:v>
                </c:pt>
                <c:pt idx="756">
                  <c:v>1.1742405401479441</c:v>
                </c:pt>
                <c:pt idx="757">
                  <c:v>1.1800374795832631</c:v>
                </c:pt>
                <c:pt idx="758">
                  <c:v>1.179860517286335</c:v>
                </c:pt>
                <c:pt idx="759">
                  <c:v>1.1800345995710579</c:v>
                </c:pt>
                <c:pt idx="760">
                  <c:v>1.1783180615222499</c:v>
                </c:pt>
                <c:pt idx="761">
                  <c:v>1.1777033564794159</c:v>
                </c:pt>
                <c:pt idx="762">
                  <c:v>1.175085311456376</c:v>
                </c:pt>
                <c:pt idx="763">
                  <c:v>1.178404484013055</c:v>
                </c:pt>
                <c:pt idx="764">
                  <c:v>1.182030058273611</c:v>
                </c:pt>
                <c:pt idx="765">
                  <c:v>1.180123875598641</c:v>
                </c:pt>
                <c:pt idx="766">
                  <c:v>1.181200958622985</c:v>
                </c:pt>
                <c:pt idx="767">
                  <c:v>1.1844023818714751</c:v>
                </c:pt>
                <c:pt idx="768">
                  <c:v>1.1763644699302469</c:v>
                </c:pt>
                <c:pt idx="769">
                  <c:v>1.177696600846021</c:v>
                </c:pt>
                <c:pt idx="770">
                  <c:v>1.178433907396192</c:v>
                </c:pt>
                <c:pt idx="771">
                  <c:v>1.1750154427157169</c:v>
                </c:pt>
                <c:pt idx="772">
                  <c:v>1.179359683751912</c:v>
                </c:pt>
                <c:pt idx="773">
                  <c:v>1.179903543249758</c:v>
                </c:pt>
                <c:pt idx="774">
                  <c:v>1.1797938171102971</c:v>
                </c:pt>
                <c:pt idx="775">
                  <c:v>1.176260286109059</c:v>
                </c:pt>
                <c:pt idx="776">
                  <c:v>1.1817371904152081</c:v>
                </c:pt>
                <c:pt idx="777">
                  <c:v>1.187265327965765</c:v>
                </c:pt>
                <c:pt idx="778">
                  <c:v>1.189147965164804</c:v>
                </c:pt>
                <c:pt idx="779">
                  <c:v>1.1905625106030699</c:v>
                </c:pt>
                <c:pt idx="780">
                  <c:v>1.1964287577881869</c:v>
                </c:pt>
                <c:pt idx="781">
                  <c:v>1.1976824920886171</c:v>
                </c:pt>
                <c:pt idx="782">
                  <c:v>1.1977144458578779</c:v>
                </c:pt>
                <c:pt idx="783">
                  <c:v>1.1925610505070461</c:v>
                </c:pt>
                <c:pt idx="784">
                  <c:v>1.1958120326601349</c:v>
                </c:pt>
                <c:pt idx="785">
                  <c:v>1.1958080374151361</c:v>
                </c:pt>
                <c:pt idx="786">
                  <c:v>1.202549050086112</c:v>
                </c:pt>
                <c:pt idx="787">
                  <c:v>1.2113652266946191</c:v>
                </c:pt>
                <c:pt idx="788">
                  <c:v>1.211330843690267</c:v>
                </c:pt>
                <c:pt idx="789">
                  <c:v>1.2155587510030299</c:v>
                </c:pt>
                <c:pt idx="790">
                  <c:v>1.2196654861019991</c:v>
                </c:pt>
                <c:pt idx="791">
                  <c:v>1.2118142639856011</c:v>
                </c:pt>
                <c:pt idx="792">
                  <c:v>1.2135434827773779</c:v>
                </c:pt>
                <c:pt idx="793">
                  <c:v>1.2177308810450109</c:v>
                </c:pt>
                <c:pt idx="794">
                  <c:v>1.2107039625431419</c:v>
                </c:pt>
                <c:pt idx="795">
                  <c:v>1.216054329262489</c:v>
                </c:pt>
                <c:pt idx="796">
                  <c:v>1.214289041638694</c:v>
                </c:pt>
                <c:pt idx="797">
                  <c:v>1.2148410338697859</c:v>
                </c:pt>
                <c:pt idx="798">
                  <c:v>1.2150065733089179</c:v>
                </c:pt>
                <c:pt idx="799">
                  <c:v>1.2219232426432389</c:v>
                </c:pt>
                <c:pt idx="800">
                  <c:v>1.207358634230268</c:v>
                </c:pt>
                <c:pt idx="801">
                  <c:v>1.2050157623266351</c:v>
                </c:pt>
                <c:pt idx="802">
                  <c:v>1.20174973011918</c:v>
                </c:pt>
                <c:pt idx="803">
                  <c:v>1.1993632602408031</c:v>
                </c:pt>
                <c:pt idx="804">
                  <c:v>1.1968043680042491</c:v>
                </c:pt>
                <c:pt idx="805">
                  <c:v>1.2046650749668919</c:v>
                </c:pt>
                <c:pt idx="806">
                  <c:v>1.2060208063732201</c:v>
                </c:pt>
                <c:pt idx="807">
                  <c:v>1.202176121121862</c:v>
                </c:pt>
                <c:pt idx="808">
                  <c:v>1.203658602809949</c:v>
                </c:pt>
                <c:pt idx="809">
                  <c:v>1.1994013476550749</c:v>
                </c:pt>
                <c:pt idx="810">
                  <c:v>1.19796924633059</c:v>
                </c:pt>
                <c:pt idx="811">
                  <c:v>1.198942958110101</c:v>
                </c:pt>
                <c:pt idx="812">
                  <c:v>1.193748423079863</c:v>
                </c:pt>
                <c:pt idx="813">
                  <c:v>1.196597439244828</c:v>
                </c:pt>
                <c:pt idx="814">
                  <c:v>1.192651417884145</c:v>
                </c:pt>
                <c:pt idx="815">
                  <c:v>1.1938237182064351</c:v>
                </c:pt>
                <c:pt idx="816">
                  <c:v>1.199118115614183</c:v>
                </c:pt>
                <c:pt idx="817">
                  <c:v>1.198351132426861</c:v>
                </c:pt>
                <c:pt idx="818">
                  <c:v>1.1971072315216451</c:v>
                </c:pt>
                <c:pt idx="819">
                  <c:v>1.1914382112139701</c:v>
                </c:pt>
                <c:pt idx="820">
                  <c:v>1.1919617602350869</c:v>
                </c:pt>
                <c:pt idx="821">
                  <c:v>1.1923347070451309</c:v>
                </c:pt>
                <c:pt idx="822">
                  <c:v>1.19618074182845</c:v>
                </c:pt>
                <c:pt idx="823">
                  <c:v>1.196472713413413</c:v>
                </c:pt>
                <c:pt idx="824">
                  <c:v>1.2018106992550801</c:v>
                </c:pt>
                <c:pt idx="825">
                  <c:v>1.2043169898390571</c:v>
                </c:pt>
                <c:pt idx="826">
                  <c:v>1.2061503676434351</c:v>
                </c:pt>
                <c:pt idx="827">
                  <c:v>1.2069248953257821</c:v>
                </c:pt>
                <c:pt idx="828">
                  <c:v>1.206855586894062</c:v>
                </c:pt>
                <c:pt idx="829">
                  <c:v>1.20025899978134</c:v>
                </c:pt>
                <c:pt idx="830">
                  <c:v>1.201229104797364</c:v>
                </c:pt>
                <c:pt idx="831">
                  <c:v>1.197348664074408</c:v>
                </c:pt>
                <c:pt idx="832">
                  <c:v>1.204622923128279</c:v>
                </c:pt>
                <c:pt idx="833">
                  <c:v>1.2069192901843999</c:v>
                </c:pt>
                <c:pt idx="834">
                  <c:v>1.2125052966781571</c:v>
                </c:pt>
                <c:pt idx="835">
                  <c:v>1.2152702486317679</c:v>
                </c:pt>
                <c:pt idx="836">
                  <c:v>1.214383128053685</c:v>
                </c:pt>
                <c:pt idx="837">
                  <c:v>1.221945837573704</c:v>
                </c:pt>
                <c:pt idx="838">
                  <c:v>1.2260068221005711</c:v>
                </c:pt>
                <c:pt idx="839">
                  <c:v>1.228470467791241</c:v>
                </c:pt>
                <c:pt idx="840">
                  <c:v>1.21578714597724</c:v>
                </c:pt>
                <c:pt idx="841">
                  <c:v>1.205944844928053</c:v>
                </c:pt>
                <c:pt idx="842">
                  <c:v>1.2086885369362379</c:v>
                </c:pt>
                <c:pt idx="843">
                  <c:v>1.2045769519946199</c:v>
                </c:pt>
                <c:pt idx="844">
                  <c:v>1.2083561506533429</c:v>
                </c:pt>
                <c:pt idx="845">
                  <c:v>1.212455889272632</c:v>
                </c:pt>
                <c:pt idx="846">
                  <c:v>1.2109553229093259</c:v>
                </c:pt>
                <c:pt idx="847">
                  <c:v>1.213770326040247</c:v>
                </c:pt>
                <c:pt idx="848">
                  <c:v>1.2091775689034641</c:v>
                </c:pt>
                <c:pt idx="849">
                  <c:v>1.2091128461143199</c:v>
                </c:pt>
                <c:pt idx="850">
                  <c:v>1.2060671045324269</c:v>
                </c:pt>
                <c:pt idx="851">
                  <c:v>1.2067296325767141</c:v>
                </c:pt>
                <c:pt idx="852">
                  <c:v>1.210421456662536</c:v>
                </c:pt>
                <c:pt idx="853">
                  <c:v>1.2034749867879599</c:v>
                </c:pt>
                <c:pt idx="854">
                  <c:v>1.210810765723124</c:v>
                </c:pt>
                <c:pt idx="855">
                  <c:v>1.211945845433219</c:v>
                </c:pt>
                <c:pt idx="856">
                  <c:v>1.210310312538883</c:v>
                </c:pt>
                <c:pt idx="857">
                  <c:v>1.208980834238357</c:v>
                </c:pt>
                <c:pt idx="858">
                  <c:v>1.2103219675755721</c:v>
                </c:pt>
                <c:pt idx="859">
                  <c:v>1.2018802680824749</c:v>
                </c:pt>
                <c:pt idx="860">
                  <c:v>1.199999096832375</c:v>
                </c:pt>
                <c:pt idx="861">
                  <c:v>1.20061726153076</c:v>
                </c:pt>
                <c:pt idx="862">
                  <c:v>1.2046633702170451</c:v>
                </c:pt>
                <c:pt idx="863">
                  <c:v>1.201064916082814</c:v>
                </c:pt>
                <c:pt idx="864">
                  <c:v>1.198537893445796</c:v>
                </c:pt>
                <c:pt idx="865">
                  <c:v>1.2002751749199809</c:v>
                </c:pt>
                <c:pt idx="866">
                  <c:v>1.2019465875935109</c:v>
                </c:pt>
                <c:pt idx="867">
                  <c:v>1.2029509094658219</c:v>
                </c:pt>
                <c:pt idx="868">
                  <c:v>1.202952826420389</c:v>
                </c:pt>
                <c:pt idx="869">
                  <c:v>1.2027457271973629</c:v>
                </c:pt>
                <c:pt idx="870">
                  <c:v>1.2061289541562501</c:v>
                </c:pt>
                <c:pt idx="871">
                  <c:v>1.2061228995176529</c:v>
                </c:pt>
                <c:pt idx="872">
                  <c:v>1.204205253046114</c:v>
                </c:pt>
                <c:pt idx="873">
                  <c:v>1.199167246690372</c:v>
                </c:pt>
                <c:pt idx="874">
                  <c:v>1.199094593509628</c:v>
                </c:pt>
                <c:pt idx="875">
                  <c:v>1.1930657163990399</c:v>
                </c:pt>
                <c:pt idx="876">
                  <c:v>1.1946542419103701</c:v>
                </c:pt>
                <c:pt idx="877">
                  <c:v>1.1925088558699519</c:v>
                </c:pt>
                <c:pt idx="878">
                  <c:v>1.1879459183032159</c:v>
                </c:pt>
                <c:pt idx="879">
                  <c:v>1.190791567905128</c:v>
                </c:pt>
                <c:pt idx="880">
                  <c:v>1.1840289353034441</c:v>
                </c:pt>
                <c:pt idx="881">
                  <c:v>1.1820992840987949</c:v>
                </c:pt>
                <c:pt idx="882">
                  <c:v>1.18747096775184</c:v>
                </c:pt>
                <c:pt idx="883">
                  <c:v>1.17992900871816</c:v>
                </c:pt>
                <c:pt idx="884">
                  <c:v>1.1828134603033129</c:v>
                </c:pt>
                <c:pt idx="885">
                  <c:v>1.174234758607958</c:v>
                </c:pt>
                <c:pt idx="886">
                  <c:v>1.176959195253144</c:v>
                </c:pt>
                <c:pt idx="887">
                  <c:v>1.1879839567733459</c:v>
                </c:pt>
                <c:pt idx="888">
                  <c:v>1.1922627159666139</c:v>
                </c:pt>
                <c:pt idx="889">
                  <c:v>1.19196760304157</c:v>
                </c:pt>
                <c:pt idx="890">
                  <c:v>1.189880139555163</c:v>
                </c:pt>
                <c:pt idx="891">
                  <c:v>1.1923496420577699</c:v>
                </c:pt>
                <c:pt idx="892">
                  <c:v>1.189169398831001</c:v>
                </c:pt>
                <c:pt idx="893">
                  <c:v>1.1888813775537921</c:v>
                </c:pt>
                <c:pt idx="894">
                  <c:v>1.1810342775979641</c:v>
                </c:pt>
                <c:pt idx="895">
                  <c:v>1.1810463138373271</c:v>
                </c:pt>
                <c:pt idx="896">
                  <c:v>1.184757669505637</c:v>
                </c:pt>
                <c:pt idx="897">
                  <c:v>1.1844529369054171</c:v>
                </c:pt>
                <c:pt idx="898">
                  <c:v>1.1802786100056519</c:v>
                </c:pt>
                <c:pt idx="899">
                  <c:v>1.179012150139624</c:v>
                </c:pt>
                <c:pt idx="900">
                  <c:v>1.1760372352075319</c:v>
                </c:pt>
                <c:pt idx="901">
                  <c:v>1.175346808271972</c:v>
                </c:pt>
                <c:pt idx="902">
                  <c:v>1.173428349103887</c:v>
                </c:pt>
                <c:pt idx="903">
                  <c:v>1.171382347476924</c:v>
                </c:pt>
                <c:pt idx="904">
                  <c:v>1.1698502208728421</c:v>
                </c:pt>
                <c:pt idx="905">
                  <c:v>1.178992872993011</c:v>
                </c:pt>
                <c:pt idx="906">
                  <c:v>1.1775277926453629</c:v>
                </c:pt>
                <c:pt idx="907">
                  <c:v>1.176976396798481</c:v>
                </c:pt>
                <c:pt idx="908">
                  <c:v>1.1755218205112969</c:v>
                </c:pt>
                <c:pt idx="909">
                  <c:v>1.174032856674903</c:v>
                </c:pt>
                <c:pt idx="910">
                  <c:v>1.170922096066491</c:v>
                </c:pt>
                <c:pt idx="911">
                  <c:v>1.1720870298879651</c:v>
                </c:pt>
                <c:pt idx="912">
                  <c:v>1.1742392166911051</c:v>
                </c:pt>
                <c:pt idx="913">
                  <c:v>1.175013518805659</c:v>
                </c:pt>
                <c:pt idx="914">
                  <c:v>1.173123520845361</c:v>
                </c:pt>
                <c:pt idx="915">
                  <c:v>1.1706785604653169</c:v>
                </c:pt>
                <c:pt idx="916">
                  <c:v>1.171482398074158</c:v>
                </c:pt>
                <c:pt idx="917">
                  <c:v>1.1664162514411009</c:v>
                </c:pt>
                <c:pt idx="918">
                  <c:v>1.1629486394113411</c:v>
                </c:pt>
                <c:pt idx="919">
                  <c:v>1.159764738407183</c:v>
                </c:pt>
                <c:pt idx="920">
                  <c:v>1.153000113300729</c:v>
                </c:pt>
                <c:pt idx="921">
                  <c:v>1.1572181367676759</c:v>
                </c:pt>
                <c:pt idx="922">
                  <c:v>1.1574050972132961</c:v>
                </c:pt>
                <c:pt idx="923">
                  <c:v>1.159244959629453</c:v>
                </c:pt>
                <c:pt idx="924">
                  <c:v>1.1637755063538531</c:v>
                </c:pt>
                <c:pt idx="925">
                  <c:v>1.1701883976994609</c:v>
                </c:pt>
                <c:pt idx="926">
                  <c:v>1.1685646445314679</c:v>
                </c:pt>
                <c:pt idx="927">
                  <c:v>1.167036645807092</c:v>
                </c:pt>
                <c:pt idx="928">
                  <c:v>1.1650797874281731</c:v>
                </c:pt>
                <c:pt idx="929">
                  <c:v>1.170310964149931</c:v>
                </c:pt>
                <c:pt idx="930">
                  <c:v>1.1778617080225759</c:v>
                </c:pt>
                <c:pt idx="931">
                  <c:v>1.178990403807636</c:v>
                </c:pt>
                <c:pt idx="932">
                  <c:v>1.1796703260648791</c:v>
                </c:pt>
                <c:pt idx="933">
                  <c:v>1.1774019284372039</c:v>
                </c:pt>
                <c:pt idx="934">
                  <c:v>1.1765998779922271</c:v>
                </c:pt>
                <c:pt idx="935">
                  <c:v>1.1789146148854219</c:v>
                </c:pt>
                <c:pt idx="936">
                  <c:v>1.1809095579023381</c:v>
                </c:pt>
                <c:pt idx="937">
                  <c:v>1.182232768639796</c:v>
                </c:pt>
                <c:pt idx="938">
                  <c:v>1.178552006988125</c:v>
                </c:pt>
                <c:pt idx="939">
                  <c:v>1.18181202651513</c:v>
                </c:pt>
                <c:pt idx="940">
                  <c:v>1.181713050354962</c:v>
                </c:pt>
                <c:pt idx="941">
                  <c:v>1.179885405164987</c:v>
                </c:pt>
                <c:pt idx="942">
                  <c:v>1.174570463710521</c:v>
                </c:pt>
                <c:pt idx="943">
                  <c:v>1.1766308784471891</c:v>
                </c:pt>
                <c:pt idx="944">
                  <c:v>1.171604045317822</c:v>
                </c:pt>
                <c:pt idx="945">
                  <c:v>1.1737973809066919</c:v>
                </c:pt>
                <c:pt idx="946">
                  <c:v>1.1756147123632841</c:v>
                </c:pt>
                <c:pt idx="947">
                  <c:v>1.1746264851208419</c:v>
                </c:pt>
                <c:pt idx="948">
                  <c:v>1.174352294230854</c:v>
                </c:pt>
                <c:pt idx="949">
                  <c:v>1.1773436916019091</c:v>
                </c:pt>
                <c:pt idx="950">
                  <c:v>1.1778588509356149</c:v>
                </c:pt>
                <c:pt idx="951">
                  <c:v>1.1693447377417201</c:v>
                </c:pt>
                <c:pt idx="952">
                  <c:v>1.170359386029417</c:v>
                </c:pt>
                <c:pt idx="953">
                  <c:v>1.171123351361153</c:v>
                </c:pt>
                <c:pt idx="954">
                  <c:v>1.1744100153970041</c:v>
                </c:pt>
                <c:pt idx="955">
                  <c:v>1.178379175955145</c:v>
                </c:pt>
                <c:pt idx="956">
                  <c:v>1.177764372117444</c:v>
                </c:pt>
                <c:pt idx="957">
                  <c:v>1.1746456562511149</c:v>
                </c:pt>
                <c:pt idx="958">
                  <c:v>1.175966398888648</c:v>
                </c:pt>
                <c:pt idx="959">
                  <c:v>1.1737634213280059</c:v>
                </c:pt>
                <c:pt idx="960">
                  <c:v>1.1703020980151311</c:v>
                </c:pt>
                <c:pt idx="961">
                  <c:v>1.1719337185404199</c:v>
                </c:pt>
                <c:pt idx="962">
                  <c:v>1.1679254701737249</c:v>
                </c:pt>
                <c:pt idx="963">
                  <c:v>1.1709996868289261</c:v>
                </c:pt>
                <c:pt idx="964">
                  <c:v>1.167919401992193</c:v>
                </c:pt>
                <c:pt idx="965">
                  <c:v>1.1685372928273581</c:v>
                </c:pt>
                <c:pt idx="966">
                  <c:v>1.1646866991416309</c:v>
                </c:pt>
                <c:pt idx="967">
                  <c:v>1.1679368705722759</c:v>
                </c:pt>
                <c:pt idx="968">
                  <c:v>1.174689418840029</c:v>
                </c:pt>
                <c:pt idx="969">
                  <c:v>1.1785575189338851</c:v>
                </c:pt>
                <c:pt idx="970">
                  <c:v>1.1751409967368871</c:v>
                </c:pt>
                <c:pt idx="971">
                  <c:v>1.170965522956865</c:v>
                </c:pt>
                <c:pt idx="972">
                  <c:v>1.1683290534794839</c:v>
                </c:pt>
                <c:pt idx="973">
                  <c:v>1.1628515843122751</c:v>
                </c:pt>
                <c:pt idx="974">
                  <c:v>1.155696347096689</c:v>
                </c:pt>
                <c:pt idx="975">
                  <c:v>1.1575315967566371</c:v>
                </c:pt>
                <c:pt idx="976">
                  <c:v>1.1543931780562009</c:v>
                </c:pt>
                <c:pt idx="977">
                  <c:v>1.1594148964181219</c:v>
                </c:pt>
                <c:pt idx="978">
                  <c:v>1.156326967903889</c:v>
                </c:pt>
                <c:pt idx="979">
                  <c:v>1.1571755285796239</c:v>
                </c:pt>
                <c:pt idx="980">
                  <c:v>1.156889374080817</c:v>
                </c:pt>
                <c:pt idx="981">
                  <c:v>1.1481427673888449</c:v>
                </c:pt>
                <c:pt idx="982">
                  <c:v>1.1515971059673189</c:v>
                </c:pt>
                <c:pt idx="983">
                  <c:v>1.1506064015274839</c:v>
                </c:pt>
                <c:pt idx="984">
                  <c:v>1.1382019010138811</c:v>
                </c:pt>
                <c:pt idx="985">
                  <c:v>1.141852318576928</c:v>
                </c:pt>
                <c:pt idx="986">
                  <c:v>1.144016999648017</c:v>
                </c:pt>
                <c:pt idx="987">
                  <c:v>1.1523099710320901</c:v>
                </c:pt>
                <c:pt idx="988">
                  <c:v>1.1478971587151841</c:v>
                </c:pt>
                <c:pt idx="989">
                  <c:v>1.1384116518956331</c:v>
                </c:pt>
                <c:pt idx="990">
                  <c:v>1.131677462758153</c:v>
                </c:pt>
                <c:pt idx="991">
                  <c:v>1.1244778517798271</c:v>
                </c:pt>
                <c:pt idx="992">
                  <c:v>1.126790017542848</c:v>
                </c:pt>
                <c:pt idx="993">
                  <c:v>1.119346158057172</c:v>
                </c:pt>
                <c:pt idx="994">
                  <c:v>1.113170395329629</c:v>
                </c:pt>
                <c:pt idx="995">
                  <c:v>1.127435667586778</c:v>
                </c:pt>
                <c:pt idx="996">
                  <c:v>1.1342639897013951</c:v>
                </c:pt>
                <c:pt idx="997">
                  <c:v>1.1418919449496521</c:v>
                </c:pt>
                <c:pt idx="998">
                  <c:v>1.150071902971499</c:v>
                </c:pt>
                <c:pt idx="999">
                  <c:v>1.150501386567762</c:v>
                </c:pt>
                <c:pt idx="1000">
                  <c:v>1.150467271830558</c:v>
                </c:pt>
                <c:pt idx="1001">
                  <c:v>1.1550886741381721</c:v>
                </c:pt>
                <c:pt idx="1002">
                  <c:v>1.1579945639793821</c:v>
                </c:pt>
                <c:pt idx="1003">
                  <c:v>1.1602126083094579</c:v>
                </c:pt>
                <c:pt idx="1004">
                  <c:v>1.17101328552413</c:v>
                </c:pt>
                <c:pt idx="1005">
                  <c:v>1.158563532668861</c:v>
                </c:pt>
                <c:pt idx="1006">
                  <c:v>1.171005355045752</c:v>
                </c:pt>
                <c:pt idx="1007">
                  <c:v>1.175331020581843</c:v>
                </c:pt>
                <c:pt idx="1008">
                  <c:v>1.180181300409767</c:v>
                </c:pt>
                <c:pt idx="1009">
                  <c:v>1.1811345111891409</c:v>
                </c:pt>
                <c:pt idx="1010">
                  <c:v>1.1826768118715401</c:v>
                </c:pt>
                <c:pt idx="1011">
                  <c:v>1.179196222992164</c:v>
                </c:pt>
                <c:pt idx="1012">
                  <c:v>1.185621567255738</c:v>
                </c:pt>
                <c:pt idx="1013">
                  <c:v>1.1898941826616869</c:v>
                </c:pt>
                <c:pt idx="1014">
                  <c:v>1.1882210868495351</c:v>
                </c:pt>
                <c:pt idx="1015">
                  <c:v>1.1880150876047091</c:v>
                </c:pt>
                <c:pt idx="1016">
                  <c:v>1.1856687018779219</c:v>
                </c:pt>
                <c:pt idx="1017">
                  <c:v>1.1912607779794659</c:v>
                </c:pt>
                <c:pt idx="1018">
                  <c:v>1.1975692177873869</c:v>
                </c:pt>
                <c:pt idx="1019">
                  <c:v>1.196379901938698</c:v>
                </c:pt>
                <c:pt idx="1020">
                  <c:v>1.19755304621299</c:v>
                </c:pt>
                <c:pt idx="1021">
                  <c:v>1.198886090226797</c:v>
                </c:pt>
                <c:pt idx="1022">
                  <c:v>1.1961157804395239</c:v>
                </c:pt>
                <c:pt idx="1023">
                  <c:v>1.189159045383084</c:v>
                </c:pt>
                <c:pt idx="1024">
                  <c:v>1.1877953230449609</c:v>
                </c:pt>
                <c:pt idx="1025">
                  <c:v>1.180622166170362</c:v>
                </c:pt>
                <c:pt idx="1026">
                  <c:v>1.186154750704594</c:v>
                </c:pt>
                <c:pt idx="1027">
                  <c:v>1.1905930589435729</c:v>
                </c:pt>
                <c:pt idx="1028">
                  <c:v>1.1990085826334389</c:v>
                </c:pt>
                <c:pt idx="1029">
                  <c:v>1.1965029098930531</c:v>
                </c:pt>
                <c:pt idx="1030">
                  <c:v>1.194315465999279</c:v>
                </c:pt>
                <c:pt idx="1031">
                  <c:v>1.195368613409808</c:v>
                </c:pt>
                <c:pt idx="1032">
                  <c:v>1.198031519776086</c:v>
                </c:pt>
                <c:pt idx="1033">
                  <c:v>1.1924018446848479</c:v>
                </c:pt>
                <c:pt idx="1034">
                  <c:v>1.1925644004071569</c:v>
                </c:pt>
                <c:pt idx="1035">
                  <c:v>1.198036055048262</c:v>
                </c:pt>
                <c:pt idx="1036">
                  <c:v>1.197478703843371</c:v>
                </c:pt>
                <c:pt idx="1037">
                  <c:v>1.188623096022436</c:v>
                </c:pt>
                <c:pt idx="1038">
                  <c:v>1.199813824559947</c:v>
                </c:pt>
                <c:pt idx="1039">
                  <c:v>1.1994039080485679</c:v>
                </c:pt>
                <c:pt idx="1040">
                  <c:v>1.1957398917392921</c:v>
                </c:pt>
                <c:pt idx="1041">
                  <c:v>1.1914481653920059</c:v>
                </c:pt>
                <c:pt idx="1042">
                  <c:v>1.189065066662321</c:v>
                </c:pt>
                <c:pt idx="1043">
                  <c:v>1.195002473038284</c:v>
                </c:pt>
                <c:pt idx="1044">
                  <c:v>1.1943005909062381</c:v>
                </c:pt>
                <c:pt idx="1045">
                  <c:v>1.202496427344476</c:v>
                </c:pt>
                <c:pt idx="1046">
                  <c:v>1.206627763970062</c:v>
                </c:pt>
                <c:pt idx="1047">
                  <c:v>1.204875197957155</c:v>
                </c:pt>
                <c:pt idx="1048">
                  <c:v>1.208974455479249</c:v>
                </c:pt>
                <c:pt idx="1049">
                  <c:v>1.208704441608407</c:v>
                </c:pt>
                <c:pt idx="1050">
                  <c:v>1.2041981262854049</c:v>
                </c:pt>
                <c:pt idx="1051">
                  <c:v>1.206977561260711</c:v>
                </c:pt>
                <c:pt idx="1052">
                  <c:v>1.2072888705637099</c:v>
                </c:pt>
                <c:pt idx="1053">
                  <c:v>1.2063743563242899</c:v>
                </c:pt>
                <c:pt idx="1054">
                  <c:v>1.2063177305633781</c:v>
                </c:pt>
                <c:pt idx="1055">
                  <c:v>1.204903284474294</c:v>
                </c:pt>
                <c:pt idx="1056">
                  <c:v>1.2062242888829171</c:v>
                </c:pt>
                <c:pt idx="1057">
                  <c:v>1.2090404122248939</c:v>
                </c:pt>
                <c:pt idx="1058">
                  <c:v>1.214476065692502</c:v>
                </c:pt>
                <c:pt idx="1059">
                  <c:v>1.2116375678004749</c:v>
                </c:pt>
                <c:pt idx="1060">
                  <c:v>1.2109983584219259</c:v>
                </c:pt>
                <c:pt idx="1061">
                  <c:v>1.203909807559671</c:v>
                </c:pt>
                <c:pt idx="1062">
                  <c:v>1.197808574319482</c:v>
                </c:pt>
                <c:pt idx="1063">
                  <c:v>1.202552942092457</c:v>
                </c:pt>
                <c:pt idx="1064">
                  <c:v>1.199877349653385</c:v>
                </c:pt>
                <c:pt idx="1065">
                  <c:v>1.200660950323039</c:v>
                </c:pt>
                <c:pt idx="1066">
                  <c:v>1.200351318212004</c:v>
                </c:pt>
                <c:pt idx="1067">
                  <c:v>1.200181719797855</c:v>
                </c:pt>
                <c:pt idx="1068">
                  <c:v>1.20242530720916</c:v>
                </c:pt>
                <c:pt idx="1069">
                  <c:v>1.2051679146059799</c:v>
                </c:pt>
                <c:pt idx="1070">
                  <c:v>1.201339174594946</c:v>
                </c:pt>
                <c:pt idx="1071">
                  <c:v>1.202267331769294</c:v>
                </c:pt>
                <c:pt idx="1072">
                  <c:v>1.200161611606376</c:v>
                </c:pt>
                <c:pt idx="1073">
                  <c:v>1.198986987607904</c:v>
                </c:pt>
                <c:pt idx="1074">
                  <c:v>1.201353467824932</c:v>
                </c:pt>
                <c:pt idx="1075">
                  <c:v>1.2030878597259409</c:v>
                </c:pt>
                <c:pt idx="1076">
                  <c:v>1.2085249760630909</c:v>
                </c:pt>
                <c:pt idx="1077">
                  <c:v>1.2116467894137191</c:v>
                </c:pt>
                <c:pt idx="1078">
                  <c:v>1.2156607410432529</c:v>
                </c:pt>
                <c:pt idx="1079">
                  <c:v>1.214172698851492</c:v>
                </c:pt>
                <c:pt idx="1080">
                  <c:v>1.211459929904189</c:v>
                </c:pt>
                <c:pt idx="1081">
                  <c:v>1.21223207492463</c:v>
                </c:pt>
                <c:pt idx="1082">
                  <c:v>1.203797666898627</c:v>
                </c:pt>
                <c:pt idx="1083">
                  <c:v>1.1987293597447479</c:v>
                </c:pt>
                <c:pt idx="1084">
                  <c:v>1.205065860118133</c:v>
                </c:pt>
                <c:pt idx="1085">
                  <c:v>1.199757057571389</c:v>
                </c:pt>
                <c:pt idx="1086">
                  <c:v>1.2039631342386881</c:v>
                </c:pt>
                <c:pt idx="1087">
                  <c:v>1.205967615031603</c:v>
                </c:pt>
                <c:pt idx="1088">
                  <c:v>1.2034425742120589</c:v>
                </c:pt>
                <c:pt idx="1089">
                  <c:v>1.2032627718540729</c:v>
                </c:pt>
                <c:pt idx="1090">
                  <c:v>1.2005361315190051</c:v>
                </c:pt>
                <c:pt idx="1091">
                  <c:v>1.2015088789257351</c:v>
                </c:pt>
                <c:pt idx="1092">
                  <c:v>1.1981017695250551</c:v>
                </c:pt>
                <c:pt idx="1093">
                  <c:v>1.2077975106694101</c:v>
                </c:pt>
                <c:pt idx="1094">
                  <c:v>1.209318543837242</c:v>
                </c:pt>
                <c:pt idx="1095">
                  <c:v>1.2142113932210901</c:v>
                </c:pt>
                <c:pt idx="1096">
                  <c:v>1.2131889439310919</c:v>
                </c:pt>
                <c:pt idx="1097">
                  <c:v>1.211363559030757</c:v>
                </c:pt>
                <c:pt idx="1098">
                  <c:v>1.216596104107218</c:v>
                </c:pt>
                <c:pt idx="1099">
                  <c:v>1.2121909244431319</c:v>
                </c:pt>
                <c:pt idx="1100">
                  <c:v>1.211841462112387</c:v>
                </c:pt>
                <c:pt idx="1101">
                  <c:v>1.208134979464236</c:v>
                </c:pt>
                <c:pt idx="1102">
                  <c:v>1.208915059378584</c:v>
                </c:pt>
                <c:pt idx="1103">
                  <c:v>1.1991356453803239</c:v>
                </c:pt>
                <c:pt idx="1104">
                  <c:v>1.1969198275740729</c:v>
                </c:pt>
                <c:pt idx="1105">
                  <c:v>1.190629591415628</c:v>
                </c:pt>
                <c:pt idx="1106">
                  <c:v>1.195581003533783</c:v>
                </c:pt>
                <c:pt idx="1107">
                  <c:v>1.196589270886008</c:v>
                </c:pt>
                <c:pt idx="1108">
                  <c:v>1.195882476956821</c:v>
                </c:pt>
                <c:pt idx="1109">
                  <c:v>1.2068973602383379</c:v>
                </c:pt>
                <c:pt idx="1110">
                  <c:v>1.2087426931101679</c:v>
                </c:pt>
                <c:pt idx="1111">
                  <c:v>1.201773794622063</c:v>
                </c:pt>
                <c:pt idx="1112">
                  <c:v>1.188432771433398</c:v>
                </c:pt>
                <c:pt idx="1113">
                  <c:v>1.1908890116789479</c:v>
                </c:pt>
                <c:pt idx="1114">
                  <c:v>1.190957441830433</c:v>
                </c:pt>
                <c:pt idx="1115">
                  <c:v>1.189883149226725</c:v>
                </c:pt>
                <c:pt idx="1116">
                  <c:v>1.190467798441188</c:v>
                </c:pt>
                <c:pt idx="1117">
                  <c:v>1.188309400211607</c:v>
                </c:pt>
                <c:pt idx="1118">
                  <c:v>1.192396043796264</c:v>
                </c:pt>
                <c:pt idx="1119">
                  <c:v>1.189985693154435</c:v>
                </c:pt>
                <c:pt idx="1120">
                  <c:v>1.190296013396372</c:v>
                </c:pt>
                <c:pt idx="1121">
                  <c:v>1.191521363711092</c:v>
                </c:pt>
                <c:pt idx="1122">
                  <c:v>1.193452178011932</c:v>
                </c:pt>
                <c:pt idx="1123">
                  <c:v>1.1901432597654771</c:v>
                </c:pt>
                <c:pt idx="1124">
                  <c:v>1.1901517565714459</c:v>
                </c:pt>
                <c:pt idx="1125">
                  <c:v>1.187538516026317</c:v>
                </c:pt>
                <c:pt idx="1126">
                  <c:v>1.1862787010960869</c:v>
                </c:pt>
                <c:pt idx="1127">
                  <c:v>1.1859405279525921</c:v>
                </c:pt>
                <c:pt idx="1128">
                  <c:v>1.181097571063433</c:v>
                </c:pt>
                <c:pt idx="1129">
                  <c:v>1.18167816941063</c:v>
                </c:pt>
                <c:pt idx="1130">
                  <c:v>1.1829573777719651</c:v>
                </c:pt>
                <c:pt idx="1131">
                  <c:v>1.189550379660929</c:v>
                </c:pt>
                <c:pt idx="1132">
                  <c:v>1.181974936160775</c:v>
                </c:pt>
                <c:pt idx="1133">
                  <c:v>1.1849962689670179</c:v>
                </c:pt>
                <c:pt idx="1134">
                  <c:v>1.1821413014762561</c:v>
                </c:pt>
                <c:pt idx="1135">
                  <c:v>1.1845672245985881</c:v>
                </c:pt>
                <c:pt idx="1136">
                  <c:v>1.179359346698698</c:v>
                </c:pt>
                <c:pt idx="1137">
                  <c:v>1.1779111008480101</c:v>
                </c:pt>
                <c:pt idx="1138">
                  <c:v>1.1811039910423411</c:v>
                </c:pt>
                <c:pt idx="1139">
                  <c:v>1.1822593386169551</c:v>
                </c:pt>
                <c:pt idx="1140">
                  <c:v>1.181448786858118</c:v>
                </c:pt>
                <c:pt idx="1141">
                  <c:v>1.183584217326165</c:v>
                </c:pt>
                <c:pt idx="1142">
                  <c:v>1.1833797436636151</c:v>
                </c:pt>
                <c:pt idx="1143">
                  <c:v>1.1853900366334129</c:v>
                </c:pt>
                <c:pt idx="1144">
                  <c:v>1.1857594496379931</c:v>
                </c:pt>
                <c:pt idx="1145">
                  <c:v>1.186298774254033</c:v>
                </c:pt>
                <c:pt idx="1146">
                  <c:v>1.199002230276994</c:v>
                </c:pt>
                <c:pt idx="1147">
                  <c:v>1.2024595224448349</c:v>
                </c:pt>
                <c:pt idx="1148">
                  <c:v>1.2128090051293341</c:v>
                </c:pt>
                <c:pt idx="1149">
                  <c:v>1.225521179387383</c:v>
                </c:pt>
                <c:pt idx="1150">
                  <c:v>1.259714352322779</c:v>
                </c:pt>
                <c:pt idx="1151">
                  <c:v>1.29572038259154</c:v>
                </c:pt>
                <c:pt idx="1152">
                  <c:v>1.266778792932884</c:v>
                </c:pt>
                <c:pt idx="1153">
                  <c:v>1.2650336264665301</c:v>
                </c:pt>
                <c:pt idx="1154">
                  <c:v>1.25406568080855</c:v>
                </c:pt>
                <c:pt idx="1155">
                  <c:v>1.2651867676526301</c:v>
                </c:pt>
                <c:pt idx="1156">
                  <c:v>1.257874603224526</c:v>
                </c:pt>
                <c:pt idx="1157">
                  <c:v>1.2545181573058699</c:v>
                </c:pt>
                <c:pt idx="1158">
                  <c:v>1.2553512832884131</c:v>
                </c:pt>
                <c:pt idx="1159">
                  <c:v>1.2773180430800231</c:v>
                </c:pt>
                <c:pt idx="1160">
                  <c:v>1.283426989224312</c:v>
                </c:pt>
                <c:pt idx="1161">
                  <c:v>1.2847969417756571</c:v>
                </c:pt>
                <c:pt idx="1162">
                  <c:v>1.281706459282826</c:v>
                </c:pt>
                <c:pt idx="1163">
                  <c:v>1.2795592934353279</c:v>
                </c:pt>
                <c:pt idx="1164">
                  <c:v>1.2840984463013141</c:v>
                </c:pt>
                <c:pt idx="1165">
                  <c:v>1.2852233158043651</c:v>
                </c:pt>
                <c:pt idx="1166">
                  <c:v>1.2822462605390159</c:v>
                </c:pt>
                <c:pt idx="1167">
                  <c:v>1.283279565980485</c:v>
                </c:pt>
                <c:pt idx="1168">
                  <c:v>1.2859264918540649</c:v>
                </c:pt>
                <c:pt idx="1169">
                  <c:v>1.276944775112882</c:v>
                </c:pt>
                <c:pt idx="1170">
                  <c:v>1.284707927928362</c:v>
                </c:pt>
                <c:pt idx="1171">
                  <c:v>1.2967476454235281</c:v>
                </c:pt>
                <c:pt idx="1172">
                  <c:v>1.295125787995747</c:v>
                </c:pt>
                <c:pt idx="1173">
                  <c:v>1.300851842414398</c:v>
                </c:pt>
                <c:pt idx="1174">
                  <c:v>1.301792660973905</c:v>
                </c:pt>
                <c:pt idx="1175">
                  <c:v>1.3125711301190319</c:v>
                </c:pt>
                <c:pt idx="1176">
                  <c:v>1.306637740071007</c:v>
                </c:pt>
                <c:pt idx="1177">
                  <c:v>1.3101787257388811</c:v>
                </c:pt>
                <c:pt idx="1178">
                  <c:v>1.294588521275396</c:v>
                </c:pt>
                <c:pt idx="1179">
                  <c:v>1.2831062819890029</c:v>
                </c:pt>
                <c:pt idx="1180">
                  <c:v>1.2755696931490019</c:v>
                </c:pt>
                <c:pt idx="1181">
                  <c:v>1.2862913903207229</c:v>
                </c:pt>
                <c:pt idx="1182">
                  <c:v>1.290575409065879</c:v>
                </c:pt>
                <c:pt idx="1183">
                  <c:v>1.2926654179604129</c:v>
                </c:pt>
                <c:pt idx="1184">
                  <c:v>1.2811969237751799</c:v>
                </c:pt>
                <c:pt idx="1185">
                  <c:v>1.2785745595502629</c:v>
                </c:pt>
                <c:pt idx="1186">
                  <c:v>1.274911972682613</c:v>
                </c:pt>
                <c:pt idx="1187">
                  <c:v>1.285584940843683</c:v>
                </c:pt>
                <c:pt idx="1188">
                  <c:v>1.2823018361919589</c:v>
                </c:pt>
                <c:pt idx="1189">
                  <c:v>1.290822323253662</c:v>
                </c:pt>
                <c:pt idx="1190">
                  <c:v>1.299417438424314</c:v>
                </c:pt>
                <c:pt idx="1191">
                  <c:v>1.2981185081214821</c:v>
                </c:pt>
                <c:pt idx="1192">
                  <c:v>1.2943577725215469</c:v>
                </c:pt>
                <c:pt idx="1193">
                  <c:v>1.29735832258619</c:v>
                </c:pt>
                <c:pt idx="1194">
                  <c:v>1.301201470363426</c:v>
                </c:pt>
                <c:pt idx="1195">
                  <c:v>1.2993927571445349</c:v>
                </c:pt>
                <c:pt idx="1196">
                  <c:v>1.304961418369426</c:v>
                </c:pt>
                <c:pt idx="1197">
                  <c:v>1.3107072771657371</c:v>
                </c:pt>
                <c:pt idx="1198">
                  <c:v>1.3164744024180699</c:v>
                </c:pt>
                <c:pt idx="1199">
                  <c:v>1.31001430656203</c:v>
                </c:pt>
                <c:pt idx="1200">
                  <c:v>1.307007540967752</c:v>
                </c:pt>
                <c:pt idx="1201">
                  <c:v>1.3032232122479499</c:v>
                </c:pt>
                <c:pt idx="1202">
                  <c:v>1.3041706390604439</c:v>
                </c:pt>
                <c:pt idx="1203">
                  <c:v>1.3080922714087051</c:v>
                </c:pt>
                <c:pt idx="1204">
                  <c:v>1.3126599237437011</c:v>
                </c:pt>
                <c:pt idx="1205">
                  <c:v>1.307013794224656</c:v>
                </c:pt>
                <c:pt idx="1206">
                  <c:v>1.3103799720904989</c:v>
                </c:pt>
                <c:pt idx="1207">
                  <c:v>1.307274227930981</c:v>
                </c:pt>
                <c:pt idx="1208">
                  <c:v>1.314931010160616</c:v>
                </c:pt>
                <c:pt idx="1209">
                  <c:v>1.3151211845380031</c:v>
                </c:pt>
                <c:pt idx="1210">
                  <c:v>1.3129072019318699</c:v>
                </c:pt>
                <c:pt idx="1211">
                  <c:v>1.3026403804439839</c:v>
                </c:pt>
                <c:pt idx="1212">
                  <c:v>1.2960816614444171</c:v>
                </c:pt>
                <c:pt idx="1213">
                  <c:v>1.2907381161991449</c:v>
                </c:pt>
                <c:pt idx="1214">
                  <c:v>1.2900945027581729</c:v>
                </c:pt>
                <c:pt idx="1215">
                  <c:v>1.2974725155252209</c:v>
                </c:pt>
                <c:pt idx="1216">
                  <c:v>1.296921445794367</c:v>
                </c:pt>
                <c:pt idx="1217">
                  <c:v>1.2964758361693569</c:v>
                </c:pt>
                <c:pt idx="1218">
                  <c:v>1.2901777743359879</c:v>
                </c:pt>
                <c:pt idx="1219">
                  <c:v>1.289411799155455</c:v>
                </c:pt>
                <c:pt idx="1220">
                  <c:v>1.3032273087030071</c:v>
                </c:pt>
                <c:pt idx="1221">
                  <c:v>1.30062822667522</c:v>
                </c:pt>
                <c:pt idx="1222">
                  <c:v>1.3033470018036331</c:v>
                </c:pt>
                <c:pt idx="1223">
                  <c:v>1.305891363325298</c:v>
                </c:pt>
                <c:pt idx="1224">
                  <c:v>1.3103789420908709</c:v>
                </c:pt>
                <c:pt idx="1225">
                  <c:v>1.315245844790728</c:v>
                </c:pt>
                <c:pt idx="1226">
                  <c:v>1.317324351991676</c:v>
                </c:pt>
                <c:pt idx="1227">
                  <c:v>1.314426872101309</c:v>
                </c:pt>
                <c:pt idx="1228">
                  <c:v>1.3198771140233481</c:v>
                </c:pt>
                <c:pt idx="1229">
                  <c:v>1.3130531526861771</c:v>
                </c:pt>
                <c:pt idx="1230">
                  <c:v>1.314932080277571</c:v>
                </c:pt>
                <c:pt idx="1231">
                  <c:v>1.3258373738789899</c:v>
                </c:pt>
                <c:pt idx="1232">
                  <c:v>1.331607827934987</c:v>
                </c:pt>
                <c:pt idx="1233">
                  <c:v>1.3363539586261499</c:v>
                </c:pt>
                <c:pt idx="1234">
                  <c:v>1.336723115091605</c:v>
                </c:pt>
                <c:pt idx="1235">
                  <c:v>1.34187234774088</c:v>
                </c:pt>
                <c:pt idx="1236">
                  <c:v>1.335960529658659</c:v>
                </c:pt>
                <c:pt idx="1237">
                  <c:v>1.3375992607931551</c:v>
                </c:pt>
                <c:pt idx="1238">
                  <c:v>1.339464243291165</c:v>
                </c:pt>
                <c:pt idx="1239">
                  <c:v>1.3328567038613151</c:v>
                </c:pt>
                <c:pt idx="1240">
                  <c:v>1.3419606950270659</c:v>
                </c:pt>
                <c:pt idx="1241">
                  <c:v>1.3432823304549859</c:v>
                </c:pt>
                <c:pt idx="1242">
                  <c:v>1.3487377951588251</c:v>
                </c:pt>
                <c:pt idx="1243">
                  <c:v>1.3438028680811029</c:v>
                </c:pt>
                <c:pt idx="1244">
                  <c:v>1.3409087314263719</c:v>
                </c:pt>
                <c:pt idx="1245">
                  <c:v>1.3435439466291099</c:v>
                </c:pt>
                <c:pt idx="1246">
                  <c:v>1.3374026036781399</c:v>
                </c:pt>
                <c:pt idx="1247">
                  <c:v>1.3209060297446991</c:v>
                </c:pt>
                <c:pt idx="1248">
                  <c:v>1.321130516243755</c:v>
                </c:pt>
                <c:pt idx="1249">
                  <c:v>1.325860225024269</c:v>
                </c:pt>
                <c:pt idx="1250">
                  <c:v>1.3288400492114061</c:v>
                </c:pt>
                <c:pt idx="1251">
                  <c:v>1.3364119361612159</c:v>
                </c:pt>
                <c:pt idx="1252">
                  <c:v>1.33118784517647</c:v>
                </c:pt>
                <c:pt idx="1253">
                  <c:v>1.329929359448446</c:v>
                </c:pt>
                <c:pt idx="1254">
                  <c:v>1.32601720920778</c:v>
                </c:pt>
                <c:pt idx="1255">
                  <c:v>1.3281266752023491</c:v>
                </c:pt>
                <c:pt idx="1256">
                  <c:v>1.323565256743287</c:v>
                </c:pt>
                <c:pt idx="1257">
                  <c:v>1.333128205151624</c:v>
                </c:pt>
                <c:pt idx="1258">
                  <c:v>1.3314811326529381</c:v>
                </c:pt>
                <c:pt idx="1259">
                  <c:v>1.3353953213951311</c:v>
                </c:pt>
                <c:pt idx="1260">
                  <c:v>1.3333816104190619</c:v>
                </c:pt>
                <c:pt idx="1261">
                  <c:v>1.332756867487799</c:v>
                </c:pt>
                <c:pt idx="1262">
                  <c:v>1.3244080809909919</c:v>
                </c:pt>
                <c:pt idx="1263">
                  <c:v>1.32424543501213</c:v>
                </c:pt>
                <c:pt idx="1264">
                  <c:v>1.3213979024763951</c:v>
                </c:pt>
                <c:pt idx="1265">
                  <c:v>1.323287358338342</c:v>
                </c:pt>
                <c:pt idx="1266">
                  <c:v>1.3240356695119071</c:v>
                </c:pt>
                <c:pt idx="1267">
                  <c:v>1.3234046744982391</c:v>
                </c:pt>
                <c:pt idx="1268">
                  <c:v>1.3244081734188231</c:v>
                </c:pt>
                <c:pt idx="1269">
                  <c:v>1.326423708889102</c:v>
                </c:pt>
                <c:pt idx="1270">
                  <c:v>1.327790023318248</c:v>
                </c:pt>
                <c:pt idx="1271">
                  <c:v>1.3259954003291881</c:v>
                </c:pt>
                <c:pt idx="1272">
                  <c:v>1.2850048613335701</c:v>
                </c:pt>
                <c:pt idx="1273">
                  <c:v>1.282187732123977</c:v>
                </c:pt>
                <c:pt idx="1274">
                  <c:v>1.2923796596538371</c:v>
                </c:pt>
                <c:pt idx="1275">
                  <c:v>1.30310491944854</c:v>
                </c:pt>
                <c:pt idx="1276">
                  <c:v>1.312261055316833</c:v>
                </c:pt>
                <c:pt idx="1277">
                  <c:v>1.31678867283061</c:v>
                </c:pt>
                <c:pt idx="1278">
                  <c:v>1.3154946003977479</c:v>
                </c:pt>
                <c:pt idx="1279">
                  <c:v>1.315983086534243</c:v>
                </c:pt>
                <c:pt idx="1280">
                  <c:v>1.317018179303457</c:v>
                </c:pt>
                <c:pt idx="1281">
                  <c:v>1.317752288662482</c:v>
                </c:pt>
                <c:pt idx="1282">
                  <c:v>1.3270931304676441</c:v>
                </c:pt>
                <c:pt idx="1283">
                  <c:v>1.3304002762344691</c:v>
                </c:pt>
                <c:pt idx="1284">
                  <c:v>1.3267499454375711</c:v>
                </c:pt>
                <c:pt idx="1285">
                  <c:v>1.3246373228235111</c:v>
                </c:pt>
                <c:pt idx="1286">
                  <c:v>1.325478611079878</c:v>
                </c:pt>
                <c:pt idx="1287">
                  <c:v>1.3224627942175831</c:v>
                </c:pt>
                <c:pt idx="1288">
                  <c:v>1.325456111865273</c:v>
                </c:pt>
                <c:pt idx="1289">
                  <c:v>1.329526175160491</c:v>
                </c:pt>
                <c:pt idx="1290">
                  <c:v>1.340521142493819</c:v>
                </c:pt>
                <c:pt idx="1291">
                  <c:v>1.3413185046749161</c:v>
                </c:pt>
                <c:pt idx="1292">
                  <c:v>1.3430761926155721</c:v>
                </c:pt>
                <c:pt idx="1293">
                  <c:v>1.338483815762922</c:v>
                </c:pt>
                <c:pt idx="1294">
                  <c:v>1.3371286066789361</c:v>
                </c:pt>
                <c:pt idx="1295">
                  <c:v>1.3373859494375311</c:v>
                </c:pt>
                <c:pt idx="1296">
                  <c:v>1.3378314547079599</c:v>
                </c:pt>
                <c:pt idx="1297">
                  <c:v>1.3262670874244891</c:v>
                </c:pt>
                <c:pt idx="1298">
                  <c:v>1.329347156089135</c:v>
                </c:pt>
                <c:pt idx="1299">
                  <c:v>1.331689009720471</c:v>
                </c:pt>
                <c:pt idx="1300">
                  <c:v>1.334442539711602</c:v>
                </c:pt>
                <c:pt idx="1301">
                  <c:v>1.337680124025358</c:v>
                </c:pt>
                <c:pt idx="1302">
                  <c:v>1.336376767724299</c:v>
                </c:pt>
                <c:pt idx="1303">
                  <c:v>1.331367454635672</c:v>
                </c:pt>
                <c:pt idx="1304">
                  <c:v>1.332581754350125</c:v>
                </c:pt>
                <c:pt idx="1305">
                  <c:v>1.3284751694114061</c:v>
                </c:pt>
                <c:pt idx="1306">
                  <c:v>1.3287563752588949</c:v>
                </c:pt>
                <c:pt idx="1307">
                  <c:v>1.332950206016718</c:v>
                </c:pt>
                <c:pt idx="1308">
                  <c:v>1.3305201145802601</c:v>
                </c:pt>
                <c:pt idx="1309">
                  <c:v>1.3338553914896321</c:v>
                </c:pt>
                <c:pt idx="1310">
                  <c:v>1.3392275855498399</c:v>
                </c:pt>
                <c:pt idx="1311">
                  <c:v>1.345571563479151</c:v>
                </c:pt>
                <c:pt idx="1312">
                  <c:v>1.3456888172295749</c:v>
                </c:pt>
                <c:pt idx="1313">
                  <c:v>1.3474594881782751</c:v>
                </c:pt>
                <c:pt idx="1314">
                  <c:v>1.3440417041631529</c:v>
                </c:pt>
                <c:pt idx="1315">
                  <c:v>1.347065092611629</c:v>
                </c:pt>
                <c:pt idx="1316">
                  <c:v>1.3502127224035521</c:v>
                </c:pt>
                <c:pt idx="1317">
                  <c:v>1.3490015633872201</c:v>
                </c:pt>
                <c:pt idx="1318">
                  <c:v>1.352408679742209</c:v>
                </c:pt>
                <c:pt idx="1319">
                  <c:v>1.3506501358729299</c:v>
                </c:pt>
                <c:pt idx="1320">
                  <c:v>1.354819393281274</c:v>
                </c:pt>
                <c:pt idx="1321">
                  <c:v>1.3512288482179851</c:v>
                </c:pt>
                <c:pt idx="1322">
                  <c:v>1.348926187436458</c:v>
                </c:pt>
                <c:pt idx="1323">
                  <c:v>1.351022816904601</c:v>
                </c:pt>
                <c:pt idx="1324">
                  <c:v>1.3545705372468899</c:v>
                </c:pt>
                <c:pt idx="1325">
                  <c:v>1.360363466032543</c:v>
                </c:pt>
                <c:pt idx="1326">
                  <c:v>1.3603861604032259</c:v>
                </c:pt>
                <c:pt idx="1327">
                  <c:v>1.362281934916628</c:v>
                </c:pt>
                <c:pt idx="1328">
                  <c:v>1.3676957281609261</c:v>
                </c:pt>
                <c:pt idx="1329">
                  <c:v>1.371268505594871</c:v>
                </c:pt>
                <c:pt idx="1330">
                  <c:v>1.366653432020448</c:v>
                </c:pt>
                <c:pt idx="1331">
                  <c:v>1.3735990456680811</c:v>
                </c:pt>
                <c:pt idx="1332">
                  <c:v>1.372061296006426</c:v>
                </c:pt>
                <c:pt idx="1333">
                  <c:v>1.3696433506938861</c:v>
                </c:pt>
                <c:pt idx="1334">
                  <c:v>1.3794829612487629</c:v>
                </c:pt>
                <c:pt idx="1335">
                  <c:v>1.3769793765503391</c:v>
                </c:pt>
                <c:pt idx="1336">
                  <c:v>1.3782091791194571</c:v>
                </c:pt>
                <c:pt idx="1337">
                  <c:v>1.3793965546913951</c:v>
                </c:pt>
                <c:pt idx="1338">
                  <c:v>1.381569065960718</c:v>
                </c:pt>
                <c:pt idx="1339">
                  <c:v>1.390969867967363</c:v>
                </c:pt>
                <c:pt idx="1340">
                  <c:v>1.3904962930369431</c:v>
                </c:pt>
                <c:pt idx="1341">
                  <c:v>1.3990888410752631</c:v>
                </c:pt>
                <c:pt idx="1342">
                  <c:v>1.399304251216803</c:v>
                </c:pt>
                <c:pt idx="1343">
                  <c:v>1.402443785675318</c:v>
                </c:pt>
                <c:pt idx="1344">
                  <c:v>1.403527179548848</c:v>
                </c:pt>
                <c:pt idx="1345">
                  <c:v>1.4035067778643759</c:v>
                </c:pt>
                <c:pt idx="1346">
                  <c:v>1.4021937700263269</c:v>
                </c:pt>
                <c:pt idx="1347">
                  <c:v>1.402783963515976</c:v>
                </c:pt>
                <c:pt idx="1348">
                  <c:v>1.4087813525132911</c:v>
                </c:pt>
                <c:pt idx="1349">
                  <c:v>1.414040931832883</c:v>
                </c:pt>
                <c:pt idx="1350">
                  <c:v>1.4127846301336591</c:v>
                </c:pt>
                <c:pt idx="1351">
                  <c:v>1.4107325487360589</c:v>
                </c:pt>
                <c:pt idx="1352">
                  <c:v>1.407555930961975</c:v>
                </c:pt>
                <c:pt idx="1353">
                  <c:v>1.4123383279538391</c:v>
                </c:pt>
                <c:pt idx="1354">
                  <c:v>1.417173013920046</c:v>
                </c:pt>
                <c:pt idx="1355">
                  <c:v>1.420124089773056</c:v>
                </c:pt>
                <c:pt idx="1356">
                  <c:v>1.4201135563507441</c:v>
                </c:pt>
                <c:pt idx="1357">
                  <c:v>1.4187464781624299</c:v>
                </c:pt>
                <c:pt idx="1358">
                  <c:v>1.4228475612304461</c:v>
                </c:pt>
                <c:pt idx="1359">
                  <c:v>1.428954152567488</c:v>
                </c:pt>
                <c:pt idx="1360">
                  <c:v>1.4428284334880159</c:v>
                </c:pt>
                <c:pt idx="1361">
                  <c:v>1.4345021562658311</c:v>
                </c:pt>
                <c:pt idx="1362">
                  <c:v>1.440565133867918</c:v>
                </c:pt>
                <c:pt idx="1363">
                  <c:v>1.4488744401767</c:v>
                </c:pt>
                <c:pt idx="1364">
                  <c:v>1.452062238154443</c:v>
                </c:pt>
                <c:pt idx="1365">
                  <c:v>1.456169651469126</c:v>
                </c:pt>
                <c:pt idx="1366">
                  <c:v>1.454638994969075</c:v>
                </c:pt>
                <c:pt idx="1367">
                  <c:v>1.4693239380907961</c:v>
                </c:pt>
                <c:pt idx="1368">
                  <c:v>1.485254519473262</c:v>
                </c:pt>
                <c:pt idx="1369">
                  <c:v>1.484533037947726</c:v>
                </c:pt>
                <c:pt idx="1370">
                  <c:v>1.483895099742653</c:v>
                </c:pt>
                <c:pt idx="1371">
                  <c:v>1.505066424705515</c:v>
                </c:pt>
                <c:pt idx="1372">
                  <c:v>1.50721363799982</c:v>
                </c:pt>
                <c:pt idx="1373">
                  <c:v>1.520884100604917</c:v>
                </c:pt>
                <c:pt idx="1374">
                  <c:v>1.5050436078662299</c:v>
                </c:pt>
                <c:pt idx="1375">
                  <c:v>1.5070905838635209</c:v>
                </c:pt>
                <c:pt idx="1376">
                  <c:v>1.482004621278344</c:v>
                </c:pt>
                <c:pt idx="1377">
                  <c:v>1.504500553009273</c:v>
                </c:pt>
                <c:pt idx="1378">
                  <c:v>1.5019545885942001</c:v>
                </c:pt>
                <c:pt idx="1379">
                  <c:v>1.4947351367720569</c:v>
                </c:pt>
                <c:pt idx="1380">
                  <c:v>1.501111004934931</c:v>
                </c:pt>
                <c:pt idx="1381">
                  <c:v>1.526616527194379</c:v>
                </c:pt>
                <c:pt idx="1382">
                  <c:v>1.5269155969763031</c:v>
                </c:pt>
                <c:pt idx="1383">
                  <c:v>1.5245432493909921</c:v>
                </c:pt>
                <c:pt idx="1384">
                  <c:v>1.5312577199525159</c:v>
                </c:pt>
                <c:pt idx="1385">
                  <c:v>1.5352313017519981</c:v>
                </c:pt>
                <c:pt idx="1386">
                  <c:v>1.534952928665531</c:v>
                </c:pt>
                <c:pt idx="1387">
                  <c:v>1.533140077760593</c:v>
                </c:pt>
                <c:pt idx="1388">
                  <c:v>1.5454523424727069</c:v>
                </c:pt>
                <c:pt idx="1389">
                  <c:v>1.547393792063521</c:v>
                </c:pt>
                <c:pt idx="1390">
                  <c:v>1.555478759303087</c:v>
                </c:pt>
                <c:pt idx="1391">
                  <c:v>1.557730502291182</c:v>
                </c:pt>
                <c:pt idx="1392">
                  <c:v>1.5456840844330799</c:v>
                </c:pt>
                <c:pt idx="1393">
                  <c:v>1.5575293410407229</c:v>
                </c:pt>
                <c:pt idx="1394">
                  <c:v>1.560909123829064</c:v>
                </c:pt>
                <c:pt idx="1395">
                  <c:v>1.576476601318572</c:v>
                </c:pt>
                <c:pt idx="1396">
                  <c:v>1.557041322819376</c:v>
                </c:pt>
                <c:pt idx="1397">
                  <c:v>1.5586577768237779</c:v>
                </c:pt>
                <c:pt idx="1398">
                  <c:v>1.5403783214516029</c:v>
                </c:pt>
                <c:pt idx="1399">
                  <c:v>1.555602456282444</c:v>
                </c:pt>
                <c:pt idx="1400">
                  <c:v>1.555926819182607</c:v>
                </c:pt>
                <c:pt idx="1401">
                  <c:v>1.5440332634456539</c:v>
                </c:pt>
                <c:pt idx="1402">
                  <c:v>1.5480249824894361</c:v>
                </c:pt>
                <c:pt idx="1403">
                  <c:v>1.569526001292739</c:v>
                </c:pt>
                <c:pt idx="1404">
                  <c:v>1.559307315696242</c:v>
                </c:pt>
                <c:pt idx="1405">
                  <c:v>1.554489437000959</c:v>
                </c:pt>
                <c:pt idx="1406">
                  <c:v>1.5727917176289281</c:v>
                </c:pt>
                <c:pt idx="1407">
                  <c:v>1.5869241879757341</c:v>
                </c:pt>
                <c:pt idx="1408">
                  <c:v>1.58300344004766</c:v>
                </c:pt>
                <c:pt idx="1409">
                  <c:v>1.595054097804711</c:v>
                </c:pt>
                <c:pt idx="1410">
                  <c:v>1.583193832623037</c:v>
                </c:pt>
                <c:pt idx="1411">
                  <c:v>1.572907582392187</c:v>
                </c:pt>
                <c:pt idx="1412">
                  <c:v>1.5742149623751931</c:v>
                </c:pt>
                <c:pt idx="1413">
                  <c:v>1.566371186349576</c:v>
                </c:pt>
                <c:pt idx="1414">
                  <c:v>1.5666959550016171</c:v>
                </c:pt>
                <c:pt idx="1415">
                  <c:v>1.579192870121485</c:v>
                </c:pt>
                <c:pt idx="1416">
                  <c:v>1.5729235129795041</c:v>
                </c:pt>
                <c:pt idx="1417">
                  <c:v>1.5729667249427579</c:v>
                </c:pt>
                <c:pt idx="1418">
                  <c:v>1.5674977270170369</c:v>
                </c:pt>
                <c:pt idx="1419">
                  <c:v>1.5663738560740259</c:v>
                </c:pt>
                <c:pt idx="1420">
                  <c:v>1.5741174472639849</c:v>
                </c:pt>
                <c:pt idx="1421">
                  <c:v>1.55882569094665</c:v>
                </c:pt>
                <c:pt idx="1422">
                  <c:v>1.5554621397785859</c:v>
                </c:pt>
                <c:pt idx="1423">
                  <c:v>1.550189328921262</c:v>
                </c:pt>
                <c:pt idx="1424">
                  <c:v>1.552114209343568</c:v>
                </c:pt>
                <c:pt idx="1425">
                  <c:v>1.5486543063736291</c:v>
                </c:pt>
                <c:pt idx="1426">
                  <c:v>1.524632509562128</c:v>
                </c:pt>
                <c:pt idx="1427">
                  <c:v>1.526629662203099</c:v>
                </c:pt>
                <c:pt idx="1428">
                  <c:v>1.5414723639922021</c:v>
                </c:pt>
                <c:pt idx="1429">
                  <c:v>1.5509652090346051</c:v>
                </c:pt>
                <c:pt idx="1430">
                  <c:v>1.549836793927905</c:v>
                </c:pt>
                <c:pt idx="1431">
                  <c:v>1.5553779881764771</c:v>
                </c:pt>
                <c:pt idx="1432">
                  <c:v>1.565141905572782</c:v>
                </c:pt>
                <c:pt idx="1433">
                  <c:v>1.5614980227355131</c:v>
                </c:pt>
                <c:pt idx="1434">
                  <c:v>1.5560137772110181</c:v>
                </c:pt>
                <c:pt idx="1435">
                  <c:v>1.556505388068091</c:v>
                </c:pt>
                <c:pt idx="1436">
                  <c:v>1.5632652367977169</c:v>
                </c:pt>
                <c:pt idx="1437">
                  <c:v>1.5764155906979791</c:v>
                </c:pt>
                <c:pt idx="1438">
                  <c:v>1.5809744408910591</c:v>
                </c:pt>
                <c:pt idx="1439">
                  <c:v>1.5828081012625561</c:v>
                </c:pt>
                <c:pt idx="1440">
                  <c:v>1.573217140135087</c:v>
                </c:pt>
                <c:pt idx="1441">
                  <c:v>1.5822725460204601</c:v>
                </c:pt>
                <c:pt idx="1442">
                  <c:v>1.574780967589285</c:v>
                </c:pt>
                <c:pt idx="1443">
                  <c:v>1.5630368113707589</c:v>
                </c:pt>
                <c:pt idx="1444">
                  <c:v>1.583459174435714</c:v>
                </c:pt>
                <c:pt idx="1445">
                  <c:v>1.575208028509715</c:v>
                </c:pt>
                <c:pt idx="1446">
                  <c:v>1.5774928146419691</c:v>
                </c:pt>
                <c:pt idx="1447">
                  <c:v>1.5958466316675859</c:v>
                </c:pt>
                <c:pt idx="1448">
                  <c:v>1.601973636494046</c:v>
                </c:pt>
                <c:pt idx="1449">
                  <c:v>1.610351608561609</c:v>
                </c:pt>
                <c:pt idx="1450">
                  <c:v>1.6116320621208391</c:v>
                </c:pt>
                <c:pt idx="1451">
                  <c:v>1.610275902302575</c:v>
                </c:pt>
                <c:pt idx="1452">
                  <c:v>1.608601880000897</c:v>
                </c:pt>
                <c:pt idx="1453">
                  <c:v>1.6043736645341959</c:v>
                </c:pt>
                <c:pt idx="1454">
                  <c:v>1.5971875903021839</c:v>
                </c:pt>
                <c:pt idx="1455">
                  <c:v>1.6113782352805861</c:v>
                </c:pt>
                <c:pt idx="1456">
                  <c:v>1.617024056377383</c:v>
                </c:pt>
                <c:pt idx="1457">
                  <c:v>1.621018944458412</c:v>
                </c:pt>
                <c:pt idx="1458">
                  <c:v>1.618912767278377</c:v>
                </c:pt>
                <c:pt idx="1459">
                  <c:v>1.624497320014316</c:v>
                </c:pt>
                <c:pt idx="1460">
                  <c:v>1.6354260804960219</c:v>
                </c:pt>
                <c:pt idx="1461">
                  <c:v>1.6274934262400349</c:v>
                </c:pt>
                <c:pt idx="1462">
                  <c:v>1.634988415890156</c:v>
                </c:pt>
                <c:pt idx="1463">
                  <c:v>1.640263763857104</c:v>
                </c:pt>
                <c:pt idx="1464">
                  <c:v>1.644307358365088</c:v>
                </c:pt>
                <c:pt idx="1465">
                  <c:v>1.6465415032989379</c:v>
                </c:pt>
                <c:pt idx="1466">
                  <c:v>1.6423318299249241</c:v>
                </c:pt>
                <c:pt idx="1467">
                  <c:v>1.655233348940045</c:v>
                </c:pt>
                <c:pt idx="1468">
                  <c:v>1.6592988522415</c:v>
                </c:pt>
                <c:pt idx="1469">
                  <c:v>1.6646854968154019</c:v>
                </c:pt>
                <c:pt idx="1470">
                  <c:v>1.6651709270353019</c:v>
                </c:pt>
                <c:pt idx="1471">
                  <c:v>1.670384221788602</c:v>
                </c:pt>
                <c:pt idx="1472">
                  <c:v>1.677541083716259</c:v>
                </c:pt>
                <c:pt idx="1473">
                  <c:v>1.678000804116254</c:v>
                </c:pt>
                <c:pt idx="1474">
                  <c:v>1.667963726398362</c:v>
                </c:pt>
                <c:pt idx="1475">
                  <c:v>1.6309819439159621</c:v>
                </c:pt>
                <c:pt idx="1476">
                  <c:v>1.651321998523537</c:v>
                </c:pt>
                <c:pt idx="1477">
                  <c:v>1.6547646456098251</c:v>
                </c:pt>
                <c:pt idx="1478">
                  <c:v>1.642794925982634</c:v>
                </c:pt>
                <c:pt idx="1479">
                  <c:v>1.6395819021762481</c:v>
                </c:pt>
                <c:pt idx="1480">
                  <c:v>1.6564661509422529</c:v>
                </c:pt>
                <c:pt idx="1481">
                  <c:v>1.6572709515978881</c:v>
                </c:pt>
                <c:pt idx="1482">
                  <c:v>1.654656169420448</c:v>
                </c:pt>
                <c:pt idx="1483">
                  <c:v>1.6593367812235811</c:v>
                </c:pt>
                <c:pt idx="1484">
                  <c:v>1.6521449961677741</c:v>
                </c:pt>
                <c:pt idx="1485">
                  <c:v>1.666245580210665</c:v>
                </c:pt>
                <c:pt idx="1486">
                  <c:v>1.6731724610053851</c:v>
                </c:pt>
                <c:pt idx="1487">
                  <c:v>1.6780935071173351</c:v>
                </c:pt>
                <c:pt idx="1488">
                  <c:v>1.6739059970767249</c:v>
                </c:pt>
                <c:pt idx="1489">
                  <c:v>1.6821116930164901</c:v>
                </c:pt>
                <c:pt idx="1490">
                  <c:v>1.662054821076459</c:v>
                </c:pt>
                <c:pt idx="1491">
                  <c:v>1.6534041908189749</c:v>
                </c:pt>
                <c:pt idx="1492">
                  <c:v>1.6592614103775689</c:v>
                </c:pt>
                <c:pt idx="1493">
                  <c:v>1.6590789194765361</c:v>
                </c:pt>
                <c:pt idx="1494">
                  <c:v>1.649892215835234</c:v>
                </c:pt>
                <c:pt idx="1495">
                  <c:v>1.664453590667393</c:v>
                </c:pt>
                <c:pt idx="1496">
                  <c:v>1.664919045359009</c:v>
                </c:pt>
                <c:pt idx="1497">
                  <c:v>1.6593613811746479</c:v>
                </c:pt>
                <c:pt idx="1498">
                  <c:v>1.654370215802041</c:v>
                </c:pt>
                <c:pt idx="1499">
                  <c:v>1.654746855737985</c:v>
                </c:pt>
                <c:pt idx="1500">
                  <c:v>1.642491812043452</c:v>
                </c:pt>
                <c:pt idx="1501">
                  <c:v>1.6528107338549269</c:v>
                </c:pt>
                <c:pt idx="1502">
                  <c:v>1.6346415596172079</c:v>
                </c:pt>
                <c:pt idx="1503">
                  <c:v>1.6307530927873559</c:v>
                </c:pt>
                <c:pt idx="1504">
                  <c:v>1.5902546416973109</c:v>
                </c:pt>
                <c:pt idx="1505">
                  <c:v>1.609778381569235</c:v>
                </c:pt>
                <c:pt idx="1506">
                  <c:v>1.6268201095341881</c:v>
                </c:pt>
                <c:pt idx="1507">
                  <c:v>1.615600846014271</c:v>
                </c:pt>
                <c:pt idx="1508">
                  <c:v>1.620335272186866</c:v>
                </c:pt>
                <c:pt idx="1509">
                  <c:v>1.6254363737448481</c:v>
                </c:pt>
                <c:pt idx="1510">
                  <c:v>1.6175129293225821</c:v>
                </c:pt>
                <c:pt idx="1511">
                  <c:v>1.633441822733579</c:v>
                </c:pt>
                <c:pt idx="1512">
                  <c:v>1.6215547123643561</c:v>
                </c:pt>
                <c:pt idx="1513">
                  <c:v>1.623120060035554</c:v>
                </c:pt>
                <c:pt idx="1514">
                  <c:v>1.6249231008665419</c:v>
                </c:pt>
                <c:pt idx="1515">
                  <c:v>1.6579854637142659</c:v>
                </c:pt>
                <c:pt idx="1516">
                  <c:v>1.6542646990473659</c:v>
                </c:pt>
                <c:pt idx="1517">
                  <c:v>1.6672587777558729</c:v>
                </c:pt>
                <c:pt idx="1518">
                  <c:v>1.6683188014842461</c:v>
                </c:pt>
                <c:pt idx="1519">
                  <c:v>1.6800195017088599</c:v>
                </c:pt>
                <c:pt idx="1520">
                  <c:v>1.675952921734355</c:v>
                </c:pt>
                <c:pt idx="1521">
                  <c:v>1.688060199786876</c:v>
                </c:pt>
                <c:pt idx="1522">
                  <c:v>1.698207124398037</c:v>
                </c:pt>
                <c:pt idx="1523">
                  <c:v>1.7020006360182689</c:v>
                </c:pt>
                <c:pt idx="1524">
                  <c:v>1.703792136007936</c:v>
                </c:pt>
                <c:pt idx="1525">
                  <c:v>1.7173672590733</c:v>
                </c:pt>
                <c:pt idx="1526">
                  <c:v>1.7075725929219761</c:v>
                </c:pt>
                <c:pt idx="1527">
                  <c:v>1.700316722921517</c:v>
                </c:pt>
                <c:pt idx="1528">
                  <c:v>1.7071541557033501</c:v>
                </c:pt>
                <c:pt idx="1529">
                  <c:v>1.6977508979341429</c:v>
                </c:pt>
                <c:pt idx="1530">
                  <c:v>1.703287942246783</c:v>
                </c:pt>
                <c:pt idx="1531">
                  <c:v>1.706093756293424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AD8F-4D14-8BD1-39567E2BF1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02148736"/>
        <c:axId val="502146560"/>
      </c:lineChart>
      <c:catAx>
        <c:axId val="5021487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02146560"/>
        <c:crosses val="autoZero"/>
        <c:auto val="1"/>
        <c:lblAlgn val="ctr"/>
        <c:lblOffset val="100"/>
        <c:tickLblSkip val="150"/>
        <c:noMultiLvlLbl val="0"/>
      </c:catAx>
      <c:valAx>
        <c:axId val="502146560"/>
        <c:scaling>
          <c:orientation val="minMax"/>
          <c:min val="0.8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02148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结果页!$D$1</c:f>
              <c:strCache>
                <c:ptCount val="1"/>
                <c:pt idx="0">
                  <c:v>产业趋势组合净值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1531"/>
              <c:layout>
                <c:manualLayout>
                  <c:x val="-1.0708785641626483E-2"/>
                  <c:y val="-5.71900888225123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AD8F-4D14-8BD1-39567E2BF10A}"/>
                </c:ext>
                <c:ext xmlns:c15="http://schemas.microsoft.com/office/drawing/2012/chart" uri="{CE6537A1-D6FC-4f65-9D91-7224C49458BB}"/>
              </c:extLst>
            </c:dLbl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结果页!$A$2:$A$1533</c:f>
              <c:strCache>
                <c:ptCount val="61"/>
                <c:pt idx="0">
                  <c:v>2021-04</c:v>
                </c:pt>
                <c:pt idx="1">
                  <c:v>2021-05</c:v>
                </c:pt>
                <c:pt idx="2">
                  <c:v>2021-06</c:v>
                </c:pt>
                <c:pt idx="3">
                  <c:v>2021-07</c:v>
                </c:pt>
                <c:pt idx="4">
                  <c:v>2021-08</c:v>
                </c:pt>
                <c:pt idx="5">
                  <c:v>2021-09</c:v>
                </c:pt>
                <c:pt idx="6">
                  <c:v>2021-10</c:v>
                </c:pt>
                <c:pt idx="7">
                  <c:v>2021-11</c:v>
                </c:pt>
                <c:pt idx="8">
                  <c:v>2021-12</c:v>
                </c:pt>
                <c:pt idx="9">
                  <c:v>2022-01</c:v>
                </c:pt>
                <c:pt idx="10">
                  <c:v>2022-02</c:v>
                </c:pt>
                <c:pt idx="11">
                  <c:v>2022-03</c:v>
                </c:pt>
                <c:pt idx="12">
                  <c:v>2022-04</c:v>
                </c:pt>
                <c:pt idx="13">
                  <c:v>2022-05</c:v>
                </c:pt>
                <c:pt idx="14">
                  <c:v>2022-06</c:v>
                </c:pt>
                <c:pt idx="15">
                  <c:v>2022-07</c:v>
                </c:pt>
                <c:pt idx="16">
                  <c:v>2022-08</c:v>
                </c:pt>
                <c:pt idx="17">
                  <c:v>2022-09</c:v>
                </c:pt>
                <c:pt idx="18">
                  <c:v>2022-10</c:v>
                </c:pt>
                <c:pt idx="19">
                  <c:v>2022-11</c:v>
                </c:pt>
                <c:pt idx="20">
                  <c:v>2022-12</c:v>
                </c:pt>
                <c:pt idx="21">
                  <c:v>2023-01</c:v>
                </c:pt>
                <c:pt idx="22">
                  <c:v>2023-02</c:v>
                </c:pt>
                <c:pt idx="23">
                  <c:v>2023-03</c:v>
                </c:pt>
                <c:pt idx="24">
                  <c:v>2023-04</c:v>
                </c:pt>
                <c:pt idx="25">
                  <c:v>2023-05</c:v>
                </c:pt>
                <c:pt idx="26">
                  <c:v>2023-06</c:v>
                </c:pt>
                <c:pt idx="27">
                  <c:v>2023-07</c:v>
                </c:pt>
                <c:pt idx="28">
                  <c:v>2023-08</c:v>
                </c:pt>
                <c:pt idx="29">
                  <c:v>2023-09</c:v>
                </c:pt>
                <c:pt idx="30">
                  <c:v>2023-10</c:v>
                </c:pt>
                <c:pt idx="31">
                  <c:v>2023-11</c:v>
                </c:pt>
                <c:pt idx="32">
                  <c:v>2023-12</c:v>
                </c:pt>
                <c:pt idx="33">
                  <c:v>2024-01</c:v>
                </c:pt>
                <c:pt idx="34">
                  <c:v>2024-02</c:v>
                </c:pt>
                <c:pt idx="35">
                  <c:v>2024-03</c:v>
                </c:pt>
                <c:pt idx="36">
                  <c:v>2024-04</c:v>
                </c:pt>
                <c:pt idx="37">
                  <c:v>2024-05</c:v>
                </c:pt>
                <c:pt idx="38">
                  <c:v>2024-06</c:v>
                </c:pt>
                <c:pt idx="39">
                  <c:v>2024-07</c:v>
                </c:pt>
                <c:pt idx="40">
                  <c:v>2024-08</c:v>
                </c:pt>
                <c:pt idx="41">
                  <c:v>2024-09</c:v>
                </c:pt>
                <c:pt idx="42">
                  <c:v>2024-10</c:v>
                </c:pt>
                <c:pt idx="43">
                  <c:v>2024-11</c:v>
                </c:pt>
                <c:pt idx="44">
                  <c:v>2024-12</c:v>
                </c:pt>
                <c:pt idx="45">
                  <c:v>2025-01</c:v>
                </c:pt>
                <c:pt idx="46">
                  <c:v>2025-02</c:v>
                </c:pt>
                <c:pt idx="47">
                  <c:v>2025-03</c:v>
                </c:pt>
                <c:pt idx="48">
                  <c:v>2025-04</c:v>
                </c:pt>
                <c:pt idx="49">
                  <c:v>2025-05</c:v>
                </c:pt>
                <c:pt idx="50">
                  <c:v>2025-06</c:v>
                </c:pt>
                <c:pt idx="51">
                  <c:v>2025-07</c:v>
                </c:pt>
                <c:pt idx="52">
                  <c:v>2025-08</c:v>
                </c:pt>
                <c:pt idx="53">
                  <c:v>2025-09</c:v>
                </c:pt>
                <c:pt idx="54">
                  <c:v>2025-10</c:v>
                </c:pt>
                <c:pt idx="55">
                  <c:v>2025-11</c:v>
                </c:pt>
                <c:pt idx="56">
                  <c:v>2025-12</c:v>
                </c:pt>
                <c:pt idx="57">
                  <c:v>2026-01</c:v>
                </c:pt>
                <c:pt idx="58">
                  <c:v>2026-02</c:v>
                </c:pt>
                <c:pt idx="59">
                  <c:v>2026-03</c:v>
                </c:pt>
                <c:pt idx="60">
                  <c:v>2026-04</c:v>
                </c:pt>
              </c:strCache>
            </c:strRef>
          </c:cat>
          <c:val>
            <c:numRef>
              <c:f>结果页!$D$2:$D$1533</c:f>
              <c:numCache>
                <c:formatCode>General</c:formatCode>
                <c:ptCount val="61"/>
                <c:pt idx="0">
                  <c:v>1.0</c:v>
                </c:pt>
                <c:pt idx="1">
                  <c:v>1.029852</c:v>
                </c:pt>
                <c:pt idx="2">
                  <c:v>1.114545</c:v>
                </c:pt>
                <c:pt idx="3">
                  <c:v>1.148602</c:v>
                </c:pt>
                <c:pt idx="4">
                  <c:v>1.123216</c:v>
                </c:pt>
                <c:pt idx="5">
                  <c:v>1.125253</c:v>
                </c:pt>
                <c:pt idx="6">
                  <c:v>1.170301</c:v>
                </c:pt>
                <c:pt idx="7">
                  <c:v>1.204535</c:v>
                </c:pt>
                <c:pt idx="8">
                  <c:v>1.159417</c:v>
                </c:pt>
                <c:pt idx="9">
                  <c:v>1.047423</c:v>
                </c:pt>
                <c:pt idx="10">
                  <c:v>0.999209</c:v>
                </c:pt>
                <c:pt idx="11">
                  <c:v>0.948636</c:v>
                </c:pt>
                <c:pt idx="12">
                  <c:v>0.898488</c:v>
                </c:pt>
                <c:pt idx="13">
                  <c:v>0.92121</c:v>
                </c:pt>
                <c:pt idx="14">
                  <c:v>0.992442</c:v>
                </c:pt>
                <c:pt idx="15">
                  <c:v>0.978734</c:v>
                </c:pt>
                <c:pt idx="16">
                  <c:v>0.944316</c:v>
                </c:pt>
                <c:pt idx="17">
                  <c:v>0.900897</c:v>
                </c:pt>
                <c:pt idx="18">
                  <c:v>0.917375</c:v>
                </c:pt>
                <c:pt idx="19">
                  <c:v>0.862801</c:v>
                </c:pt>
                <c:pt idx="20">
                  <c:v>0.866918</c:v>
                </c:pt>
                <c:pt idx="21">
                  <c:v>0.921499</c:v>
                </c:pt>
                <c:pt idx="22">
                  <c:v>0.912814</c:v>
                </c:pt>
                <c:pt idx="23">
                  <c:v>0.948018</c:v>
                </c:pt>
                <c:pt idx="24">
                  <c:v>0.960306</c:v>
                </c:pt>
                <c:pt idx="25">
                  <c:v>0.950585</c:v>
                </c:pt>
                <c:pt idx="26">
                  <c:v>0.963905</c:v>
                </c:pt>
                <c:pt idx="27">
                  <c:v>0.923298</c:v>
                </c:pt>
                <c:pt idx="28">
                  <c:v>0.871768</c:v>
                </c:pt>
                <c:pt idx="29">
                  <c:v>0.845192</c:v>
                </c:pt>
                <c:pt idx="30">
                  <c:v>0.816404</c:v>
                </c:pt>
                <c:pt idx="31">
                  <c:v>0.823866</c:v>
                </c:pt>
                <c:pt idx="32">
                  <c:v>0.792447</c:v>
                </c:pt>
                <c:pt idx="33">
                  <c:v>0.739463</c:v>
                </c:pt>
                <c:pt idx="34">
                  <c:v>0.777189</c:v>
                </c:pt>
                <c:pt idx="35">
                  <c:v>0.802319</c:v>
                </c:pt>
                <c:pt idx="36">
                  <c:v>0.819836</c:v>
                </c:pt>
                <c:pt idx="37">
                  <c:v>0.82725</c:v>
                </c:pt>
                <c:pt idx="38">
                  <c:v>0.829104</c:v>
                </c:pt>
                <c:pt idx="39">
                  <c:v>0.823382</c:v>
                </c:pt>
                <c:pt idx="40">
                  <c:v>0.802172</c:v>
                </c:pt>
                <c:pt idx="41">
                  <c:v>0.89262</c:v>
                </c:pt>
                <c:pt idx="42">
                  <c:v>0.982197</c:v>
                </c:pt>
                <c:pt idx="43">
                  <c:v>0.977273</c:v>
                </c:pt>
                <c:pt idx="44">
                  <c:v>0.990022</c:v>
                </c:pt>
                <c:pt idx="45">
                  <c:v>0.991667</c:v>
                </c:pt>
                <c:pt idx="46">
                  <c:v>1.021132</c:v>
                </c:pt>
                <c:pt idx="47">
                  <c:v>0.982176</c:v>
                </c:pt>
                <c:pt idx="48">
                  <c:v>0.949252</c:v>
                </c:pt>
                <c:pt idx="49">
                  <c:v>0.985191</c:v>
                </c:pt>
                <c:pt idx="50">
                  <c:v>1.05348</c:v>
                </c:pt>
                <c:pt idx="51">
                  <c:v>1.218739</c:v>
                </c:pt>
                <c:pt idx="52">
                  <c:v>1.585403</c:v>
                </c:pt>
                <c:pt idx="53">
                  <c:v>1.693135</c:v>
                </c:pt>
                <c:pt idx="54">
                  <c:v>1.722852</c:v>
                </c:pt>
                <c:pt idx="55">
                  <c:v>1.750099</c:v>
                </c:pt>
                <c:pt idx="56">
                  <c:v>1.844232</c:v>
                </c:pt>
                <c:pt idx="57">
                  <c:v>1.920766</c:v>
                </c:pt>
                <c:pt idx="58">
                  <c:v>1.946923</c:v>
                </c:pt>
                <c:pt idx="59">
                  <c:v>2.077024</c:v>
                </c:pt>
                <c:pt idx="60">
                  <c:v>2.448458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AD8F-4D14-8BD1-39567E2BF1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02144384"/>
        <c:axId val="502147104"/>
      </c:lineChart>
      <c:catAx>
        <c:axId val="502144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02147104"/>
        <c:crosses val="autoZero"/>
        <c:auto val="1"/>
        <c:lblAlgn val="ctr"/>
        <c:lblOffset val="100"/>
        <c:tickLblSkip val="150"/>
        <c:noMultiLvlLbl val="0"/>
      </c:catAx>
      <c:valAx>
        <c:axId val="502147104"/>
        <c:scaling>
          <c:orientation val="minMax"/>
          <c:min val="0.8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02144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结果页!$D$1</c:f>
              <c:strCache>
                <c:ptCount val="1"/>
                <c:pt idx="0">
                  <c:v>指增组合净值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1531"/>
              <c:layout>
                <c:manualLayout>
                  <c:x val="-1.0708785641626483E-2"/>
                  <c:y val="-5.71900888225123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AD8F-4D14-8BD1-39567E2BF10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结果页!$A$2:$A$1533</c:f>
              <c:strCache>
                <c:ptCount val="61"/>
                <c:pt idx="0">
                  <c:v>2021-04</c:v>
                </c:pt>
                <c:pt idx="1">
                  <c:v>2021-05</c:v>
                </c:pt>
                <c:pt idx="2">
                  <c:v>2021-06</c:v>
                </c:pt>
                <c:pt idx="3">
                  <c:v>2021-07</c:v>
                </c:pt>
                <c:pt idx="4">
                  <c:v>2021-08</c:v>
                </c:pt>
                <c:pt idx="5">
                  <c:v>2021-09</c:v>
                </c:pt>
                <c:pt idx="6">
                  <c:v>2021-10</c:v>
                </c:pt>
                <c:pt idx="7">
                  <c:v>2021-11</c:v>
                </c:pt>
                <c:pt idx="8">
                  <c:v>2021-12</c:v>
                </c:pt>
                <c:pt idx="9">
                  <c:v>2022-01</c:v>
                </c:pt>
                <c:pt idx="10">
                  <c:v>2022-02</c:v>
                </c:pt>
                <c:pt idx="11">
                  <c:v>2022-03</c:v>
                </c:pt>
                <c:pt idx="12">
                  <c:v>2022-04</c:v>
                </c:pt>
                <c:pt idx="13">
                  <c:v>2022-05</c:v>
                </c:pt>
                <c:pt idx="14">
                  <c:v>2022-06</c:v>
                </c:pt>
                <c:pt idx="15">
                  <c:v>2022-07</c:v>
                </c:pt>
                <c:pt idx="16">
                  <c:v>2022-08</c:v>
                </c:pt>
                <c:pt idx="17">
                  <c:v>2022-09</c:v>
                </c:pt>
                <c:pt idx="18">
                  <c:v>2022-10</c:v>
                </c:pt>
                <c:pt idx="19">
                  <c:v>2022-11</c:v>
                </c:pt>
                <c:pt idx="20">
                  <c:v>2022-12</c:v>
                </c:pt>
                <c:pt idx="21">
                  <c:v>2023-01</c:v>
                </c:pt>
                <c:pt idx="22">
                  <c:v>2023-02</c:v>
                </c:pt>
                <c:pt idx="23">
                  <c:v>2023-03</c:v>
                </c:pt>
                <c:pt idx="24">
                  <c:v>2023-04</c:v>
                </c:pt>
                <c:pt idx="25">
                  <c:v>2023-05</c:v>
                </c:pt>
                <c:pt idx="26">
                  <c:v>2023-06</c:v>
                </c:pt>
                <c:pt idx="27">
                  <c:v>2023-07</c:v>
                </c:pt>
                <c:pt idx="28">
                  <c:v>2023-08</c:v>
                </c:pt>
                <c:pt idx="29">
                  <c:v>2023-09</c:v>
                </c:pt>
                <c:pt idx="30">
                  <c:v>2023-10</c:v>
                </c:pt>
                <c:pt idx="31">
                  <c:v>2023-11</c:v>
                </c:pt>
                <c:pt idx="32">
                  <c:v>2023-12</c:v>
                </c:pt>
                <c:pt idx="33">
                  <c:v>2024-01</c:v>
                </c:pt>
                <c:pt idx="34">
                  <c:v>2024-02</c:v>
                </c:pt>
                <c:pt idx="35">
                  <c:v>2024-03</c:v>
                </c:pt>
                <c:pt idx="36">
                  <c:v>2024-04</c:v>
                </c:pt>
                <c:pt idx="37">
                  <c:v>2024-05</c:v>
                </c:pt>
                <c:pt idx="38">
                  <c:v>2024-06</c:v>
                </c:pt>
                <c:pt idx="39">
                  <c:v>2024-07</c:v>
                </c:pt>
                <c:pt idx="40">
                  <c:v>2024-08</c:v>
                </c:pt>
                <c:pt idx="41">
                  <c:v>2024-09</c:v>
                </c:pt>
                <c:pt idx="42">
                  <c:v>2024-10</c:v>
                </c:pt>
                <c:pt idx="43">
                  <c:v>2024-11</c:v>
                </c:pt>
                <c:pt idx="44">
                  <c:v>2024-12</c:v>
                </c:pt>
                <c:pt idx="45">
                  <c:v>2025-01</c:v>
                </c:pt>
                <c:pt idx="46">
                  <c:v>2025-02</c:v>
                </c:pt>
                <c:pt idx="47">
                  <c:v>2025-03</c:v>
                </c:pt>
                <c:pt idx="48">
                  <c:v>2025-04</c:v>
                </c:pt>
                <c:pt idx="49">
                  <c:v>2025-05</c:v>
                </c:pt>
                <c:pt idx="50">
                  <c:v>2025-06</c:v>
                </c:pt>
                <c:pt idx="51">
                  <c:v>2025-07</c:v>
                </c:pt>
                <c:pt idx="52">
                  <c:v>2025-08</c:v>
                </c:pt>
                <c:pt idx="53">
                  <c:v>2025-09</c:v>
                </c:pt>
                <c:pt idx="54">
                  <c:v>2025-10</c:v>
                </c:pt>
                <c:pt idx="55">
                  <c:v>2025-11</c:v>
                </c:pt>
                <c:pt idx="56">
                  <c:v>2025-12</c:v>
                </c:pt>
                <c:pt idx="57">
                  <c:v>2026-01</c:v>
                </c:pt>
                <c:pt idx="58">
                  <c:v>2026-02</c:v>
                </c:pt>
                <c:pt idx="59">
                  <c:v>2026-03</c:v>
                </c:pt>
                <c:pt idx="60">
                  <c:v>2026-04</c:v>
                </c:pt>
              </c:strCache>
            </c:strRef>
          </c:cat>
          <c:val>
            <c:numRef>
              <c:f>结果页!$D$2:$D$1533</c:f>
              <c:numCache>
                <c:formatCode>General</c:formatCode>
                <c:ptCount val="61"/>
                <c:pt idx="0">
                  <c:v>1.0</c:v>
                </c:pt>
                <c:pt idx="1">
                  <c:v>1.033554</c:v>
                </c:pt>
                <c:pt idx="2">
                  <c:v>1.073084</c:v>
                </c:pt>
                <c:pt idx="3">
                  <c:v>1.115306</c:v>
                </c:pt>
                <c:pt idx="4">
                  <c:v>1.14258</c:v>
                </c:pt>
                <c:pt idx="5">
                  <c:v>1.153235</c:v>
                </c:pt>
                <c:pt idx="6">
                  <c:v>1.119904</c:v>
                </c:pt>
                <c:pt idx="7">
                  <c:v>1.157531</c:v>
                </c:pt>
                <c:pt idx="8">
                  <c:v>1.155863</c:v>
                </c:pt>
                <c:pt idx="9">
                  <c:v>1.091485</c:v>
                </c:pt>
                <c:pt idx="10">
                  <c:v>1.079031</c:v>
                </c:pt>
                <c:pt idx="11">
                  <c:v>1.010849</c:v>
                </c:pt>
                <c:pt idx="12">
                  <c:v>0.941543</c:v>
                </c:pt>
                <c:pt idx="13">
                  <c:v>0.96465</c:v>
                </c:pt>
                <c:pt idx="14">
                  <c:v>1.032903</c:v>
                </c:pt>
                <c:pt idx="15">
                  <c:v>1.036017</c:v>
                </c:pt>
                <c:pt idx="16">
                  <c:v>1.025097</c:v>
                </c:pt>
                <c:pt idx="17">
                  <c:v>0.966798</c:v>
                </c:pt>
                <c:pt idx="18">
                  <c:v>0.986186</c:v>
                </c:pt>
                <c:pt idx="19">
                  <c:v>0.974799</c:v>
                </c:pt>
                <c:pt idx="20">
                  <c:v>0.981166</c:v>
                </c:pt>
                <c:pt idx="21">
                  <c:v>1.017436</c:v>
                </c:pt>
                <c:pt idx="22">
                  <c:v>1.025671</c:v>
                </c:pt>
                <c:pt idx="23">
                  <c:v>1.014171</c:v>
                </c:pt>
                <c:pt idx="24">
                  <c:v>1.009432</c:v>
                </c:pt>
                <c:pt idx="25">
                  <c:v>0.981596</c:v>
                </c:pt>
                <c:pt idx="26">
                  <c:v>0.992985</c:v>
                </c:pt>
                <c:pt idx="27">
                  <c:v>0.996242</c:v>
                </c:pt>
                <c:pt idx="28">
                  <c:v>0.944048</c:v>
                </c:pt>
                <c:pt idx="29">
                  <c:v>0.9406</c:v>
                </c:pt>
                <c:pt idx="30">
                  <c:v>0.926848</c:v>
                </c:pt>
                <c:pt idx="31">
                  <c:v>0.948484</c:v>
                </c:pt>
                <c:pt idx="32">
                  <c:v>0.917054</c:v>
                </c:pt>
                <c:pt idx="33">
                  <c:v>0.810426</c:v>
                </c:pt>
                <c:pt idx="34">
                  <c:v>0.836821</c:v>
                </c:pt>
                <c:pt idx="35">
                  <c:v>0.88069</c:v>
                </c:pt>
                <c:pt idx="36">
                  <c:v>0.869195</c:v>
                </c:pt>
                <c:pt idx="37">
                  <c:v>0.867099</c:v>
                </c:pt>
                <c:pt idx="38">
                  <c:v>0.810401</c:v>
                </c:pt>
                <c:pt idx="39">
                  <c:v>0.769094</c:v>
                </c:pt>
                <c:pt idx="40">
                  <c:v>0.761121</c:v>
                </c:pt>
                <c:pt idx="41">
                  <c:v>0.864047</c:v>
                </c:pt>
                <c:pt idx="42">
                  <c:v>0.967916</c:v>
                </c:pt>
                <c:pt idx="43">
                  <c:v>0.99917</c:v>
                </c:pt>
                <c:pt idx="44">
                  <c:v>0.983566</c:v>
                </c:pt>
                <c:pt idx="45">
                  <c:v>0.979551</c:v>
                </c:pt>
                <c:pt idx="46">
                  <c:v>1.028248</c:v>
                </c:pt>
                <c:pt idx="47">
                  <c:v>1.006079</c:v>
                </c:pt>
                <c:pt idx="48">
                  <c:v>0.979713</c:v>
                </c:pt>
                <c:pt idx="49">
                  <c:v>1.016304</c:v>
                </c:pt>
                <c:pt idx="50">
                  <c:v>1.044385</c:v>
                </c:pt>
                <c:pt idx="51">
                  <c:v>1.111637</c:v>
                </c:pt>
                <c:pt idx="52">
                  <c:v>1.218131</c:v>
                </c:pt>
                <c:pt idx="53">
                  <c:v>1.21671</c:v>
                </c:pt>
                <c:pt idx="54">
                  <c:v>1.230052</c:v>
                </c:pt>
                <c:pt idx="55">
                  <c:v>1.230168</c:v>
                </c:pt>
                <c:pt idx="56">
                  <c:v>1.289948</c:v>
                </c:pt>
                <c:pt idx="57">
                  <c:v>1.361926</c:v>
                </c:pt>
                <c:pt idx="58">
                  <c:v>1.347869</c:v>
                </c:pt>
                <c:pt idx="59">
                  <c:v>1.312265</c:v>
                </c:pt>
                <c:pt idx="60">
                  <c:v>1.393904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AD8F-4D14-8BD1-39567E2BF1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02155808"/>
        <c:axId val="502149824"/>
      </c:lineChart>
      <c:catAx>
        <c:axId val="502155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02149824"/>
        <c:crosses val="autoZero"/>
        <c:auto val="1"/>
        <c:lblAlgn val="ctr"/>
        <c:lblOffset val="100"/>
        <c:tickLblSkip val="150"/>
        <c:noMultiLvlLbl val="0"/>
      </c:catAx>
      <c:valAx>
        <c:axId val="502149824"/>
        <c:scaling>
          <c:orientation val="minMax"/>
          <c:min val="0.8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02155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144D237-2928-494C-8D18-EE3BECEB3976}" type="datetimeFigureOut">
              <a:rPr lang="zh-CN" altLang="en-US"/>
              <a:pPr>
                <a:defRPr/>
              </a:pPr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DF8A01A4-B023-4B9B-9AE7-B997FEFB320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8406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dirty="0">
              <a:latin typeface="印品黑体"/>
              <a:ea typeface="印品黑体"/>
              <a:cs typeface="印品黑体"/>
            </a:endParaRP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fld id="{0955060A-4085-4FF3-9CDD-162A91DFA1D5}" type="slidenum">
              <a:rPr lang="zh-CN" altLang="en-US">
                <a:latin typeface="印品黑体"/>
                <a:ea typeface="印品黑体"/>
                <a:cs typeface="印品黑体"/>
              </a:rPr>
              <a:pPr/>
              <a:t>1</a:t>
            </a:fld>
            <a:endParaRPr lang="zh-CN" altLang="en-US">
              <a:latin typeface="印品黑体"/>
              <a:ea typeface="印品黑体"/>
              <a:cs typeface="印品黑体"/>
            </a:endParaRPr>
          </a:p>
        </p:txBody>
      </p:sp>
    </p:spTree>
    <p:extLst>
      <p:ext uri="{BB962C8B-B14F-4D97-AF65-F5344CB8AC3E}">
        <p14:creationId xmlns:p14="http://schemas.microsoft.com/office/powerpoint/2010/main" val="4097324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F8A01A4-B023-4B9B-9AE7-B997FEFB3201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6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141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78333E3-1CEB-6F93-E787-143289137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xmlns="" id="{F05DA162-3069-AC7D-10DF-C20C65AAC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xmlns="" id="{68981ED5-BFDC-00E4-DC7F-28F448F0B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6414" y="3515007"/>
            <a:ext cx="7892886" cy="332864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80DBEF37-66D9-8C26-ADA8-5332C30BEE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84866B-83F8-4702-9C57-1E12CBDA0F5D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54005786-5CBA-CB86-AFFF-C193CD82D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01</a:t>
            </a: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DB2B642F-07F3-EA2D-199C-C1AC7747D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FECDD3-DAC6-41A2-9B1C-65274594AA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67060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5E1AE6F-873F-83D8-E4D2-B17E67D04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6A87777F-5EE5-0CF2-4241-3573DC3263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D90FE622-9B71-0009-31F3-36B7B6EF4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16182597-3DEA-8745-7AF4-A8278FBBC3D5}"/>
              </a:ext>
            </a:extLst>
          </p:cNvPr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A0DB2DC-4C9A-4742-B13C-FB6460FD3503}" type="slidenum">
              <a:rPr lang="zh-CN" altLang="en-US" sz="1200" dirty="0">
                <a:solidFill>
                  <a:prstClr val="black"/>
                </a:solidFill>
                <a:latin typeface="等线"/>
                <a:ea typeface="HarmonyOS Sans SC Light" panose="00000400000000000000" charset="-122"/>
              </a:rPr>
              <a:pPr algn="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5</a:t>
            </a:fld>
            <a:endParaRPr lang="zh-CN" altLang="en-US" sz="1200" dirty="0">
              <a:solidFill>
                <a:prstClr val="black"/>
              </a:solidFill>
              <a:latin typeface="等线"/>
              <a:ea typeface="HarmonyOS Sans SC Light" panose="000004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7753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B560207-15B4-CBC1-6E1E-E464FF161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1B46F19F-AF28-F7A7-1527-02FBBD3DDBF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9D21125B-DBEC-00E6-1873-1C124255C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4DD657D5-01C2-CB62-0A3A-55CABDD4972C}"/>
              </a:ext>
            </a:extLst>
          </p:cNvPr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A0DB2DC-4C9A-4742-B13C-FB6460FD3503}" type="slidenum">
              <a:rPr lang="zh-CN" altLang="en-US" sz="1200" dirty="0">
                <a:solidFill>
                  <a:prstClr val="black"/>
                </a:solidFill>
                <a:latin typeface="等线"/>
                <a:ea typeface="HarmonyOS Sans SC Light" panose="00000400000000000000" charset="-122"/>
              </a:rPr>
              <a:pPr algn="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6</a:t>
            </a:fld>
            <a:endParaRPr lang="zh-CN" altLang="en-US" sz="1200" dirty="0">
              <a:solidFill>
                <a:prstClr val="black"/>
              </a:solidFill>
              <a:latin typeface="等线"/>
              <a:ea typeface="HarmonyOS Sans SC Light" panose="000004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753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4A62BE4-630E-5360-9EAD-79CC34BE9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16699344-15BC-11C3-2C71-55036F14548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16338317-8ED0-7EAE-75FF-FB8C97625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ED3B9B3D-EE3A-199E-036D-D0F388E488CC}"/>
              </a:ext>
            </a:extLst>
          </p:cNvPr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A0DB2DC-4C9A-4742-B13C-FB6460FD3503}" type="slidenum">
              <a:rPr lang="zh-CN" altLang="en-US" sz="1200" dirty="0">
                <a:solidFill>
                  <a:prstClr val="black"/>
                </a:solidFill>
                <a:latin typeface="等线"/>
                <a:ea typeface="HarmonyOS Sans SC Light" panose="00000400000000000000" charset="-122"/>
              </a:rPr>
              <a:pPr algn="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7</a:t>
            </a:fld>
            <a:endParaRPr lang="zh-CN" altLang="en-US" sz="1200" dirty="0">
              <a:solidFill>
                <a:prstClr val="black"/>
              </a:solidFill>
              <a:latin typeface="等线"/>
              <a:ea typeface="HarmonyOS Sans SC Light" panose="000004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81931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936A431-A4F3-0259-DBC0-D33B320BA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E291BFFF-4B77-597B-47D0-692F6FFB5BA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D581ACEB-1728-2185-9283-E7758DA5F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2B70E799-8230-C933-BB68-924177373042}"/>
              </a:ext>
            </a:extLst>
          </p:cNvPr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A0DB2DC-4C9A-4742-B13C-FB6460FD3503}" type="slidenum">
              <a:rPr lang="zh-CN" altLang="en-US" sz="1200" dirty="0">
                <a:solidFill>
                  <a:prstClr val="black"/>
                </a:solidFill>
                <a:latin typeface="等线"/>
                <a:ea typeface="HarmonyOS Sans SC Light" panose="00000400000000000000" charset="-122"/>
              </a:rPr>
              <a:pPr algn="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8</a:t>
            </a:fld>
            <a:endParaRPr lang="zh-CN" altLang="en-US" sz="1200" dirty="0">
              <a:solidFill>
                <a:prstClr val="black"/>
              </a:solidFill>
              <a:latin typeface="等线"/>
              <a:ea typeface="HarmonyOS Sans SC Light" panose="000004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2393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33EBF20-D96C-355F-05AB-D985DBBA4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D161A696-7FE8-BDC4-92D8-2E81DE1474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47A7BD14-6CEE-F536-E829-825D769D0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98833706-CE3C-3FA4-3965-D7DBA51A60EE}"/>
              </a:ext>
            </a:extLst>
          </p:cNvPr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A0DB2DC-4C9A-4742-B13C-FB6460FD3503}" type="slidenum">
              <a:rPr lang="zh-CN" altLang="en-US" sz="1200" dirty="0">
                <a:solidFill>
                  <a:prstClr val="black"/>
                </a:solidFill>
                <a:latin typeface="等线"/>
                <a:ea typeface="HarmonyOS Sans SC Light" panose="00000400000000000000" charset="-122"/>
              </a:rPr>
              <a:pPr algn="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9</a:t>
            </a:fld>
            <a:endParaRPr lang="zh-CN" altLang="en-US" sz="1200" dirty="0">
              <a:solidFill>
                <a:prstClr val="black"/>
              </a:solidFill>
              <a:latin typeface="等线"/>
              <a:ea typeface="HarmonyOS Sans SC Light" panose="000004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80067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BBAEDE4-B198-0EDD-6C2B-A1CBE693D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E637EB75-129B-D525-E96F-68054F8B6C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26AE9A40-8E3A-C66A-135C-2EA4862FF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C62B72B5-95EA-5688-686C-13EE2ADB6950}"/>
              </a:ext>
            </a:extLst>
          </p:cNvPr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A0DB2DC-4C9A-4742-B13C-FB6460FD3503}" type="slidenum">
              <a:rPr lang="zh-CN" altLang="en-US" sz="1200" dirty="0">
                <a:solidFill>
                  <a:prstClr val="black"/>
                </a:solidFill>
                <a:latin typeface="等线"/>
                <a:ea typeface="HarmonyOS Sans SC Light" panose="00000400000000000000" charset="-122"/>
              </a:rPr>
              <a:pPr algn="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10</a:t>
            </a:fld>
            <a:endParaRPr lang="zh-CN" altLang="en-US" sz="1200" dirty="0">
              <a:solidFill>
                <a:prstClr val="black"/>
              </a:solidFill>
              <a:latin typeface="等线"/>
              <a:ea typeface="HarmonyOS Sans SC Light" panose="000004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73557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33EBF20-D96C-355F-05AB-D985DBBA4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D161A696-7FE8-BDC4-92D8-2E81DE1474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47A7BD14-6CEE-F536-E829-825D769D0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98833706-CE3C-3FA4-3965-D7DBA51A60EE}"/>
              </a:ext>
            </a:extLst>
          </p:cNvPr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A0DB2DC-4C9A-4742-B13C-FB6460FD3503}" type="slidenum">
              <a:rPr lang="zh-CN" altLang="en-US" sz="1200" dirty="0">
                <a:solidFill>
                  <a:prstClr val="black"/>
                </a:solidFill>
                <a:latin typeface="等线"/>
                <a:ea typeface="HarmonyOS Sans SC Light" panose="00000400000000000000" charset="-122"/>
              </a:rPr>
              <a:pPr algn="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11</a:t>
            </a:fld>
            <a:endParaRPr lang="zh-CN" altLang="en-US" sz="1200" dirty="0">
              <a:solidFill>
                <a:prstClr val="black"/>
              </a:solidFill>
              <a:latin typeface="等线"/>
              <a:ea typeface="HarmonyOS Sans SC Light" panose="000004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9588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33EBF20-D96C-355F-05AB-D985DBBA4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D161A696-7FE8-BDC4-92D8-2E81DE1474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47A7BD14-6CEE-F536-E829-825D769D0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98833706-CE3C-3FA4-3965-D7DBA51A60EE}"/>
              </a:ext>
            </a:extLst>
          </p:cNvPr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A0DB2DC-4C9A-4742-B13C-FB6460FD3503}" type="slidenum">
              <a:rPr lang="zh-CN" altLang="en-US" sz="1200" dirty="0">
                <a:solidFill>
                  <a:prstClr val="black"/>
                </a:solidFill>
                <a:latin typeface="等线"/>
                <a:ea typeface="HarmonyOS Sans SC Light" panose="00000400000000000000" charset="-122"/>
              </a:rPr>
              <a:pPr algn="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12</a:t>
            </a:fld>
            <a:endParaRPr lang="zh-CN" altLang="en-US" sz="1200" dirty="0">
              <a:solidFill>
                <a:prstClr val="black"/>
              </a:solidFill>
              <a:latin typeface="等线"/>
              <a:ea typeface="HarmonyOS Sans SC Light" panose="000004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65514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917C7F3-0373-70B4-7960-3A18167EC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>
            <a:extLst>
              <a:ext uri="{FF2B5EF4-FFF2-40B4-BE49-F238E27FC236}">
                <a16:creationId xmlns:a16="http://schemas.microsoft.com/office/drawing/2014/main" xmlns="" id="{2C36410D-76A4-1FA3-CD50-86C5F0246EC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备注占位符 2">
            <a:extLst>
              <a:ext uri="{FF2B5EF4-FFF2-40B4-BE49-F238E27FC236}">
                <a16:creationId xmlns:a16="http://schemas.microsoft.com/office/drawing/2014/main" xmlns="" id="{B3DCC677-1211-964A-62DD-4A92EF6545A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5364" name="灯片编号占位符 3">
            <a:extLst>
              <a:ext uri="{FF2B5EF4-FFF2-40B4-BE49-F238E27FC236}">
                <a16:creationId xmlns:a16="http://schemas.microsoft.com/office/drawing/2014/main" xmlns="" id="{09CA6C2A-4FC7-2627-9B2F-476EC71E7D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fld id="{5E1BBECD-3557-405E-B18F-7BBCD9E667C3}" type="slidenum">
              <a:rPr lang="zh-CN" altLang="en-US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99676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917C7F3-0373-70B4-7960-3A18167EC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>
            <a:extLst>
              <a:ext uri="{FF2B5EF4-FFF2-40B4-BE49-F238E27FC236}">
                <a16:creationId xmlns:a16="http://schemas.microsoft.com/office/drawing/2014/main" xmlns="" id="{2C36410D-76A4-1FA3-CD50-86C5F0246EC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备注占位符 2">
            <a:extLst>
              <a:ext uri="{FF2B5EF4-FFF2-40B4-BE49-F238E27FC236}">
                <a16:creationId xmlns:a16="http://schemas.microsoft.com/office/drawing/2014/main" xmlns="" id="{B3DCC677-1211-964A-62DD-4A92EF6545A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5364" name="灯片编号占位符 3">
            <a:extLst>
              <a:ext uri="{FF2B5EF4-FFF2-40B4-BE49-F238E27FC236}">
                <a16:creationId xmlns:a16="http://schemas.microsoft.com/office/drawing/2014/main" xmlns="" id="{09CA6C2A-4FC7-2627-9B2F-476EC71E7D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fld id="{5E1BBECD-3557-405E-B18F-7BBCD9E667C3}" type="slidenum">
              <a:rPr lang="zh-CN" altLang="en-US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8692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867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867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15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371258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>
              <a:latin typeface="印品黑体"/>
              <a:ea typeface="印品黑体"/>
              <a:cs typeface="印品黑体"/>
            </a:endParaRPr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fld id="{476EAA40-D614-48F2-BD40-CFBAF4B9679D}" type="slidenum">
              <a:rPr lang="zh-CN" altLang="en-US">
                <a:latin typeface="印品黑体"/>
                <a:ea typeface="印品黑体"/>
                <a:cs typeface="印品黑体"/>
              </a:rPr>
              <a:pPr/>
              <a:t>16</a:t>
            </a:fld>
            <a:endParaRPr lang="zh-CN" altLang="en-US">
              <a:latin typeface="印品黑体"/>
              <a:ea typeface="印品黑体"/>
              <a:cs typeface="印品黑体"/>
            </a:endParaRPr>
          </a:p>
        </p:txBody>
      </p:sp>
    </p:spTree>
    <p:extLst>
      <p:ext uri="{BB962C8B-B14F-4D97-AF65-F5344CB8AC3E}">
        <p14:creationId xmlns:p14="http://schemas.microsoft.com/office/powerpoint/2010/main" val="112873222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0BBE5-BF85-4F25-A718-4D3D1077970C}" type="datetimeFigureOut">
              <a:rPr lang="zh-CN" altLang="en-US"/>
              <a:pPr>
                <a:defRPr/>
              </a:pPr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5D2DF-5FC8-4C27-AE4A-DC9FCB0E845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7828550"/>
      </p:ext>
    </p:extLst>
  </p:cSld>
  <p:clrMapOvr>
    <a:masterClrMapping/>
  </p:clrMapOvr>
  <p:transition spd="slow" advClick="0" advTm="0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EEE834-0150-4EF4-A2CE-75F1B1F4BD6A}" type="datetimeFigureOut">
              <a:rPr lang="zh-CN" altLang="en-US"/>
              <a:pPr>
                <a:defRPr/>
              </a:pPr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0A9A92-C605-48DB-99A4-5A08DD201F4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704085"/>
      </p:ext>
    </p:extLst>
  </p:cSld>
  <p:clrMapOvr>
    <a:masterClrMapping/>
  </p:clrMapOvr>
  <p:transition spd="slow" advClick="0" advTm="0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C973C6-530E-4B38-8BD0-F62C7A6B032B}" type="datetimeFigureOut">
              <a:rPr lang="zh-CN" altLang="en-US"/>
              <a:pPr>
                <a:defRPr/>
              </a:pPr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FFFB3D-8F51-4B30-9AA9-6112E1B4533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760083"/>
      </p:ext>
    </p:extLst>
  </p:cSld>
  <p:clrMapOvr>
    <a:masterClrMapping/>
  </p:clrMapOvr>
  <p:transition spd="slow" advClick="0" advTm="0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BD061-570B-435F-A892-B4AE1BC84851}" type="datetimeFigureOut">
              <a:rPr lang="zh-CN" altLang="en-US"/>
              <a:pPr>
                <a:defRPr/>
              </a:pPr>
              <a:t>2026/6/3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88EDEA-93C0-4459-9626-E94D9A6361C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094495"/>
      </p:ext>
    </p:extLst>
  </p:cSld>
  <p:clrMapOvr>
    <a:masterClrMapping/>
  </p:clrMapOvr>
  <p:transition spd="slow" advClick="0" advTm="0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2920B0-ACF4-4FE2-9793-90DBABFB03D2}" type="datetimeFigureOut">
              <a:rPr lang="zh-CN" altLang="en-US"/>
              <a:pPr>
                <a:defRPr/>
              </a:pPr>
              <a:t>2026/6/3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3E860A-64D6-49EF-B219-E8330D6D40B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775469"/>
      </p:ext>
    </p:extLst>
  </p:cSld>
  <p:clrMapOvr>
    <a:masterClrMapping/>
  </p:clrMapOvr>
  <p:transition spd="slow" advClick="0" advTm="0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17EAED-3445-457E-9CB0-C33DAD51F478}" type="datetimeFigureOut">
              <a:rPr lang="zh-CN" altLang="en-US"/>
              <a:pPr>
                <a:defRPr/>
              </a:pPr>
              <a:t>2026/6/3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8881C2-BFDB-4440-9292-6975D5757B6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22216"/>
      </p:ext>
    </p:extLst>
  </p:cSld>
  <p:clrMapOvr>
    <a:masterClrMapping/>
  </p:clrMapOvr>
  <p:transition spd="slow" advClick="0" advTm="0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9008E6-61D3-43D1-931C-6B08081E0314}" type="datetimeFigureOut">
              <a:rPr lang="zh-CN" altLang="en-US"/>
              <a:pPr>
                <a:defRPr/>
              </a:pPr>
              <a:t>2026/6/3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EBA1D0-738A-4A74-AEAC-07C4B9934A5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870338"/>
      </p:ext>
    </p:extLst>
  </p:cSld>
  <p:clrMapOvr>
    <a:masterClrMapping/>
  </p:clrMapOvr>
  <p:transition spd="slow" advClick="0" advTm="0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F517C9-4995-4096-B870-B64398E65A94}" type="datetimeFigureOut">
              <a:rPr lang="zh-CN" altLang="en-US"/>
              <a:pPr>
                <a:defRPr/>
              </a:pPr>
              <a:t>2026/6/3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779A0C-D7F0-4B31-9C37-95BAE170089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579281"/>
      </p:ext>
    </p:extLst>
  </p:cSld>
  <p:clrMapOvr>
    <a:masterClrMapping/>
  </p:clrMapOvr>
  <p:transition spd="slow" advClick="0" advTm="0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941CE-DB56-4F9B-8A7C-509016E270F5}" type="datetimeFigureOut">
              <a:rPr lang="zh-CN" altLang="en-US"/>
              <a:pPr>
                <a:defRPr/>
              </a:pPr>
              <a:t>2026/6/3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5B04A5-947C-4C78-B0F8-7E0918A6073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137116"/>
      </p:ext>
    </p:extLst>
  </p:cSld>
  <p:clrMapOvr>
    <a:masterClrMapping/>
  </p:clrMapOvr>
  <p:transition spd="slow" advClick="0" advTm="0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37578E-8DC1-4C1F-AE0C-ECEDEEABAEB7}" type="datetimeFigureOut">
              <a:rPr lang="zh-CN" altLang="en-US"/>
              <a:pPr>
                <a:defRPr/>
              </a:pPr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3B8F2A-3669-4841-95D7-68F642066AB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102031"/>
      </p:ext>
    </p:extLst>
  </p:cSld>
  <p:clrMapOvr>
    <a:masterClrMapping/>
  </p:clrMapOvr>
  <p:transition spd="slow" advClick="0" advTm="0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A8E4DE-1ECF-48E7-8C63-7DF48B4AA0B9}" type="datetimeFigureOut">
              <a:rPr lang="zh-CN" altLang="en-US"/>
              <a:pPr>
                <a:defRPr/>
              </a:pPr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DAA7E7-BEFD-4619-8039-038F19D4D9E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103115"/>
      </p:ext>
    </p:extLst>
  </p:cSld>
  <p:clrMapOvr>
    <a:masterClrMapping/>
  </p:clrMapOvr>
  <p:transition spd="slow" advClick="0" advTm="0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2270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通用内页版式（纯白底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977402" y="617378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CBB01C-2D99-4EE4-A669-6CEBFEBB08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98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（一级标题）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6183"/>
          </a:xfrm>
          <a:prstGeom prst="rect">
            <a:avLst/>
          </a:prstGeom>
        </p:spPr>
        <p:txBody>
          <a:bodyPr/>
          <a:lstStyle/>
          <a:p>
            <a:fld id="{8ADAD549-D017-4EA9-AB90-B1D6CDFBDE95}" type="datetime1">
              <a:rPr lang="zh-CN" altLang="en-US" smtClean="0"/>
              <a:pPr/>
              <a:t>2026/6/3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618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6183"/>
          </a:xfrm>
          <a:prstGeom prst="rect">
            <a:avLst/>
          </a:prstGeom>
        </p:spPr>
        <p:txBody>
          <a:bodyPr/>
          <a:lstStyle/>
          <a:p>
            <a:fld id="{3FE382A2-5E9A-45AD-8E18-93643ABD14C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609600" y="50582"/>
            <a:ext cx="10972800" cy="690121"/>
          </a:xfrm>
          <a:prstGeom prst="rect">
            <a:avLst/>
          </a:prstGeom>
        </p:spPr>
        <p:txBody>
          <a:bodyPr>
            <a:normAutofit/>
          </a:bodyPr>
          <a:lstStyle>
            <a:lvl1pPr marL="455978" indent="-455978">
              <a:defRPr sz="2933" b="1" baseline="0">
                <a:solidFill>
                  <a:srgbClr val="A40000"/>
                </a:solidFill>
              </a:defRPr>
            </a:lvl1pPr>
          </a:lstStyle>
          <a:p>
            <a:r>
              <a:rPr lang="zh-CN" altLang="en-US" dirty="0"/>
              <a:t>一</a:t>
            </a:r>
            <a:r>
              <a:rPr lang="en-US" altLang="zh-CN" dirty="0"/>
              <a:t>.  </a:t>
            </a:r>
            <a:r>
              <a:rPr lang="zh-CN" altLang="en-US" dirty="0"/>
              <a:t>一级标题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4197085"/>
            <a:ext cx="10972800" cy="1441451"/>
          </a:xfrm>
          <a:prstGeom prst="rect">
            <a:avLst/>
          </a:prstGeom>
        </p:spPr>
        <p:txBody>
          <a:bodyPr/>
          <a:lstStyle>
            <a:lvl1pPr marL="455978" indent="-455978">
              <a:lnSpc>
                <a:spcPct val="150000"/>
              </a:lnSpc>
              <a:spcBef>
                <a:spcPts val="0"/>
              </a:spcBef>
              <a:buFontTx/>
              <a:buNone/>
              <a:defRPr sz="1867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3.    </a:t>
            </a:r>
            <a:r>
              <a:rPr lang="zh-CN" altLang="en-US" dirty="0"/>
              <a:t>请输入正文，微软雅黑，字号</a:t>
            </a:r>
            <a:r>
              <a:rPr lang="en-US" altLang="zh-CN" dirty="0"/>
              <a:t>12</a:t>
            </a:r>
            <a:r>
              <a:rPr lang="zh-CN" altLang="en-US" dirty="0"/>
              <a:t>，行距</a:t>
            </a:r>
            <a:r>
              <a:rPr lang="en-US" altLang="zh-CN" dirty="0"/>
              <a:t>1.5</a:t>
            </a:r>
            <a:r>
              <a:rPr lang="zh-CN" altLang="en-US" dirty="0"/>
              <a:t>倍</a:t>
            </a:r>
            <a:r>
              <a:rPr lang="en-US" altLang="zh-CN" dirty="0"/>
              <a:t>,</a:t>
            </a:r>
            <a:r>
              <a:rPr lang="zh-CN" altLang="en-US" dirty="0"/>
              <a:t>请输入正文。嘉实基金，远见者稳进。建立以资产管理为核心，具有国际竞争力的财富管理集团！嘉实基金，远见者稳进。建立以资产管理为核心，具有国际竞争力的财富管理集团。</a:t>
            </a:r>
          </a:p>
          <a:p>
            <a:pPr lvl="0"/>
            <a:endParaRPr lang="zh-CN" altLang="en-US" dirty="0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605937"/>
            <a:ext cx="10972800" cy="1441451"/>
          </a:xfrm>
          <a:prstGeom prst="rect">
            <a:avLst/>
          </a:prstGeom>
        </p:spPr>
        <p:txBody>
          <a:bodyPr/>
          <a:lstStyle>
            <a:lvl1pPr marL="455978" indent="-455978">
              <a:lnSpc>
                <a:spcPct val="150000"/>
              </a:lnSpc>
              <a:spcBef>
                <a:spcPts val="0"/>
              </a:spcBef>
              <a:buFontTx/>
              <a:buNone/>
              <a:defRPr sz="1867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2.    </a:t>
            </a:r>
            <a:r>
              <a:rPr lang="zh-CN" altLang="en-US" dirty="0"/>
              <a:t>请输入正文，微软雅黑，字号</a:t>
            </a:r>
            <a:r>
              <a:rPr lang="en-US" altLang="zh-CN" dirty="0"/>
              <a:t>12</a:t>
            </a:r>
            <a:r>
              <a:rPr lang="zh-CN" altLang="en-US" dirty="0"/>
              <a:t>，行距</a:t>
            </a:r>
            <a:r>
              <a:rPr lang="en-US" altLang="zh-CN" dirty="0"/>
              <a:t>1.5</a:t>
            </a:r>
            <a:r>
              <a:rPr lang="zh-CN" altLang="en-US" dirty="0"/>
              <a:t>倍</a:t>
            </a:r>
            <a:r>
              <a:rPr lang="en-US" altLang="zh-CN" dirty="0"/>
              <a:t>,</a:t>
            </a:r>
            <a:r>
              <a:rPr lang="zh-CN" altLang="en-US" dirty="0"/>
              <a:t>请输入正文。嘉实基金，远见者稳进。建立以资产管理为核心，具有国际竞争力的财富管理集团！嘉实基金，远见者稳进。建立以资产管理为核心，具有国际竞争力的财富管理集团。</a:t>
            </a:r>
          </a:p>
          <a:p>
            <a:pPr lvl="0"/>
            <a:endParaRPr lang="zh-CN" altLang="en-US" dirty="0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1014785"/>
            <a:ext cx="10972800" cy="1441451"/>
          </a:xfrm>
          <a:prstGeom prst="rect">
            <a:avLst/>
          </a:prstGeom>
        </p:spPr>
        <p:txBody>
          <a:bodyPr/>
          <a:lstStyle>
            <a:lvl1pPr marL="455978" indent="-455978">
              <a:lnSpc>
                <a:spcPct val="150000"/>
              </a:lnSpc>
              <a:spcBef>
                <a:spcPts val="0"/>
              </a:spcBef>
              <a:buFontTx/>
              <a:buNone/>
              <a:defRPr sz="1867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1.    </a:t>
            </a:r>
            <a:r>
              <a:rPr lang="zh-CN" altLang="en-US" dirty="0"/>
              <a:t>请输入正文，微软雅黑，字号</a:t>
            </a:r>
            <a:r>
              <a:rPr lang="en-US" altLang="zh-CN" dirty="0"/>
              <a:t>12</a:t>
            </a:r>
            <a:r>
              <a:rPr lang="zh-CN" altLang="en-US" dirty="0"/>
              <a:t>，行距</a:t>
            </a:r>
            <a:r>
              <a:rPr lang="en-US" altLang="zh-CN" dirty="0"/>
              <a:t>1.5</a:t>
            </a:r>
            <a:r>
              <a:rPr lang="zh-CN" altLang="en-US" dirty="0"/>
              <a:t>倍</a:t>
            </a:r>
            <a:r>
              <a:rPr lang="en-US" altLang="zh-CN" dirty="0"/>
              <a:t>,</a:t>
            </a:r>
            <a:r>
              <a:rPr lang="zh-CN" altLang="en-US" dirty="0"/>
              <a:t>请输入正文。嘉实基金，远见者稳进。建立以资产管理为核心，具有国际竞争力的财富管理集团！嘉实基金，远见者稳进。建立以资产管理为核心，具有国际竞争力的财富管理集团。</a:t>
            </a:r>
          </a:p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84169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89814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椭圆 2" descr="e7d195523061f1c09e9d68d7cf438b91ef959ecb14fc25d26BBA7F7DBC18E55DFF4014AF651F0BF2569D4B6C1DA7F1A4683A481403BD872FC687266AD13265C1DE7C373772FD8728ABDD69ADD03BFF5BE2862BC891DBB79E9B09246D0C8BFFDB55F97A4A197D0CE4F3CC54D8F058F49BF06ED5DD0827EC15F885F59D78ED9CA97EDB289E7349ADC0E6738A5D5DC345652D152AAC3F32854D">
            <a:extLst>
              <a:ext uri="{FF2B5EF4-FFF2-40B4-BE49-F238E27FC236}">
                <a16:creationId xmlns="" xmlns:a16="http://schemas.microsoft.com/office/drawing/2014/main" id="{C8DAE386-A759-2CFA-F1C7-6D0FAB5E607E}"/>
              </a:ext>
            </a:extLst>
          </p:cNvPr>
          <p:cNvSpPr/>
          <p:nvPr userDrawn="1"/>
        </p:nvSpPr>
        <p:spPr>
          <a:xfrm rot="17100000">
            <a:off x="665665" y="160279"/>
            <a:ext cx="1425269" cy="1425269"/>
          </a:xfrm>
          <a:prstGeom prst="ellipse">
            <a:avLst/>
          </a:prstGeom>
          <a:gradFill flip="none" rotWithShape="1">
            <a:gsLst>
              <a:gs pos="34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>
                  <a:alpha val="37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639137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 descr="e7d195523061f1c09e9d68d7cf438b91ef959ecb14fc25d26BBA7F7DBC18E55DFF4014AF651F0BF2569D4B6C1DA7F1A4683A481403BD872FC687266AD13265C1DE7C373772FD8728ABDD69ADD03BFF5BE2862BC891DBB79E9B09246D0C8BFFDB55F97A4A197D0CE4F3CC54D8F058F49BF06ED5DD0827EC15F885F59D78ED9CA97EDB289E7349ADC0E6738A5D5DC345652D152AAC3F32854D">
            <a:extLst>
              <a:ext uri="{FF2B5EF4-FFF2-40B4-BE49-F238E27FC236}">
                <a16:creationId xmlns="" xmlns:a16="http://schemas.microsoft.com/office/drawing/2014/main" id="{97B9A34F-4622-1DC1-9D45-33DBC2559FAC}"/>
              </a:ext>
            </a:extLst>
          </p:cNvPr>
          <p:cNvSpPr/>
          <p:nvPr userDrawn="1"/>
        </p:nvSpPr>
        <p:spPr>
          <a:xfrm rot="17100000">
            <a:off x="665665" y="160279"/>
            <a:ext cx="1425269" cy="1425269"/>
          </a:xfrm>
          <a:prstGeom prst="ellipse">
            <a:avLst/>
          </a:prstGeom>
          <a:gradFill flip="none" rotWithShape="1">
            <a:gsLst>
              <a:gs pos="34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>
                  <a:alpha val="37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27596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86243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 descr="e7d195523061f1c09e9d68d7cf438b91ef959ecb14fc25d26BBA7F7DBC18E55DFF4014AF651F0BF2569D4B6C1DA7F1A4683A481403BD872FC687266AD13265C1DE7C373772FD8728ABDD69ADD03BFF5BE2862BC891DBB79E9B09246D0C8BFFDB55F97A4A197D0CE4F3CC54D8F058F49BF06ED5DD0827EC15F885F59D78ED9CA97EDB289E7349ADC0E6738A5D5DC345652D152AAC3F32854D">
            <a:extLst>
              <a:ext uri="{FF2B5EF4-FFF2-40B4-BE49-F238E27FC236}">
                <a16:creationId xmlns="" xmlns:a16="http://schemas.microsoft.com/office/drawing/2014/main" id="{01BFCCAD-68A0-65F2-08E0-688C942A443E}"/>
              </a:ext>
            </a:extLst>
          </p:cNvPr>
          <p:cNvSpPr/>
          <p:nvPr userDrawn="1"/>
        </p:nvSpPr>
        <p:spPr>
          <a:xfrm rot="17100000">
            <a:off x="665665" y="160279"/>
            <a:ext cx="1425269" cy="1425269"/>
          </a:xfrm>
          <a:prstGeom prst="ellipse">
            <a:avLst/>
          </a:prstGeom>
          <a:gradFill flip="none" rotWithShape="1">
            <a:gsLst>
              <a:gs pos="34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>
                  <a:alpha val="37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498610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6"/>
          </a:xfrm>
          <a:prstGeom prst="rect">
            <a:avLst/>
          </a:prstGeom>
        </p:spPr>
        <p:txBody>
          <a:bodyPr/>
          <a:lstStyle/>
          <a:p>
            <a:pPr defTabSz="91441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BC41CF6B-446F-4173-A244-B399573D4CAF}" type="datetimeFigureOut">
              <a:rPr lang="zh-CN" altLang="en-US" smtClean="0">
                <a:solidFill>
                  <a:prstClr val="black"/>
                </a:solidFill>
                <a:ea typeface="HarmonyOS Sans SC Light"/>
              </a:rPr>
              <a:pPr defTabSz="914411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2026/6/3</a:t>
            </a:fld>
            <a:endParaRPr lang="zh-CN" altLang="en-US">
              <a:solidFill>
                <a:prstClr val="black"/>
              </a:solidFill>
              <a:ea typeface="HarmonyOS Sans SC Light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6"/>
          </a:xfrm>
          <a:prstGeom prst="rect">
            <a:avLst/>
          </a:prstGeom>
        </p:spPr>
        <p:txBody>
          <a:bodyPr/>
          <a:lstStyle/>
          <a:p>
            <a:pPr defTabSz="91441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black"/>
              </a:solidFill>
              <a:ea typeface="HarmonyOS Sans SC Light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6"/>
          </a:xfrm>
          <a:prstGeom prst="rect">
            <a:avLst/>
          </a:prstGeom>
        </p:spPr>
        <p:txBody>
          <a:bodyPr/>
          <a:lstStyle/>
          <a:p>
            <a:pPr defTabSz="91441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C04436EC-8FDA-4175-99E5-68D519E68BA7}" type="slidenum">
              <a:rPr lang="zh-CN" altLang="en-US" smtClean="0">
                <a:solidFill>
                  <a:prstClr val="black"/>
                </a:solidFill>
                <a:ea typeface="HarmonyOS Sans SC Light"/>
              </a:rPr>
              <a:pPr defTabSz="914411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>
              <a:solidFill>
                <a:prstClr val="black"/>
              </a:solidFill>
              <a:ea typeface="HarmonyOS Sans SC Light"/>
            </a:endParaRPr>
          </a:p>
        </p:txBody>
      </p:sp>
    </p:spTree>
    <p:extLst>
      <p:ext uri="{BB962C8B-B14F-4D97-AF65-F5344CB8AC3E}">
        <p14:creationId xmlns:p14="http://schemas.microsoft.com/office/powerpoint/2010/main" val="2471209870"/>
      </p:ext>
    </p:extLst>
  </p:cSld>
  <p:clrMapOvr>
    <a:masterClrMapping/>
  </p:clrMapOvr>
  <p:transition spd="slow" advClick="0" advTm="0">
    <p:randomBar dir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D955F040-ED43-464F-96F2-927121FE6FD0}" type="datetimeFigureOut">
              <a:rPr lang="zh-CN" altLang="en-US" smtClean="0">
                <a:solidFill>
                  <a:prstClr val="black"/>
                </a:solidFill>
                <a:ea typeface="HarmonyOS Sans SC Light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2026/6/3</a:t>
            </a:fld>
            <a:endParaRPr lang="zh-CN" altLang="en-US">
              <a:solidFill>
                <a:prstClr val="black"/>
              </a:solidFill>
              <a:ea typeface="HarmonyOS Sans SC Light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ea typeface="HarmonyOS Sans SC Light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95CE31C-667C-455E-B312-3B73BAEC6163}" type="slidenum">
              <a:rPr lang="zh-CN" altLang="en-US" smtClean="0">
                <a:solidFill>
                  <a:prstClr val="black"/>
                </a:solidFill>
                <a:ea typeface="HarmonyOS Sans SC Light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/>
              </a:solidFill>
              <a:ea typeface="HarmonyOS Sans SC Light"/>
            </a:endParaRPr>
          </a:p>
        </p:txBody>
      </p:sp>
      <p:sp>
        <p:nvSpPr>
          <p:cNvPr id="7" name="椭圆 6" descr="e7d195523061f1c09e9d68d7cf438b91ef959ecb14fc25d26BBA7F7DBC18E55DFF4014AF651F0BF2569D4B6C1DA7F1A4683A481403BD872FC687266AD13265C1DE7C373772FD8728ABDD69ADD03BFF5BE2862BC891DBB79E9B09246D0C8BFFDB55F97A4A197D0CE4F3CC54D8F058F49BF06ED5DD0827EC15F885F59D78ED9CA97EDB289E7349ADC0E6738A5D5DC345652D152AAC3F32854D">
            <a:extLst>
              <a:ext uri="{FF2B5EF4-FFF2-40B4-BE49-F238E27FC236}">
                <a16:creationId xmlns="" xmlns:a16="http://schemas.microsoft.com/office/drawing/2014/main" id="{C14DDB56-131C-B480-2274-623DBABB2DC9}"/>
              </a:ext>
            </a:extLst>
          </p:cNvPr>
          <p:cNvSpPr/>
          <p:nvPr userDrawn="1"/>
        </p:nvSpPr>
        <p:spPr>
          <a:xfrm rot="17100000">
            <a:off x="665665" y="160279"/>
            <a:ext cx="1425269" cy="1425269"/>
          </a:xfrm>
          <a:prstGeom prst="ellipse">
            <a:avLst/>
          </a:prstGeom>
          <a:gradFill flip="none" rotWithShape="1">
            <a:gsLst>
              <a:gs pos="34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>
                  <a:alpha val="37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163939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01979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94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椭圆 2" descr="e7d195523061f1c09e9d68d7cf438b91ef959ecb14fc25d26BBA7F7DBC18E55DFF4014AF651F0BF2569D4B6C1DA7F1A4683A481403BD872FC687266AD13265C1DE7C373772FD8728ABDD69ADD03BFF5BE2862BC891DBB79E9B09246D0C8BFFDB55F97A4A197D0CE4F3CC54D8F058F49BF06ED5DD0827EC15F885F59D78ED9CA97EDB289E7349ADC0E6738A5D5DC345652D152AAC3F32854D">
            <a:extLst>
              <a:ext uri="{FF2B5EF4-FFF2-40B4-BE49-F238E27FC236}">
                <a16:creationId xmlns="" xmlns:a16="http://schemas.microsoft.com/office/drawing/2014/main" id="{C8DAE386-A759-2CFA-F1C7-6D0FAB5E607E}"/>
              </a:ext>
            </a:extLst>
          </p:cNvPr>
          <p:cNvSpPr/>
          <p:nvPr userDrawn="1"/>
        </p:nvSpPr>
        <p:spPr>
          <a:xfrm rot="17100000">
            <a:off x="665665" y="160279"/>
            <a:ext cx="1425269" cy="1425269"/>
          </a:xfrm>
          <a:prstGeom prst="ellipse">
            <a:avLst/>
          </a:prstGeom>
          <a:gradFill flip="none" rotWithShape="1">
            <a:gsLst>
              <a:gs pos="34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>
                  <a:alpha val="37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71407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 descr="e7d195523061f1c09e9d68d7cf438b91ef959ecb14fc25d26BBA7F7DBC18E55DFF4014AF651F0BF2569D4B6C1DA7F1A4683A481403BD872FC687266AD13265C1DE7C373772FD8728ABDD69ADD03BFF5BE2862BC891DBB79E9B09246D0C8BFFDB55F97A4A197D0CE4F3CC54D8F058F49BF06ED5DD0827EC15F885F59D78ED9CA97EDB289E7349ADC0E6738A5D5DC345652D152AAC3F32854D">
            <a:extLst>
              <a:ext uri="{FF2B5EF4-FFF2-40B4-BE49-F238E27FC236}">
                <a16:creationId xmlns="" xmlns:a16="http://schemas.microsoft.com/office/drawing/2014/main" id="{97B9A34F-4622-1DC1-9D45-33DBC2559FAC}"/>
              </a:ext>
            </a:extLst>
          </p:cNvPr>
          <p:cNvSpPr/>
          <p:nvPr userDrawn="1"/>
        </p:nvSpPr>
        <p:spPr>
          <a:xfrm rot="17100000">
            <a:off x="665665" y="160279"/>
            <a:ext cx="1425269" cy="1425269"/>
          </a:xfrm>
          <a:prstGeom prst="ellipse">
            <a:avLst/>
          </a:prstGeom>
          <a:gradFill flip="none" rotWithShape="1">
            <a:gsLst>
              <a:gs pos="34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>
                  <a:alpha val="37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009935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6075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 descr="e7d195523061f1c09e9d68d7cf438b91ef959ecb14fc25d26BBA7F7DBC18E55DFF4014AF651F0BF2569D4B6C1DA7F1A4683A481403BD872FC687266AD13265C1DE7C373772FD8728ABDD69ADD03BFF5BE2862BC891DBB79E9B09246D0C8BFFDB55F97A4A197D0CE4F3CC54D8F058F49BF06ED5DD0827EC15F885F59D78ED9CA97EDB289E7349ADC0E6738A5D5DC345652D152AAC3F32854D">
            <a:extLst>
              <a:ext uri="{FF2B5EF4-FFF2-40B4-BE49-F238E27FC236}">
                <a16:creationId xmlns="" xmlns:a16="http://schemas.microsoft.com/office/drawing/2014/main" id="{01BFCCAD-68A0-65F2-08E0-688C942A443E}"/>
              </a:ext>
            </a:extLst>
          </p:cNvPr>
          <p:cNvSpPr/>
          <p:nvPr userDrawn="1"/>
        </p:nvSpPr>
        <p:spPr>
          <a:xfrm rot="17100000">
            <a:off x="665665" y="160279"/>
            <a:ext cx="1425269" cy="1425269"/>
          </a:xfrm>
          <a:prstGeom prst="ellipse">
            <a:avLst/>
          </a:prstGeom>
          <a:gradFill flip="none" rotWithShape="1">
            <a:gsLst>
              <a:gs pos="34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>
                  <a:alpha val="37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542560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6"/>
          </a:xfrm>
          <a:prstGeom prst="rect">
            <a:avLst/>
          </a:prstGeom>
        </p:spPr>
        <p:txBody>
          <a:bodyPr/>
          <a:lstStyle/>
          <a:p>
            <a:pPr defTabSz="91441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BC41CF6B-446F-4173-A244-B399573D4CAF}" type="datetimeFigureOut">
              <a:rPr lang="zh-CN" altLang="en-US" smtClean="0">
                <a:solidFill>
                  <a:prstClr val="black"/>
                </a:solidFill>
                <a:ea typeface="HarmonyOS Sans SC Light"/>
              </a:rPr>
              <a:pPr defTabSz="914411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2026/6/3</a:t>
            </a:fld>
            <a:endParaRPr lang="zh-CN" altLang="en-US">
              <a:solidFill>
                <a:prstClr val="black"/>
              </a:solidFill>
              <a:ea typeface="HarmonyOS Sans SC Light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6"/>
          </a:xfrm>
          <a:prstGeom prst="rect">
            <a:avLst/>
          </a:prstGeom>
        </p:spPr>
        <p:txBody>
          <a:bodyPr/>
          <a:lstStyle/>
          <a:p>
            <a:pPr defTabSz="91441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black"/>
              </a:solidFill>
              <a:ea typeface="HarmonyOS Sans SC Light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6"/>
          </a:xfrm>
          <a:prstGeom prst="rect">
            <a:avLst/>
          </a:prstGeom>
        </p:spPr>
        <p:txBody>
          <a:bodyPr/>
          <a:lstStyle/>
          <a:p>
            <a:pPr defTabSz="91441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C04436EC-8FDA-4175-99E5-68D519E68BA7}" type="slidenum">
              <a:rPr lang="zh-CN" altLang="en-US" smtClean="0">
                <a:solidFill>
                  <a:prstClr val="black"/>
                </a:solidFill>
                <a:ea typeface="HarmonyOS Sans SC Light"/>
              </a:rPr>
              <a:pPr defTabSz="914411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>
              <a:solidFill>
                <a:prstClr val="black"/>
              </a:solidFill>
              <a:ea typeface="HarmonyOS Sans SC Light"/>
            </a:endParaRPr>
          </a:p>
        </p:txBody>
      </p:sp>
    </p:spTree>
    <p:extLst>
      <p:ext uri="{BB962C8B-B14F-4D97-AF65-F5344CB8AC3E}">
        <p14:creationId xmlns:p14="http://schemas.microsoft.com/office/powerpoint/2010/main" val="1620600979"/>
      </p:ext>
    </p:extLst>
  </p:cSld>
  <p:clrMapOvr>
    <a:masterClrMapping/>
  </p:clrMapOvr>
  <p:transition spd="slow" advClick="0" advTm="0">
    <p:randomBar dir="vert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D955F040-ED43-464F-96F2-927121FE6FD0}" type="datetimeFigureOut">
              <a:rPr lang="zh-CN" altLang="en-US" smtClean="0">
                <a:solidFill>
                  <a:prstClr val="black"/>
                </a:solidFill>
                <a:ea typeface="HarmonyOS Sans SC Light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2026/6/3</a:t>
            </a:fld>
            <a:endParaRPr lang="zh-CN" altLang="en-US">
              <a:solidFill>
                <a:prstClr val="black"/>
              </a:solidFill>
              <a:ea typeface="HarmonyOS Sans SC Light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ea typeface="HarmonyOS Sans SC Light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95CE31C-667C-455E-B312-3B73BAEC6163}" type="slidenum">
              <a:rPr lang="zh-CN" altLang="en-US" smtClean="0">
                <a:solidFill>
                  <a:prstClr val="black"/>
                </a:solidFill>
                <a:ea typeface="HarmonyOS Sans SC Light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/>
              </a:solidFill>
              <a:ea typeface="HarmonyOS Sans SC Light"/>
            </a:endParaRPr>
          </a:p>
        </p:txBody>
      </p:sp>
      <p:sp>
        <p:nvSpPr>
          <p:cNvPr id="7" name="椭圆 6" descr="e7d195523061f1c09e9d68d7cf438b91ef959ecb14fc25d26BBA7F7DBC18E55DFF4014AF651F0BF2569D4B6C1DA7F1A4683A481403BD872FC687266AD13265C1DE7C373772FD8728ABDD69ADD03BFF5BE2862BC891DBB79E9B09246D0C8BFFDB55F97A4A197D0CE4F3CC54D8F058F49BF06ED5DD0827EC15F885F59D78ED9CA97EDB289E7349ADC0E6738A5D5DC345652D152AAC3F32854D">
            <a:extLst>
              <a:ext uri="{FF2B5EF4-FFF2-40B4-BE49-F238E27FC236}">
                <a16:creationId xmlns="" xmlns:a16="http://schemas.microsoft.com/office/drawing/2014/main" id="{C14DDB56-131C-B480-2274-623DBABB2DC9}"/>
              </a:ext>
            </a:extLst>
          </p:cNvPr>
          <p:cNvSpPr/>
          <p:nvPr userDrawn="1"/>
        </p:nvSpPr>
        <p:spPr>
          <a:xfrm rot="17100000">
            <a:off x="665665" y="160279"/>
            <a:ext cx="1425269" cy="1425269"/>
          </a:xfrm>
          <a:prstGeom prst="ellipse">
            <a:avLst/>
          </a:prstGeom>
          <a:gradFill flip="none" rotWithShape="1">
            <a:gsLst>
              <a:gs pos="34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>
                  <a:alpha val="37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89933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8777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theme" Target="../theme/theme2.xml"/><Relationship Id="rId10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theme" Target="../theme/theme3.xml"/><Relationship Id="rId1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995BAE5-DE7F-4AB8-B63A-64D148EDEE0A}" type="datetimeFigureOut">
              <a:rPr lang="zh-CN" altLang="en-US"/>
              <a:pPr>
                <a:defRPr/>
              </a:pPr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0290CB3-57AB-4109-9AD1-5C3ABE3B532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p:transition spd="slow" advClick="0" advTm="0">
    <p:randomBar dir="vert"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0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2527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</p:sldLayoutIdLst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armonyOS Sans SC Light" panose="00000400000000000000" charset="-122"/>
          <a:ea typeface="HarmonyOS Sans SC Light" panose="00000400000000000000" charset="-122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HarmonyOS Sans SC Light" panose="00000400000000000000" charset="-122"/>
          <a:ea typeface="HarmonyOS Sans SC Light" panose="00000400000000000000" charset="-122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HarmonyOS Sans SC Light" panose="00000400000000000000" charset="-122"/>
          <a:ea typeface="HarmonyOS Sans SC Light" panose="00000400000000000000" charset="-122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HarmonyOS Sans SC Light" panose="00000400000000000000" charset="-122"/>
          <a:ea typeface="HarmonyOS Sans SC Light" panose="00000400000000000000" charset="-122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HarmonyOS Sans SC Light" panose="00000400000000000000" charset="-122"/>
          <a:ea typeface="HarmonyOS Sans SC Light" panose="00000400000000000000" charset="-122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HarmonyOS Sans SC Light" panose="00000400000000000000" charset="-122"/>
          <a:ea typeface="HarmonyOS Sans SC Light" panose="00000400000000000000" charset="-122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5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0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0839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</p:sldLayoutIdLst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armonyOS Sans SC Light" panose="00000400000000000000" charset="-122"/>
          <a:ea typeface="HarmonyOS Sans SC Light" panose="00000400000000000000" charset="-122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HarmonyOS Sans SC Light" panose="00000400000000000000" charset="-122"/>
          <a:ea typeface="HarmonyOS Sans SC Light" panose="00000400000000000000" charset="-122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HarmonyOS Sans SC Light" panose="00000400000000000000" charset="-122"/>
          <a:ea typeface="HarmonyOS Sans SC Light" panose="00000400000000000000" charset="-122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HarmonyOS Sans SC Light" panose="00000400000000000000" charset="-122"/>
          <a:ea typeface="HarmonyOS Sans SC Light" panose="00000400000000000000" charset="-122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HarmonyOS Sans SC Light" panose="00000400000000000000" charset="-122"/>
          <a:ea typeface="HarmonyOS Sans SC Light" panose="00000400000000000000" charset="-122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HarmonyOS Sans SC Light" panose="00000400000000000000" charset="-122"/>
          <a:ea typeface="HarmonyOS Sans SC Light" panose="00000400000000000000" charset="-122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5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5.jpeg"/><Relationship Id="rId5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eg"/><Relationship Id="rId4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5.jpe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685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099" name="组合 33"/>
          <p:cNvGrpSpPr>
            <a:grpSpLocks/>
          </p:cNvGrpSpPr>
          <p:nvPr/>
        </p:nvGrpSpPr>
        <p:grpSpPr bwMode="auto">
          <a:xfrm>
            <a:off x="-12700" y="1020763"/>
            <a:ext cx="8064500" cy="5861050"/>
            <a:chOff x="-19" y="1607"/>
            <a:chExt cx="12700" cy="9230"/>
          </a:xfrm>
        </p:grpSpPr>
        <p:sp>
          <p:nvSpPr>
            <p:cNvPr id="46" name="直角三角形 45"/>
            <p:cNvSpPr/>
            <p:nvPr/>
          </p:nvSpPr>
          <p:spPr>
            <a:xfrm>
              <a:off x="-19" y="1607"/>
              <a:ext cx="12700" cy="9230"/>
            </a:xfrm>
            <a:prstGeom prst="rtTriangle">
              <a:avLst/>
            </a:prstGeom>
            <a:solidFill>
              <a:srgbClr val="61B6FD">
                <a:alpha val="3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  <p:sp>
          <p:nvSpPr>
            <p:cNvPr id="47" name="直角三角形 46"/>
            <p:cNvSpPr/>
            <p:nvPr/>
          </p:nvSpPr>
          <p:spPr>
            <a:xfrm>
              <a:off x="-19" y="2197"/>
              <a:ext cx="11888" cy="8640"/>
            </a:xfrm>
            <a:prstGeom prst="rtTriangle">
              <a:avLst/>
            </a:prstGeom>
            <a:solidFill>
              <a:srgbClr val="0388F9">
                <a:alpha val="3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  <p:sp>
          <p:nvSpPr>
            <p:cNvPr id="49" name="直角三角形 48"/>
            <p:cNvSpPr/>
            <p:nvPr/>
          </p:nvSpPr>
          <p:spPr>
            <a:xfrm>
              <a:off x="-19" y="4647"/>
              <a:ext cx="8515" cy="6190"/>
            </a:xfrm>
            <a:prstGeom prst="rtTriangle">
              <a:avLst/>
            </a:prstGeom>
            <a:solidFill>
              <a:srgbClr val="01457E">
                <a:alpha val="3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  <p:sp>
          <p:nvSpPr>
            <p:cNvPr id="50" name="直角三角形 49"/>
            <p:cNvSpPr/>
            <p:nvPr/>
          </p:nvSpPr>
          <p:spPr>
            <a:xfrm>
              <a:off x="-19" y="7512"/>
              <a:ext cx="4575" cy="3325"/>
            </a:xfrm>
            <a:prstGeom prst="rtTriangle">
              <a:avLst/>
            </a:prstGeom>
            <a:solidFill>
              <a:srgbClr val="004E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</p:grpSp>
      <p:sp>
        <p:nvSpPr>
          <p:cNvPr id="48" name="流程图: 合并 47"/>
          <p:cNvSpPr/>
          <p:nvPr/>
        </p:nvSpPr>
        <p:spPr>
          <a:xfrm>
            <a:off x="4267200" y="1588"/>
            <a:ext cx="3305175" cy="774700"/>
          </a:xfrm>
          <a:prstGeom prst="flowChartMerge">
            <a:avLst/>
          </a:prstGeom>
          <a:solidFill>
            <a:schemeClr val="accent4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印品黑体" panose="00000500000000000000" pitchFamily="2" charset="-122"/>
            </a:endParaRPr>
          </a:p>
        </p:txBody>
      </p:sp>
      <p:grpSp>
        <p:nvGrpSpPr>
          <p:cNvPr id="4101" name="组合 34"/>
          <p:cNvGrpSpPr>
            <a:grpSpLocks/>
          </p:cNvGrpSpPr>
          <p:nvPr/>
        </p:nvGrpSpPr>
        <p:grpSpPr bwMode="auto">
          <a:xfrm>
            <a:off x="6161088" y="2290763"/>
            <a:ext cx="7224712" cy="4591050"/>
            <a:chOff x="9703" y="3607"/>
            <a:chExt cx="11378" cy="7230"/>
          </a:xfrm>
        </p:grpSpPr>
        <p:grpSp>
          <p:nvGrpSpPr>
            <p:cNvPr id="4106" name="组合 31"/>
            <p:cNvGrpSpPr>
              <a:grpSpLocks/>
            </p:cNvGrpSpPr>
            <p:nvPr/>
          </p:nvGrpSpPr>
          <p:grpSpPr bwMode="auto">
            <a:xfrm flipH="1">
              <a:off x="10732" y="4663"/>
              <a:ext cx="8493" cy="6173"/>
              <a:chOff x="8408" y="3607"/>
              <a:chExt cx="8514" cy="6188"/>
            </a:xfrm>
          </p:grpSpPr>
          <p:sp>
            <p:nvSpPr>
              <p:cNvPr id="43" name="直角三角形 42"/>
              <p:cNvSpPr/>
              <p:nvPr/>
            </p:nvSpPr>
            <p:spPr>
              <a:xfrm>
                <a:off x="8407" y="3606"/>
                <a:ext cx="8514" cy="6190"/>
              </a:xfrm>
              <a:prstGeom prst="rtTriangle">
                <a:avLst/>
              </a:prstGeom>
              <a:solidFill>
                <a:srgbClr val="01457E">
                  <a:alpha val="36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>
                  <a:ea typeface="印品黑体" panose="00000500000000000000" pitchFamily="2" charset="-122"/>
                </a:endParaRPr>
              </a:p>
            </p:txBody>
          </p:sp>
          <p:sp>
            <p:nvSpPr>
              <p:cNvPr id="44" name="直角三角形 43"/>
              <p:cNvSpPr/>
              <p:nvPr/>
            </p:nvSpPr>
            <p:spPr>
              <a:xfrm>
                <a:off x="8407" y="6470"/>
                <a:ext cx="4574" cy="3326"/>
              </a:xfrm>
              <a:prstGeom prst="rtTriangle">
                <a:avLst/>
              </a:prstGeom>
              <a:solidFill>
                <a:srgbClr val="004E8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>
                  <a:ea typeface="印品黑体" panose="00000500000000000000" pitchFamily="2" charset="-122"/>
                </a:endParaRPr>
              </a:p>
            </p:txBody>
          </p:sp>
        </p:grpSp>
        <p:sp>
          <p:nvSpPr>
            <p:cNvPr id="42" name="平行四边形 41"/>
            <p:cNvSpPr/>
            <p:nvPr/>
          </p:nvSpPr>
          <p:spPr>
            <a:xfrm>
              <a:off x="9703" y="3607"/>
              <a:ext cx="11378" cy="7230"/>
            </a:xfrm>
            <a:prstGeom prst="parallelogram">
              <a:avLst>
                <a:gd name="adj" fmla="val 137786"/>
              </a:avLst>
            </a:prstGeom>
            <a:solidFill>
              <a:schemeClr val="accent4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</p:grpSp>
      <p:sp>
        <p:nvSpPr>
          <p:cNvPr id="53" name="文本框 52"/>
          <p:cNvSpPr txBox="1"/>
          <p:nvPr/>
        </p:nvSpPr>
        <p:spPr bwMode="auto">
          <a:xfrm>
            <a:off x="683508" y="3512959"/>
            <a:ext cx="10213289" cy="1200329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b="1" spc="213" dirty="0">
                <a:solidFill>
                  <a:schemeClr val="bg1"/>
                </a:solidFill>
                <a:latin typeface="Noto Serif CJK SC" panose="02020400000000000000" pitchFamily="18" charset="-122"/>
                <a:ea typeface="FZHei-B01S" panose="02010601030101010101" pitchFamily="2" charset="-122"/>
                <a:cs typeface="Arial" panose="020B0604020202020204" pitchFamily="34" charset="0"/>
                <a:sym typeface="Noto Serif CJK SC" panose="02020400000000000000" pitchFamily="18" charset="-122"/>
              </a:rPr>
              <a:t>嘉实财富</a:t>
            </a:r>
            <a:endParaRPr lang="en-US" altLang="zh-CN" sz="3600" b="1" spc="213" dirty="0">
              <a:solidFill>
                <a:schemeClr val="bg1"/>
              </a:solidFill>
              <a:latin typeface="Noto Serif CJK SC" panose="02020400000000000000" pitchFamily="18" charset="-122"/>
              <a:ea typeface="FZHei-B01S" panose="02010601030101010101" pitchFamily="2" charset="-122"/>
              <a:cs typeface="Arial" panose="020B0604020202020204" pitchFamily="34" charset="0"/>
              <a:sym typeface="Noto Serif CJK SC" panose="02020400000000000000" pitchFamily="18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b="1" spc="2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Noto Serif CJK SC" panose="02020400000000000000" pitchFamily="18" charset="-122"/>
              </a:rPr>
              <a:t>基金投顾业务策略过会材料</a:t>
            </a:r>
            <a:endParaRPr lang="zh-CN" altLang="en-US" sz="3600" b="1" spc="213" dirty="0">
              <a:solidFill>
                <a:schemeClr val="bg1"/>
              </a:solidFill>
              <a:latin typeface="Noto Serif CJK SC" panose="02020400000000000000" pitchFamily="18" charset="-122"/>
              <a:ea typeface="FZHei-B01S" panose="02010601030101010101" pitchFamily="2" charset="-122"/>
              <a:cs typeface="Arial" panose="020B0604020202020204" pitchFamily="34" charset="0"/>
              <a:sym typeface="Noto Serif CJK SC" panose="02020400000000000000" pitchFamily="18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638175" y="5160963"/>
            <a:ext cx="4060825" cy="20637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741363" y="5226050"/>
            <a:ext cx="6235700" cy="510897"/>
          </a:xfrm>
          <a:prstGeom prst="rect">
            <a:avLst/>
          </a:prstGeom>
        </p:spPr>
        <p:txBody>
          <a:bodyPr lIns="48757" tIns="24378" rIns="48757" bIns="24378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spc="42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Noto Serif CJK SC" panose="02020400000000000000" pitchFamily="18" charset="-122"/>
              </a:rPr>
              <a:t>嘉实财富 </a:t>
            </a:r>
            <a:r>
              <a:rPr lang="en-US" altLang="zh-CN" sz="2000" b="1" spc="42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Noto Serif CJK SC" panose="02020400000000000000" pitchFamily="18" charset="-122"/>
              </a:rPr>
              <a:t>2026</a:t>
            </a:r>
            <a:r>
              <a:rPr lang="zh-CN" altLang="en-US" sz="2000" b="1" spc="42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Noto Serif CJK SC" panose="02020400000000000000" pitchFamily="18" charset="-122"/>
              </a:rPr>
              <a:t>年</a:t>
            </a:r>
            <a:r>
              <a:rPr lang="en-US" altLang="zh-CN" sz="2000" b="1" spc="427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Noto Serif CJK SC" panose="02020400000000000000" pitchFamily="18" charset="-122"/>
              </a:rPr>
              <a:t>06</a:t>
            </a:r>
            <a:r>
              <a:rPr lang="zh-CN" altLang="en-US" sz="2000" b="1" spc="427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Noto Serif CJK SC" panose="02020400000000000000" pitchFamily="18" charset="-122"/>
              </a:rPr>
              <a:t>月</a:t>
            </a:r>
            <a:endParaRPr lang="en-US" altLang="zh-CN" sz="2000" b="1" spc="427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Noto Serif CJK SC" panose="02020400000000000000" pitchFamily="18" charset="-122"/>
            </a:endParaRPr>
          </a:p>
        </p:txBody>
      </p:sp>
      <p:pic>
        <p:nvPicPr>
          <p:cNvPr id="4105" name="图片 3" descr="文本&#10;&#10;描述已自动生成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295275"/>
            <a:ext cx="2651125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advClick="0" advTm="300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CAE1667-A3CF-7805-C256-07B47C711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" descr="乐高积木构建的多彩世界高清图片下载-正版图片600671035-摄图网">
            <a:extLst>
              <a:ext uri="{FF2B5EF4-FFF2-40B4-BE49-F238E27FC236}">
                <a16:creationId xmlns="" xmlns:a16="http://schemas.microsoft.com/office/drawing/2014/main" id="{F0FBD096-2161-4FAC-2495-E4D33742F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4001" y="2971813"/>
            <a:ext cx="1294070" cy="862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乐高积木构建的多彩世界高清图片下载-正版图片600671035-摄图网">
            <a:extLst>
              <a:ext uri="{FF2B5EF4-FFF2-40B4-BE49-F238E27FC236}">
                <a16:creationId xmlns="" xmlns:a16="http://schemas.microsoft.com/office/drawing/2014/main" id="{D86B7A2A-7F6B-0CA1-B8DF-247B50375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274" y="5315581"/>
            <a:ext cx="1294070" cy="862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文本占位符 10">
            <a:extLst>
              <a:ext uri="{FF2B5EF4-FFF2-40B4-BE49-F238E27FC236}">
                <a16:creationId xmlns="" xmlns:a16="http://schemas.microsoft.com/office/drawing/2014/main" id="{BDB6F05D-A7F5-3D0E-4A5E-2A842522B937}"/>
              </a:ext>
            </a:extLst>
          </p:cNvPr>
          <p:cNvSpPr txBox="1"/>
          <p:nvPr/>
        </p:nvSpPr>
        <p:spPr>
          <a:xfrm>
            <a:off x="1074740" y="1029031"/>
            <a:ext cx="9202183" cy="508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2000"/>
              </a:spcBef>
              <a:buFont typeface="Arial" panose="020B0604020202020204" pitchFamily="34" charset="0"/>
              <a:buNone/>
              <a:defRPr lang="zh-CN" altLang="en-US" sz="6000" b="1" kern="1200" spc="1000" dirty="0">
                <a:solidFill>
                  <a:srgbClr val="3B3838"/>
                </a:solidFill>
                <a:latin typeface="+mj-ea"/>
                <a:ea typeface="+mj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8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defRPr/>
            </a:pPr>
            <a:r>
              <a:rPr lang="zh-CN" altLang="en-US" sz="2700" spc="0" dirty="0" smtClean="0">
                <a:solidFill>
                  <a:srgbClr val="8B0000"/>
                </a:solidFill>
                <a:latin typeface="思源宋体" panose="02010600030101010101" charset="-122"/>
                <a:ea typeface="思源宋体" panose="02010600030101010101" charset="-122"/>
                <a:sym typeface="Helvetica Neue"/>
              </a:rPr>
              <a:t>用工具化模块搭建</a:t>
            </a:r>
            <a:r>
              <a:rPr lang="zh-CN" altLang="en-US" sz="2700" spc="0" dirty="0">
                <a:solidFill>
                  <a:srgbClr val="8B0000"/>
                </a:solidFill>
                <a:latin typeface="思源宋体" panose="02010600030101010101" charset="-122"/>
                <a:ea typeface="思源宋体" panose="02010600030101010101" charset="-122"/>
                <a:sym typeface="Helvetica Neue"/>
              </a:rPr>
              <a:t>“透明厨房样板间”，引导账户思维</a:t>
            </a:r>
            <a:r>
              <a:rPr lang="zh-CN" altLang="en-US" sz="2700" spc="0" dirty="0" smtClean="0">
                <a:solidFill>
                  <a:srgbClr val="8B0000"/>
                </a:solidFill>
                <a:latin typeface="思源宋体" panose="02010600030101010101" charset="-122"/>
                <a:ea typeface="思源宋体" panose="02010600030101010101" charset="-122"/>
                <a:sym typeface="Helvetica Neue"/>
              </a:rPr>
              <a:t>落地</a:t>
            </a:r>
            <a:endParaRPr lang="zh-CN" altLang="en-US" sz="2700" spc="0" dirty="0">
              <a:solidFill>
                <a:srgbClr val="8B0000"/>
              </a:solidFill>
              <a:latin typeface="思源宋体" panose="02010600030101010101" charset="-122"/>
              <a:ea typeface="思源宋体" panose="02010600030101010101" charset="-122"/>
              <a:sym typeface="Helvetica Neue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230C2D0B-5117-476B-B8F1-012954E07AB9}"/>
              </a:ext>
            </a:extLst>
          </p:cNvPr>
          <p:cNvSpPr txBox="1"/>
          <p:nvPr/>
        </p:nvSpPr>
        <p:spPr>
          <a:xfrm>
            <a:off x="4933267" y="2503786"/>
            <a:ext cx="1774190" cy="244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69">
              <a:lnSpc>
                <a:spcPct val="90000"/>
              </a:lnSpc>
              <a:spcBef>
                <a:spcPts val="2250"/>
              </a:spcBef>
              <a:defRPr/>
            </a:pPr>
            <a:r>
              <a:rPr lang="zh-CN" altLang="en-US" sz="110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请在此处输入内容</a:t>
            </a:r>
            <a:endParaRPr lang="en-US" altLang="zh-CN" sz="11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3" name="îSḷíḑé">
            <a:extLst>
              <a:ext uri="{FF2B5EF4-FFF2-40B4-BE49-F238E27FC236}">
                <a16:creationId xmlns="" xmlns:a16="http://schemas.microsoft.com/office/drawing/2014/main" id="{1F582CB7-49BC-2F96-6C74-47713EC410EC}"/>
              </a:ext>
            </a:extLst>
          </p:cNvPr>
          <p:cNvSpPr/>
          <p:nvPr/>
        </p:nvSpPr>
        <p:spPr>
          <a:xfrm>
            <a:off x="1074740" y="1676048"/>
            <a:ext cx="9142429" cy="941690"/>
          </a:xfrm>
          <a:prstGeom prst="rect">
            <a:avLst/>
          </a:prstGeom>
          <a:solidFill>
            <a:srgbClr val="898989">
              <a:alpha val="1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285750" indent="-285750" defTabSz="457189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1600" dirty="0" smtClean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</a:rPr>
              <a:t>创建</a:t>
            </a:r>
            <a:r>
              <a:rPr lang="zh-CN" altLang="en-US" sz="16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</a:rPr>
              <a:t>特色鲜明，策略稳定，工具属性清晰的工具化模块（</a:t>
            </a:r>
            <a:r>
              <a:rPr lang="en-US" altLang="zh-CN" sz="16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</a:rPr>
              <a:t>Building Block</a:t>
            </a:r>
            <a:r>
              <a:rPr lang="zh-CN" altLang="en-US" sz="16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</a:rPr>
              <a:t>）</a:t>
            </a:r>
            <a:endParaRPr lang="en-US" altLang="zh-CN" sz="1600" dirty="0">
              <a:solidFill>
                <a:srgbClr val="1F2937"/>
              </a:solidFill>
              <a:latin typeface="思源宋体" pitchFamily="34" charset="0"/>
              <a:ea typeface="思源宋体" pitchFamily="34" charset="-122"/>
            </a:endParaRPr>
          </a:p>
          <a:p>
            <a:pPr marL="228594" indent="-228594" defTabSz="457189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</a:rPr>
              <a:t>将不同的模块，根据账户目标（</a:t>
            </a:r>
            <a:r>
              <a:rPr lang="en-US" altLang="zh-CN" sz="16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</a:rPr>
              <a:t>10/90</a:t>
            </a:r>
            <a:r>
              <a:rPr lang="zh-CN" altLang="en-US" sz="16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</a:rPr>
              <a:t>、</a:t>
            </a:r>
            <a:r>
              <a:rPr lang="en-US" altLang="zh-CN" sz="16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</a:rPr>
              <a:t>20/80</a:t>
            </a:r>
            <a:r>
              <a:rPr lang="zh-CN" altLang="en-US" sz="16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</a:rPr>
              <a:t>、</a:t>
            </a:r>
            <a:r>
              <a:rPr lang="en-US" altLang="zh-CN" sz="16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</a:rPr>
              <a:t>30/70</a:t>
            </a:r>
            <a:r>
              <a:rPr lang="zh-CN" altLang="en-US" sz="16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</a:rPr>
              <a:t>等）搭建样板间组合</a:t>
            </a:r>
            <a:endParaRPr lang="en-US" altLang="zh-CN" sz="1600" dirty="0">
              <a:solidFill>
                <a:srgbClr val="1F2937"/>
              </a:solidFill>
              <a:latin typeface="思源宋体" pitchFamily="34" charset="0"/>
              <a:ea typeface="思源宋体" pitchFamily="34" charset="-122"/>
            </a:endParaRPr>
          </a:p>
          <a:p>
            <a:pPr marL="228594" indent="-228594" defTabSz="457189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</a:rPr>
              <a:t>模块之间的适时动平衡调整等</a:t>
            </a:r>
            <a:endParaRPr lang="en-US" altLang="zh-CN" sz="1600" dirty="0">
              <a:solidFill>
                <a:srgbClr val="1F2937"/>
              </a:solidFill>
              <a:latin typeface="思源宋体" pitchFamily="34" charset="0"/>
              <a:ea typeface="思源宋体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585919DE-6134-6BC4-CA64-E993D2CDD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6547" y="2904263"/>
            <a:ext cx="2632196" cy="3563470"/>
          </a:xfrm>
          <a:prstGeom prst="rect">
            <a:avLst/>
          </a:prstGeom>
        </p:spPr>
      </p:pic>
      <p:pic>
        <p:nvPicPr>
          <p:cNvPr id="12" name="Picture 2" descr="乐高积木构建的多彩世界高清图片下载-正版图片600671035-摄图网">
            <a:extLst>
              <a:ext uri="{FF2B5EF4-FFF2-40B4-BE49-F238E27FC236}">
                <a16:creationId xmlns="" xmlns:a16="http://schemas.microsoft.com/office/drawing/2014/main" id="{C2C6C2AC-E44A-16F8-5866-23F738CF9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026" y="4155184"/>
            <a:ext cx="1294070" cy="862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箭头: 右 16">
            <a:extLst>
              <a:ext uri="{FF2B5EF4-FFF2-40B4-BE49-F238E27FC236}">
                <a16:creationId xmlns="" xmlns:a16="http://schemas.microsoft.com/office/drawing/2014/main" id="{2FA47872-16AC-CEA2-F8FF-EC35CF355AF7}"/>
              </a:ext>
            </a:extLst>
          </p:cNvPr>
          <p:cNvSpPr/>
          <p:nvPr/>
        </p:nvSpPr>
        <p:spPr>
          <a:xfrm>
            <a:off x="5585038" y="4215289"/>
            <a:ext cx="957303" cy="457645"/>
          </a:xfrm>
          <a:prstGeom prst="right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="" xmlns:a16="http://schemas.microsoft.com/office/drawing/2014/main" id="{A0721C40-2588-3751-58E5-AA620866836E}"/>
              </a:ext>
            </a:extLst>
          </p:cNvPr>
          <p:cNvSpPr/>
          <p:nvPr/>
        </p:nvSpPr>
        <p:spPr>
          <a:xfrm>
            <a:off x="921126" y="2854364"/>
            <a:ext cx="4231962" cy="3919817"/>
          </a:xfrm>
          <a:prstGeom prst="ellipse">
            <a:avLst/>
          </a:prstGeom>
          <a:noFill/>
          <a:ln>
            <a:solidFill>
              <a:srgbClr val="8B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="" xmlns:a16="http://schemas.microsoft.com/office/drawing/2014/main" id="{CE6E5EF6-B2A9-BCED-6BB1-F405455D8509}"/>
              </a:ext>
            </a:extLst>
          </p:cNvPr>
          <p:cNvSpPr txBox="1"/>
          <p:nvPr/>
        </p:nvSpPr>
        <p:spPr>
          <a:xfrm>
            <a:off x="3097863" y="3294864"/>
            <a:ext cx="2537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增值组合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103D090A-E7BA-4460-2B4C-C39DF57593C0}"/>
              </a:ext>
            </a:extLst>
          </p:cNvPr>
          <p:cNvSpPr txBox="1"/>
          <p:nvPr/>
        </p:nvSpPr>
        <p:spPr>
          <a:xfrm>
            <a:off x="3156520" y="5649970"/>
            <a:ext cx="2537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保障标准组合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2A7D8E12-F7ED-10D4-EAD7-01EAB6F1CF4E}"/>
              </a:ext>
            </a:extLst>
          </p:cNvPr>
          <p:cNvSpPr txBox="1"/>
          <p:nvPr/>
        </p:nvSpPr>
        <p:spPr>
          <a:xfrm>
            <a:off x="3097863" y="4501332"/>
            <a:ext cx="2537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生息标准组合</a:t>
            </a:r>
          </a:p>
        </p:txBody>
      </p:sp>
      <p:grpSp>
        <p:nvGrpSpPr>
          <p:cNvPr id="19" name="组合 33"/>
          <p:cNvGrpSpPr>
            <a:grpSpLocks/>
          </p:cNvGrpSpPr>
          <p:nvPr/>
        </p:nvGrpSpPr>
        <p:grpSpPr bwMode="auto">
          <a:xfrm rot="10800000" flipH="1">
            <a:off x="0" y="-4763"/>
            <a:ext cx="1147763" cy="847726"/>
            <a:chOff x="-19" y="1607"/>
            <a:chExt cx="12700" cy="9230"/>
          </a:xfrm>
        </p:grpSpPr>
        <p:sp>
          <p:nvSpPr>
            <p:cNvPr id="20" name="直角三角形 19"/>
            <p:cNvSpPr/>
            <p:nvPr/>
          </p:nvSpPr>
          <p:spPr>
            <a:xfrm>
              <a:off x="-19" y="1607"/>
              <a:ext cx="12700" cy="9230"/>
            </a:xfrm>
            <a:prstGeom prst="rtTriangle">
              <a:avLst/>
            </a:prstGeom>
            <a:solidFill>
              <a:schemeClr val="accent4"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  <p:sp>
          <p:nvSpPr>
            <p:cNvPr id="21" name="直角三角形 20"/>
            <p:cNvSpPr/>
            <p:nvPr/>
          </p:nvSpPr>
          <p:spPr>
            <a:xfrm>
              <a:off x="-19" y="2333"/>
              <a:ext cx="11892" cy="8642"/>
            </a:xfrm>
            <a:prstGeom prst="rtTriangle">
              <a:avLst/>
            </a:prstGeom>
            <a:solidFill>
              <a:srgbClr val="0388F9">
                <a:alpha val="3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  <p:sp>
          <p:nvSpPr>
            <p:cNvPr id="22" name="直角三角形 21"/>
            <p:cNvSpPr/>
            <p:nvPr/>
          </p:nvSpPr>
          <p:spPr>
            <a:xfrm>
              <a:off x="-19" y="4787"/>
              <a:ext cx="8519" cy="6188"/>
            </a:xfrm>
            <a:prstGeom prst="rtTriangle">
              <a:avLst/>
            </a:prstGeom>
            <a:solidFill>
              <a:srgbClr val="01457E">
                <a:alpha val="3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  <p:sp>
          <p:nvSpPr>
            <p:cNvPr id="23" name="直角三角形 22"/>
            <p:cNvSpPr/>
            <p:nvPr/>
          </p:nvSpPr>
          <p:spPr>
            <a:xfrm>
              <a:off x="122" y="7657"/>
              <a:ext cx="4567" cy="3319"/>
            </a:xfrm>
            <a:prstGeom prst="rtTriangle">
              <a:avLst/>
            </a:prstGeom>
            <a:solidFill>
              <a:srgbClr val="004E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</p:grpSp>
      <p:sp>
        <p:nvSpPr>
          <p:cNvPr id="25" name="文本框 17"/>
          <p:cNvSpPr txBox="1"/>
          <p:nvPr/>
        </p:nvSpPr>
        <p:spPr>
          <a:xfrm>
            <a:off x="769914" y="0"/>
            <a:ext cx="4919244" cy="738664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866943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01</a:t>
            </a:r>
            <a:r>
              <a:rPr lang="en-US" altLang="zh-CN" sz="28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.</a:t>
            </a:r>
            <a:r>
              <a:rPr lang="zh-CN" altLang="en-US" sz="28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策略目标</a:t>
            </a:r>
            <a:endParaRPr lang="zh-CN" altLang="en-US" sz="28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7" name="矩形 26"/>
          <p:cNvSpPr/>
          <p:nvPr/>
        </p:nvSpPr>
        <p:spPr bwMode="auto">
          <a:xfrm>
            <a:off x="278420" y="595457"/>
            <a:ext cx="2710781" cy="339471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HARVEST WEALTH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0329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33"/>
          <p:cNvGrpSpPr>
            <a:grpSpLocks/>
          </p:cNvGrpSpPr>
          <p:nvPr/>
        </p:nvGrpSpPr>
        <p:grpSpPr bwMode="auto">
          <a:xfrm rot="10800000" flipH="1">
            <a:off x="0" y="-4763"/>
            <a:ext cx="1147763" cy="847726"/>
            <a:chOff x="-19" y="1607"/>
            <a:chExt cx="12700" cy="9230"/>
          </a:xfrm>
        </p:grpSpPr>
        <p:sp>
          <p:nvSpPr>
            <p:cNvPr id="25" name="直角三角形 24"/>
            <p:cNvSpPr/>
            <p:nvPr/>
          </p:nvSpPr>
          <p:spPr>
            <a:xfrm>
              <a:off x="-19" y="1607"/>
              <a:ext cx="12700" cy="9230"/>
            </a:xfrm>
            <a:prstGeom prst="rtTriangle">
              <a:avLst/>
            </a:prstGeom>
            <a:solidFill>
              <a:schemeClr val="accent4"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  <p:sp>
          <p:nvSpPr>
            <p:cNvPr id="26" name="直角三角形 25"/>
            <p:cNvSpPr/>
            <p:nvPr/>
          </p:nvSpPr>
          <p:spPr>
            <a:xfrm>
              <a:off x="-19" y="2333"/>
              <a:ext cx="11892" cy="8642"/>
            </a:xfrm>
            <a:prstGeom prst="rtTriangle">
              <a:avLst/>
            </a:prstGeom>
            <a:solidFill>
              <a:srgbClr val="0388F9">
                <a:alpha val="3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  <p:sp>
          <p:nvSpPr>
            <p:cNvPr id="27" name="直角三角形 26"/>
            <p:cNvSpPr/>
            <p:nvPr/>
          </p:nvSpPr>
          <p:spPr>
            <a:xfrm>
              <a:off x="-19" y="4787"/>
              <a:ext cx="8519" cy="6188"/>
            </a:xfrm>
            <a:prstGeom prst="rtTriangle">
              <a:avLst/>
            </a:prstGeom>
            <a:solidFill>
              <a:srgbClr val="01457E">
                <a:alpha val="3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  <p:sp>
          <p:nvSpPr>
            <p:cNvPr id="28" name="直角三角形 27"/>
            <p:cNvSpPr/>
            <p:nvPr/>
          </p:nvSpPr>
          <p:spPr>
            <a:xfrm>
              <a:off x="122" y="7657"/>
              <a:ext cx="4567" cy="3319"/>
            </a:xfrm>
            <a:prstGeom prst="rtTriangle">
              <a:avLst/>
            </a:prstGeom>
            <a:solidFill>
              <a:srgbClr val="004E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</p:grpSp>
      <p:sp>
        <p:nvSpPr>
          <p:cNvPr id="29" name="文本框 17"/>
          <p:cNvSpPr txBox="1"/>
          <p:nvPr/>
        </p:nvSpPr>
        <p:spPr>
          <a:xfrm>
            <a:off x="769914" y="0"/>
            <a:ext cx="4919244" cy="738664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866943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02.</a:t>
            </a:r>
            <a:r>
              <a:rPr lang="zh-CN" altLang="en-US" sz="28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策略框架</a:t>
            </a:r>
            <a:endParaRPr lang="zh-CN" altLang="en-US" sz="28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30" name="矩形 29"/>
          <p:cNvSpPr/>
          <p:nvPr/>
        </p:nvSpPr>
        <p:spPr bwMode="auto">
          <a:xfrm>
            <a:off x="278420" y="595457"/>
            <a:ext cx="2710781" cy="339471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HARVEST WEALTH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Shape 4"/>
          <p:cNvSpPr/>
          <p:nvPr/>
        </p:nvSpPr>
        <p:spPr>
          <a:xfrm>
            <a:off x="345328" y="1124641"/>
            <a:ext cx="8890000" cy="840441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5"/>
          <p:cNvSpPr/>
          <p:nvPr/>
        </p:nvSpPr>
        <p:spPr>
          <a:xfrm>
            <a:off x="561228" y="1221413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610076" y="285750"/>
                </a:moveTo>
                <a:lnTo>
                  <a:pt x="400526" y="285750"/>
                </a:lnTo>
                <a:cubicBezTo>
                  <a:pt x="379452" y="285750"/>
                  <a:pt x="362426" y="268724"/>
                  <a:pt x="362426" y="247650"/>
                </a:cubicBezTo>
                <a:lnTo>
                  <a:pt x="362426" y="38100"/>
                </a:lnTo>
                <a:cubicBezTo>
                  <a:pt x="362426" y="17026"/>
                  <a:pt x="379571" y="-238"/>
                  <a:pt x="400407" y="2500"/>
                </a:cubicBezTo>
                <a:cubicBezTo>
                  <a:pt x="527804" y="19407"/>
                  <a:pt x="628769" y="120372"/>
                  <a:pt x="645676" y="247769"/>
                </a:cubicBezTo>
                <a:cubicBezTo>
                  <a:pt x="648414" y="268605"/>
                  <a:pt x="631150" y="285750"/>
                  <a:pt x="610076" y="285750"/>
                </a:cubicBezTo>
                <a:close/>
                <a:moveTo>
                  <a:pt x="265033" y="44291"/>
                </a:moveTo>
                <a:cubicBezTo>
                  <a:pt x="286583" y="39767"/>
                  <a:pt x="305276" y="57388"/>
                  <a:pt x="305276" y="79415"/>
                </a:cubicBezTo>
                <a:lnTo>
                  <a:pt x="305276" y="314325"/>
                </a:lnTo>
                <a:cubicBezTo>
                  <a:pt x="305276" y="320993"/>
                  <a:pt x="307658" y="327422"/>
                  <a:pt x="311825" y="332542"/>
                </a:cubicBezTo>
                <a:lnTo>
                  <a:pt x="469106" y="522327"/>
                </a:lnTo>
                <a:cubicBezTo>
                  <a:pt x="483037" y="539115"/>
                  <a:pt x="480060" y="564475"/>
                  <a:pt x="460891" y="574834"/>
                </a:cubicBezTo>
                <a:cubicBezTo>
                  <a:pt x="420291" y="596979"/>
                  <a:pt x="373737" y="609600"/>
                  <a:pt x="324326" y="609600"/>
                </a:cubicBezTo>
                <a:cubicBezTo>
                  <a:pt x="166568" y="609600"/>
                  <a:pt x="38576" y="481608"/>
                  <a:pt x="38576" y="323850"/>
                </a:cubicBezTo>
                <a:cubicBezTo>
                  <a:pt x="38576" y="186333"/>
                  <a:pt x="135612" y="71557"/>
                  <a:pt x="265033" y="44291"/>
                </a:cubicBezTo>
                <a:close/>
                <a:moveTo>
                  <a:pt x="568881" y="342900"/>
                </a:moveTo>
                <a:lnTo>
                  <a:pt x="645081" y="342900"/>
                </a:lnTo>
                <a:cubicBezTo>
                  <a:pt x="667107" y="342900"/>
                  <a:pt x="684728" y="361593"/>
                  <a:pt x="680204" y="383143"/>
                </a:cubicBezTo>
                <a:cubicBezTo>
                  <a:pt x="668060" y="440769"/>
                  <a:pt x="638532" y="491966"/>
                  <a:pt x="597337" y="531019"/>
                </a:cubicBezTo>
                <a:cubicBezTo>
                  <a:pt x="582692" y="544949"/>
                  <a:pt x="559713" y="541973"/>
                  <a:pt x="546854" y="526375"/>
                </a:cubicBezTo>
                <a:lnTo>
                  <a:pt x="446365" y="405289"/>
                </a:lnTo>
                <a:cubicBezTo>
                  <a:pt x="425767" y="380405"/>
                  <a:pt x="443508" y="342900"/>
                  <a:pt x="475655" y="342900"/>
                </a:cubicBezTo>
                <a:lnTo>
                  <a:pt x="568762" y="342900"/>
                </a:lnTo>
                <a:close/>
              </a:path>
            </a:pathLst>
          </a:custGeom>
          <a:solidFill>
            <a:srgbClr val="8B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6"/>
          <p:cNvSpPr/>
          <p:nvPr/>
        </p:nvSpPr>
        <p:spPr>
          <a:xfrm>
            <a:off x="1394759" y="842964"/>
            <a:ext cx="75692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zh-CN" altLang="en-US" sz="22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稳健的</a:t>
            </a:r>
            <a:r>
              <a:rPr lang="en-US" sz="2200" b="1" dirty="0" err="1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生息</a:t>
            </a:r>
            <a:r>
              <a:rPr lang="en-US" sz="22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</a:t>
            </a:r>
            <a:r>
              <a:rPr lang="zh-CN" altLang="en-US" sz="22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锐利的增值</a:t>
            </a:r>
            <a:r>
              <a:rPr lang="en-US" sz="22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</a:t>
            </a:r>
            <a:r>
              <a:rPr lang="zh-CN" altLang="en-US" sz="2200" b="1" dirty="0" smtClean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投顾账户</a:t>
            </a:r>
            <a:r>
              <a:rPr lang="zh-CN" altLang="en-US" sz="2200" b="1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思维的最佳</a:t>
            </a:r>
            <a:r>
              <a:rPr lang="zh-CN" altLang="en-US" sz="2200" b="1" dirty="0" smtClean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实践</a:t>
            </a:r>
            <a:endParaRPr lang="en-US" sz="1600" dirty="0"/>
          </a:p>
        </p:txBody>
      </p:sp>
      <p:sp>
        <p:nvSpPr>
          <p:cNvPr id="79" name="Shape 12">
            <a:extLst>
              <a:ext uri="{FF2B5EF4-FFF2-40B4-BE49-F238E27FC236}">
                <a16:creationId xmlns="" xmlns:a16="http://schemas.microsoft.com/office/drawing/2014/main" id="{CE4E0C0D-E8AE-140F-74C3-35010E8277DB}"/>
              </a:ext>
            </a:extLst>
          </p:cNvPr>
          <p:cNvSpPr/>
          <p:nvPr/>
        </p:nvSpPr>
        <p:spPr>
          <a:xfrm>
            <a:off x="561228" y="2154795"/>
            <a:ext cx="11239500" cy="4572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0" name="Text 13">
            <a:extLst>
              <a:ext uri="{FF2B5EF4-FFF2-40B4-BE49-F238E27FC236}">
                <a16:creationId xmlns="" xmlns:a16="http://schemas.microsoft.com/office/drawing/2014/main" id="{732F46F1-6053-CAB9-0BD8-6E205E07C485}"/>
              </a:ext>
            </a:extLst>
          </p:cNvPr>
          <p:cNvSpPr/>
          <p:nvPr/>
        </p:nvSpPr>
        <p:spPr>
          <a:xfrm>
            <a:off x="751728" y="2154795"/>
            <a:ext cx="1085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dirty="0" err="1">
                <a:solidFill>
                  <a:srgbClr val="FFFFFF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核心策略</a:t>
            </a:r>
            <a:r>
              <a:rPr lang="en-US" b="1" dirty="0" smtClean="0">
                <a:solidFill>
                  <a:srgbClr val="FFFFFF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：</a:t>
            </a:r>
            <a:r>
              <a:rPr lang="zh-CN" altLang="en-US" dirty="0" smtClean="0">
                <a:solidFill>
                  <a:srgbClr val="FFFFFF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使用风格明确的简单工具就</a:t>
            </a:r>
            <a:r>
              <a:rPr lang="zh-CN" altLang="en-US" dirty="0">
                <a:solidFill>
                  <a:srgbClr val="FFFFFF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能</a:t>
            </a:r>
            <a:r>
              <a:rPr lang="en-US" dirty="0" err="1" smtClean="0">
                <a:solidFill>
                  <a:srgbClr val="FFFFFF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搭出</a:t>
            </a:r>
            <a:r>
              <a:rPr lang="zh-CN" altLang="en-US" dirty="0" smtClean="0">
                <a:solidFill>
                  <a:srgbClr val="FFFFFF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好账户</a:t>
            </a:r>
            <a:r>
              <a:rPr lang="en-US" dirty="0" smtClean="0">
                <a:solidFill>
                  <a:srgbClr val="FFFFFF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——</a:t>
            </a:r>
            <a:r>
              <a:rPr lang="en-US" dirty="0" err="1">
                <a:solidFill>
                  <a:srgbClr val="FFFFFF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产品不重要，重要的是</a:t>
            </a:r>
            <a:r>
              <a:rPr lang="zh-CN" altLang="en-US" dirty="0">
                <a:solidFill>
                  <a:srgbClr val="FFFFFF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账户和动平衡！</a:t>
            </a:r>
            <a:endParaRPr lang="en-US" sz="1200" dirty="0">
              <a:latin typeface="思源宋体" panose="02010600030101010101" charset="-122"/>
              <a:ea typeface="思源宋体" panose="02010600030101010101" charset="-122"/>
            </a:endParaRPr>
          </a:p>
        </p:txBody>
      </p:sp>
      <p:sp>
        <p:nvSpPr>
          <p:cNvPr id="81" name="Shape 14">
            <a:extLst>
              <a:ext uri="{FF2B5EF4-FFF2-40B4-BE49-F238E27FC236}">
                <a16:creationId xmlns="" xmlns:a16="http://schemas.microsoft.com/office/drawing/2014/main" id="{0A4572B9-87A3-9BFC-2755-74B672B37D19}"/>
              </a:ext>
            </a:extLst>
          </p:cNvPr>
          <p:cNvSpPr/>
          <p:nvPr/>
        </p:nvSpPr>
        <p:spPr>
          <a:xfrm>
            <a:off x="561228" y="2764395"/>
            <a:ext cx="5429250" cy="1905000"/>
          </a:xfrm>
          <a:prstGeom prst="rect">
            <a:avLst/>
          </a:prstGeom>
          <a:solidFill>
            <a:srgbClr val="FFF5F5"/>
          </a:solidFill>
          <a:ln w="254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zh-CN" altLang="en-US">
              <a:latin typeface="思源宋体" panose="02010600030101010101" charset="-122"/>
              <a:ea typeface="思源宋体" panose="02010600030101010101" charset="-122"/>
            </a:endParaRPr>
          </a:p>
        </p:txBody>
      </p:sp>
      <p:sp>
        <p:nvSpPr>
          <p:cNvPr id="82" name="Shape 15">
            <a:extLst>
              <a:ext uri="{FF2B5EF4-FFF2-40B4-BE49-F238E27FC236}">
                <a16:creationId xmlns="" xmlns:a16="http://schemas.microsoft.com/office/drawing/2014/main" id="{75637065-04AC-0066-0E16-93AEA7C344E1}"/>
              </a:ext>
            </a:extLst>
          </p:cNvPr>
          <p:cNvSpPr/>
          <p:nvPr/>
        </p:nvSpPr>
        <p:spPr>
          <a:xfrm>
            <a:off x="561228" y="2764395"/>
            <a:ext cx="495300" cy="4953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zh-CN" altLang="en-US">
              <a:latin typeface="思源宋体" panose="02010600030101010101" charset="-122"/>
              <a:ea typeface="思源宋体" panose="02010600030101010101" charset="-122"/>
            </a:endParaRPr>
          </a:p>
        </p:txBody>
      </p:sp>
      <p:sp>
        <p:nvSpPr>
          <p:cNvPr id="83" name="Text 16">
            <a:extLst>
              <a:ext uri="{FF2B5EF4-FFF2-40B4-BE49-F238E27FC236}">
                <a16:creationId xmlns="" xmlns:a16="http://schemas.microsoft.com/office/drawing/2014/main" id="{EBE2BA41-0C2E-8840-F40A-5527F9B856E2}"/>
              </a:ext>
            </a:extLst>
          </p:cNvPr>
          <p:cNvSpPr/>
          <p:nvPr/>
        </p:nvSpPr>
        <p:spPr>
          <a:xfrm>
            <a:off x="561228" y="2764395"/>
            <a:ext cx="495300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FFFFFF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01</a:t>
            </a:r>
            <a:endParaRPr lang="en-US" sz="1200" dirty="0">
              <a:latin typeface="思源宋体" panose="02010600030101010101" charset="-122"/>
              <a:ea typeface="思源宋体" panose="02010600030101010101" charset="-122"/>
            </a:endParaRPr>
          </a:p>
        </p:txBody>
      </p:sp>
      <p:sp>
        <p:nvSpPr>
          <p:cNvPr id="84" name="Text 17">
            <a:extLst>
              <a:ext uri="{FF2B5EF4-FFF2-40B4-BE49-F238E27FC236}">
                <a16:creationId xmlns="" xmlns:a16="http://schemas.microsoft.com/office/drawing/2014/main" id="{7D4C2BF7-B2B3-113E-C0FB-8866F3808288}"/>
              </a:ext>
            </a:extLst>
          </p:cNvPr>
          <p:cNvSpPr/>
          <p:nvPr/>
        </p:nvSpPr>
        <p:spPr>
          <a:xfrm>
            <a:off x="1189878" y="2840595"/>
            <a:ext cx="4572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8B1A1A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增值模块</a:t>
            </a:r>
            <a:endParaRPr lang="en-US" sz="1200" dirty="0">
              <a:latin typeface="思源宋体" panose="02010600030101010101" charset="-122"/>
              <a:ea typeface="思源宋体" panose="02010600030101010101" charset="-122"/>
            </a:endParaRPr>
          </a:p>
        </p:txBody>
      </p:sp>
      <p:sp>
        <p:nvSpPr>
          <p:cNvPr id="85" name="Text 18">
            <a:extLst>
              <a:ext uri="{FF2B5EF4-FFF2-40B4-BE49-F238E27FC236}">
                <a16:creationId xmlns="" xmlns:a16="http://schemas.microsoft.com/office/drawing/2014/main" id="{E07DE878-3396-1E5E-BF96-AD0D989DDC25}"/>
              </a:ext>
            </a:extLst>
          </p:cNvPr>
          <p:cNvSpPr/>
          <p:nvPr/>
        </p:nvSpPr>
        <p:spPr>
          <a:xfrm>
            <a:off x="713628" y="3354945"/>
            <a:ext cx="50863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• </a:t>
            </a:r>
            <a:r>
              <a:rPr lang="zh-CN" alt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对标大势，</a:t>
            </a:r>
            <a:r>
              <a:rPr lang="en-US" sz="1200" dirty="0" err="1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把握AI革命等结构性机会</a:t>
            </a:r>
            <a:r>
              <a:rPr lang="zh-CN" alt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，</a:t>
            </a:r>
            <a:r>
              <a:rPr lang="en-US" altLang="zh-CN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 </a:t>
            </a:r>
            <a:r>
              <a:rPr lang="zh-CN" alt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采用</a:t>
            </a:r>
            <a:r>
              <a:rPr lang="en-US" altLang="zh-CN" sz="1200" dirty="0" err="1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公募指数基金</a:t>
            </a:r>
            <a:r>
              <a:rPr lang="en-US" altLang="zh-CN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（</a:t>
            </a:r>
            <a:r>
              <a:rPr lang="zh-CN" alt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例</a:t>
            </a:r>
            <a:r>
              <a:rPr lang="en-US" altLang="zh-CN" sz="1200" dirty="0" err="1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如科创芯片ETF</a:t>
            </a:r>
            <a:r>
              <a:rPr lang="zh-CN" alt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等</a:t>
            </a:r>
            <a:r>
              <a:rPr lang="en-US" altLang="zh-CN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）</a:t>
            </a:r>
            <a:r>
              <a:rPr lang="zh-CN" alt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即可</a:t>
            </a:r>
            <a:endParaRPr lang="en-US" sz="1200" dirty="0">
              <a:latin typeface="思源宋体" panose="02010600030101010101" charset="-122"/>
              <a:ea typeface="思源宋体" panose="02010600030101010101" charset="-122"/>
            </a:endParaRPr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•</a:t>
            </a:r>
            <a:r>
              <a:rPr lang="zh-CN" alt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精选优质主观策略管理人</a:t>
            </a:r>
            <a:endParaRPr lang="en-US" altLang="zh-CN" sz="1200" dirty="0">
              <a:solidFill>
                <a:srgbClr val="2C2C2C"/>
              </a:solidFill>
              <a:latin typeface="思源宋体" panose="02010600030101010101" charset="-122"/>
              <a:ea typeface="思源宋体" panose="02010600030101010101" charset="-122"/>
              <a:cs typeface="Quattrocento Sans" pitchFamily="34" charset="-120"/>
            </a:endParaRPr>
          </a:p>
          <a:p>
            <a:pPr lvl="0">
              <a:lnSpc>
                <a:spcPct val="170000"/>
              </a:lnSpc>
              <a:defRPr/>
            </a:pPr>
            <a:r>
              <a:rPr lang="en-US" altLang="zh-CN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•</a:t>
            </a:r>
            <a:r>
              <a:rPr lang="zh-CN" alt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增值模块体现锐利性特点，体现时代特征，与时代共同成长前行</a:t>
            </a:r>
            <a:endParaRPr lang="en-US" altLang="zh-CN" sz="1200" dirty="0">
              <a:solidFill>
                <a:srgbClr val="2C2C2C"/>
              </a:solidFill>
              <a:latin typeface="思源宋体" panose="02010600030101010101" charset="-122"/>
              <a:ea typeface="思源宋体" panose="02010600030101010101" charset="-122"/>
              <a:cs typeface="Quattrocento Sans" pitchFamily="34" charset="-120"/>
            </a:endParaRPr>
          </a:p>
          <a:p>
            <a:pPr>
              <a:lnSpc>
                <a:spcPct val="170000"/>
              </a:lnSpc>
            </a:pPr>
            <a:endParaRPr lang="en-US" altLang="zh-CN" sz="1200" dirty="0">
              <a:solidFill>
                <a:srgbClr val="2C2C2C"/>
              </a:solidFill>
              <a:latin typeface="思源宋体" panose="02010600030101010101" charset="-122"/>
              <a:ea typeface="思源宋体" panose="02010600030101010101" charset="-122"/>
              <a:cs typeface="Quattrocento Sans" pitchFamily="34" charset="-120"/>
            </a:endParaRPr>
          </a:p>
        </p:txBody>
      </p:sp>
      <p:sp>
        <p:nvSpPr>
          <p:cNvPr id="86" name="Shape 19">
            <a:extLst>
              <a:ext uri="{FF2B5EF4-FFF2-40B4-BE49-F238E27FC236}">
                <a16:creationId xmlns="" xmlns:a16="http://schemas.microsoft.com/office/drawing/2014/main" id="{35EBFEB0-C7A8-4A6C-1BE6-3F03C7DCFB09}"/>
              </a:ext>
            </a:extLst>
          </p:cNvPr>
          <p:cNvSpPr/>
          <p:nvPr/>
        </p:nvSpPr>
        <p:spPr>
          <a:xfrm>
            <a:off x="6371478" y="2764395"/>
            <a:ext cx="5429250" cy="1905000"/>
          </a:xfrm>
          <a:prstGeom prst="rect">
            <a:avLst/>
          </a:prstGeom>
          <a:solidFill>
            <a:srgbClr val="FFF8E6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zh-CN" altLang="en-US">
              <a:latin typeface="思源宋体" panose="02010600030101010101" charset="-122"/>
              <a:ea typeface="思源宋体" panose="02010600030101010101" charset="-122"/>
            </a:endParaRPr>
          </a:p>
        </p:txBody>
      </p:sp>
      <p:sp>
        <p:nvSpPr>
          <p:cNvPr id="87" name="Shape 20">
            <a:extLst>
              <a:ext uri="{FF2B5EF4-FFF2-40B4-BE49-F238E27FC236}">
                <a16:creationId xmlns="" xmlns:a16="http://schemas.microsoft.com/office/drawing/2014/main" id="{08EA37BA-2438-484D-2A6A-8D206F04E42C}"/>
              </a:ext>
            </a:extLst>
          </p:cNvPr>
          <p:cNvSpPr/>
          <p:nvPr/>
        </p:nvSpPr>
        <p:spPr>
          <a:xfrm>
            <a:off x="6371478" y="2764395"/>
            <a:ext cx="495300" cy="49530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zh-CN" altLang="en-US">
              <a:latin typeface="思源宋体" panose="02010600030101010101" charset="-122"/>
              <a:ea typeface="思源宋体" panose="02010600030101010101" charset="-122"/>
            </a:endParaRPr>
          </a:p>
        </p:txBody>
      </p:sp>
      <p:sp>
        <p:nvSpPr>
          <p:cNvPr id="88" name="Text 21">
            <a:extLst>
              <a:ext uri="{FF2B5EF4-FFF2-40B4-BE49-F238E27FC236}">
                <a16:creationId xmlns="" xmlns:a16="http://schemas.microsoft.com/office/drawing/2014/main" id="{519306DE-81A3-7D2E-5BEF-3EE3DDD3D634}"/>
              </a:ext>
            </a:extLst>
          </p:cNvPr>
          <p:cNvSpPr/>
          <p:nvPr/>
        </p:nvSpPr>
        <p:spPr>
          <a:xfrm>
            <a:off x="6371478" y="2764395"/>
            <a:ext cx="495300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FFFFFF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02</a:t>
            </a:r>
            <a:endParaRPr lang="en-US" sz="1200" dirty="0">
              <a:latin typeface="思源宋体" panose="02010600030101010101" charset="-122"/>
              <a:ea typeface="思源宋体" panose="02010600030101010101" charset="-122"/>
            </a:endParaRPr>
          </a:p>
        </p:txBody>
      </p:sp>
      <p:sp>
        <p:nvSpPr>
          <p:cNvPr id="89" name="Text 22">
            <a:extLst>
              <a:ext uri="{FF2B5EF4-FFF2-40B4-BE49-F238E27FC236}">
                <a16:creationId xmlns="" xmlns:a16="http://schemas.microsoft.com/office/drawing/2014/main" id="{98E0CE94-446B-70F1-14FA-87F6CCE9ED5A}"/>
              </a:ext>
            </a:extLst>
          </p:cNvPr>
          <p:cNvSpPr/>
          <p:nvPr/>
        </p:nvSpPr>
        <p:spPr>
          <a:xfrm>
            <a:off x="7000128" y="2840595"/>
            <a:ext cx="4572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6D4C00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生息模块</a:t>
            </a:r>
            <a:endParaRPr lang="en-US" sz="1200" dirty="0">
              <a:latin typeface="思源宋体" panose="02010600030101010101" charset="-122"/>
              <a:ea typeface="思源宋体" panose="02010600030101010101" charset="-122"/>
            </a:endParaRPr>
          </a:p>
        </p:txBody>
      </p:sp>
      <p:sp>
        <p:nvSpPr>
          <p:cNvPr id="90" name="Text 23">
            <a:extLst>
              <a:ext uri="{FF2B5EF4-FFF2-40B4-BE49-F238E27FC236}">
                <a16:creationId xmlns="" xmlns:a16="http://schemas.microsoft.com/office/drawing/2014/main" id="{4DDB55AF-4556-8147-9879-46D83A8D2F7F}"/>
              </a:ext>
            </a:extLst>
          </p:cNvPr>
          <p:cNvSpPr/>
          <p:nvPr/>
        </p:nvSpPr>
        <p:spPr>
          <a:xfrm>
            <a:off x="6523878" y="3297795"/>
            <a:ext cx="50863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• </a:t>
            </a:r>
            <a:r>
              <a:rPr lang="zh-CN" alt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回归生息的本原</a:t>
            </a:r>
            <a:endParaRPr lang="en-US" sz="1200" dirty="0">
              <a:solidFill>
                <a:srgbClr val="2C2C2C"/>
              </a:solidFill>
              <a:latin typeface="思源宋体" panose="02010600030101010101" charset="-122"/>
              <a:ea typeface="思源宋体" panose="02010600030101010101" charset="-122"/>
              <a:cs typeface="Quattrocento Sans" pitchFamily="34" charset="-120"/>
            </a:endParaRPr>
          </a:p>
          <a:p>
            <a:pPr>
              <a:lnSpc>
                <a:spcPct val="170000"/>
              </a:lnSpc>
            </a:pPr>
            <a:r>
              <a:rPr lang="en-US" altLang="zh-CN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•</a:t>
            </a:r>
            <a:r>
              <a:rPr lang="zh-CN" alt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最简单的</a:t>
            </a:r>
            <a:r>
              <a:rPr lang="en-US" sz="1200" dirty="0" err="1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债券类公募产品</a:t>
            </a:r>
            <a:r>
              <a:rPr lang="zh-CN" alt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即能满足配置要求</a:t>
            </a:r>
            <a:endParaRPr lang="en-US" sz="1200" dirty="0">
              <a:latin typeface="思源宋体" panose="02010600030101010101" charset="-122"/>
              <a:ea typeface="思源宋体" panose="02010600030101010101" charset="-122"/>
            </a:endParaRPr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• </a:t>
            </a:r>
            <a:r>
              <a:rPr lang="zh-CN" alt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生息模块更为纯粹，体现生息资产的稳定性特质</a:t>
            </a:r>
            <a:endParaRPr lang="en-US" sz="1200" dirty="0">
              <a:latin typeface="思源宋体" panose="02010600030101010101" charset="-122"/>
              <a:ea typeface="思源宋体" panose="02010600030101010101" charset="-122"/>
            </a:endParaRPr>
          </a:p>
        </p:txBody>
      </p:sp>
      <p:sp>
        <p:nvSpPr>
          <p:cNvPr id="91" name="Shape 24">
            <a:extLst>
              <a:ext uri="{FF2B5EF4-FFF2-40B4-BE49-F238E27FC236}">
                <a16:creationId xmlns="" xmlns:a16="http://schemas.microsoft.com/office/drawing/2014/main" id="{8D54EDBC-E902-64F1-F94B-4ECD91869679}"/>
              </a:ext>
            </a:extLst>
          </p:cNvPr>
          <p:cNvSpPr/>
          <p:nvPr/>
        </p:nvSpPr>
        <p:spPr>
          <a:xfrm>
            <a:off x="561228" y="4859895"/>
            <a:ext cx="5429250" cy="1905000"/>
          </a:xfrm>
          <a:prstGeom prst="rect">
            <a:avLst/>
          </a:prstGeom>
          <a:solidFill>
            <a:srgbClr val="FFF5F5"/>
          </a:solidFill>
          <a:ln w="25400">
            <a:solidFill>
              <a:srgbClr val="6D0E0E"/>
            </a:solidFill>
            <a:prstDash val="solid"/>
          </a:ln>
        </p:spPr>
        <p:txBody>
          <a:bodyPr/>
          <a:lstStyle/>
          <a:p>
            <a:endParaRPr lang="zh-CN" altLang="en-US">
              <a:latin typeface="思源宋体" panose="02010600030101010101" charset="-122"/>
              <a:ea typeface="思源宋体" panose="02010600030101010101" charset="-122"/>
            </a:endParaRPr>
          </a:p>
        </p:txBody>
      </p:sp>
      <p:sp>
        <p:nvSpPr>
          <p:cNvPr id="92" name="Shape 25">
            <a:extLst>
              <a:ext uri="{FF2B5EF4-FFF2-40B4-BE49-F238E27FC236}">
                <a16:creationId xmlns="" xmlns:a16="http://schemas.microsoft.com/office/drawing/2014/main" id="{4A9353A8-9A16-9F00-5F43-635095F75ECF}"/>
              </a:ext>
            </a:extLst>
          </p:cNvPr>
          <p:cNvSpPr/>
          <p:nvPr/>
        </p:nvSpPr>
        <p:spPr>
          <a:xfrm>
            <a:off x="561228" y="4859895"/>
            <a:ext cx="495300" cy="495300"/>
          </a:xfrm>
          <a:prstGeom prst="rect">
            <a:avLst/>
          </a:prstGeom>
          <a:solidFill>
            <a:srgbClr val="6D0E0E"/>
          </a:solidFill>
          <a:ln/>
        </p:spPr>
        <p:txBody>
          <a:bodyPr/>
          <a:lstStyle/>
          <a:p>
            <a:endParaRPr lang="zh-CN" altLang="en-US">
              <a:latin typeface="思源宋体" panose="02010600030101010101" charset="-122"/>
              <a:ea typeface="思源宋体" panose="02010600030101010101" charset="-122"/>
            </a:endParaRPr>
          </a:p>
        </p:txBody>
      </p:sp>
      <p:sp>
        <p:nvSpPr>
          <p:cNvPr id="93" name="Text 26">
            <a:extLst>
              <a:ext uri="{FF2B5EF4-FFF2-40B4-BE49-F238E27FC236}">
                <a16:creationId xmlns="" xmlns:a16="http://schemas.microsoft.com/office/drawing/2014/main" id="{292079E4-0B94-AD62-0BC0-16BB629C57F6}"/>
              </a:ext>
            </a:extLst>
          </p:cNvPr>
          <p:cNvSpPr/>
          <p:nvPr/>
        </p:nvSpPr>
        <p:spPr>
          <a:xfrm>
            <a:off x="561228" y="4859895"/>
            <a:ext cx="495300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FFFFFF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03</a:t>
            </a:r>
            <a:endParaRPr lang="en-US" sz="1200" dirty="0">
              <a:latin typeface="思源宋体" panose="02010600030101010101" charset="-122"/>
              <a:ea typeface="思源宋体" panose="02010600030101010101" charset="-122"/>
            </a:endParaRPr>
          </a:p>
        </p:txBody>
      </p:sp>
      <p:sp>
        <p:nvSpPr>
          <p:cNvPr id="94" name="Text 27">
            <a:extLst>
              <a:ext uri="{FF2B5EF4-FFF2-40B4-BE49-F238E27FC236}">
                <a16:creationId xmlns="" xmlns:a16="http://schemas.microsoft.com/office/drawing/2014/main" id="{06801E66-C8AF-F49C-6D7D-180949A4EB20}"/>
              </a:ext>
            </a:extLst>
          </p:cNvPr>
          <p:cNvSpPr/>
          <p:nvPr/>
        </p:nvSpPr>
        <p:spPr>
          <a:xfrm>
            <a:off x="1189878" y="4936095"/>
            <a:ext cx="4572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6D0E0E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保障模块</a:t>
            </a:r>
            <a:endParaRPr lang="en-US" sz="1200" dirty="0">
              <a:latin typeface="思源宋体" panose="02010600030101010101" charset="-122"/>
              <a:ea typeface="思源宋体" panose="02010600030101010101" charset="-122"/>
            </a:endParaRPr>
          </a:p>
        </p:txBody>
      </p:sp>
      <p:sp>
        <p:nvSpPr>
          <p:cNvPr id="95" name="Text 28">
            <a:extLst>
              <a:ext uri="{FF2B5EF4-FFF2-40B4-BE49-F238E27FC236}">
                <a16:creationId xmlns="" xmlns:a16="http://schemas.microsoft.com/office/drawing/2014/main" id="{C59DE543-0F77-FA69-1063-7A14B3EEC516}"/>
              </a:ext>
            </a:extLst>
          </p:cNvPr>
          <p:cNvSpPr/>
          <p:nvPr/>
        </p:nvSpPr>
        <p:spPr>
          <a:xfrm>
            <a:off x="713628" y="5393295"/>
            <a:ext cx="50863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• </a:t>
            </a:r>
            <a:r>
              <a:rPr lang="en-US" sz="1200" dirty="0" err="1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黄金类产品</a:t>
            </a:r>
            <a:r>
              <a:rPr 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（</a:t>
            </a:r>
            <a:r>
              <a:rPr lang="zh-CN" alt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大众</a:t>
            </a:r>
            <a:r>
              <a:rPr lang="en-US" sz="1200" dirty="0" err="1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客户</a:t>
            </a:r>
            <a:r>
              <a:rPr 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）</a:t>
            </a:r>
            <a:endParaRPr lang="en-US" sz="1200" dirty="0">
              <a:latin typeface="思源宋体" panose="02010600030101010101" charset="-122"/>
              <a:ea typeface="思源宋体" panose="02010600030101010101" charset="-122"/>
            </a:endParaRPr>
          </a:p>
          <a:p>
            <a:pPr>
              <a:lnSpc>
                <a:spcPct val="170000"/>
              </a:lnSpc>
            </a:pPr>
            <a:r>
              <a:rPr lang="en-US" sz="1200" dirty="0" smtClean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• </a:t>
            </a:r>
            <a:r>
              <a:rPr lang="en-US" sz="1200" dirty="0" err="1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对冲个人职业风险</a:t>
            </a:r>
            <a:r>
              <a:rPr lang="zh-CN" alt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，</a:t>
            </a:r>
            <a:r>
              <a:rPr lang="en-US" altLang="zh-CN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 </a:t>
            </a:r>
            <a:r>
              <a:rPr lang="en-US" altLang="zh-CN" sz="1200" dirty="0" err="1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应对AI</a:t>
            </a:r>
            <a:r>
              <a:rPr lang="en-US" altLang="zh-CN" sz="1200" dirty="0" err="1" smtClean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带来的结构性变化</a:t>
            </a:r>
            <a:endParaRPr lang="en-US" sz="1200" dirty="0">
              <a:latin typeface="思源宋体" panose="02010600030101010101" charset="-122"/>
              <a:ea typeface="思源宋体" panose="02010600030101010101" charset="-122"/>
            </a:endParaRPr>
          </a:p>
        </p:txBody>
      </p:sp>
      <p:sp>
        <p:nvSpPr>
          <p:cNvPr id="96" name="Shape 29">
            <a:extLst>
              <a:ext uri="{FF2B5EF4-FFF2-40B4-BE49-F238E27FC236}">
                <a16:creationId xmlns="" xmlns:a16="http://schemas.microsoft.com/office/drawing/2014/main" id="{CC1AEE43-9F9A-FB83-BDC5-5A99EE252CE8}"/>
              </a:ext>
            </a:extLst>
          </p:cNvPr>
          <p:cNvSpPr/>
          <p:nvPr/>
        </p:nvSpPr>
        <p:spPr>
          <a:xfrm>
            <a:off x="6371478" y="4859895"/>
            <a:ext cx="5429250" cy="1905000"/>
          </a:xfrm>
          <a:prstGeom prst="rect">
            <a:avLst/>
          </a:prstGeom>
          <a:solidFill>
            <a:srgbClr val="FFF8E6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zh-CN" altLang="en-US">
              <a:latin typeface="思源宋体" panose="02010600030101010101" charset="-122"/>
              <a:ea typeface="思源宋体" panose="02010600030101010101" charset="-122"/>
            </a:endParaRPr>
          </a:p>
        </p:txBody>
      </p:sp>
      <p:sp>
        <p:nvSpPr>
          <p:cNvPr id="97" name="Shape 30">
            <a:extLst>
              <a:ext uri="{FF2B5EF4-FFF2-40B4-BE49-F238E27FC236}">
                <a16:creationId xmlns="" xmlns:a16="http://schemas.microsoft.com/office/drawing/2014/main" id="{1FFDBD3D-B78A-EDCA-47E7-B1C551AFDB5E}"/>
              </a:ext>
            </a:extLst>
          </p:cNvPr>
          <p:cNvSpPr/>
          <p:nvPr/>
        </p:nvSpPr>
        <p:spPr>
          <a:xfrm>
            <a:off x="6371478" y="4859895"/>
            <a:ext cx="495300" cy="49530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zh-CN" altLang="en-US">
              <a:latin typeface="思源宋体" panose="02010600030101010101" charset="-122"/>
              <a:ea typeface="思源宋体" panose="02010600030101010101" charset="-122"/>
            </a:endParaRPr>
          </a:p>
        </p:txBody>
      </p:sp>
      <p:sp>
        <p:nvSpPr>
          <p:cNvPr id="98" name="Text 31">
            <a:extLst>
              <a:ext uri="{FF2B5EF4-FFF2-40B4-BE49-F238E27FC236}">
                <a16:creationId xmlns="" xmlns:a16="http://schemas.microsoft.com/office/drawing/2014/main" id="{78F8B22B-CE0F-13F5-FB3C-43C16834124C}"/>
              </a:ext>
            </a:extLst>
          </p:cNvPr>
          <p:cNvSpPr/>
          <p:nvPr/>
        </p:nvSpPr>
        <p:spPr>
          <a:xfrm>
            <a:off x="6371478" y="4859895"/>
            <a:ext cx="495300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FFFFFF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04</a:t>
            </a:r>
            <a:endParaRPr lang="en-US" sz="1200" dirty="0">
              <a:latin typeface="思源宋体" panose="02010600030101010101" charset="-122"/>
              <a:ea typeface="思源宋体" panose="02010600030101010101" charset="-122"/>
            </a:endParaRPr>
          </a:p>
        </p:txBody>
      </p:sp>
      <p:sp>
        <p:nvSpPr>
          <p:cNvPr id="99" name="Text 32">
            <a:extLst>
              <a:ext uri="{FF2B5EF4-FFF2-40B4-BE49-F238E27FC236}">
                <a16:creationId xmlns="" xmlns:a16="http://schemas.microsoft.com/office/drawing/2014/main" id="{49E6A7E4-3CF7-5042-B6CC-94373EE1E994}"/>
              </a:ext>
            </a:extLst>
          </p:cNvPr>
          <p:cNvSpPr/>
          <p:nvPr/>
        </p:nvSpPr>
        <p:spPr>
          <a:xfrm>
            <a:off x="7000128" y="4936095"/>
            <a:ext cx="4572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B8860B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实施目标</a:t>
            </a:r>
            <a:endParaRPr lang="en-US" sz="1200" dirty="0">
              <a:latin typeface="思源宋体" panose="02010600030101010101" charset="-122"/>
              <a:ea typeface="思源宋体" panose="02010600030101010101" charset="-122"/>
            </a:endParaRPr>
          </a:p>
        </p:txBody>
      </p:sp>
      <p:sp>
        <p:nvSpPr>
          <p:cNvPr id="100" name="Text 33">
            <a:extLst>
              <a:ext uri="{FF2B5EF4-FFF2-40B4-BE49-F238E27FC236}">
                <a16:creationId xmlns="" xmlns:a16="http://schemas.microsoft.com/office/drawing/2014/main" id="{C7C244AB-2CE6-B18D-E369-61520ECD52FA}"/>
              </a:ext>
            </a:extLst>
          </p:cNvPr>
          <p:cNvSpPr/>
          <p:nvPr/>
        </p:nvSpPr>
        <p:spPr>
          <a:xfrm>
            <a:off x="6523878" y="5393295"/>
            <a:ext cx="50863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• 推出10/90</a:t>
            </a:r>
            <a:r>
              <a:rPr lang="zh-CN" alt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、</a:t>
            </a:r>
            <a:r>
              <a:rPr 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20/80</a:t>
            </a:r>
            <a:r>
              <a:rPr lang="zh-CN" alt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、</a:t>
            </a:r>
            <a:r>
              <a:rPr 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30/70</a:t>
            </a:r>
            <a:r>
              <a:rPr lang="zh-CN" alt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等系列样板间</a:t>
            </a:r>
            <a:endParaRPr lang="en-US" sz="1200" dirty="0">
              <a:latin typeface="思源宋体" panose="02010600030101010101" charset="-122"/>
              <a:ea typeface="思源宋体" panose="02010600030101010101" charset="-122"/>
            </a:endParaRPr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• </a:t>
            </a:r>
            <a:r>
              <a:rPr lang="zh-CN" alt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透明厨房，每一步操作都遵循账户思维的原理，公开操作记录</a:t>
            </a:r>
            <a:endParaRPr lang="en-US" sz="1200" dirty="0">
              <a:latin typeface="思源宋体" panose="02010600030101010101" charset="-122"/>
              <a:ea typeface="思源宋体" panose="02010600030101010101" charset="-122"/>
            </a:endParaRPr>
          </a:p>
          <a:p>
            <a:pPr>
              <a:lnSpc>
                <a:spcPct val="170000"/>
              </a:lnSpc>
            </a:pPr>
            <a:r>
              <a:rPr lang="en-US" sz="1200" dirty="0" smtClean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• </a:t>
            </a:r>
            <a:r>
              <a:rPr lang="zh-CN" altLang="en-US" sz="1200" dirty="0">
                <a:solidFill>
                  <a:srgbClr val="2C2C2C"/>
                </a:solidFill>
                <a:latin typeface="思源宋体" panose="02010600030101010101" charset="-122"/>
                <a:ea typeface="思源宋体" panose="02010600030101010101" charset="-122"/>
                <a:cs typeface="Quattrocento Sans" pitchFamily="34" charset="-120"/>
              </a:rPr>
              <a:t>公司、理财师与客户共创，用实际业绩落地账户思维</a:t>
            </a:r>
            <a:endParaRPr lang="en-US" sz="1200" dirty="0">
              <a:latin typeface="思源宋体" panose="02010600030101010101" charset="-122"/>
              <a:ea typeface="思源宋体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886884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E26E159-6462-B203-5C76-E62E8E0E5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33"/>
          <p:cNvGrpSpPr>
            <a:grpSpLocks/>
          </p:cNvGrpSpPr>
          <p:nvPr/>
        </p:nvGrpSpPr>
        <p:grpSpPr bwMode="auto">
          <a:xfrm rot="10800000" flipH="1">
            <a:off x="0" y="-4763"/>
            <a:ext cx="1147763" cy="847726"/>
            <a:chOff x="-19" y="1607"/>
            <a:chExt cx="12700" cy="9230"/>
          </a:xfrm>
        </p:grpSpPr>
        <p:sp>
          <p:nvSpPr>
            <p:cNvPr id="30" name="直角三角形 29"/>
            <p:cNvSpPr/>
            <p:nvPr/>
          </p:nvSpPr>
          <p:spPr>
            <a:xfrm>
              <a:off x="-19" y="1607"/>
              <a:ext cx="12700" cy="9230"/>
            </a:xfrm>
            <a:prstGeom prst="rtTriangle">
              <a:avLst/>
            </a:prstGeom>
            <a:solidFill>
              <a:schemeClr val="accent4"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  <p:sp>
          <p:nvSpPr>
            <p:cNvPr id="31" name="直角三角形 30"/>
            <p:cNvSpPr/>
            <p:nvPr/>
          </p:nvSpPr>
          <p:spPr>
            <a:xfrm>
              <a:off x="-19" y="2333"/>
              <a:ext cx="11892" cy="8642"/>
            </a:xfrm>
            <a:prstGeom prst="rtTriangle">
              <a:avLst/>
            </a:prstGeom>
            <a:solidFill>
              <a:srgbClr val="0388F9">
                <a:alpha val="3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  <p:sp>
          <p:nvSpPr>
            <p:cNvPr id="32" name="直角三角形 31"/>
            <p:cNvSpPr/>
            <p:nvPr/>
          </p:nvSpPr>
          <p:spPr>
            <a:xfrm>
              <a:off x="-19" y="4787"/>
              <a:ext cx="8519" cy="6188"/>
            </a:xfrm>
            <a:prstGeom prst="rtTriangle">
              <a:avLst/>
            </a:prstGeom>
            <a:solidFill>
              <a:srgbClr val="01457E">
                <a:alpha val="3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  <p:sp>
          <p:nvSpPr>
            <p:cNvPr id="33" name="直角三角形 32"/>
            <p:cNvSpPr/>
            <p:nvPr/>
          </p:nvSpPr>
          <p:spPr>
            <a:xfrm>
              <a:off x="122" y="7657"/>
              <a:ext cx="4567" cy="3319"/>
            </a:xfrm>
            <a:prstGeom prst="rtTriangle">
              <a:avLst/>
            </a:prstGeom>
            <a:solidFill>
              <a:srgbClr val="004E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</p:grpSp>
      <p:sp>
        <p:nvSpPr>
          <p:cNvPr id="35" name="文本框 17"/>
          <p:cNvSpPr txBox="1"/>
          <p:nvPr/>
        </p:nvSpPr>
        <p:spPr>
          <a:xfrm>
            <a:off x="769914" y="0"/>
            <a:ext cx="4919244" cy="738664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866943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03.</a:t>
            </a:r>
            <a:r>
              <a:rPr lang="zh-CN" altLang="en-US" sz="28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选基框架：增值部分</a:t>
            </a:r>
            <a:endParaRPr lang="zh-CN" altLang="en-US" sz="28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 bwMode="auto">
          <a:xfrm>
            <a:off x="278420" y="595457"/>
            <a:ext cx="2710781" cy="339471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HARVEST WEALTH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Shape 32"/>
          <p:cNvSpPr/>
          <p:nvPr/>
        </p:nvSpPr>
        <p:spPr>
          <a:xfrm>
            <a:off x="425486" y="1190424"/>
            <a:ext cx="11410950" cy="653121"/>
          </a:xfrm>
          <a:custGeom>
            <a:avLst/>
            <a:gdLst/>
            <a:ahLst/>
            <a:cxnLst/>
            <a:rect l="l" t="t" r="r" b="b"/>
            <a:pathLst>
              <a:path w="15214600" h="1866900">
                <a:moveTo>
                  <a:pt x="0" y="0"/>
                </a:moveTo>
                <a:lnTo>
                  <a:pt x="15214600" y="0"/>
                </a:lnTo>
                <a:lnTo>
                  <a:pt x="152146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0" name="Shape 33"/>
          <p:cNvSpPr/>
          <p:nvPr/>
        </p:nvSpPr>
        <p:spPr>
          <a:xfrm>
            <a:off x="425487" y="1203824"/>
            <a:ext cx="34289" cy="653121"/>
          </a:xfrm>
          <a:custGeom>
            <a:avLst/>
            <a:gdLst/>
            <a:ahLst/>
            <a:cxnLst/>
            <a:rect l="l" t="t" r="r" b="b"/>
            <a:pathLst>
              <a:path w="50800" h="1866900">
                <a:moveTo>
                  <a:pt x="0" y="0"/>
                </a:moveTo>
                <a:lnTo>
                  <a:pt x="50800" y="0"/>
                </a:lnTo>
                <a:lnTo>
                  <a:pt x="508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1" name="Shape 34"/>
          <p:cNvSpPr/>
          <p:nvPr/>
        </p:nvSpPr>
        <p:spPr>
          <a:xfrm>
            <a:off x="701711" y="1237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6700" y="152400"/>
                </a:moveTo>
                <a:cubicBezTo>
                  <a:pt x="266700" y="89316"/>
                  <a:pt x="215484" y="38100"/>
                  <a:pt x="152400" y="38100"/>
                </a:cubicBezTo>
                <a:cubicBezTo>
                  <a:pt x="89316" y="38100"/>
                  <a:pt x="38100" y="89316"/>
                  <a:pt x="38100" y="152400"/>
                </a:cubicBezTo>
                <a:cubicBezTo>
                  <a:pt x="38100" y="215484"/>
                  <a:pt x="89316" y="266700"/>
                  <a:pt x="152400" y="266700"/>
                </a:cubicBezTo>
                <a:cubicBezTo>
                  <a:pt x="215484" y="266700"/>
                  <a:pt x="266700" y="215484"/>
                  <a:pt x="266700" y="15240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52400" y="200025"/>
                </a:moveTo>
                <a:cubicBezTo>
                  <a:pt x="178685" y="200025"/>
                  <a:pt x="200025" y="178685"/>
                  <a:pt x="200025" y="152400"/>
                </a:cubicBezTo>
                <a:cubicBezTo>
                  <a:pt x="200025" y="126115"/>
                  <a:pt x="178685" y="104775"/>
                  <a:pt x="152400" y="104775"/>
                </a:cubicBezTo>
                <a:cubicBezTo>
                  <a:pt x="126115" y="104775"/>
                  <a:pt x="104775" y="126115"/>
                  <a:pt x="104775" y="152400"/>
                </a:cubicBezTo>
                <a:cubicBezTo>
                  <a:pt x="104775" y="178685"/>
                  <a:pt x="126115" y="200025"/>
                  <a:pt x="152400" y="200025"/>
                </a:cubicBezTo>
                <a:close/>
                <a:moveTo>
                  <a:pt x="152400" y="66675"/>
                </a:moveTo>
                <a:cubicBezTo>
                  <a:pt x="199713" y="66675"/>
                  <a:pt x="238125" y="105087"/>
                  <a:pt x="238125" y="152400"/>
                </a:cubicBezTo>
                <a:cubicBezTo>
                  <a:pt x="238125" y="199713"/>
                  <a:pt x="199713" y="238125"/>
                  <a:pt x="152400" y="238125"/>
                </a:cubicBezTo>
                <a:cubicBezTo>
                  <a:pt x="105087" y="238125"/>
                  <a:pt x="66675" y="199713"/>
                  <a:pt x="66675" y="152400"/>
                </a:cubicBezTo>
                <a:cubicBezTo>
                  <a:pt x="66675" y="105087"/>
                  <a:pt x="105087" y="66675"/>
                  <a:pt x="152400" y="66675"/>
                </a:cubicBezTo>
                <a:close/>
                <a:moveTo>
                  <a:pt x="133350" y="152400"/>
                </a:moveTo>
                <a:cubicBezTo>
                  <a:pt x="133350" y="141886"/>
                  <a:pt x="141886" y="133350"/>
                  <a:pt x="152400" y="133350"/>
                </a:cubicBezTo>
                <a:cubicBezTo>
                  <a:pt x="162914" y="133350"/>
                  <a:pt x="171450" y="141886"/>
                  <a:pt x="171450" y="152400"/>
                </a:cubicBezTo>
                <a:cubicBezTo>
                  <a:pt x="171450" y="162914"/>
                  <a:pt x="162914" y="171450"/>
                  <a:pt x="152400" y="171450"/>
                </a:cubicBezTo>
                <a:cubicBezTo>
                  <a:pt x="141886" y="171450"/>
                  <a:pt x="133350" y="162914"/>
                  <a:pt x="133350" y="15240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2" name="Text 35"/>
          <p:cNvSpPr/>
          <p:nvPr/>
        </p:nvSpPr>
        <p:spPr>
          <a:xfrm>
            <a:off x="1073186" y="1203824"/>
            <a:ext cx="10572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比较目标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3479615" y="1268719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3936814" y="1230619"/>
            <a:ext cx="350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 err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横向对比</a:t>
            </a:r>
            <a:r>
              <a:rPr lang="zh-CN" alt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，</a:t>
            </a:r>
            <a:r>
              <a:rPr lang="zh-CN" altLang="en-US" sz="1200" b="1" dirty="0" smtClean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寻找在产业趋势上具备</a:t>
            </a:r>
            <a:r>
              <a:rPr lang="en-US" altLang="zh-CN" sz="1200" b="1" dirty="0" smtClean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α</a:t>
            </a:r>
            <a:r>
              <a:rPr lang="zh-CN" altLang="en-US" sz="1200" b="1" dirty="0" smtClean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的管理人</a:t>
            </a:r>
            <a:endParaRPr lang="en-US" sz="1200" dirty="0"/>
          </a:p>
        </p:txBody>
      </p:sp>
      <p:sp>
        <p:nvSpPr>
          <p:cNvPr id="46" name="Text 39"/>
          <p:cNvSpPr/>
          <p:nvPr/>
        </p:nvSpPr>
        <p:spPr>
          <a:xfrm>
            <a:off x="3936815" y="1497319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同类基金的多维度横向比较，识别优劣</a:t>
            </a:r>
            <a:endParaRPr lang="en-US" sz="1200" dirty="0"/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839" y="1937527"/>
            <a:ext cx="9051898" cy="417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142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C915604-62E0-AF3A-C382-160B934CE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 descr="e7d195523061f1c09e9d68d7cf438b91ef959ecb14fc25d26BBA7F7DBC18E55DFF4014AF651F0BF2569D4B6C1DA7F1A4683A481403BD872FC687266AD13265C1DE7C373772FD8728ABDD69ADD03BFF5BE2862BC891DBB79E9B09246D0C8BFFDB55F97A4A197D0CE4F3CC54D8F058F49BF06ED5DD0827EC15F885F59D78ED9CA97EDB289E7349ADC0E6738A5D5DC345652D152AAC3F32854D">
            <a:extLst>
              <a:ext uri="{FF2B5EF4-FFF2-40B4-BE49-F238E27FC236}">
                <a16:creationId xmlns="" xmlns:a16="http://schemas.microsoft.com/office/drawing/2014/main" id="{02D17F64-0E0E-9292-5074-D0C7CB868FC4}"/>
              </a:ext>
            </a:extLst>
          </p:cNvPr>
          <p:cNvSpPr/>
          <p:nvPr/>
        </p:nvSpPr>
        <p:spPr>
          <a:xfrm rot="17100000">
            <a:off x="665665" y="160279"/>
            <a:ext cx="1425269" cy="1425269"/>
          </a:xfrm>
          <a:prstGeom prst="ellipse">
            <a:avLst/>
          </a:prstGeom>
          <a:gradFill flip="none" rotWithShape="1">
            <a:gsLst>
              <a:gs pos="34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>
                  <a:alpha val="37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>
              <a:solidFill>
                <a:prstClr val="white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F44CA940-A82D-7F00-773B-3BC8A951B0EB}"/>
              </a:ext>
            </a:extLst>
          </p:cNvPr>
          <p:cNvSpPr/>
          <p:nvPr/>
        </p:nvSpPr>
        <p:spPr>
          <a:xfrm>
            <a:off x="150795" y="6402450"/>
            <a:ext cx="11311862" cy="246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6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注：数据来源为嘉实财富。策略历史表现不构成对未来业绩的承诺。统计区间为</a:t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-2026</a:t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日。</a:t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2026/04/30</a:t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的净值（费后）为</a:t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1.3963</a:t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。计算夏普比例时，无风险收益按</a:t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0%</a:t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计。</a:t>
            </a:r>
            <a:endParaRPr lang="en-US" altLang="zh-CN" sz="1004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="" xmlns:a16="http://schemas.microsoft.com/office/drawing/2014/main" id="{4800D0C9-031B-0C29-9C58-72EF5D9B467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82916" y="1282190"/>
          <a:ext cx="7023947" cy="14768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4789">
                  <a:extLst>
                    <a:ext uri="{9D8B030D-6E8A-4147-A177-3AD203B41FA5}">
                      <a16:colId xmlns="" xmlns:a16="http://schemas.microsoft.com/office/drawing/2014/main" val="3847716533"/>
                    </a:ext>
                  </a:extLst>
                </a:gridCol>
                <a:gridCol w="1617644">
                  <a:extLst>
                    <a:ext uri="{9D8B030D-6E8A-4147-A177-3AD203B41FA5}">
                      <a16:colId xmlns="" xmlns:a16="http://schemas.microsoft.com/office/drawing/2014/main" val="1739439905"/>
                    </a:ext>
                  </a:extLst>
                </a:gridCol>
                <a:gridCol w="1333838">
                  <a:extLst>
                    <a:ext uri="{9D8B030D-6E8A-4147-A177-3AD203B41FA5}">
                      <a16:colId xmlns="" xmlns:a16="http://schemas.microsoft.com/office/drawing/2014/main" val="3802123172"/>
                    </a:ext>
                  </a:extLst>
                </a:gridCol>
                <a:gridCol w="1333838">
                  <a:extLst>
                    <a:ext uri="{9D8B030D-6E8A-4147-A177-3AD203B41FA5}">
                      <a16:colId xmlns="" xmlns:a16="http://schemas.microsoft.com/office/drawing/2014/main" val="2297438570"/>
                    </a:ext>
                  </a:extLst>
                </a:gridCol>
                <a:gridCol w="1333838">
                  <a:extLst>
                    <a:ext uri="{9D8B030D-6E8A-4147-A177-3AD203B41FA5}">
                      <a16:colId xmlns="" xmlns:a16="http://schemas.microsoft.com/office/drawing/2014/main" val="1620483687"/>
                    </a:ext>
                  </a:extLst>
                </a:gridCol>
              </a:tblGrid>
              <a:tr h="369221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增值</a:t>
                      </a:r>
                      <a:r>
                        <a:rPr lang="en-US" altLang="zh-CN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</a:t>
                      </a:r>
                      <a:r>
                        <a:rPr lang="zh-CN" altLang="en-US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产业趋势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增值</a:t>
                      </a:r>
                      <a:r>
                        <a:rPr lang="en-US" altLang="zh-CN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</a:t>
                      </a:r>
                      <a:r>
                        <a:rPr lang="zh-CN" altLang="en-US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指增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生息</a:t>
                      </a:r>
                      <a:r>
                        <a:rPr lang="en-US" alt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中债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保障</a:t>
                      </a:r>
                      <a:r>
                        <a:rPr lang="en-US" alt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黄金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3404244492"/>
                  </a:ext>
                </a:extLst>
              </a:tr>
              <a:tr h="369221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</a:t>
                      </a:r>
                      <a:r>
                        <a:rPr 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权重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en-US" alt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en-US" alt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85</a:t>
                      </a:r>
                      <a:r>
                        <a:rPr lang="en-US" alt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alt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1343833170"/>
                  </a:ext>
                </a:extLst>
              </a:tr>
              <a:tr h="369221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动平衡规则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 gridSpan="4">
                  <a:txBody>
                    <a:bodyPr/>
                    <a:lstStyle/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定期动平衡：频率 </a:t>
                      </a:r>
                      <a:r>
                        <a:rPr lang="en-US" alt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年；定幅动平衡：无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 hMerge="1">
                  <a:txBody>
                    <a:bodyPr/>
                    <a:lstStyle/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endParaRPr lang="zh-CN" sz="1900" kern="100" dirty="0">
                        <a:solidFill>
                          <a:schemeClr val="tx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20" marR="121920" marT="0" marB="0" anchor="ctr"/>
                </a:tc>
                <a:tc hMerge="1">
                  <a:txBody>
                    <a:bodyPr/>
                    <a:lstStyle/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endParaRPr lang="zh-CN" sz="1900" kern="100" dirty="0">
                        <a:solidFill>
                          <a:schemeClr val="tx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20" marR="121920" marT="0" marB="0" anchor="ctr"/>
                </a:tc>
                <a:tc hMerge="1">
                  <a:txBody>
                    <a:bodyPr/>
                    <a:lstStyle/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endParaRPr lang="zh-CN" sz="1900" kern="100" dirty="0">
                        <a:solidFill>
                          <a:schemeClr val="tx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20" marR="121920" marT="0" marB="0" anchor="ctr"/>
                </a:tc>
                <a:extLst>
                  <a:ext uri="{0D108BD9-81ED-4DB2-BD59-A6C34878D82A}">
                    <a16:rowId xmlns="" xmlns:a16="http://schemas.microsoft.com/office/drawing/2014/main" val="181395761"/>
                  </a:ext>
                </a:extLst>
              </a:tr>
              <a:tr h="369221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费率参数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 gridSpan="4">
                  <a:txBody>
                    <a:bodyPr/>
                    <a:lstStyle/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r>
                        <a:rPr lang="en-US" alt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0.8% </a:t>
                      </a: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年化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159776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="" xmlns:a16="http://schemas.microsoft.com/office/drawing/2014/main" id="{ED31149A-CAD9-0105-DB64-ECBEDB76E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48982"/>
              </p:ext>
            </p:extLst>
          </p:nvPr>
        </p:nvGraphicFramePr>
        <p:xfrm>
          <a:off x="7970347" y="849573"/>
          <a:ext cx="3789504" cy="25321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76787">
                  <a:extLst>
                    <a:ext uri="{9D8B030D-6E8A-4147-A177-3AD203B41FA5}">
                      <a16:colId xmlns="" xmlns:a16="http://schemas.microsoft.com/office/drawing/2014/main" val="1485671215"/>
                    </a:ext>
                  </a:extLst>
                </a:gridCol>
                <a:gridCol w="1712717">
                  <a:extLst>
                    <a:ext uri="{9D8B030D-6E8A-4147-A177-3AD203B41FA5}">
                      <a16:colId xmlns="" xmlns:a16="http://schemas.microsoft.com/office/drawing/2014/main" val="3457273538"/>
                    </a:ext>
                  </a:extLst>
                </a:gridCol>
              </a:tblGrid>
              <a:tr h="414981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 smtClean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风险等级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>
                          <a:solidFill>
                            <a:srgbClr val="C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Microsoft YaHei" charset="0"/>
                        </a:rPr>
                        <a:t>★★</a:t>
                      </a:r>
                      <a:r>
                        <a:rPr lang="zh-CN" altLang="en-US" sz="1400" dirty="0" smtClean="0">
                          <a:latin typeface="黑体" panose="02010609060101010101" pitchFamily="49" charset="-122"/>
                          <a:ea typeface="黑体" panose="02010609060101010101" pitchFamily="49" charset="-122"/>
                          <a:cs typeface="Microsoft YaHei" charset="0"/>
                        </a:rPr>
                        <a:t>☆☆☆</a:t>
                      </a:r>
                      <a:endParaRPr lang="en-US" altLang="zh-CN" sz="1400" dirty="0" smtClean="0">
                        <a:latin typeface="黑体" panose="02010609060101010101" pitchFamily="49" charset="-122"/>
                        <a:ea typeface="黑体" panose="02010609060101010101" pitchFamily="49" charset="-122"/>
                        <a:cs typeface="Microsoft YaHei" charset="0"/>
                      </a:endParaRPr>
                    </a:p>
                  </a:txBody>
                  <a:tcPr marT="0" marB="0" anchor="ctr"/>
                </a:tc>
              </a:tr>
              <a:tr h="414981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年化收益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400" kern="100" dirty="0" smtClean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5.68%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1432148217"/>
                  </a:ext>
                </a:extLst>
              </a:tr>
              <a:tr h="425548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年化波动率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2.86%</a:t>
                      </a:r>
                      <a:endParaRPr lang="zh-CN" sz="1400" b="1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660338269"/>
                  </a:ext>
                </a:extLst>
              </a:tr>
              <a:tr h="425548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区间最大回撤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400" b="1" kern="100" dirty="0" smtClean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2.25%</a:t>
                      </a:r>
                      <a:endParaRPr lang="zh-CN" sz="1400" b="1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484190667"/>
                  </a:ext>
                </a:extLst>
              </a:tr>
              <a:tr h="425548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夏普比率*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altLang="zh-CN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1.89</a:t>
                      </a:r>
                      <a:endParaRPr lang="zh-CN" sz="1400" b="1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812689892"/>
                  </a:ext>
                </a:extLst>
              </a:tr>
              <a:tr h="425548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动平衡次数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altLang="zh-CN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zh-CN" altLang="en-US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次</a:t>
                      </a:r>
                      <a:endParaRPr lang="zh-CN" sz="1400" b="1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2904351624"/>
                  </a:ext>
                </a:extLst>
              </a:tr>
            </a:tbl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="" xmlns:a16="http://schemas.microsoft.com/office/drawing/2014/main" id="{E159BDE0-4C25-7347-3506-539583CB1CA3}"/>
              </a:ext>
            </a:extLst>
          </p:cNvPr>
          <p:cNvGraphicFramePr>
            <a:graphicFrameLocks/>
          </p:cNvGraphicFramePr>
          <p:nvPr/>
        </p:nvGraphicFramePr>
        <p:xfrm>
          <a:off x="571500" y="2822087"/>
          <a:ext cx="7023946" cy="34463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0" name="组合 29">
            <a:extLst>
              <a:ext uri="{FF2B5EF4-FFF2-40B4-BE49-F238E27FC236}">
                <a16:creationId xmlns="" xmlns:a16="http://schemas.microsoft.com/office/drawing/2014/main" id="{55FE180F-87F6-E25E-A7DA-515C74C63B83}"/>
              </a:ext>
            </a:extLst>
          </p:cNvPr>
          <p:cNvGrpSpPr/>
          <p:nvPr/>
        </p:nvGrpSpPr>
        <p:grpSpPr>
          <a:xfrm>
            <a:off x="8088985" y="4039970"/>
            <a:ext cx="3180308" cy="2225455"/>
            <a:chOff x="9214522" y="4481785"/>
            <a:chExt cx="5076266" cy="3607663"/>
          </a:xfrm>
        </p:grpSpPr>
        <p:grpSp>
          <p:nvGrpSpPr>
            <p:cNvPr id="11" name="组合 10">
              <a:extLst>
                <a:ext uri="{FF2B5EF4-FFF2-40B4-BE49-F238E27FC236}">
                  <a16:creationId xmlns="" xmlns:a16="http://schemas.microsoft.com/office/drawing/2014/main" id="{5A246B7D-B149-0744-6573-092BF08BF7E2}"/>
                </a:ext>
              </a:extLst>
            </p:cNvPr>
            <p:cNvGrpSpPr/>
            <p:nvPr/>
          </p:nvGrpSpPr>
          <p:grpSpPr>
            <a:xfrm>
              <a:off x="9214522" y="4481785"/>
              <a:ext cx="2886454" cy="3607663"/>
              <a:chOff x="9671296" y="529929"/>
              <a:chExt cx="1406378" cy="1757560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="" xmlns:a16="http://schemas.microsoft.com/office/drawing/2014/main" id="{196E6DE7-926A-4681-1C6F-8221FDEBDA23}"/>
                  </a:ext>
                </a:extLst>
              </p:cNvPr>
              <p:cNvGrpSpPr/>
              <p:nvPr/>
            </p:nvGrpSpPr>
            <p:grpSpPr>
              <a:xfrm>
                <a:off x="9671296" y="529929"/>
                <a:ext cx="1406378" cy="1757560"/>
                <a:chOff x="3752250" y="10792389"/>
                <a:chExt cx="3402534" cy="4061619"/>
              </a:xfrm>
            </p:grpSpPr>
            <p:sp>
              <p:nvSpPr>
                <p:cNvPr id="18" name="流程图: 摘录 17">
                  <a:extLst>
                    <a:ext uri="{FF2B5EF4-FFF2-40B4-BE49-F238E27FC236}">
                      <a16:creationId xmlns="" xmlns:a16="http://schemas.microsoft.com/office/drawing/2014/main" id="{38BF999A-6DF6-0B83-59BD-BC77F8EE99FE}"/>
                    </a:ext>
                  </a:extLst>
                </p:cNvPr>
                <p:cNvSpPr/>
                <p:nvPr/>
              </p:nvSpPr>
              <p:spPr>
                <a:xfrm>
                  <a:off x="4989650" y="10792389"/>
                  <a:ext cx="849448" cy="970066"/>
                </a:xfrm>
                <a:prstGeom prst="flowChartExtra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200">
                    <a:solidFill>
                      <a:prstClr val="white"/>
                    </a:solidFill>
                  </a:endParaRPr>
                </a:p>
              </p:txBody>
            </p:sp>
            <p:grpSp>
              <p:nvGrpSpPr>
                <p:cNvPr id="19" name="组合 18">
                  <a:extLst>
                    <a:ext uri="{FF2B5EF4-FFF2-40B4-BE49-F238E27FC236}">
                      <a16:creationId xmlns="" xmlns:a16="http://schemas.microsoft.com/office/drawing/2014/main" id="{50712626-905D-D8E9-7228-32C51E58F06E}"/>
                    </a:ext>
                  </a:extLst>
                </p:cNvPr>
                <p:cNvGrpSpPr/>
                <p:nvPr/>
              </p:nvGrpSpPr>
              <p:grpSpPr>
                <a:xfrm>
                  <a:off x="3752250" y="11955574"/>
                  <a:ext cx="3402534" cy="2898434"/>
                  <a:chOff x="1932984" y="12048650"/>
                  <a:chExt cx="3402534" cy="2898434"/>
                </a:xfrm>
              </p:grpSpPr>
              <p:grpSp>
                <p:nvGrpSpPr>
                  <p:cNvPr id="20" name="组合 19">
                    <a:extLst>
                      <a:ext uri="{FF2B5EF4-FFF2-40B4-BE49-F238E27FC236}">
                        <a16:creationId xmlns="" xmlns:a16="http://schemas.microsoft.com/office/drawing/2014/main" id="{B869713F-FE31-0609-BF93-022524DD4EDE}"/>
                      </a:ext>
                    </a:extLst>
                  </p:cNvPr>
                  <p:cNvGrpSpPr/>
                  <p:nvPr/>
                </p:nvGrpSpPr>
                <p:grpSpPr>
                  <a:xfrm>
                    <a:off x="1993692" y="12048650"/>
                    <a:ext cx="3341826" cy="2898434"/>
                    <a:chOff x="1993692" y="12048650"/>
                    <a:chExt cx="3341826" cy="2898434"/>
                  </a:xfrm>
                </p:grpSpPr>
                <p:grpSp>
                  <p:nvGrpSpPr>
                    <p:cNvPr id="22" name="组合 21">
                      <a:extLst>
                        <a:ext uri="{FF2B5EF4-FFF2-40B4-BE49-F238E27FC236}">
                          <a16:creationId xmlns="" xmlns:a16="http://schemas.microsoft.com/office/drawing/2014/main" id="{172AD659-FA98-77D0-4015-0897E09223B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93692" y="13444497"/>
                      <a:ext cx="3341826" cy="1502587"/>
                      <a:chOff x="1553724" y="3909372"/>
                      <a:chExt cx="1872209" cy="1422970"/>
                    </a:xfrm>
                  </p:grpSpPr>
                  <p:sp>
                    <p:nvSpPr>
                      <p:cNvPr id="24" name="矩形: 圆角 19">
                        <a:extLst>
                          <a:ext uri="{FF2B5EF4-FFF2-40B4-BE49-F238E27FC236}">
                            <a16:creationId xmlns="" xmlns:a16="http://schemas.microsoft.com/office/drawing/2014/main" id="{16560636-479B-2B73-6A2B-21BB599E71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31304" y="4111107"/>
                        <a:ext cx="1643586" cy="765202"/>
                      </a:xfrm>
                      <a:prstGeom prst="trapezoid">
                        <a:avLst>
                          <a:gd name="adj" fmla="val 39871"/>
                        </a:avLst>
                      </a:prstGeom>
                      <a:solidFill>
                        <a:srgbClr val="92D05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730867" eaLnBrk="1" fontAlgn="auto" hangingPunct="1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zh-CN" altLang="en-US" sz="600" b="1" dirty="0">
                          <a:solidFill>
                            <a:prstClr val="whit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25" name="矩形 47">
                        <a:extLst>
                          <a:ext uri="{FF2B5EF4-FFF2-40B4-BE49-F238E27FC236}">
                            <a16:creationId xmlns="" xmlns:a16="http://schemas.microsoft.com/office/drawing/2014/main" id="{AEB9CB0E-3FED-9404-9DF7-2A8C2298A2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53724" y="3909372"/>
                        <a:ext cx="1872209" cy="1422970"/>
                      </a:xfrm>
                      <a:prstGeom prst="rect">
                        <a:avLst/>
                      </a:prstGeom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algn="ctr" eaLnBrk="1" fontAlgn="auto" hangingPunct="1">
                          <a:lnSpc>
                            <a:spcPts val="567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zh-CN" altLang="en-US" sz="900" b="1" kern="100" dirty="0">
                          <a:solidFill>
                            <a:prstClr val="whit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endParaRPr>
                      </a:p>
                    </p:txBody>
                  </p:sp>
                </p:grpSp>
                <p:sp>
                  <p:nvSpPr>
                    <p:cNvPr id="23" name="梯形 22">
                      <a:extLst>
                        <a:ext uri="{FF2B5EF4-FFF2-40B4-BE49-F238E27FC236}">
                          <a16:creationId xmlns="" xmlns:a16="http://schemas.microsoft.com/office/drawing/2014/main" id="{0BB9F8CF-E4AC-C88A-7BD0-13B0E248AF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28365" y="12048650"/>
                      <a:ext cx="2151065" cy="1443126"/>
                    </a:xfrm>
                    <a:prstGeom prst="trapezoid">
                      <a:avLst>
                        <a:gd name="adj" fmla="val 37673"/>
                      </a:avLst>
                    </a:prstGeom>
                    <a:solidFill>
                      <a:srgbClr val="0070C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zh-CN" altLang="en-US" sz="1200">
                        <a:solidFill>
                          <a:prstClr val="white"/>
                        </a:solidFill>
                      </a:endParaRPr>
                    </a:p>
                  </p:txBody>
                </p:sp>
              </p:grpSp>
              <p:sp>
                <p:nvSpPr>
                  <p:cNvPr id="21" name="矩形 47">
                    <a:extLst>
                      <a:ext uri="{FF2B5EF4-FFF2-40B4-BE49-F238E27FC236}">
                        <a16:creationId xmlns="" xmlns:a16="http://schemas.microsoft.com/office/drawing/2014/main" id="{902541C6-E678-9E2F-C8E4-10241B1D895C}"/>
                      </a:ext>
                    </a:extLst>
                  </p:cNvPr>
                  <p:cNvSpPr/>
                  <p:nvPr/>
                </p:nvSpPr>
                <p:spPr>
                  <a:xfrm>
                    <a:off x="1932984" y="12156167"/>
                    <a:ext cx="3341826" cy="1502587"/>
                  </a:xfrm>
                  <a:prstGeom prst="rect">
                    <a:avLst/>
                  </a:prstGeom>
                </p:spPr>
                <p:txBody>
                  <a:bodyPr wrap="square" anchor="ctr">
                    <a:spAutoFit/>
                  </a:bodyPr>
                  <a:lstStyle/>
                  <a:p>
                    <a:pPr algn="ctr" eaLnBrk="1" fontAlgn="auto" hangingPunct="1">
                      <a:lnSpc>
                        <a:spcPts val="567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900" b="1" kern="10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sp>
            <p:nvSpPr>
              <p:cNvPr id="15" name="矩形: 圆角 14">
                <a:extLst>
                  <a:ext uri="{FF2B5EF4-FFF2-40B4-BE49-F238E27FC236}">
                    <a16:creationId xmlns="" xmlns:a16="http://schemas.microsoft.com/office/drawing/2014/main" id="{E896EB8E-46BA-8AFA-C5A0-FE836A3D0528}"/>
                  </a:ext>
                </a:extLst>
              </p:cNvPr>
              <p:cNvSpPr/>
              <p:nvPr/>
            </p:nvSpPr>
            <p:spPr>
              <a:xfrm>
                <a:off x="9859583" y="1136335"/>
                <a:ext cx="1029804" cy="428669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900" b="1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85%</a:t>
                </a:r>
                <a:endParaRPr lang="zh-CN" altLang="en-US" sz="9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矩形: 圆角 15">
                <a:extLst>
                  <a:ext uri="{FF2B5EF4-FFF2-40B4-BE49-F238E27FC236}">
                    <a16:creationId xmlns="" xmlns:a16="http://schemas.microsoft.com/office/drawing/2014/main" id="{DCD0A617-61B7-160F-745B-911EC6F51D91}"/>
                  </a:ext>
                </a:extLst>
              </p:cNvPr>
              <p:cNvSpPr/>
              <p:nvPr/>
            </p:nvSpPr>
            <p:spPr>
              <a:xfrm>
                <a:off x="9850292" y="1696851"/>
                <a:ext cx="1029804" cy="428669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5%</a:t>
                </a:r>
                <a:endPara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矩形: 圆角 16">
                <a:extLst>
                  <a:ext uri="{FF2B5EF4-FFF2-40B4-BE49-F238E27FC236}">
                    <a16:creationId xmlns="" xmlns:a16="http://schemas.microsoft.com/office/drawing/2014/main" id="{16B4A6EF-3F8B-B1B5-5FD1-247BEEA11EAB}"/>
                  </a:ext>
                </a:extLst>
              </p:cNvPr>
              <p:cNvSpPr/>
              <p:nvPr/>
            </p:nvSpPr>
            <p:spPr>
              <a:xfrm>
                <a:off x="10081887" y="560140"/>
                <a:ext cx="566614" cy="428669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900" b="1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10%</a:t>
                </a:r>
                <a:endParaRPr lang="zh-CN" altLang="en-US" sz="9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6" name="文本框 25">
              <a:extLst>
                <a:ext uri="{FF2B5EF4-FFF2-40B4-BE49-F238E27FC236}">
                  <a16:creationId xmlns="" xmlns:a16="http://schemas.microsoft.com/office/drawing/2014/main" id="{8990995C-11FB-54BD-42E1-B13D0FD53374}"/>
                </a:ext>
              </a:extLst>
            </p:cNvPr>
            <p:cNvSpPr txBox="1"/>
            <p:nvPr/>
          </p:nvSpPr>
          <p:spPr>
            <a:xfrm>
              <a:off x="11852488" y="4702321"/>
              <a:ext cx="2343496" cy="1047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43" indent="-285743" eaLnBrk="1" fontAlgn="auto" hangingPunct="1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b="1" dirty="0">
                  <a:solidFill>
                    <a:srgbClr val="8B0000"/>
                  </a:solidFill>
                  <a:latin typeface="思源宋体" panose="02010600030101010101" charset="-122"/>
                  <a:ea typeface="思源宋体" panose="02010600030101010101" charset="-122"/>
                </a:rPr>
                <a:t>增值组合</a:t>
              </a:r>
              <a:r>
                <a:rPr lang="en-US" altLang="zh-CN" b="1" dirty="0">
                  <a:solidFill>
                    <a:srgbClr val="8B0000"/>
                  </a:solidFill>
                  <a:latin typeface="思源宋体" panose="02010600030101010101" charset="-122"/>
                  <a:ea typeface="思源宋体" panose="02010600030101010101" charset="-122"/>
                </a:rPr>
                <a:t> 10%</a:t>
              </a:r>
              <a:endParaRPr lang="zh-CN" altLang="en-US" b="1" dirty="0">
                <a:solidFill>
                  <a:srgbClr val="8B0000"/>
                </a:solidFill>
                <a:latin typeface="思源宋体" panose="02010600030101010101" charset="-122"/>
                <a:ea typeface="思源宋体" panose="02010600030101010101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="" xmlns:a16="http://schemas.microsoft.com/office/drawing/2014/main" id="{6BF2FDBC-1D2D-DE85-6C27-E1C04433E847}"/>
                </a:ext>
              </a:extLst>
            </p:cNvPr>
            <p:cNvSpPr txBox="1"/>
            <p:nvPr/>
          </p:nvSpPr>
          <p:spPr>
            <a:xfrm>
              <a:off x="11852488" y="5882999"/>
              <a:ext cx="2438300" cy="1047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43" indent="-285743" eaLnBrk="1" fontAlgn="auto" hangingPunct="1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b="1" dirty="0">
                  <a:solidFill>
                    <a:srgbClr val="8B0000"/>
                  </a:solidFill>
                  <a:latin typeface="思源宋体" panose="02010600030101010101" charset="-122"/>
                  <a:ea typeface="思源宋体" panose="02010600030101010101" charset="-122"/>
                </a:rPr>
                <a:t>生息组合 </a:t>
              </a:r>
              <a:r>
                <a:rPr lang="en-US" altLang="zh-CN" b="1" dirty="0">
                  <a:solidFill>
                    <a:srgbClr val="8B0000"/>
                  </a:solidFill>
                  <a:latin typeface="思源宋体" panose="02010600030101010101" charset="-122"/>
                  <a:ea typeface="思源宋体" panose="02010600030101010101" charset="-122"/>
                </a:rPr>
                <a:t>85%</a:t>
              </a:r>
              <a:endParaRPr lang="zh-CN" altLang="en-US" b="1" dirty="0">
                <a:solidFill>
                  <a:srgbClr val="8B0000"/>
                </a:solidFill>
                <a:latin typeface="思源宋体" panose="02010600030101010101" charset="-122"/>
                <a:ea typeface="思源宋体" panose="02010600030101010101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="" xmlns:a16="http://schemas.microsoft.com/office/drawing/2014/main" id="{6FA09760-EB6E-A34B-32BC-4C0C6CBEBEC5}"/>
                </a:ext>
              </a:extLst>
            </p:cNvPr>
            <p:cNvSpPr txBox="1"/>
            <p:nvPr/>
          </p:nvSpPr>
          <p:spPr>
            <a:xfrm>
              <a:off x="11858411" y="7037905"/>
              <a:ext cx="2394500" cy="1047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43" indent="-285743" eaLnBrk="1" fontAlgn="auto" hangingPunct="1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b="1" dirty="0">
                  <a:solidFill>
                    <a:srgbClr val="8B0000"/>
                  </a:solidFill>
                  <a:latin typeface="思源宋体" panose="02010600030101010101" charset="-122"/>
                  <a:ea typeface="思源宋体" panose="02010600030101010101" charset="-122"/>
                </a:rPr>
                <a:t>保障组合 </a:t>
              </a:r>
              <a:r>
                <a:rPr lang="en-US" altLang="zh-CN" b="1" dirty="0">
                  <a:solidFill>
                    <a:srgbClr val="8B0000"/>
                  </a:solidFill>
                  <a:latin typeface="思源宋体" panose="02010600030101010101" charset="-122"/>
                  <a:ea typeface="思源宋体" panose="02010600030101010101" charset="-122"/>
                </a:rPr>
                <a:t>5%</a:t>
              </a:r>
              <a:endParaRPr lang="zh-CN" altLang="en-US" b="1" dirty="0">
                <a:solidFill>
                  <a:srgbClr val="8B0000"/>
                </a:solidFill>
                <a:latin typeface="思源宋体" panose="02010600030101010101" charset="-122"/>
                <a:ea typeface="思源宋体" panose="02010600030101010101" charset="-122"/>
              </a:endParaRPr>
            </a:p>
          </p:txBody>
        </p:sp>
      </p:grpSp>
      <p:grpSp>
        <p:nvGrpSpPr>
          <p:cNvPr id="37" name="组合 33"/>
          <p:cNvGrpSpPr>
            <a:grpSpLocks/>
          </p:cNvGrpSpPr>
          <p:nvPr/>
        </p:nvGrpSpPr>
        <p:grpSpPr bwMode="auto">
          <a:xfrm rot="10800000" flipH="1">
            <a:off x="0" y="-4763"/>
            <a:ext cx="1147763" cy="847726"/>
            <a:chOff x="-19" y="1607"/>
            <a:chExt cx="12700" cy="9230"/>
          </a:xfrm>
        </p:grpSpPr>
        <p:sp>
          <p:nvSpPr>
            <p:cNvPr id="38" name="直角三角形 37"/>
            <p:cNvSpPr/>
            <p:nvPr/>
          </p:nvSpPr>
          <p:spPr>
            <a:xfrm>
              <a:off x="-19" y="1607"/>
              <a:ext cx="12700" cy="9230"/>
            </a:xfrm>
            <a:prstGeom prst="rtTriangle">
              <a:avLst/>
            </a:prstGeom>
            <a:solidFill>
              <a:srgbClr val="FFC000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  <p:sp>
          <p:nvSpPr>
            <p:cNvPr id="39" name="直角三角形 38"/>
            <p:cNvSpPr/>
            <p:nvPr/>
          </p:nvSpPr>
          <p:spPr>
            <a:xfrm>
              <a:off x="-19" y="2333"/>
              <a:ext cx="11892" cy="8642"/>
            </a:xfrm>
            <a:prstGeom prst="rtTriangle">
              <a:avLst/>
            </a:prstGeom>
            <a:solidFill>
              <a:srgbClr val="0388F9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  <p:sp>
          <p:nvSpPr>
            <p:cNvPr id="40" name="直角三角形 39"/>
            <p:cNvSpPr/>
            <p:nvPr/>
          </p:nvSpPr>
          <p:spPr>
            <a:xfrm>
              <a:off x="-19" y="4787"/>
              <a:ext cx="8519" cy="6188"/>
            </a:xfrm>
            <a:prstGeom prst="rtTriangle">
              <a:avLst/>
            </a:prstGeom>
            <a:solidFill>
              <a:srgbClr val="01457E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  <p:sp>
          <p:nvSpPr>
            <p:cNvPr id="41" name="直角三角形 40"/>
            <p:cNvSpPr/>
            <p:nvPr/>
          </p:nvSpPr>
          <p:spPr>
            <a:xfrm>
              <a:off x="122" y="7657"/>
              <a:ext cx="4567" cy="3319"/>
            </a:xfrm>
            <a:prstGeom prst="rtTriangle">
              <a:avLst/>
            </a:prstGeom>
            <a:solidFill>
              <a:srgbClr val="004E8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</p:grpSp>
      <p:sp>
        <p:nvSpPr>
          <p:cNvPr id="42" name="文本框 17"/>
          <p:cNvSpPr txBox="1"/>
          <p:nvPr/>
        </p:nvSpPr>
        <p:spPr>
          <a:xfrm>
            <a:off x="769913" y="0"/>
            <a:ext cx="6683433" cy="738664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866943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04.</a:t>
            </a:r>
            <a:r>
              <a:rPr lang="zh-CN" altLang="en-US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组合回测</a:t>
            </a:r>
            <a:r>
              <a:rPr lang="en-US" altLang="zh-CN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—— 10/90</a:t>
            </a:r>
            <a:r>
              <a:rPr lang="zh-CN" altLang="en-US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样板间</a:t>
            </a:r>
            <a:endParaRPr lang="zh-CN" altLang="en-US" sz="2800" b="1" dirty="0">
              <a:solidFill>
                <a:srgbClr val="4472C4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43" name="矩形 42"/>
          <p:cNvSpPr/>
          <p:nvPr/>
        </p:nvSpPr>
        <p:spPr bwMode="auto">
          <a:xfrm>
            <a:off x="278420" y="595457"/>
            <a:ext cx="2710781" cy="339471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HARVEST WEALTH</a:t>
            </a:r>
            <a:endParaRPr lang="zh-CN" altLang="en-US" sz="1600" dirty="0">
              <a:solidFill>
                <a:srgbClr val="4472C4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0426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EA55575-0D31-162B-2A65-1354D58D6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 descr="e7d195523061f1c09e9d68d7cf438b91ef959ecb14fc25d26BBA7F7DBC18E55DFF4014AF651F0BF2569D4B6C1DA7F1A4683A481403BD872FC687266AD13265C1DE7C373772FD8728ABDD69ADD03BFF5BE2862BC891DBB79E9B09246D0C8BFFDB55F97A4A197D0CE4F3CC54D8F058F49BF06ED5DD0827EC15F885F59D78ED9CA97EDB289E7349ADC0E6738A5D5DC345652D152AAC3F32854D">
            <a:extLst>
              <a:ext uri="{FF2B5EF4-FFF2-40B4-BE49-F238E27FC236}">
                <a16:creationId xmlns="" xmlns:a16="http://schemas.microsoft.com/office/drawing/2014/main" id="{CB273010-F264-13D1-ED88-A6CE73F4DC70}"/>
              </a:ext>
            </a:extLst>
          </p:cNvPr>
          <p:cNvSpPr/>
          <p:nvPr/>
        </p:nvSpPr>
        <p:spPr>
          <a:xfrm rot="17100000">
            <a:off x="665665" y="160279"/>
            <a:ext cx="1425269" cy="1425269"/>
          </a:xfrm>
          <a:prstGeom prst="ellipse">
            <a:avLst/>
          </a:prstGeom>
          <a:gradFill flip="none" rotWithShape="1">
            <a:gsLst>
              <a:gs pos="34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>
                  <a:alpha val="37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>
              <a:solidFill>
                <a:prstClr val="white"/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="" xmlns:a16="http://schemas.microsoft.com/office/drawing/2014/main" id="{A94D1A25-53CF-8951-F56E-D26E896258F2}"/>
              </a:ext>
            </a:extLst>
          </p:cNvPr>
          <p:cNvCxnSpPr/>
          <p:nvPr/>
        </p:nvCxnSpPr>
        <p:spPr>
          <a:xfrm>
            <a:off x="582917" y="1141204"/>
            <a:ext cx="1120678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307544"/>
              </p:ext>
            </p:extLst>
          </p:nvPr>
        </p:nvGraphicFramePr>
        <p:xfrm>
          <a:off x="478044" y="2628702"/>
          <a:ext cx="10814409" cy="3655490"/>
        </p:xfrm>
        <a:graphic>
          <a:graphicData uri="http://schemas.openxmlformats.org/drawingml/2006/table">
            <a:tbl>
              <a:tblPr/>
              <a:tblGrid>
                <a:gridCol w="68421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8421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8421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8421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68421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68421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68421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551259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684210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684210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684210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68421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68421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684210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684210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  <a:gridCol w="684210">
                  <a:extLst>
                    <a:ext uri="{9D8B030D-6E8A-4147-A177-3AD203B41FA5}">
                      <a16:colId xmlns="" xmlns:a16="http://schemas.microsoft.com/office/drawing/2014/main" val="20015"/>
                    </a:ext>
                  </a:extLst>
                </a:gridCol>
              </a:tblGrid>
              <a:tr h="4638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 dirty="0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b="1" i="0" u="none" strike="noStrike" dirty="0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 dirty="0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200" b="1" i="0" u="none" strike="noStrike" dirty="0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 dirty="0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 b="1" i="0" u="none" strike="noStrike" dirty="0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全年收益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月度胜率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最大回撤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48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1.15%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6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3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-0.61%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D3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2.48%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-0.87%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CD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1.54%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B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-0.30%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DB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-0.73%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-0.47%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8B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1.57%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3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6.46%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58.33%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-2.22%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48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-0.33%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D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-0.10%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8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E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0.69%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-0.90%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CE9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1.11%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6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5.78%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75.00%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-1.68%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48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-0.50%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4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4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-0.68%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CE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-0.50%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D7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0.66%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9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-0.78%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CC9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0.46%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-0.52%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8B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-0.17%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E5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-0.16%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50.00%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-2.19%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48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0.86%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A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7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9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0.46%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-0.18%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8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1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-0.95%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C7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-0.20%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6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0.46%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3.95%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75.00%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-2.25%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48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-0.99%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C48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9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0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0.16%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-0.52%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7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4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7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1.54%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B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8.26%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83.33%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-1.06%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748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0.67%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-0.52%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DB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A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-0.05%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A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4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1.16%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7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8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1.10%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5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1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-0.53%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D9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1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8.65%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75.00%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-1.93%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748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1.95%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98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0.16%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-1.08%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38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3.25%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75.00%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-2.22%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56791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成立以来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41.93%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69.74%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-2.25%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713045" y="1359439"/>
            <a:ext cx="105794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个完整年度有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年为正收益。最高年度收益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8.65%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，最低年度收益</a:t>
            </a:r>
            <a:r>
              <a:rPr lang="en-US" altLang="zh-CN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0.16%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，年化收益率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5.68%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-257175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76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个完整月度录得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53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个月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(69.7%)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正收益。最高月度收益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2.48%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，最低月度收益</a:t>
            </a:r>
            <a:r>
              <a:rPr lang="en-US" altLang="zh-CN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1.08%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，平均月度收益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0.47%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-257175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10-90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样板间的净值走势与中证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800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相关性为 </a:t>
            </a:r>
            <a:r>
              <a:rPr lang="en-US" altLang="zh-CN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-0.05</a:t>
            </a:r>
            <a:endParaRPr lang="zh-CN" altLang="en-US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73881" y="6296585"/>
            <a:ext cx="105794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数据来源：嘉实财富。回测区间为</a:t>
            </a:r>
            <a:r>
              <a:rPr lang="en-US" altLang="zh-CN" sz="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2020/1/1-2026/04/30</a:t>
            </a:r>
            <a:r>
              <a:rPr lang="zh-CN" altLang="en-US" sz="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。历史回测不代表未来表现，以上涉及的相关数据均为假设条件或虚拟回测，仅为实现策略举例说明之目的、用于投资者教育，不涉及任何具体产品信息及其宜传推介，历史业绩不预示未来表现。</a:t>
            </a:r>
            <a:endParaRPr lang="zh-CN" altLang="en-US" sz="9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33"/>
          <p:cNvGrpSpPr>
            <a:grpSpLocks/>
          </p:cNvGrpSpPr>
          <p:nvPr/>
        </p:nvGrpSpPr>
        <p:grpSpPr bwMode="auto">
          <a:xfrm rot="10800000" flipH="1">
            <a:off x="0" y="-4763"/>
            <a:ext cx="1147763" cy="847726"/>
            <a:chOff x="-19" y="1607"/>
            <a:chExt cx="12700" cy="9230"/>
          </a:xfrm>
        </p:grpSpPr>
        <p:sp>
          <p:nvSpPr>
            <p:cNvPr id="13" name="直角三角形 12"/>
            <p:cNvSpPr/>
            <p:nvPr/>
          </p:nvSpPr>
          <p:spPr>
            <a:xfrm>
              <a:off x="-19" y="1607"/>
              <a:ext cx="12700" cy="9230"/>
            </a:xfrm>
            <a:prstGeom prst="rtTriangle">
              <a:avLst/>
            </a:prstGeom>
            <a:solidFill>
              <a:srgbClr val="FFC000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  <p:sp>
          <p:nvSpPr>
            <p:cNvPr id="14" name="直角三角形 13"/>
            <p:cNvSpPr/>
            <p:nvPr/>
          </p:nvSpPr>
          <p:spPr>
            <a:xfrm>
              <a:off x="-19" y="2333"/>
              <a:ext cx="11892" cy="8642"/>
            </a:xfrm>
            <a:prstGeom prst="rtTriangle">
              <a:avLst/>
            </a:prstGeom>
            <a:solidFill>
              <a:srgbClr val="0388F9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  <p:sp>
          <p:nvSpPr>
            <p:cNvPr id="15" name="直角三角形 14"/>
            <p:cNvSpPr/>
            <p:nvPr/>
          </p:nvSpPr>
          <p:spPr>
            <a:xfrm>
              <a:off x="-19" y="4787"/>
              <a:ext cx="8519" cy="6188"/>
            </a:xfrm>
            <a:prstGeom prst="rtTriangle">
              <a:avLst/>
            </a:prstGeom>
            <a:solidFill>
              <a:srgbClr val="01457E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  <p:sp>
          <p:nvSpPr>
            <p:cNvPr id="16" name="直角三角形 15"/>
            <p:cNvSpPr/>
            <p:nvPr/>
          </p:nvSpPr>
          <p:spPr>
            <a:xfrm>
              <a:off x="122" y="7657"/>
              <a:ext cx="4567" cy="3319"/>
            </a:xfrm>
            <a:prstGeom prst="rtTriangle">
              <a:avLst/>
            </a:prstGeom>
            <a:solidFill>
              <a:srgbClr val="004E8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</p:grpSp>
      <p:sp>
        <p:nvSpPr>
          <p:cNvPr id="17" name="文本框 17"/>
          <p:cNvSpPr txBox="1"/>
          <p:nvPr/>
        </p:nvSpPr>
        <p:spPr>
          <a:xfrm>
            <a:off x="769913" y="0"/>
            <a:ext cx="6683433" cy="738664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866943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04.</a:t>
            </a:r>
            <a:r>
              <a:rPr lang="zh-CN" altLang="en-US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组合回测</a:t>
            </a:r>
            <a:r>
              <a:rPr lang="en-US" altLang="zh-CN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—— 10/90</a:t>
            </a:r>
            <a:r>
              <a:rPr lang="zh-CN" altLang="en-US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样板间</a:t>
            </a:r>
            <a:endParaRPr lang="zh-CN" altLang="en-US" sz="2800" b="1" dirty="0">
              <a:solidFill>
                <a:srgbClr val="4472C4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278420" y="595457"/>
            <a:ext cx="2710781" cy="339471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HARVEST WEALTH</a:t>
            </a:r>
            <a:endParaRPr lang="zh-CN" altLang="en-US" sz="1600" dirty="0">
              <a:solidFill>
                <a:srgbClr val="4472C4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2401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1353963-A511-C43E-9F53-4DE34E6B2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 descr="e7d195523061f1c09e9d68d7cf438b91ef959ecb14fc25d26BBA7F7DBC18E55DFF4014AF651F0BF2569D4B6C1DA7F1A4683A481403BD872FC687266AD13265C1DE7C373772FD8728ABDD69ADD03BFF5BE2862BC891DBB79E9B09246D0C8BFFDB55F97A4A197D0CE4F3CC54D8F058F49BF06ED5DD0827EC15F885F59D78ED9CA97EDB289E7349ADC0E6738A5D5DC345652D152AAC3F32854D">
            <a:extLst>
              <a:ext uri="{FF2B5EF4-FFF2-40B4-BE49-F238E27FC236}">
                <a16:creationId xmlns="" xmlns:a16="http://schemas.microsoft.com/office/drawing/2014/main" id="{A34CDE37-11E1-D031-AF8C-C292A18E3B25}"/>
              </a:ext>
            </a:extLst>
          </p:cNvPr>
          <p:cNvSpPr/>
          <p:nvPr/>
        </p:nvSpPr>
        <p:spPr>
          <a:xfrm rot="17100000">
            <a:off x="665665" y="160279"/>
            <a:ext cx="1425269" cy="1425269"/>
          </a:xfrm>
          <a:prstGeom prst="ellipse">
            <a:avLst/>
          </a:prstGeom>
          <a:gradFill flip="none" rotWithShape="1">
            <a:gsLst>
              <a:gs pos="34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>
                  <a:alpha val="37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>
              <a:solidFill>
                <a:prstClr val="white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9E70465D-420D-4279-EB82-B17C7C3422D2}"/>
              </a:ext>
            </a:extLst>
          </p:cNvPr>
          <p:cNvSpPr/>
          <p:nvPr/>
        </p:nvSpPr>
        <p:spPr>
          <a:xfrm>
            <a:off x="150795" y="6402450"/>
            <a:ext cx="11638910" cy="246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6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注：数据来源为嘉实财富。策略历史表现不构成对未来业绩的承诺。统计区间为</a:t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-2026</a:t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日。</a:t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2026/04/30</a:t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的净值（费后）为</a:t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1.5156</a:t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。计算夏普比例时，无风险收益按</a:t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0%</a:t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</a:t>
            </a:r>
            <a:endParaRPr lang="en-US" altLang="zh-CN" sz="1004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="" xmlns:a16="http://schemas.microsoft.com/office/drawing/2014/main" id="{C7240970-CDE8-B3D2-A637-FA079305936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82916" y="1282190"/>
          <a:ext cx="7023947" cy="14827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4789">
                  <a:extLst>
                    <a:ext uri="{9D8B030D-6E8A-4147-A177-3AD203B41FA5}">
                      <a16:colId xmlns="" xmlns:a16="http://schemas.microsoft.com/office/drawing/2014/main" val="3847716533"/>
                    </a:ext>
                  </a:extLst>
                </a:gridCol>
                <a:gridCol w="1617644">
                  <a:extLst>
                    <a:ext uri="{9D8B030D-6E8A-4147-A177-3AD203B41FA5}">
                      <a16:colId xmlns="" xmlns:a16="http://schemas.microsoft.com/office/drawing/2014/main" val="1739439905"/>
                    </a:ext>
                  </a:extLst>
                </a:gridCol>
                <a:gridCol w="1333838">
                  <a:extLst>
                    <a:ext uri="{9D8B030D-6E8A-4147-A177-3AD203B41FA5}">
                      <a16:colId xmlns="" xmlns:a16="http://schemas.microsoft.com/office/drawing/2014/main" val="3802123172"/>
                    </a:ext>
                  </a:extLst>
                </a:gridCol>
                <a:gridCol w="1333838">
                  <a:extLst>
                    <a:ext uri="{9D8B030D-6E8A-4147-A177-3AD203B41FA5}">
                      <a16:colId xmlns="" xmlns:a16="http://schemas.microsoft.com/office/drawing/2014/main" val="2297438570"/>
                    </a:ext>
                  </a:extLst>
                </a:gridCol>
                <a:gridCol w="1333838">
                  <a:extLst>
                    <a:ext uri="{9D8B030D-6E8A-4147-A177-3AD203B41FA5}">
                      <a16:colId xmlns="" xmlns:a16="http://schemas.microsoft.com/office/drawing/2014/main" val="1620483687"/>
                    </a:ext>
                  </a:extLst>
                </a:gridCol>
              </a:tblGrid>
              <a:tr h="370686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增值</a:t>
                      </a:r>
                      <a:r>
                        <a:rPr lang="en-US" altLang="zh-CN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</a:t>
                      </a:r>
                      <a:r>
                        <a:rPr lang="zh-CN" altLang="en-US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产业趋势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增值</a:t>
                      </a:r>
                      <a:r>
                        <a:rPr lang="en-US" altLang="zh-CN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</a:t>
                      </a:r>
                      <a:r>
                        <a:rPr lang="zh-CN" altLang="en-US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指增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生息</a:t>
                      </a:r>
                      <a:r>
                        <a:rPr lang="en-US" alt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中债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保障</a:t>
                      </a:r>
                      <a:r>
                        <a:rPr lang="en-US" alt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黄金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3404244492"/>
                  </a:ext>
                </a:extLst>
              </a:tr>
              <a:tr h="370686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</a:t>
                      </a:r>
                      <a:r>
                        <a:rPr 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权重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alt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10%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alt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10%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</a:t>
                      </a:r>
                      <a:r>
                        <a:rPr lang="en-US" alt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alt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1343833170"/>
                  </a:ext>
                </a:extLst>
              </a:tr>
              <a:tr h="370686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动平衡规则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 gridSpan="4">
                  <a:txBody>
                    <a:bodyPr/>
                    <a:lstStyle/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定期动平衡：频率 </a:t>
                      </a:r>
                      <a:r>
                        <a:rPr lang="en-US" alt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年；定幅动平衡：无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 hMerge="1">
                  <a:txBody>
                    <a:bodyPr/>
                    <a:lstStyle/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endParaRPr lang="zh-CN" sz="1900" kern="100" dirty="0">
                        <a:solidFill>
                          <a:schemeClr val="tx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20" marR="121920" marT="0" marB="0" anchor="ctr"/>
                </a:tc>
                <a:tc hMerge="1">
                  <a:txBody>
                    <a:bodyPr/>
                    <a:lstStyle/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endParaRPr lang="zh-CN" sz="1900" kern="100" dirty="0">
                        <a:solidFill>
                          <a:schemeClr val="tx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20" marR="121920" marT="0" marB="0" anchor="ctr"/>
                </a:tc>
                <a:tc hMerge="1">
                  <a:txBody>
                    <a:bodyPr/>
                    <a:lstStyle/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endParaRPr lang="zh-CN" sz="1900" kern="100" dirty="0">
                        <a:solidFill>
                          <a:schemeClr val="tx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20" marR="121920" marT="0" marB="0" anchor="ctr"/>
                </a:tc>
                <a:extLst>
                  <a:ext uri="{0D108BD9-81ED-4DB2-BD59-A6C34878D82A}">
                    <a16:rowId xmlns="" xmlns:a16="http://schemas.microsoft.com/office/drawing/2014/main" val="181395761"/>
                  </a:ext>
                </a:extLst>
              </a:tr>
              <a:tr h="370686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费率参数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 gridSpan="4">
                  <a:txBody>
                    <a:bodyPr/>
                    <a:lstStyle/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r>
                        <a:rPr lang="en-US" alt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1.0% </a:t>
                      </a: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年化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180094813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="" xmlns:a16="http://schemas.microsoft.com/office/drawing/2014/main" id="{809307BD-657B-141E-BC28-63C50402B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248667"/>
              </p:ext>
            </p:extLst>
          </p:nvPr>
        </p:nvGraphicFramePr>
        <p:xfrm>
          <a:off x="7910152" y="769707"/>
          <a:ext cx="3789504" cy="25182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76787">
                  <a:extLst>
                    <a:ext uri="{9D8B030D-6E8A-4147-A177-3AD203B41FA5}">
                      <a16:colId xmlns="" xmlns:a16="http://schemas.microsoft.com/office/drawing/2014/main" val="1485671215"/>
                    </a:ext>
                  </a:extLst>
                </a:gridCol>
                <a:gridCol w="1712717">
                  <a:extLst>
                    <a:ext uri="{9D8B030D-6E8A-4147-A177-3AD203B41FA5}">
                      <a16:colId xmlns="" xmlns:a16="http://schemas.microsoft.com/office/drawing/2014/main" val="3457273538"/>
                    </a:ext>
                  </a:extLst>
                </a:gridCol>
              </a:tblGrid>
              <a:tr h="41271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 smtClean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风险等级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>
                          <a:solidFill>
                            <a:srgbClr val="C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Microsoft YaHei" charset="0"/>
                        </a:rPr>
                        <a:t>★★★</a:t>
                      </a:r>
                      <a:r>
                        <a:rPr lang="zh-CN" altLang="en-US" sz="1400" dirty="0" smtClean="0">
                          <a:latin typeface="黑体" panose="02010609060101010101" pitchFamily="49" charset="-122"/>
                          <a:ea typeface="黑体" panose="02010609060101010101" pitchFamily="49" charset="-122"/>
                          <a:cs typeface="Microsoft YaHei" charset="0"/>
                        </a:rPr>
                        <a:t>☆☆</a:t>
                      </a:r>
                      <a:endParaRPr lang="en-US" altLang="zh-CN" sz="1400" dirty="0" smtClean="0">
                        <a:latin typeface="黑体" panose="02010609060101010101" pitchFamily="49" charset="-122"/>
                        <a:ea typeface="黑体" panose="02010609060101010101" pitchFamily="49" charset="-122"/>
                        <a:cs typeface="Microsoft YaHei" charset="0"/>
                      </a:endParaRPr>
                    </a:p>
                  </a:txBody>
                  <a:tcPr marT="0" marB="0" anchor="ctr"/>
                </a:tc>
              </a:tr>
              <a:tr h="41271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年化收益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400" kern="100" dirty="0" smtClean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7.33%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1432148217"/>
                  </a:ext>
                </a:extLst>
              </a:tr>
              <a:tr h="423219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年化波动率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5.17%</a:t>
                      </a:r>
                      <a:endParaRPr lang="zh-CN" sz="1400" b="1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660338269"/>
                  </a:ext>
                </a:extLst>
              </a:tr>
              <a:tr h="423219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区间最大回撤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400" b="1" kern="100" dirty="0" smtClean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5.89%</a:t>
                      </a:r>
                      <a:endParaRPr lang="zh-CN" sz="1400" b="1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484190667"/>
                  </a:ext>
                </a:extLst>
              </a:tr>
              <a:tr h="423219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夏普比率*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altLang="zh-CN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1.31</a:t>
                      </a:r>
                      <a:endParaRPr lang="zh-CN" sz="1400" b="1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3502115139"/>
                  </a:ext>
                </a:extLst>
              </a:tr>
              <a:tr h="423219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动平衡次数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altLang="zh-CN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zh-CN" altLang="en-US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次</a:t>
                      </a:r>
                      <a:endParaRPr lang="zh-CN" sz="1400" b="1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2904351624"/>
                  </a:ext>
                </a:extLst>
              </a:tr>
            </a:tbl>
          </a:graphicData>
        </a:graphic>
      </p:graphicFrame>
      <p:grpSp>
        <p:nvGrpSpPr>
          <p:cNvPr id="30" name="组合 29">
            <a:extLst>
              <a:ext uri="{FF2B5EF4-FFF2-40B4-BE49-F238E27FC236}">
                <a16:creationId xmlns="" xmlns:a16="http://schemas.microsoft.com/office/drawing/2014/main" id="{0A55F5E3-502B-BA79-07B8-9C63738E9550}"/>
              </a:ext>
            </a:extLst>
          </p:cNvPr>
          <p:cNvGrpSpPr/>
          <p:nvPr/>
        </p:nvGrpSpPr>
        <p:grpSpPr>
          <a:xfrm>
            <a:off x="8088985" y="4039970"/>
            <a:ext cx="3180308" cy="2225455"/>
            <a:chOff x="9214522" y="4481785"/>
            <a:chExt cx="5076266" cy="3607663"/>
          </a:xfrm>
        </p:grpSpPr>
        <p:grpSp>
          <p:nvGrpSpPr>
            <p:cNvPr id="11" name="组合 10">
              <a:extLst>
                <a:ext uri="{FF2B5EF4-FFF2-40B4-BE49-F238E27FC236}">
                  <a16:creationId xmlns="" xmlns:a16="http://schemas.microsoft.com/office/drawing/2014/main" id="{00C1A0E8-B578-6331-3D9C-C42E48EC7A74}"/>
                </a:ext>
              </a:extLst>
            </p:cNvPr>
            <p:cNvGrpSpPr/>
            <p:nvPr/>
          </p:nvGrpSpPr>
          <p:grpSpPr>
            <a:xfrm>
              <a:off x="9214522" y="4481785"/>
              <a:ext cx="2886454" cy="3607663"/>
              <a:chOff x="9671296" y="529929"/>
              <a:chExt cx="1406378" cy="1757560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="" xmlns:a16="http://schemas.microsoft.com/office/drawing/2014/main" id="{7F6FD032-B756-725E-6092-069F842DCE99}"/>
                  </a:ext>
                </a:extLst>
              </p:cNvPr>
              <p:cNvGrpSpPr/>
              <p:nvPr/>
            </p:nvGrpSpPr>
            <p:grpSpPr>
              <a:xfrm>
                <a:off x="9671296" y="529929"/>
                <a:ext cx="1406378" cy="1757560"/>
                <a:chOff x="3752250" y="10792389"/>
                <a:chExt cx="3402534" cy="4061619"/>
              </a:xfrm>
            </p:grpSpPr>
            <p:sp>
              <p:nvSpPr>
                <p:cNvPr id="18" name="流程图: 摘录 17">
                  <a:extLst>
                    <a:ext uri="{FF2B5EF4-FFF2-40B4-BE49-F238E27FC236}">
                      <a16:creationId xmlns="" xmlns:a16="http://schemas.microsoft.com/office/drawing/2014/main" id="{4C31D3A2-03A1-7FF1-8786-6A5BCC378772}"/>
                    </a:ext>
                  </a:extLst>
                </p:cNvPr>
                <p:cNvSpPr/>
                <p:nvPr/>
              </p:nvSpPr>
              <p:spPr>
                <a:xfrm>
                  <a:off x="4989650" y="10792389"/>
                  <a:ext cx="849448" cy="970066"/>
                </a:xfrm>
                <a:prstGeom prst="flowChartExtra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200">
                    <a:solidFill>
                      <a:prstClr val="white"/>
                    </a:solidFill>
                  </a:endParaRPr>
                </a:p>
              </p:txBody>
            </p:sp>
            <p:grpSp>
              <p:nvGrpSpPr>
                <p:cNvPr id="19" name="组合 18">
                  <a:extLst>
                    <a:ext uri="{FF2B5EF4-FFF2-40B4-BE49-F238E27FC236}">
                      <a16:creationId xmlns="" xmlns:a16="http://schemas.microsoft.com/office/drawing/2014/main" id="{1134FCD6-6C3B-34E2-9599-7A38A35314E9}"/>
                    </a:ext>
                  </a:extLst>
                </p:cNvPr>
                <p:cNvGrpSpPr/>
                <p:nvPr/>
              </p:nvGrpSpPr>
              <p:grpSpPr>
                <a:xfrm>
                  <a:off x="3752250" y="11955574"/>
                  <a:ext cx="3402534" cy="2898434"/>
                  <a:chOff x="1932984" y="12048650"/>
                  <a:chExt cx="3402534" cy="2898434"/>
                </a:xfrm>
              </p:grpSpPr>
              <p:grpSp>
                <p:nvGrpSpPr>
                  <p:cNvPr id="20" name="组合 19">
                    <a:extLst>
                      <a:ext uri="{FF2B5EF4-FFF2-40B4-BE49-F238E27FC236}">
                        <a16:creationId xmlns="" xmlns:a16="http://schemas.microsoft.com/office/drawing/2014/main" id="{5C9D461E-3CF8-64C0-10E0-B3AF5B78111A}"/>
                      </a:ext>
                    </a:extLst>
                  </p:cNvPr>
                  <p:cNvGrpSpPr/>
                  <p:nvPr/>
                </p:nvGrpSpPr>
                <p:grpSpPr>
                  <a:xfrm>
                    <a:off x="1993692" y="12048650"/>
                    <a:ext cx="3341826" cy="2898434"/>
                    <a:chOff x="1993692" y="12048650"/>
                    <a:chExt cx="3341826" cy="2898434"/>
                  </a:xfrm>
                </p:grpSpPr>
                <p:grpSp>
                  <p:nvGrpSpPr>
                    <p:cNvPr id="22" name="组合 21">
                      <a:extLst>
                        <a:ext uri="{FF2B5EF4-FFF2-40B4-BE49-F238E27FC236}">
                          <a16:creationId xmlns="" xmlns:a16="http://schemas.microsoft.com/office/drawing/2014/main" id="{895D7D4F-9A8F-DAF1-388F-56A98BC4544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93692" y="13444497"/>
                      <a:ext cx="3341826" cy="1502587"/>
                      <a:chOff x="1553724" y="3909372"/>
                      <a:chExt cx="1872209" cy="1422970"/>
                    </a:xfrm>
                  </p:grpSpPr>
                  <p:sp>
                    <p:nvSpPr>
                      <p:cNvPr id="24" name="矩形: 圆角 19">
                        <a:extLst>
                          <a:ext uri="{FF2B5EF4-FFF2-40B4-BE49-F238E27FC236}">
                            <a16:creationId xmlns="" xmlns:a16="http://schemas.microsoft.com/office/drawing/2014/main" id="{4DD3D279-184C-7FE0-50E8-8753A5B6C1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31304" y="4111107"/>
                        <a:ext cx="1643586" cy="765202"/>
                      </a:xfrm>
                      <a:prstGeom prst="trapezoid">
                        <a:avLst>
                          <a:gd name="adj" fmla="val 39871"/>
                        </a:avLst>
                      </a:prstGeom>
                      <a:solidFill>
                        <a:srgbClr val="92D05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730867" eaLnBrk="1" fontAlgn="auto" hangingPunct="1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zh-CN" altLang="en-US" sz="600" b="1" dirty="0">
                          <a:solidFill>
                            <a:prstClr val="whit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25" name="矩形 47">
                        <a:extLst>
                          <a:ext uri="{FF2B5EF4-FFF2-40B4-BE49-F238E27FC236}">
                            <a16:creationId xmlns="" xmlns:a16="http://schemas.microsoft.com/office/drawing/2014/main" id="{07FBABB9-90F3-660F-A0A8-062F4245F0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53724" y="3909372"/>
                        <a:ext cx="1872209" cy="1422970"/>
                      </a:xfrm>
                      <a:prstGeom prst="rect">
                        <a:avLst/>
                      </a:prstGeom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algn="ctr" eaLnBrk="1" fontAlgn="auto" hangingPunct="1">
                          <a:lnSpc>
                            <a:spcPts val="567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zh-CN" altLang="en-US" sz="900" b="1" kern="100" dirty="0">
                          <a:solidFill>
                            <a:prstClr val="whit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endParaRPr>
                      </a:p>
                    </p:txBody>
                  </p:sp>
                </p:grpSp>
                <p:sp>
                  <p:nvSpPr>
                    <p:cNvPr id="23" name="梯形 22">
                      <a:extLst>
                        <a:ext uri="{FF2B5EF4-FFF2-40B4-BE49-F238E27FC236}">
                          <a16:creationId xmlns="" xmlns:a16="http://schemas.microsoft.com/office/drawing/2014/main" id="{D9736959-5D86-3307-2095-70B7852A6A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28365" y="12048650"/>
                      <a:ext cx="2151065" cy="1443126"/>
                    </a:xfrm>
                    <a:prstGeom prst="trapezoid">
                      <a:avLst>
                        <a:gd name="adj" fmla="val 37673"/>
                      </a:avLst>
                    </a:prstGeom>
                    <a:solidFill>
                      <a:srgbClr val="0070C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zh-CN" altLang="en-US" sz="1200">
                        <a:solidFill>
                          <a:prstClr val="white"/>
                        </a:solidFill>
                      </a:endParaRPr>
                    </a:p>
                  </p:txBody>
                </p:sp>
              </p:grpSp>
              <p:sp>
                <p:nvSpPr>
                  <p:cNvPr id="21" name="矩形 47">
                    <a:extLst>
                      <a:ext uri="{FF2B5EF4-FFF2-40B4-BE49-F238E27FC236}">
                        <a16:creationId xmlns="" xmlns:a16="http://schemas.microsoft.com/office/drawing/2014/main" id="{94E09F48-C636-3DCA-EDE4-1608EE6881A1}"/>
                      </a:ext>
                    </a:extLst>
                  </p:cNvPr>
                  <p:cNvSpPr/>
                  <p:nvPr/>
                </p:nvSpPr>
                <p:spPr>
                  <a:xfrm>
                    <a:off x="1932984" y="12156167"/>
                    <a:ext cx="3341826" cy="1502587"/>
                  </a:xfrm>
                  <a:prstGeom prst="rect">
                    <a:avLst/>
                  </a:prstGeom>
                </p:spPr>
                <p:txBody>
                  <a:bodyPr wrap="square" anchor="ctr">
                    <a:spAutoFit/>
                  </a:bodyPr>
                  <a:lstStyle/>
                  <a:p>
                    <a:pPr algn="ctr" eaLnBrk="1" fontAlgn="auto" hangingPunct="1">
                      <a:lnSpc>
                        <a:spcPts val="567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900" b="1" kern="10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sp>
            <p:nvSpPr>
              <p:cNvPr id="15" name="矩形: 圆角 14">
                <a:extLst>
                  <a:ext uri="{FF2B5EF4-FFF2-40B4-BE49-F238E27FC236}">
                    <a16:creationId xmlns="" xmlns:a16="http://schemas.microsoft.com/office/drawing/2014/main" id="{D22796C1-EBD5-568C-F456-C97424B72F46}"/>
                  </a:ext>
                </a:extLst>
              </p:cNvPr>
              <p:cNvSpPr/>
              <p:nvPr/>
            </p:nvSpPr>
            <p:spPr>
              <a:xfrm>
                <a:off x="9859583" y="1136335"/>
                <a:ext cx="1029804" cy="428669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900" b="1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75%</a:t>
                </a:r>
                <a:endParaRPr lang="zh-CN" altLang="en-US" sz="9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矩形: 圆角 15">
                <a:extLst>
                  <a:ext uri="{FF2B5EF4-FFF2-40B4-BE49-F238E27FC236}">
                    <a16:creationId xmlns="" xmlns:a16="http://schemas.microsoft.com/office/drawing/2014/main" id="{A4C99B8B-D36F-BAEA-0469-486CA187379C}"/>
                  </a:ext>
                </a:extLst>
              </p:cNvPr>
              <p:cNvSpPr/>
              <p:nvPr/>
            </p:nvSpPr>
            <p:spPr>
              <a:xfrm>
                <a:off x="9850292" y="1696851"/>
                <a:ext cx="1029804" cy="428669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5%</a:t>
                </a:r>
                <a:endPara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矩形: 圆角 16">
                <a:extLst>
                  <a:ext uri="{FF2B5EF4-FFF2-40B4-BE49-F238E27FC236}">
                    <a16:creationId xmlns="" xmlns:a16="http://schemas.microsoft.com/office/drawing/2014/main" id="{53AB1BF1-6B77-B137-794B-660A85EB4B47}"/>
                  </a:ext>
                </a:extLst>
              </p:cNvPr>
              <p:cNvSpPr/>
              <p:nvPr/>
            </p:nvSpPr>
            <p:spPr>
              <a:xfrm>
                <a:off x="10081887" y="560140"/>
                <a:ext cx="566614" cy="428669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900" b="1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20%</a:t>
                </a:r>
                <a:endParaRPr lang="zh-CN" altLang="en-US" sz="9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6" name="文本框 25">
              <a:extLst>
                <a:ext uri="{FF2B5EF4-FFF2-40B4-BE49-F238E27FC236}">
                  <a16:creationId xmlns="" xmlns:a16="http://schemas.microsoft.com/office/drawing/2014/main" id="{72BE5B6F-AF9B-90A2-38CD-B98EBDD1B4EF}"/>
                </a:ext>
              </a:extLst>
            </p:cNvPr>
            <p:cNvSpPr txBox="1"/>
            <p:nvPr/>
          </p:nvSpPr>
          <p:spPr>
            <a:xfrm>
              <a:off x="11852488" y="4702321"/>
              <a:ext cx="2343496" cy="1047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43" indent="-285743" eaLnBrk="1" fontAlgn="auto" hangingPunct="1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b="1" dirty="0">
                  <a:solidFill>
                    <a:srgbClr val="8B0000"/>
                  </a:solidFill>
                  <a:latin typeface="思源宋体" panose="02010600030101010101" charset="-122"/>
                  <a:ea typeface="思源宋体" panose="02010600030101010101" charset="-122"/>
                </a:rPr>
                <a:t>增值组合</a:t>
              </a:r>
              <a:r>
                <a:rPr lang="en-US" altLang="zh-CN" b="1" dirty="0">
                  <a:solidFill>
                    <a:srgbClr val="8B0000"/>
                  </a:solidFill>
                  <a:latin typeface="思源宋体" panose="02010600030101010101" charset="-122"/>
                  <a:ea typeface="思源宋体" panose="02010600030101010101" charset="-122"/>
                </a:rPr>
                <a:t> 20%</a:t>
              </a:r>
              <a:endParaRPr lang="zh-CN" altLang="en-US" b="1" dirty="0">
                <a:solidFill>
                  <a:srgbClr val="8B0000"/>
                </a:solidFill>
                <a:latin typeface="思源宋体" panose="02010600030101010101" charset="-122"/>
                <a:ea typeface="思源宋体" panose="02010600030101010101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="" xmlns:a16="http://schemas.microsoft.com/office/drawing/2014/main" id="{7A4714DD-418E-20CE-D41D-82EB11E5A3B2}"/>
                </a:ext>
              </a:extLst>
            </p:cNvPr>
            <p:cNvSpPr txBox="1"/>
            <p:nvPr/>
          </p:nvSpPr>
          <p:spPr>
            <a:xfrm>
              <a:off x="11852488" y="5882999"/>
              <a:ext cx="2438300" cy="1047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43" indent="-285743" eaLnBrk="1" fontAlgn="auto" hangingPunct="1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b="1" dirty="0">
                  <a:solidFill>
                    <a:srgbClr val="8B0000"/>
                  </a:solidFill>
                  <a:latin typeface="思源宋体" panose="02010600030101010101" charset="-122"/>
                  <a:ea typeface="思源宋体" panose="02010600030101010101" charset="-122"/>
                </a:rPr>
                <a:t>生息组合 </a:t>
              </a:r>
              <a:r>
                <a:rPr lang="en-US" altLang="zh-CN" b="1" dirty="0">
                  <a:solidFill>
                    <a:srgbClr val="8B0000"/>
                  </a:solidFill>
                  <a:latin typeface="思源宋体" panose="02010600030101010101" charset="-122"/>
                  <a:ea typeface="思源宋体" panose="02010600030101010101" charset="-122"/>
                </a:rPr>
                <a:t>75%</a:t>
              </a:r>
              <a:endParaRPr lang="zh-CN" altLang="en-US" b="1" dirty="0">
                <a:solidFill>
                  <a:srgbClr val="8B0000"/>
                </a:solidFill>
                <a:latin typeface="思源宋体" panose="02010600030101010101" charset="-122"/>
                <a:ea typeface="思源宋体" panose="02010600030101010101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="" xmlns:a16="http://schemas.microsoft.com/office/drawing/2014/main" id="{BF88198E-04DF-E7D4-DBD8-CA8C0E8EFCA6}"/>
                </a:ext>
              </a:extLst>
            </p:cNvPr>
            <p:cNvSpPr txBox="1"/>
            <p:nvPr/>
          </p:nvSpPr>
          <p:spPr>
            <a:xfrm>
              <a:off x="11858411" y="7037905"/>
              <a:ext cx="2394500" cy="1047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43" indent="-285743" eaLnBrk="1" fontAlgn="auto" hangingPunct="1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b="1" dirty="0">
                  <a:solidFill>
                    <a:srgbClr val="8B0000"/>
                  </a:solidFill>
                  <a:latin typeface="思源宋体" panose="02010600030101010101" charset="-122"/>
                  <a:ea typeface="思源宋体" panose="02010600030101010101" charset="-122"/>
                </a:rPr>
                <a:t>保障组合 </a:t>
              </a:r>
              <a:r>
                <a:rPr lang="en-US" altLang="zh-CN" b="1" dirty="0">
                  <a:solidFill>
                    <a:srgbClr val="8B0000"/>
                  </a:solidFill>
                  <a:latin typeface="思源宋体" panose="02010600030101010101" charset="-122"/>
                  <a:ea typeface="思源宋体" panose="02010600030101010101" charset="-122"/>
                </a:rPr>
                <a:t>5%</a:t>
              </a:r>
              <a:endParaRPr lang="zh-CN" altLang="en-US" b="1" dirty="0">
                <a:solidFill>
                  <a:srgbClr val="8B0000"/>
                </a:solidFill>
                <a:latin typeface="思源宋体" panose="02010600030101010101" charset="-122"/>
                <a:ea typeface="思源宋体" panose="02010600030101010101" charset="-122"/>
              </a:endParaRPr>
            </a:p>
          </p:txBody>
        </p:sp>
      </p:grpSp>
      <p:graphicFrame>
        <p:nvGraphicFramePr>
          <p:cNvPr id="12" name="图表 11">
            <a:extLst>
              <a:ext uri="{FF2B5EF4-FFF2-40B4-BE49-F238E27FC236}">
                <a16:creationId xmlns="" xmlns:a16="http://schemas.microsoft.com/office/drawing/2014/main" id="{322E7D1B-B8FE-12A1-CEF1-6E62E82DAD87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03253" y="2822085"/>
          <a:ext cx="7103608" cy="3356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9" name="组合 33"/>
          <p:cNvGrpSpPr>
            <a:grpSpLocks/>
          </p:cNvGrpSpPr>
          <p:nvPr/>
        </p:nvGrpSpPr>
        <p:grpSpPr bwMode="auto">
          <a:xfrm rot="10800000" flipH="1">
            <a:off x="0" y="-4763"/>
            <a:ext cx="1147763" cy="847726"/>
            <a:chOff x="-19" y="1607"/>
            <a:chExt cx="12700" cy="9230"/>
          </a:xfrm>
        </p:grpSpPr>
        <p:sp>
          <p:nvSpPr>
            <p:cNvPr id="31" name="直角三角形 30"/>
            <p:cNvSpPr/>
            <p:nvPr/>
          </p:nvSpPr>
          <p:spPr>
            <a:xfrm>
              <a:off x="-19" y="1607"/>
              <a:ext cx="12700" cy="9230"/>
            </a:xfrm>
            <a:prstGeom prst="rtTriangle">
              <a:avLst/>
            </a:prstGeom>
            <a:solidFill>
              <a:srgbClr val="FFC000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  <p:sp>
          <p:nvSpPr>
            <p:cNvPr id="32" name="直角三角形 31"/>
            <p:cNvSpPr/>
            <p:nvPr/>
          </p:nvSpPr>
          <p:spPr>
            <a:xfrm>
              <a:off x="-19" y="2333"/>
              <a:ext cx="11892" cy="8642"/>
            </a:xfrm>
            <a:prstGeom prst="rtTriangle">
              <a:avLst/>
            </a:prstGeom>
            <a:solidFill>
              <a:srgbClr val="0388F9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  <p:sp>
          <p:nvSpPr>
            <p:cNvPr id="33" name="直角三角形 32"/>
            <p:cNvSpPr/>
            <p:nvPr/>
          </p:nvSpPr>
          <p:spPr>
            <a:xfrm>
              <a:off x="-19" y="4787"/>
              <a:ext cx="8519" cy="6188"/>
            </a:xfrm>
            <a:prstGeom prst="rtTriangle">
              <a:avLst/>
            </a:prstGeom>
            <a:solidFill>
              <a:srgbClr val="01457E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  <p:sp>
          <p:nvSpPr>
            <p:cNvPr id="34" name="直角三角形 33"/>
            <p:cNvSpPr/>
            <p:nvPr/>
          </p:nvSpPr>
          <p:spPr>
            <a:xfrm>
              <a:off x="122" y="7657"/>
              <a:ext cx="4567" cy="3319"/>
            </a:xfrm>
            <a:prstGeom prst="rtTriangle">
              <a:avLst/>
            </a:prstGeom>
            <a:solidFill>
              <a:srgbClr val="004E8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</p:grpSp>
      <p:sp>
        <p:nvSpPr>
          <p:cNvPr id="35" name="文本框 17"/>
          <p:cNvSpPr txBox="1"/>
          <p:nvPr/>
        </p:nvSpPr>
        <p:spPr>
          <a:xfrm>
            <a:off x="769913" y="0"/>
            <a:ext cx="6683433" cy="738664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866943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04.</a:t>
            </a:r>
            <a:r>
              <a:rPr lang="zh-CN" altLang="en-US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组合回测</a:t>
            </a:r>
            <a:r>
              <a:rPr lang="en-US" altLang="zh-CN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—— 20/80</a:t>
            </a:r>
            <a:r>
              <a:rPr lang="zh-CN" altLang="en-US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样板间</a:t>
            </a:r>
            <a:endParaRPr lang="zh-CN" altLang="en-US" sz="2800" b="1" dirty="0">
              <a:solidFill>
                <a:srgbClr val="4472C4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 bwMode="auto">
          <a:xfrm>
            <a:off x="278420" y="595457"/>
            <a:ext cx="2710781" cy="339471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HARVEST WEALTH</a:t>
            </a:r>
            <a:endParaRPr lang="zh-CN" altLang="en-US" sz="1600" dirty="0">
              <a:solidFill>
                <a:srgbClr val="4472C4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9640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6E0A9C3-B454-8205-B6DF-6FAE8F3EF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 descr="e7d195523061f1c09e9d68d7cf438b91ef959ecb14fc25d26BBA7F7DBC18E55DFF4014AF651F0BF2569D4B6C1DA7F1A4683A481403BD872FC687266AD13265C1DE7C373772FD8728ABDD69ADD03BFF5BE2862BC891DBB79E9B09246D0C8BFFDB55F97A4A197D0CE4F3CC54D8F058F49BF06ED5DD0827EC15F885F59D78ED9CA97EDB289E7349ADC0E6738A5D5DC345652D152AAC3F32854D">
            <a:extLst>
              <a:ext uri="{FF2B5EF4-FFF2-40B4-BE49-F238E27FC236}">
                <a16:creationId xmlns="" xmlns:a16="http://schemas.microsoft.com/office/drawing/2014/main" id="{6E3206BE-88D7-7295-1EFE-9B2FB363131F}"/>
              </a:ext>
            </a:extLst>
          </p:cNvPr>
          <p:cNvSpPr/>
          <p:nvPr/>
        </p:nvSpPr>
        <p:spPr>
          <a:xfrm rot="17100000">
            <a:off x="665665" y="160279"/>
            <a:ext cx="1425269" cy="1425269"/>
          </a:xfrm>
          <a:prstGeom prst="ellipse">
            <a:avLst/>
          </a:prstGeom>
          <a:gradFill flip="none" rotWithShape="1">
            <a:gsLst>
              <a:gs pos="34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>
                  <a:alpha val="37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>
              <a:solidFill>
                <a:prstClr val="white"/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="" xmlns:a16="http://schemas.microsoft.com/office/drawing/2014/main" id="{48FB6D0A-5F4C-C0FD-ADAB-90078016BB54}"/>
              </a:ext>
            </a:extLst>
          </p:cNvPr>
          <p:cNvCxnSpPr/>
          <p:nvPr/>
        </p:nvCxnSpPr>
        <p:spPr>
          <a:xfrm>
            <a:off x="582917" y="1141204"/>
            <a:ext cx="1120678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713045" y="1359439"/>
            <a:ext cx="105794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个完整年度有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年为正收益。最高年度收益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14.94%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，最低年度收益</a:t>
            </a:r>
            <a:r>
              <a:rPr lang="en-US" altLang="zh-CN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-2.75%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，年化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收益率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7.33%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-257175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76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个完整月度录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个月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65.8%)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正收益。最高月度收益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4.85%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，最低月度收益</a:t>
            </a:r>
            <a:r>
              <a:rPr lang="en-US" altLang="zh-CN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2.74%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，平均月度收益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0.60%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-257175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10-90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样板间的净值走势与中证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800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相关性为 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+0.13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1842" y="6171595"/>
            <a:ext cx="105794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数据来源：嘉实财富。回测区间为</a:t>
            </a:r>
            <a:r>
              <a:rPr lang="en-US" altLang="zh-CN" sz="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2020/1/1-2026/04/30</a:t>
            </a:r>
            <a:r>
              <a:rPr lang="zh-CN" altLang="en-US" sz="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。历史回测不代表未来表现，以上涉及的相关数据均为假设条件或虚拟回测，仅为实现策略举例说明之目的、用于投资者教育，不涉及任何具体产品信息及其宜传推介，历史业绩不预示未来表现。</a:t>
            </a:r>
            <a:endParaRPr lang="zh-CN" altLang="en-US" sz="9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177449"/>
              </p:ext>
            </p:extLst>
          </p:nvPr>
        </p:nvGraphicFramePr>
        <p:xfrm>
          <a:off x="451842" y="2612912"/>
          <a:ext cx="10709536" cy="3466719"/>
        </p:xfrm>
        <a:graphic>
          <a:graphicData uri="http://schemas.openxmlformats.org/drawingml/2006/table">
            <a:tbl>
              <a:tblPr/>
              <a:tblGrid>
                <a:gridCol w="66934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6934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6934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6934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66934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669346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669346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669346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669346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669346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669346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669346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669346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669346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669346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  <a:gridCol w="669346">
                  <a:extLst>
                    <a:ext uri="{9D8B030D-6E8A-4147-A177-3AD203B41FA5}">
                      <a16:colId xmlns="" xmlns:a16="http://schemas.microsoft.com/office/drawing/2014/main" val="20015"/>
                    </a:ext>
                  </a:extLst>
                </a:gridCol>
              </a:tblGrid>
              <a:tr h="38519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年份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全年收益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月度胜率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最大回撤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51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2020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1.58%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0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2C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-1.77%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D0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3.10%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A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-0.83%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7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7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3.11%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E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-0.33%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-1.29%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D7B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-0.10%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0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1.95%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D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10.21%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58.33%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-4.34%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851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-0.55%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7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-0.61%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A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0.67%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7B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1.19%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-1.49%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DCB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1.47%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1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7.18%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75.00%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-3.03%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851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-1.56%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D2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-1.36%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6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-1.60%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D3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1.56%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5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-0.33%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0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-1.51%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D6A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0.36%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-0.25%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0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-0.50%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A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-2.75%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41.67%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-5.05%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851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2023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1.50%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1.61%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7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-0.70%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-0.40%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C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-1.17%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DB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-0.61%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A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0.60%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3.21%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66.67%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-4.84%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851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2024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-2.74%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0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-0.12%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1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0.86%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-1.03%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E0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2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5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1.56%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1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9.24%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75.00%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-3.00%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851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-0.33%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-0.07%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1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2.48%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1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4.85%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1.94%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-1.04%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1.91%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9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14.94%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75.00%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-3.69%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851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7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-1.81%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CD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5.12%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75.00%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-3.10%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8519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成立以来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56.48%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65.79%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-5.89%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3" name="组合 33"/>
          <p:cNvGrpSpPr>
            <a:grpSpLocks/>
          </p:cNvGrpSpPr>
          <p:nvPr/>
        </p:nvGrpSpPr>
        <p:grpSpPr bwMode="auto">
          <a:xfrm rot="10800000" flipH="1">
            <a:off x="0" y="-4763"/>
            <a:ext cx="1147763" cy="847726"/>
            <a:chOff x="-19" y="1607"/>
            <a:chExt cx="12700" cy="9230"/>
          </a:xfrm>
        </p:grpSpPr>
        <p:sp>
          <p:nvSpPr>
            <p:cNvPr id="14" name="直角三角形 13"/>
            <p:cNvSpPr/>
            <p:nvPr/>
          </p:nvSpPr>
          <p:spPr>
            <a:xfrm>
              <a:off x="-19" y="1607"/>
              <a:ext cx="12700" cy="9230"/>
            </a:xfrm>
            <a:prstGeom prst="rtTriangle">
              <a:avLst/>
            </a:prstGeom>
            <a:solidFill>
              <a:srgbClr val="FFC000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  <p:sp>
          <p:nvSpPr>
            <p:cNvPr id="15" name="直角三角形 14"/>
            <p:cNvSpPr/>
            <p:nvPr/>
          </p:nvSpPr>
          <p:spPr>
            <a:xfrm>
              <a:off x="-19" y="2333"/>
              <a:ext cx="11892" cy="8642"/>
            </a:xfrm>
            <a:prstGeom prst="rtTriangle">
              <a:avLst/>
            </a:prstGeom>
            <a:solidFill>
              <a:srgbClr val="0388F9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  <p:sp>
          <p:nvSpPr>
            <p:cNvPr id="16" name="直角三角形 15"/>
            <p:cNvSpPr/>
            <p:nvPr/>
          </p:nvSpPr>
          <p:spPr>
            <a:xfrm>
              <a:off x="-19" y="4787"/>
              <a:ext cx="8519" cy="6188"/>
            </a:xfrm>
            <a:prstGeom prst="rtTriangle">
              <a:avLst/>
            </a:prstGeom>
            <a:solidFill>
              <a:srgbClr val="01457E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  <p:sp>
          <p:nvSpPr>
            <p:cNvPr id="17" name="直角三角形 16"/>
            <p:cNvSpPr/>
            <p:nvPr/>
          </p:nvSpPr>
          <p:spPr>
            <a:xfrm>
              <a:off x="122" y="7657"/>
              <a:ext cx="4567" cy="3319"/>
            </a:xfrm>
            <a:prstGeom prst="rtTriangle">
              <a:avLst/>
            </a:prstGeom>
            <a:solidFill>
              <a:srgbClr val="004E8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769913" y="0"/>
            <a:ext cx="6683433" cy="738664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866943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04.</a:t>
            </a:r>
            <a:r>
              <a:rPr lang="zh-CN" altLang="en-US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组合回测</a:t>
            </a:r>
            <a:r>
              <a:rPr lang="en-US" altLang="zh-CN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—— 20/80</a:t>
            </a:r>
            <a:r>
              <a:rPr lang="zh-CN" altLang="en-US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样板间</a:t>
            </a:r>
            <a:endParaRPr lang="zh-CN" altLang="en-US" sz="2800" b="1" dirty="0">
              <a:solidFill>
                <a:srgbClr val="4472C4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 bwMode="auto">
          <a:xfrm>
            <a:off x="278420" y="595457"/>
            <a:ext cx="2710781" cy="339471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HARVEST WEALTH</a:t>
            </a:r>
            <a:endParaRPr lang="zh-CN" altLang="en-US" sz="1600" dirty="0">
              <a:solidFill>
                <a:srgbClr val="4472C4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430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E598D38-AF89-997D-C90D-62A5A04C5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 descr="e7d195523061f1c09e9d68d7cf438b91ef959ecb14fc25d26BBA7F7DBC18E55DFF4014AF651F0BF2569D4B6C1DA7F1A4683A481403BD872FC687266AD13265C1DE7C373772FD8728ABDD69ADD03BFF5BE2862BC891DBB79E9B09246D0C8BFFDB55F97A4A197D0CE4F3CC54D8F058F49BF06ED5DD0827EC15F885F59D78ED9CA97EDB289E7349ADC0E6738A5D5DC345652D152AAC3F32854D">
            <a:extLst>
              <a:ext uri="{FF2B5EF4-FFF2-40B4-BE49-F238E27FC236}">
                <a16:creationId xmlns="" xmlns:a16="http://schemas.microsoft.com/office/drawing/2014/main" id="{CFD663DE-F8E0-22D3-689C-082ED1FF07F3}"/>
              </a:ext>
            </a:extLst>
          </p:cNvPr>
          <p:cNvSpPr/>
          <p:nvPr/>
        </p:nvSpPr>
        <p:spPr>
          <a:xfrm rot="17100000">
            <a:off x="665665" y="160279"/>
            <a:ext cx="1425269" cy="1425269"/>
          </a:xfrm>
          <a:prstGeom prst="ellipse">
            <a:avLst/>
          </a:prstGeom>
          <a:gradFill flip="none" rotWithShape="1">
            <a:gsLst>
              <a:gs pos="34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>
                  <a:alpha val="37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>
              <a:solidFill>
                <a:prstClr val="white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1D32C384-A443-F423-F6A1-1867DE88E05F}"/>
              </a:ext>
            </a:extLst>
          </p:cNvPr>
          <p:cNvSpPr/>
          <p:nvPr/>
        </p:nvSpPr>
        <p:spPr>
          <a:xfrm>
            <a:off x="150794" y="6402450"/>
            <a:ext cx="11272674" cy="246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6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注：数据来源为嘉实财富。策略历史表现不构成对未来业绩的承诺。统计区间为</a:t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-2026</a:t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日。</a:t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2026/04/30</a:t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的净值（费后）为</a:t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1.7061</a:t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。计算夏普比例时，无风险收益按</a:t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0%</a:t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</a:t>
            </a:r>
            <a:endParaRPr lang="en-US" altLang="zh-CN" sz="1004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="" xmlns:a16="http://schemas.microsoft.com/office/drawing/2014/main" id="{1C210776-78B5-78F3-0077-BDBA3AFE0A0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82916" y="1282190"/>
          <a:ext cx="7023947" cy="14936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4789">
                  <a:extLst>
                    <a:ext uri="{9D8B030D-6E8A-4147-A177-3AD203B41FA5}">
                      <a16:colId xmlns="" xmlns:a16="http://schemas.microsoft.com/office/drawing/2014/main" val="3847716533"/>
                    </a:ext>
                  </a:extLst>
                </a:gridCol>
                <a:gridCol w="1617644">
                  <a:extLst>
                    <a:ext uri="{9D8B030D-6E8A-4147-A177-3AD203B41FA5}">
                      <a16:colId xmlns="" xmlns:a16="http://schemas.microsoft.com/office/drawing/2014/main" val="1739439905"/>
                    </a:ext>
                  </a:extLst>
                </a:gridCol>
                <a:gridCol w="1333838">
                  <a:extLst>
                    <a:ext uri="{9D8B030D-6E8A-4147-A177-3AD203B41FA5}">
                      <a16:colId xmlns="" xmlns:a16="http://schemas.microsoft.com/office/drawing/2014/main" val="3802123172"/>
                    </a:ext>
                  </a:extLst>
                </a:gridCol>
                <a:gridCol w="1333838">
                  <a:extLst>
                    <a:ext uri="{9D8B030D-6E8A-4147-A177-3AD203B41FA5}">
                      <a16:colId xmlns="" xmlns:a16="http://schemas.microsoft.com/office/drawing/2014/main" val="2297438570"/>
                    </a:ext>
                  </a:extLst>
                </a:gridCol>
                <a:gridCol w="1333838">
                  <a:extLst>
                    <a:ext uri="{9D8B030D-6E8A-4147-A177-3AD203B41FA5}">
                      <a16:colId xmlns="" xmlns:a16="http://schemas.microsoft.com/office/drawing/2014/main" val="1620483687"/>
                    </a:ext>
                  </a:extLst>
                </a:gridCol>
              </a:tblGrid>
              <a:tr h="373417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增值</a:t>
                      </a:r>
                      <a:r>
                        <a:rPr lang="en-US" altLang="zh-CN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</a:t>
                      </a:r>
                      <a:r>
                        <a:rPr lang="zh-CN" altLang="en-US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产业趋势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增值</a:t>
                      </a:r>
                      <a:r>
                        <a:rPr lang="en-US" altLang="zh-CN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</a:t>
                      </a:r>
                      <a:r>
                        <a:rPr lang="zh-CN" altLang="en-US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指增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生息</a:t>
                      </a:r>
                      <a:r>
                        <a:rPr lang="en-US" alt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中债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保障</a:t>
                      </a:r>
                      <a:r>
                        <a:rPr lang="en-US" alt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黄金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3404244492"/>
                  </a:ext>
                </a:extLst>
              </a:tr>
              <a:tr h="373417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</a:t>
                      </a:r>
                      <a:r>
                        <a:rPr 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权重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alt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15%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alt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15%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alt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60%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alt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10%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1343833170"/>
                  </a:ext>
                </a:extLst>
              </a:tr>
              <a:tr h="373417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动平衡规则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 gridSpan="4">
                  <a:txBody>
                    <a:bodyPr/>
                    <a:lstStyle/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定期动平衡：频率 </a:t>
                      </a:r>
                      <a:r>
                        <a:rPr lang="en-US" alt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年；定幅动平衡：无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 hMerge="1">
                  <a:txBody>
                    <a:bodyPr/>
                    <a:lstStyle/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endParaRPr lang="zh-CN" sz="1900" kern="100" dirty="0">
                        <a:solidFill>
                          <a:schemeClr val="tx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20" marR="121920" marT="0" marB="0" anchor="ctr"/>
                </a:tc>
                <a:tc hMerge="1">
                  <a:txBody>
                    <a:bodyPr/>
                    <a:lstStyle/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endParaRPr lang="zh-CN" sz="1900" kern="100" dirty="0">
                        <a:solidFill>
                          <a:schemeClr val="tx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20" marR="121920" marT="0" marB="0" anchor="ctr"/>
                </a:tc>
                <a:tc hMerge="1">
                  <a:txBody>
                    <a:bodyPr/>
                    <a:lstStyle/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endParaRPr lang="zh-CN" sz="1900" kern="100" dirty="0">
                        <a:solidFill>
                          <a:schemeClr val="tx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20" marR="121920" marT="0" marB="0" anchor="ctr"/>
                </a:tc>
                <a:extLst>
                  <a:ext uri="{0D108BD9-81ED-4DB2-BD59-A6C34878D82A}">
                    <a16:rowId xmlns="" xmlns:a16="http://schemas.microsoft.com/office/drawing/2014/main" val="181395761"/>
                  </a:ext>
                </a:extLst>
              </a:tr>
              <a:tr h="373417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费率参数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 gridSpan="4">
                  <a:txBody>
                    <a:bodyPr/>
                    <a:lstStyle/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r>
                        <a:rPr lang="en-US" alt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1.2% </a:t>
                      </a: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年化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61976487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="" xmlns:a16="http://schemas.microsoft.com/office/drawing/2014/main" id="{CC674674-17B4-B0E7-C97E-D084D21DF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311465"/>
              </p:ext>
            </p:extLst>
          </p:nvPr>
        </p:nvGraphicFramePr>
        <p:xfrm>
          <a:off x="7871272" y="693763"/>
          <a:ext cx="3789504" cy="2488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76787">
                  <a:extLst>
                    <a:ext uri="{9D8B030D-6E8A-4147-A177-3AD203B41FA5}">
                      <a16:colId xmlns="" xmlns:a16="http://schemas.microsoft.com/office/drawing/2014/main" val="1485671215"/>
                    </a:ext>
                  </a:extLst>
                </a:gridCol>
                <a:gridCol w="1712717">
                  <a:extLst>
                    <a:ext uri="{9D8B030D-6E8A-4147-A177-3AD203B41FA5}">
                      <a16:colId xmlns="" xmlns:a16="http://schemas.microsoft.com/office/drawing/2014/main" val="3457273538"/>
                    </a:ext>
                  </a:extLst>
                </a:gridCol>
              </a:tblGrid>
              <a:tr h="407778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 smtClean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风险等级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黑体" panose="02010609060101010101" pitchFamily="49" charset="-122"/>
                          <a:ea typeface="黑体" panose="02010609060101010101" pitchFamily="49" charset="-122"/>
                          <a:cs typeface="Microsoft YaHei" charset="0"/>
                        </a:rPr>
                        <a:t>★★★</a:t>
                      </a:r>
                      <a:r>
                        <a:rPr kumimoji="0" lang="zh-CN" altLang="en-US" sz="1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黑体" panose="02010609060101010101" pitchFamily="49" charset="-122"/>
                          <a:ea typeface="黑体" panose="02010609060101010101" pitchFamily="49" charset="-122"/>
                          <a:cs typeface="Microsoft YaHei" charset="0"/>
                        </a:rPr>
                        <a:t>☆☆</a:t>
                      </a:r>
                      <a:endParaRPr kumimoji="0" lang="en-US" altLang="zh-CN" sz="1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黑体" panose="02010609060101010101" pitchFamily="49" charset="-122"/>
                        <a:ea typeface="黑体" panose="02010609060101010101" pitchFamily="49" charset="-122"/>
                        <a:cs typeface="Microsoft YaHei" charset="0"/>
                      </a:endParaRPr>
                    </a:p>
                  </a:txBody>
                  <a:tcPr marT="0" marB="0" anchor="ctr"/>
                </a:tc>
              </a:tr>
              <a:tr h="407778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年化收益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400" kern="100" dirty="0" smtClean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9.61%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1432148217"/>
                  </a:ext>
                </a:extLst>
              </a:tr>
              <a:tr h="418161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年化波动率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7.81%</a:t>
                      </a:r>
                      <a:endParaRPr lang="zh-CN" sz="1400" b="1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660338269"/>
                  </a:ext>
                </a:extLst>
              </a:tr>
              <a:tr h="418161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区间最大回撤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400" b="1" kern="100" dirty="0" smtClean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9.80%</a:t>
                      </a:r>
                      <a:endParaRPr lang="zh-CN" sz="1400" b="1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484190667"/>
                  </a:ext>
                </a:extLst>
              </a:tr>
              <a:tr h="418161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夏普比率*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altLang="zh-CN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1.12</a:t>
                      </a:r>
                      <a:endParaRPr lang="zh-CN" sz="1400" b="1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2903471811"/>
                  </a:ext>
                </a:extLst>
              </a:tr>
              <a:tr h="418161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动平衡次数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altLang="zh-CN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zh-CN" altLang="en-US" sz="1400" b="1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次</a:t>
                      </a:r>
                      <a:endParaRPr lang="zh-CN" sz="1400" b="1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2904351624"/>
                  </a:ext>
                </a:extLst>
              </a:tr>
            </a:tbl>
          </a:graphicData>
        </a:graphic>
      </p:graphicFrame>
      <p:grpSp>
        <p:nvGrpSpPr>
          <p:cNvPr id="30" name="组合 29">
            <a:extLst>
              <a:ext uri="{FF2B5EF4-FFF2-40B4-BE49-F238E27FC236}">
                <a16:creationId xmlns="" xmlns:a16="http://schemas.microsoft.com/office/drawing/2014/main" id="{054CE64E-5735-6C9E-812E-5D363F943FE4}"/>
              </a:ext>
            </a:extLst>
          </p:cNvPr>
          <p:cNvGrpSpPr/>
          <p:nvPr/>
        </p:nvGrpSpPr>
        <p:grpSpPr>
          <a:xfrm>
            <a:off x="8088985" y="4039970"/>
            <a:ext cx="3180308" cy="2225455"/>
            <a:chOff x="9214522" y="4481785"/>
            <a:chExt cx="5076266" cy="3607663"/>
          </a:xfrm>
        </p:grpSpPr>
        <p:grpSp>
          <p:nvGrpSpPr>
            <p:cNvPr id="11" name="组合 10">
              <a:extLst>
                <a:ext uri="{FF2B5EF4-FFF2-40B4-BE49-F238E27FC236}">
                  <a16:creationId xmlns="" xmlns:a16="http://schemas.microsoft.com/office/drawing/2014/main" id="{E1373281-C57A-EA05-9003-57971BE2BF56}"/>
                </a:ext>
              </a:extLst>
            </p:cNvPr>
            <p:cNvGrpSpPr/>
            <p:nvPr/>
          </p:nvGrpSpPr>
          <p:grpSpPr>
            <a:xfrm>
              <a:off x="9214522" y="4481785"/>
              <a:ext cx="2886454" cy="3607663"/>
              <a:chOff x="9671296" y="529929"/>
              <a:chExt cx="1406378" cy="1757560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="" xmlns:a16="http://schemas.microsoft.com/office/drawing/2014/main" id="{02221B9E-F1AF-3EEE-A906-113B3CA95E7D}"/>
                  </a:ext>
                </a:extLst>
              </p:cNvPr>
              <p:cNvGrpSpPr/>
              <p:nvPr/>
            </p:nvGrpSpPr>
            <p:grpSpPr>
              <a:xfrm>
                <a:off x="9671296" y="529929"/>
                <a:ext cx="1406378" cy="1757560"/>
                <a:chOff x="3752250" y="10792389"/>
                <a:chExt cx="3402534" cy="4061619"/>
              </a:xfrm>
            </p:grpSpPr>
            <p:sp>
              <p:nvSpPr>
                <p:cNvPr id="18" name="流程图: 摘录 17">
                  <a:extLst>
                    <a:ext uri="{FF2B5EF4-FFF2-40B4-BE49-F238E27FC236}">
                      <a16:creationId xmlns="" xmlns:a16="http://schemas.microsoft.com/office/drawing/2014/main" id="{3CC35E3F-1382-33C0-291C-99A66C4A190B}"/>
                    </a:ext>
                  </a:extLst>
                </p:cNvPr>
                <p:cNvSpPr/>
                <p:nvPr/>
              </p:nvSpPr>
              <p:spPr>
                <a:xfrm>
                  <a:off x="4989650" y="10792389"/>
                  <a:ext cx="849448" cy="970066"/>
                </a:xfrm>
                <a:prstGeom prst="flowChartExtra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200">
                    <a:solidFill>
                      <a:prstClr val="white"/>
                    </a:solidFill>
                  </a:endParaRPr>
                </a:p>
              </p:txBody>
            </p:sp>
            <p:grpSp>
              <p:nvGrpSpPr>
                <p:cNvPr id="19" name="组合 18">
                  <a:extLst>
                    <a:ext uri="{FF2B5EF4-FFF2-40B4-BE49-F238E27FC236}">
                      <a16:creationId xmlns="" xmlns:a16="http://schemas.microsoft.com/office/drawing/2014/main" id="{469A9A3B-08F8-3A8D-49BA-6CAC40D6BD99}"/>
                    </a:ext>
                  </a:extLst>
                </p:cNvPr>
                <p:cNvGrpSpPr/>
                <p:nvPr/>
              </p:nvGrpSpPr>
              <p:grpSpPr>
                <a:xfrm>
                  <a:off x="3752250" y="11955574"/>
                  <a:ext cx="3402534" cy="2898434"/>
                  <a:chOff x="1932984" y="12048650"/>
                  <a:chExt cx="3402534" cy="2898434"/>
                </a:xfrm>
              </p:grpSpPr>
              <p:grpSp>
                <p:nvGrpSpPr>
                  <p:cNvPr id="20" name="组合 19">
                    <a:extLst>
                      <a:ext uri="{FF2B5EF4-FFF2-40B4-BE49-F238E27FC236}">
                        <a16:creationId xmlns="" xmlns:a16="http://schemas.microsoft.com/office/drawing/2014/main" id="{689D369F-F04B-C8A5-E28F-D7A24F2ACFE6}"/>
                      </a:ext>
                    </a:extLst>
                  </p:cNvPr>
                  <p:cNvGrpSpPr/>
                  <p:nvPr/>
                </p:nvGrpSpPr>
                <p:grpSpPr>
                  <a:xfrm>
                    <a:off x="1993692" y="12048650"/>
                    <a:ext cx="3341826" cy="2898434"/>
                    <a:chOff x="1993692" y="12048650"/>
                    <a:chExt cx="3341826" cy="2898434"/>
                  </a:xfrm>
                </p:grpSpPr>
                <p:grpSp>
                  <p:nvGrpSpPr>
                    <p:cNvPr id="22" name="组合 21">
                      <a:extLst>
                        <a:ext uri="{FF2B5EF4-FFF2-40B4-BE49-F238E27FC236}">
                          <a16:creationId xmlns="" xmlns:a16="http://schemas.microsoft.com/office/drawing/2014/main" id="{43A6A8CE-1A75-B838-F94C-D4D8EBC7F66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93692" y="13444497"/>
                      <a:ext cx="3341826" cy="1502587"/>
                      <a:chOff x="1553724" y="3909372"/>
                      <a:chExt cx="1872209" cy="1422970"/>
                    </a:xfrm>
                  </p:grpSpPr>
                  <p:sp>
                    <p:nvSpPr>
                      <p:cNvPr id="24" name="矩形: 圆角 19">
                        <a:extLst>
                          <a:ext uri="{FF2B5EF4-FFF2-40B4-BE49-F238E27FC236}">
                            <a16:creationId xmlns="" xmlns:a16="http://schemas.microsoft.com/office/drawing/2014/main" id="{54047310-4AE9-3C46-9A7B-AB653FC2DC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31304" y="4111107"/>
                        <a:ext cx="1643586" cy="765202"/>
                      </a:xfrm>
                      <a:prstGeom prst="trapezoid">
                        <a:avLst>
                          <a:gd name="adj" fmla="val 39871"/>
                        </a:avLst>
                      </a:prstGeom>
                      <a:solidFill>
                        <a:srgbClr val="92D05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730867" eaLnBrk="1" fontAlgn="auto" hangingPunct="1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zh-CN" altLang="en-US" sz="600" b="1" dirty="0">
                          <a:solidFill>
                            <a:prstClr val="whit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25" name="矩形 47">
                        <a:extLst>
                          <a:ext uri="{FF2B5EF4-FFF2-40B4-BE49-F238E27FC236}">
                            <a16:creationId xmlns="" xmlns:a16="http://schemas.microsoft.com/office/drawing/2014/main" id="{B4C8D436-3C88-2B5F-E3D3-755EC62E72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53724" y="3909372"/>
                        <a:ext cx="1872209" cy="1422970"/>
                      </a:xfrm>
                      <a:prstGeom prst="rect">
                        <a:avLst/>
                      </a:prstGeom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algn="ctr" eaLnBrk="1" fontAlgn="auto" hangingPunct="1">
                          <a:lnSpc>
                            <a:spcPts val="567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zh-CN" altLang="en-US" sz="900" b="1" kern="100" dirty="0">
                          <a:solidFill>
                            <a:prstClr val="whit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endParaRPr>
                      </a:p>
                    </p:txBody>
                  </p:sp>
                </p:grpSp>
                <p:sp>
                  <p:nvSpPr>
                    <p:cNvPr id="23" name="梯形 22">
                      <a:extLst>
                        <a:ext uri="{FF2B5EF4-FFF2-40B4-BE49-F238E27FC236}">
                          <a16:creationId xmlns="" xmlns:a16="http://schemas.microsoft.com/office/drawing/2014/main" id="{B803190F-06DB-0A46-2155-11F6CCE924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28365" y="12048650"/>
                      <a:ext cx="2151065" cy="1443126"/>
                    </a:xfrm>
                    <a:prstGeom prst="trapezoid">
                      <a:avLst>
                        <a:gd name="adj" fmla="val 37673"/>
                      </a:avLst>
                    </a:prstGeom>
                    <a:solidFill>
                      <a:srgbClr val="0070C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zh-CN" altLang="en-US" sz="1200">
                        <a:solidFill>
                          <a:prstClr val="white"/>
                        </a:solidFill>
                      </a:endParaRPr>
                    </a:p>
                  </p:txBody>
                </p:sp>
              </p:grpSp>
              <p:sp>
                <p:nvSpPr>
                  <p:cNvPr id="21" name="矩形 47">
                    <a:extLst>
                      <a:ext uri="{FF2B5EF4-FFF2-40B4-BE49-F238E27FC236}">
                        <a16:creationId xmlns="" xmlns:a16="http://schemas.microsoft.com/office/drawing/2014/main" id="{58BF7598-68D3-6CA9-3DDA-AFC60EF9002A}"/>
                      </a:ext>
                    </a:extLst>
                  </p:cNvPr>
                  <p:cNvSpPr/>
                  <p:nvPr/>
                </p:nvSpPr>
                <p:spPr>
                  <a:xfrm>
                    <a:off x="1932984" y="12156167"/>
                    <a:ext cx="3341826" cy="1502587"/>
                  </a:xfrm>
                  <a:prstGeom prst="rect">
                    <a:avLst/>
                  </a:prstGeom>
                </p:spPr>
                <p:txBody>
                  <a:bodyPr wrap="square" anchor="ctr">
                    <a:spAutoFit/>
                  </a:bodyPr>
                  <a:lstStyle/>
                  <a:p>
                    <a:pPr algn="ctr" eaLnBrk="1" fontAlgn="auto" hangingPunct="1">
                      <a:lnSpc>
                        <a:spcPts val="567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900" b="1" kern="10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sp>
            <p:nvSpPr>
              <p:cNvPr id="15" name="矩形: 圆角 14">
                <a:extLst>
                  <a:ext uri="{FF2B5EF4-FFF2-40B4-BE49-F238E27FC236}">
                    <a16:creationId xmlns="" xmlns:a16="http://schemas.microsoft.com/office/drawing/2014/main" id="{D8769B02-4B26-3613-FF5F-DFED6D24DD1C}"/>
                  </a:ext>
                </a:extLst>
              </p:cNvPr>
              <p:cNvSpPr/>
              <p:nvPr/>
            </p:nvSpPr>
            <p:spPr>
              <a:xfrm>
                <a:off x="9859583" y="1136335"/>
                <a:ext cx="1029804" cy="428669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900" b="1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60%</a:t>
                </a:r>
                <a:endParaRPr lang="zh-CN" altLang="en-US" sz="9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矩形: 圆角 15">
                <a:extLst>
                  <a:ext uri="{FF2B5EF4-FFF2-40B4-BE49-F238E27FC236}">
                    <a16:creationId xmlns="" xmlns:a16="http://schemas.microsoft.com/office/drawing/2014/main" id="{AC9E1CC5-5E69-3D9E-2379-854857AED4B5}"/>
                  </a:ext>
                </a:extLst>
              </p:cNvPr>
              <p:cNvSpPr/>
              <p:nvPr/>
            </p:nvSpPr>
            <p:spPr>
              <a:xfrm>
                <a:off x="9850292" y="1696851"/>
                <a:ext cx="1029804" cy="428669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10%</a:t>
                </a:r>
                <a:endPara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矩形: 圆角 16">
                <a:extLst>
                  <a:ext uri="{FF2B5EF4-FFF2-40B4-BE49-F238E27FC236}">
                    <a16:creationId xmlns="" xmlns:a16="http://schemas.microsoft.com/office/drawing/2014/main" id="{C1AC29F1-BE77-891F-9073-1EF3D755E864}"/>
                  </a:ext>
                </a:extLst>
              </p:cNvPr>
              <p:cNvSpPr/>
              <p:nvPr/>
            </p:nvSpPr>
            <p:spPr>
              <a:xfrm>
                <a:off x="10081887" y="560140"/>
                <a:ext cx="566614" cy="428669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900" b="1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30%</a:t>
                </a:r>
                <a:endParaRPr lang="zh-CN" altLang="en-US" sz="9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6" name="文本框 25">
              <a:extLst>
                <a:ext uri="{FF2B5EF4-FFF2-40B4-BE49-F238E27FC236}">
                  <a16:creationId xmlns="" xmlns:a16="http://schemas.microsoft.com/office/drawing/2014/main" id="{5E90DF4D-CB18-7A64-EEF5-25DFCF2B3967}"/>
                </a:ext>
              </a:extLst>
            </p:cNvPr>
            <p:cNvSpPr txBox="1"/>
            <p:nvPr/>
          </p:nvSpPr>
          <p:spPr>
            <a:xfrm>
              <a:off x="11852488" y="4702321"/>
              <a:ext cx="2343496" cy="1047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43" indent="-285743" eaLnBrk="1" fontAlgn="auto" hangingPunct="1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b="1" dirty="0">
                  <a:solidFill>
                    <a:srgbClr val="8B0000"/>
                  </a:solidFill>
                  <a:latin typeface="思源宋体" panose="02010600030101010101" charset="-122"/>
                  <a:ea typeface="思源宋体" panose="02010600030101010101" charset="-122"/>
                </a:rPr>
                <a:t>增值组合</a:t>
              </a:r>
              <a:r>
                <a:rPr lang="en-US" altLang="zh-CN" b="1" dirty="0">
                  <a:solidFill>
                    <a:srgbClr val="8B0000"/>
                  </a:solidFill>
                  <a:latin typeface="思源宋体" panose="02010600030101010101" charset="-122"/>
                  <a:ea typeface="思源宋体" panose="02010600030101010101" charset="-122"/>
                </a:rPr>
                <a:t> 30%</a:t>
              </a:r>
              <a:endParaRPr lang="zh-CN" altLang="en-US" b="1" dirty="0">
                <a:solidFill>
                  <a:srgbClr val="8B0000"/>
                </a:solidFill>
                <a:latin typeface="思源宋体" panose="02010600030101010101" charset="-122"/>
                <a:ea typeface="思源宋体" panose="02010600030101010101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="" xmlns:a16="http://schemas.microsoft.com/office/drawing/2014/main" id="{EEB9EF82-E700-2FF4-1BA9-3F1595F45572}"/>
                </a:ext>
              </a:extLst>
            </p:cNvPr>
            <p:cNvSpPr txBox="1"/>
            <p:nvPr/>
          </p:nvSpPr>
          <p:spPr>
            <a:xfrm>
              <a:off x="11852488" y="5882999"/>
              <a:ext cx="2438300" cy="1047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43" indent="-285743" eaLnBrk="1" fontAlgn="auto" hangingPunct="1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b="1" dirty="0">
                  <a:solidFill>
                    <a:srgbClr val="8B0000"/>
                  </a:solidFill>
                  <a:latin typeface="思源宋体" panose="02010600030101010101" charset="-122"/>
                  <a:ea typeface="思源宋体" panose="02010600030101010101" charset="-122"/>
                </a:rPr>
                <a:t>生息组合 </a:t>
              </a:r>
              <a:r>
                <a:rPr lang="en-US" altLang="zh-CN" b="1" dirty="0">
                  <a:solidFill>
                    <a:srgbClr val="8B0000"/>
                  </a:solidFill>
                  <a:latin typeface="思源宋体" panose="02010600030101010101" charset="-122"/>
                  <a:ea typeface="思源宋体" panose="02010600030101010101" charset="-122"/>
                </a:rPr>
                <a:t>60%</a:t>
              </a:r>
              <a:endParaRPr lang="zh-CN" altLang="en-US" b="1" dirty="0">
                <a:solidFill>
                  <a:srgbClr val="8B0000"/>
                </a:solidFill>
                <a:latin typeface="思源宋体" panose="02010600030101010101" charset="-122"/>
                <a:ea typeface="思源宋体" panose="02010600030101010101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="" xmlns:a16="http://schemas.microsoft.com/office/drawing/2014/main" id="{D153317B-0BBF-C047-D5C8-00957D05FDE5}"/>
                </a:ext>
              </a:extLst>
            </p:cNvPr>
            <p:cNvSpPr txBox="1"/>
            <p:nvPr/>
          </p:nvSpPr>
          <p:spPr>
            <a:xfrm>
              <a:off x="11858411" y="7037905"/>
              <a:ext cx="2394500" cy="1047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43" indent="-285743" eaLnBrk="1" fontAlgn="auto" hangingPunct="1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b="1" dirty="0">
                  <a:solidFill>
                    <a:srgbClr val="8B0000"/>
                  </a:solidFill>
                  <a:latin typeface="思源宋体" panose="02010600030101010101" charset="-122"/>
                  <a:ea typeface="思源宋体" panose="02010600030101010101" charset="-122"/>
                </a:rPr>
                <a:t>保障组合 </a:t>
              </a:r>
              <a:r>
                <a:rPr lang="en-US" altLang="zh-CN" b="1" dirty="0">
                  <a:solidFill>
                    <a:srgbClr val="8B0000"/>
                  </a:solidFill>
                  <a:latin typeface="思源宋体" panose="02010600030101010101" charset="-122"/>
                  <a:ea typeface="思源宋体" panose="02010600030101010101" charset="-122"/>
                </a:rPr>
                <a:t>10%</a:t>
              </a:r>
              <a:endParaRPr lang="zh-CN" altLang="en-US" b="1" dirty="0">
                <a:solidFill>
                  <a:srgbClr val="8B0000"/>
                </a:solidFill>
                <a:latin typeface="思源宋体" panose="02010600030101010101" charset="-122"/>
                <a:ea typeface="思源宋体" panose="02010600030101010101" charset="-122"/>
              </a:endParaRPr>
            </a:p>
          </p:txBody>
        </p:sp>
      </p:grpSp>
      <p:graphicFrame>
        <p:nvGraphicFramePr>
          <p:cNvPr id="13" name="图表 12">
            <a:extLst>
              <a:ext uri="{FF2B5EF4-FFF2-40B4-BE49-F238E27FC236}">
                <a16:creationId xmlns="" xmlns:a16="http://schemas.microsoft.com/office/drawing/2014/main" id="{51F94A0C-D940-211B-31D3-6901C49B6DFB}"/>
              </a:ext>
            </a:extLst>
          </p:cNvPr>
          <p:cNvGraphicFramePr>
            <a:graphicFrameLocks/>
          </p:cNvGraphicFramePr>
          <p:nvPr/>
        </p:nvGraphicFramePr>
        <p:xfrm>
          <a:off x="571500" y="2847529"/>
          <a:ext cx="7115653" cy="33309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9" name="组合 33"/>
          <p:cNvGrpSpPr>
            <a:grpSpLocks/>
          </p:cNvGrpSpPr>
          <p:nvPr/>
        </p:nvGrpSpPr>
        <p:grpSpPr bwMode="auto">
          <a:xfrm rot="10800000" flipH="1">
            <a:off x="0" y="-4763"/>
            <a:ext cx="1147763" cy="847726"/>
            <a:chOff x="-19" y="1607"/>
            <a:chExt cx="12700" cy="9230"/>
          </a:xfrm>
        </p:grpSpPr>
        <p:sp>
          <p:nvSpPr>
            <p:cNvPr id="31" name="直角三角形 30"/>
            <p:cNvSpPr/>
            <p:nvPr/>
          </p:nvSpPr>
          <p:spPr>
            <a:xfrm>
              <a:off x="-19" y="1607"/>
              <a:ext cx="12700" cy="9230"/>
            </a:xfrm>
            <a:prstGeom prst="rtTriangle">
              <a:avLst/>
            </a:prstGeom>
            <a:solidFill>
              <a:srgbClr val="FFC000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  <p:sp>
          <p:nvSpPr>
            <p:cNvPr id="32" name="直角三角形 31"/>
            <p:cNvSpPr/>
            <p:nvPr/>
          </p:nvSpPr>
          <p:spPr>
            <a:xfrm>
              <a:off x="-19" y="2333"/>
              <a:ext cx="11892" cy="8642"/>
            </a:xfrm>
            <a:prstGeom prst="rtTriangle">
              <a:avLst/>
            </a:prstGeom>
            <a:solidFill>
              <a:srgbClr val="0388F9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  <p:sp>
          <p:nvSpPr>
            <p:cNvPr id="33" name="直角三角形 32"/>
            <p:cNvSpPr/>
            <p:nvPr/>
          </p:nvSpPr>
          <p:spPr>
            <a:xfrm>
              <a:off x="-19" y="4787"/>
              <a:ext cx="8519" cy="6188"/>
            </a:xfrm>
            <a:prstGeom prst="rtTriangle">
              <a:avLst/>
            </a:prstGeom>
            <a:solidFill>
              <a:srgbClr val="01457E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  <p:sp>
          <p:nvSpPr>
            <p:cNvPr id="34" name="直角三角形 33"/>
            <p:cNvSpPr/>
            <p:nvPr/>
          </p:nvSpPr>
          <p:spPr>
            <a:xfrm>
              <a:off x="122" y="7657"/>
              <a:ext cx="4567" cy="3319"/>
            </a:xfrm>
            <a:prstGeom prst="rtTriangle">
              <a:avLst/>
            </a:prstGeom>
            <a:solidFill>
              <a:srgbClr val="004E8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</p:grpSp>
      <p:sp>
        <p:nvSpPr>
          <p:cNvPr id="35" name="文本框 17"/>
          <p:cNvSpPr txBox="1"/>
          <p:nvPr/>
        </p:nvSpPr>
        <p:spPr>
          <a:xfrm>
            <a:off x="769913" y="0"/>
            <a:ext cx="6683433" cy="738664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866943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04.</a:t>
            </a:r>
            <a:r>
              <a:rPr lang="zh-CN" altLang="en-US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组合回测</a:t>
            </a:r>
            <a:r>
              <a:rPr lang="en-US" altLang="zh-CN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—— 30/70</a:t>
            </a:r>
            <a:r>
              <a:rPr lang="zh-CN" altLang="en-US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样板间</a:t>
            </a:r>
            <a:endParaRPr lang="zh-CN" altLang="en-US" sz="2800" b="1" dirty="0">
              <a:solidFill>
                <a:srgbClr val="4472C4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 bwMode="auto">
          <a:xfrm>
            <a:off x="278420" y="595457"/>
            <a:ext cx="2710781" cy="339471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HARVEST WEALTH</a:t>
            </a:r>
            <a:endParaRPr lang="zh-CN" altLang="en-US" sz="1600" dirty="0">
              <a:solidFill>
                <a:srgbClr val="4472C4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7600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5135BDE-3454-46B3-7D70-5374B14FE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 descr="e7d195523061f1c09e9d68d7cf438b91ef959ecb14fc25d26BBA7F7DBC18E55DFF4014AF651F0BF2569D4B6C1DA7F1A4683A481403BD872FC687266AD13265C1DE7C373772FD8728ABDD69ADD03BFF5BE2862BC891DBB79E9B09246D0C8BFFDB55F97A4A197D0CE4F3CC54D8F058F49BF06ED5DD0827EC15F885F59D78ED9CA97EDB289E7349ADC0E6738A5D5DC345652D152AAC3F32854D">
            <a:extLst>
              <a:ext uri="{FF2B5EF4-FFF2-40B4-BE49-F238E27FC236}">
                <a16:creationId xmlns="" xmlns:a16="http://schemas.microsoft.com/office/drawing/2014/main" id="{8BA5CEDE-F67E-CB5F-11FC-FAF30563A903}"/>
              </a:ext>
            </a:extLst>
          </p:cNvPr>
          <p:cNvSpPr/>
          <p:nvPr/>
        </p:nvSpPr>
        <p:spPr>
          <a:xfrm rot="17100000">
            <a:off x="665665" y="160279"/>
            <a:ext cx="1425269" cy="1425269"/>
          </a:xfrm>
          <a:prstGeom prst="ellipse">
            <a:avLst/>
          </a:prstGeom>
          <a:gradFill flip="none" rotWithShape="1">
            <a:gsLst>
              <a:gs pos="34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>
                  <a:alpha val="37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>
              <a:solidFill>
                <a:prstClr val="white"/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="" xmlns:a16="http://schemas.microsoft.com/office/drawing/2014/main" id="{C6A819C4-E237-AF05-0C63-C45BE15F0D46}"/>
              </a:ext>
            </a:extLst>
          </p:cNvPr>
          <p:cNvCxnSpPr/>
          <p:nvPr/>
        </p:nvCxnSpPr>
        <p:spPr>
          <a:xfrm>
            <a:off x="582917" y="1141204"/>
            <a:ext cx="1120678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13045" y="1359439"/>
            <a:ext cx="105794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个完整年度有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年为正收益。最高年度收益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24.03%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，最低年度收益</a:t>
            </a:r>
            <a:r>
              <a:rPr lang="en-US" altLang="zh-CN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5.00%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，年化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收益率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9.61%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-257175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76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个完整月度录得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(65.8%)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正收益。最高月度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收益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7.38%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，最低月度收益</a:t>
            </a:r>
            <a:r>
              <a:rPr lang="en-US" altLang="zh-CN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4.53%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，平均月度收益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0.79%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-257175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10-90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样板间的净值走势与中证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800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相关性为 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+0.25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1842" y="6171595"/>
            <a:ext cx="105794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数据来源：嘉实财富。回测区间为</a:t>
            </a:r>
            <a:r>
              <a:rPr lang="en-US" altLang="zh-CN" sz="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2020/1/1-2026/04/30</a:t>
            </a:r>
            <a:r>
              <a:rPr lang="zh-CN" altLang="en-US" sz="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。历史回测不代表未来表现，以上涉及的相关数据均为假设条件或虚拟回测，仅为实现策略举例说明之目的、用于投资者教育，不涉及任何具体产品信息及其宜传推介，历史业绩不预示未来表现。</a:t>
            </a:r>
            <a:endParaRPr lang="zh-CN" altLang="en-US" sz="9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686911"/>
              </p:ext>
            </p:extLst>
          </p:nvPr>
        </p:nvGraphicFramePr>
        <p:xfrm>
          <a:off x="573881" y="2609317"/>
          <a:ext cx="10515600" cy="3509451"/>
        </p:xfrm>
        <a:graphic>
          <a:graphicData uri="http://schemas.openxmlformats.org/drawingml/2006/table">
            <a:tbl>
              <a:tblPr/>
              <a:tblGrid>
                <a:gridCol w="6572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5722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5722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5722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65722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65722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65722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657225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657225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657225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657225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657225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657225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657225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657225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  <a:gridCol w="657225">
                  <a:extLst>
                    <a:ext uri="{9D8B030D-6E8A-4147-A177-3AD203B41FA5}">
                      <a16:colId xmlns="" xmlns:a16="http://schemas.microsoft.com/office/drawing/2014/main" val="20015"/>
                    </a:ext>
                  </a:extLst>
                </a:gridCol>
              </a:tblGrid>
              <a:tr h="3899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年份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 dirty="0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b="1" i="0" u="none" strike="noStrike" dirty="0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全年收益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月度胜率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E7E6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最大回撤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993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2020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2.06%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2.61%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B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-2.95%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D1A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3.88%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D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-0.59%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3.62%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7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69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-0.49%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-2.02%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DBB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-0.09%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14.48%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58.33%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-6.80%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8993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-0.99%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9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-1.30%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7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9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2.41%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B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3.28%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3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1.62%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-2.25%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E0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-0.12%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8.07%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66.67%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-4.82%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8993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-2.73%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D2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1.06%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-1.95%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C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-2.59%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D5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C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2.39%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1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-0.85%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-2.22%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DBB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-0.79%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-5.00%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50.00%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-7.73%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8993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2023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0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7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-1.14%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C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-0.86%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-1.54%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-0.68%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1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0.69%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66.67%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-7.11%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8993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2024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-4.53%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4.19%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7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1.96%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F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1.36%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-0.36%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-0.07%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-1.44%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5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5.42%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F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6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1.48%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11.15%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66.67%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-5.04%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8993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3.13%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6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3.77%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E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7.38%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3.30%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4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-1.30%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2.78%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8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24.03%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83.33%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-5.41%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8993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4.16%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0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-3.12%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CD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5.77%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98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7.09%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75.00%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-5.23%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899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成立以来</a:t>
                      </a:r>
                    </a:p>
                  </a:txBody>
                  <a:tcPr marL="4564" marR="4564" marT="456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78.74%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65.79%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-9.80%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2" name="组合 33"/>
          <p:cNvGrpSpPr>
            <a:grpSpLocks/>
          </p:cNvGrpSpPr>
          <p:nvPr/>
        </p:nvGrpSpPr>
        <p:grpSpPr bwMode="auto">
          <a:xfrm rot="10800000" flipH="1">
            <a:off x="0" y="-4763"/>
            <a:ext cx="1147763" cy="847726"/>
            <a:chOff x="-19" y="1607"/>
            <a:chExt cx="12700" cy="9230"/>
          </a:xfrm>
        </p:grpSpPr>
        <p:sp>
          <p:nvSpPr>
            <p:cNvPr id="13" name="直角三角形 12"/>
            <p:cNvSpPr/>
            <p:nvPr/>
          </p:nvSpPr>
          <p:spPr>
            <a:xfrm>
              <a:off x="-19" y="1607"/>
              <a:ext cx="12700" cy="9230"/>
            </a:xfrm>
            <a:prstGeom prst="rtTriangle">
              <a:avLst/>
            </a:prstGeom>
            <a:solidFill>
              <a:srgbClr val="FFC000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  <p:sp>
          <p:nvSpPr>
            <p:cNvPr id="14" name="直角三角形 13"/>
            <p:cNvSpPr/>
            <p:nvPr/>
          </p:nvSpPr>
          <p:spPr>
            <a:xfrm>
              <a:off x="-19" y="2333"/>
              <a:ext cx="11892" cy="8642"/>
            </a:xfrm>
            <a:prstGeom prst="rtTriangle">
              <a:avLst/>
            </a:prstGeom>
            <a:solidFill>
              <a:srgbClr val="0388F9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  <p:sp>
          <p:nvSpPr>
            <p:cNvPr id="15" name="直角三角形 14"/>
            <p:cNvSpPr/>
            <p:nvPr/>
          </p:nvSpPr>
          <p:spPr>
            <a:xfrm>
              <a:off x="-19" y="4787"/>
              <a:ext cx="8519" cy="6188"/>
            </a:xfrm>
            <a:prstGeom prst="rtTriangle">
              <a:avLst/>
            </a:prstGeom>
            <a:solidFill>
              <a:srgbClr val="01457E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  <p:sp>
          <p:nvSpPr>
            <p:cNvPr id="16" name="直角三角形 15"/>
            <p:cNvSpPr/>
            <p:nvPr/>
          </p:nvSpPr>
          <p:spPr>
            <a:xfrm>
              <a:off x="122" y="7657"/>
              <a:ext cx="4567" cy="3319"/>
            </a:xfrm>
            <a:prstGeom prst="rtTriangle">
              <a:avLst/>
            </a:prstGeom>
            <a:solidFill>
              <a:srgbClr val="004E8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</p:grpSp>
      <p:sp>
        <p:nvSpPr>
          <p:cNvPr id="17" name="文本框 17"/>
          <p:cNvSpPr txBox="1"/>
          <p:nvPr/>
        </p:nvSpPr>
        <p:spPr>
          <a:xfrm>
            <a:off x="769913" y="0"/>
            <a:ext cx="6683433" cy="738664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866943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04.</a:t>
            </a:r>
            <a:r>
              <a:rPr lang="zh-CN" altLang="en-US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组合回测</a:t>
            </a:r>
            <a:r>
              <a:rPr lang="en-US" altLang="zh-CN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—— 30/70</a:t>
            </a:r>
            <a:r>
              <a:rPr lang="zh-CN" altLang="en-US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样板间</a:t>
            </a:r>
            <a:endParaRPr lang="zh-CN" altLang="en-US" sz="2800" b="1" dirty="0">
              <a:solidFill>
                <a:srgbClr val="4472C4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278420" y="595457"/>
            <a:ext cx="2710781" cy="339471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HARVEST WEALTH</a:t>
            </a:r>
            <a:endParaRPr lang="zh-CN" altLang="en-US" sz="1600" dirty="0">
              <a:solidFill>
                <a:srgbClr val="4472C4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1506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E598D38-AF89-997D-C90D-62A5A04C5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 descr="e7d195523061f1c09e9d68d7cf438b91ef959ecb14fc25d26BBA7F7DBC18E55DFF4014AF651F0BF2569D4B6C1DA7F1A4683A481403BD872FC687266AD13265C1DE7C373772FD8728ABDD69ADD03BFF5BE2862BC891DBB79E9B09246D0C8BFFDB55F97A4A197D0CE4F3CC54D8F058F49BF06ED5DD0827EC15F885F59D78ED9CA97EDB289E7349ADC0E6738A5D5DC345652D152AAC3F32854D">
            <a:extLst>
              <a:ext uri="{FF2B5EF4-FFF2-40B4-BE49-F238E27FC236}">
                <a16:creationId xmlns="" xmlns:a16="http://schemas.microsoft.com/office/drawing/2014/main" id="{CFD663DE-F8E0-22D3-689C-082ED1FF07F3}"/>
              </a:ext>
            </a:extLst>
          </p:cNvPr>
          <p:cNvSpPr/>
          <p:nvPr/>
        </p:nvSpPr>
        <p:spPr>
          <a:xfrm rot="17100000">
            <a:off x="665665" y="160279"/>
            <a:ext cx="1425269" cy="1425269"/>
          </a:xfrm>
          <a:prstGeom prst="ellipse">
            <a:avLst/>
          </a:prstGeom>
          <a:gradFill flip="none" rotWithShape="1">
            <a:gsLst>
              <a:gs pos="34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>
                  <a:alpha val="37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>
              <a:solidFill>
                <a:prstClr val="white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1D32C384-A443-F423-F6A1-1867DE88E05F}"/>
              </a:ext>
            </a:extLst>
          </p:cNvPr>
          <p:cNvSpPr/>
          <p:nvPr/>
        </p:nvSpPr>
        <p:spPr>
          <a:xfrm>
            <a:off x="150794" y="6402450"/>
            <a:ext cx="11272674" cy="246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6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净值数据来源同花顺iFinD；按各基金初始配比、买入持有不调仓假设回测；成立不足5年的基金，指增组合以其跟踪指数（中证500/1000/2000）收益替代、产业趋势组合以创业板50指数收益替代。夏普比率按无风险利率2%计算。策略历史表现不构成对未来业绩的承诺。统计区间为2021年5月-2026年4月30日。</a:t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004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004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="" xmlns:a16="http://schemas.microsoft.com/office/drawing/2014/main" id="{CC674674-17B4-B0E7-C97E-D084D21DF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712804"/>
              </p:ext>
            </p:extLst>
          </p:nvPr>
        </p:nvGraphicFramePr>
        <p:xfrm>
          <a:off x="8140987" y="2016025"/>
          <a:ext cx="3789504" cy="251671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76787">
                  <a:extLst>
                    <a:ext uri="{9D8B030D-6E8A-4147-A177-3AD203B41FA5}">
                      <a16:colId xmlns="" xmlns:a16="http://schemas.microsoft.com/office/drawing/2014/main" val="1485671215"/>
                    </a:ext>
                  </a:extLst>
                </a:gridCol>
                <a:gridCol w="1712717">
                  <a:extLst>
                    <a:ext uri="{9D8B030D-6E8A-4147-A177-3AD203B41FA5}">
                      <a16:colId xmlns="" xmlns:a16="http://schemas.microsoft.com/office/drawing/2014/main" val="3457273538"/>
                    </a:ext>
                  </a:extLst>
                </a:gridCol>
              </a:tblGrid>
              <a:tr h="407778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 smtClean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风险等级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黑体" panose="02010609060101010101" pitchFamily="49" charset="-122"/>
                          <a:ea typeface="黑体" panose="02010609060101010101" pitchFamily="49" charset="-122"/>
                          <a:cs typeface="Microsoft YaHei" charset="0"/>
                        </a:rPr>
                        <a:t>★★★★</a:t>
                      </a:r>
                      <a:r>
                        <a:rPr kumimoji="0" lang="zh-CN" altLang="en-US" sz="1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黑体" panose="02010609060101010101" pitchFamily="49" charset="-122"/>
                          <a:ea typeface="黑体" panose="02010609060101010101" pitchFamily="49" charset="-122"/>
                          <a:cs typeface="Microsoft YaHei" charset="0"/>
                        </a:rPr>
                        <a:t>☆</a:t>
                      </a:r>
                      <a:endParaRPr kumimoji="0" lang="en-US" altLang="zh-CN" sz="1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黑体" panose="02010609060101010101" pitchFamily="49" charset="-122"/>
                        <a:ea typeface="黑体" panose="02010609060101010101" pitchFamily="49" charset="-122"/>
                        <a:cs typeface="Microsoft YaHei" charset="0"/>
                      </a:endParaRPr>
                    </a:p>
                  </a:txBody>
                  <a:tcPr marT="0" marB="0" anchor="ctr"/>
                </a:tc>
              </a:tr>
              <a:tr h="407778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年化收益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t>19.6%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1432148217"/>
                  </a:ext>
                </a:extLst>
              </a:tr>
              <a:tr h="4466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alt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 </a:t>
                      </a:r>
                      <a:r>
                        <a:rPr 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算术平均年收益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t>31.2%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2493041806"/>
                  </a:ext>
                </a:extLst>
              </a:tr>
              <a:tr h="418161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年化波动率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t>22.3%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660338269"/>
                  </a:ext>
                </a:extLst>
              </a:tr>
              <a:tr h="418161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区间最大回撤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t>-39.1%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484190667"/>
                  </a:ext>
                </a:extLst>
              </a:tr>
              <a:tr h="418161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夏普比率*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t>0.79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2903471811"/>
                  </a:ext>
                </a:extLst>
              </a:tr>
            </a:tbl>
          </a:graphicData>
        </a:graphic>
      </p:graphicFrame>
      <p:graphicFrame>
        <p:nvGraphicFramePr>
          <p:cNvPr id="13" name="图表 12">
            <a:extLst>
              <a:ext uri="{FF2B5EF4-FFF2-40B4-BE49-F238E27FC236}">
                <a16:creationId xmlns="" xmlns:a16="http://schemas.microsoft.com/office/drawing/2014/main" id="{51F94A0C-D940-211B-31D3-6901C49B6D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1866593"/>
              </p:ext>
            </p:extLst>
          </p:nvPr>
        </p:nvGraphicFramePr>
        <p:xfrm>
          <a:off x="537370" y="1412897"/>
          <a:ext cx="7115653" cy="45115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9" name="组合 33"/>
          <p:cNvGrpSpPr>
            <a:grpSpLocks/>
          </p:cNvGrpSpPr>
          <p:nvPr/>
        </p:nvGrpSpPr>
        <p:grpSpPr bwMode="auto">
          <a:xfrm rot="10800000" flipH="1">
            <a:off x="0" y="-4763"/>
            <a:ext cx="1147763" cy="847726"/>
            <a:chOff x="-19" y="1607"/>
            <a:chExt cx="12700" cy="9230"/>
          </a:xfrm>
        </p:grpSpPr>
        <p:sp>
          <p:nvSpPr>
            <p:cNvPr id="31" name="直角三角形 30"/>
            <p:cNvSpPr/>
            <p:nvPr/>
          </p:nvSpPr>
          <p:spPr>
            <a:xfrm>
              <a:off x="-19" y="1607"/>
              <a:ext cx="12700" cy="9230"/>
            </a:xfrm>
            <a:prstGeom prst="rtTriangle">
              <a:avLst/>
            </a:prstGeom>
            <a:solidFill>
              <a:srgbClr val="FFC000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  <p:sp>
          <p:nvSpPr>
            <p:cNvPr id="32" name="直角三角形 31"/>
            <p:cNvSpPr/>
            <p:nvPr/>
          </p:nvSpPr>
          <p:spPr>
            <a:xfrm>
              <a:off x="-19" y="2333"/>
              <a:ext cx="11892" cy="8642"/>
            </a:xfrm>
            <a:prstGeom prst="rtTriangle">
              <a:avLst/>
            </a:prstGeom>
            <a:solidFill>
              <a:srgbClr val="0388F9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  <p:sp>
          <p:nvSpPr>
            <p:cNvPr id="33" name="直角三角形 32"/>
            <p:cNvSpPr/>
            <p:nvPr/>
          </p:nvSpPr>
          <p:spPr>
            <a:xfrm>
              <a:off x="-19" y="4787"/>
              <a:ext cx="8519" cy="6188"/>
            </a:xfrm>
            <a:prstGeom prst="rtTriangle">
              <a:avLst/>
            </a:prstGeom>
            <a:solidFill>
              <a:srgbClr val="01457E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  <p:sp>
          <p:nvSpPr>
            <p:cNvPr id="34" name="直角三角形 33"/>
            <p:cNvSpPr/>
            <p:nvPr/>
          </p:nvSpPr>
          <p:spPr>
            <a:xfrm>
              <a:off x="122" y="7657"/>
              <a:ext cx="4567" cy="3319"/>
            </a:xfrm>
            <a:prstGeom prst="rtTriangle">
              <a:avLst/>
            </a:prstGeom>
            <a:solidFill>
              <a:srgbClr val="004E8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</p:grpSp>
      <p:sp>
        <p:nvSpPr>
          <p:cNvPr id="35" name="文本框 17"/>
          <p:cNvSpPr txBox="1"/>
          <p:nvPr/>
        </p:nvSpPr>
        <p:spPr>
          <a:xfrm>
            <a:off x="769913" y="0"/>
            <a:ext cx="6683433" cy="738664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866943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04.</a:t>
            </a:r>
            <a:r>
              <a:rPr lang="zh-CN" altLang="en-US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组合回测</a:t>
            </a:r>
            <a:r>
              <a:rPr lang="en-US" altLang="zh-CN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—— </a:t>
            </a:r>
            <a:r>
              <a:rPr lang="zh-CN" altLang="en-US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产业趋势</a:t>
            </a:r>
            <a:endParaRPr lang="zh-CN" altLang="en-US" sz="2800" b="1" dirty="0">
              <a:solidFill>
                <a:srgbClr val="4472C4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 bwMode="auto">
          <a:xfrm>
            <a:off x="278420" y="595457"/>
            <a:ext cx="2710781" cy="339471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HARVEST WEALTH</a:t>
            </a:r>
            <a:endParaRPr lang="zh-CN" altLang="en-US" sz="1600" dirty="0">
              <a:solidFill>
                <a:srgbClr val="4472C4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7865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E598D38-AF89-997D-C90D-62A5A04C5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 descr="e7d195523061f1c09e9d68d7cf438b91ef959ecb14fc25d26BBA7F7DBC18E55DFF4014AF651F0BF2569D4B6C1DA7F1A4683A481403BD872FC687266AD13265C1DE7C373772FD8728ABDD69ADD03BFF5BE2862BC891DBB79E9B09246D0C8BFFDB55F97A4A197D0CE4F3CC54D8F058F49BF06ED5DD0827EC15F885F59D78ED9CA97EDB289E7349ADC0E6738A5D5DC345652D152AAC3F32854D">
            <a:extLst>
              <a:ext uri="{FF2B5EF4-FFF2-40B4-BE49-F238E27FC236}">
                <a16:creationId xmlns="" xmlns:a16="http://schemas.microsoft.com/office/drawing/2014/main" id="{CFD663DE-F8E0-22D3-689C-082ED1FF07F3}"/>
              </a:ext>
            </a:extLst>
          </p:cNvPr>
          <p:cNvSpPr/>
          <p:nvPr/>
        </p:nvSpPr>
        <p:spPr>
          <a:xfrm rot="17100000">
            <a:off x="665665" y="160279"/>
            <a:ext cx="1425269" cy="1425269"/>
          </a:xfrm>
          <a:prstGeom prst="ellipse">
            <a:avLst/>
          </a:prstGeom>
          <a:gradFill flip="none" rotWithShape="1">
            <a:gsLst>
              <a:gs pos="34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>
                  <a:alpha val="37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>
              <a:solidFill>
                <a:prstClr val="white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1D32C384-A443-F423-F6A1-1867DE88E05F}"/>
              </a:ext>
            </a:extLst>
          </p:cNvPr>
          <p:cNvSpPr/>
          <p:nvPr/>
        </p:nvSpPr>
        <p:spPr>
          <a:xfrm>
            <a:off x="150794" y="6402450"/>
            <a:ext cx="11272674" cy="246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6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净值数据来源同花顺iFinD；按各基金初始配比、买入持有不调仓假设回测；成立不足5年的基金，指增组合以其跟踪指数（中证500/1000/2000）收益替代、产业趋势组合以创业板50指数收益替代。夏普比率按无风险利率2%计算。策略历史表现不构成对未来业绩的承诺。统计区间为2021年5月-2026年4月30日。</a:t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04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004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="" xmlns:a16="http://schemas.microsoft.com/office/drawing/2014/main" id="{CC674674-17B4-B0E7-C97E-D084D21DF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068459"/>
              </p:ext>
            </p:extLst>
          </p:nvPr>
        </p:nvGraphicFramePr>
        <p:xfrm>
          <a:off x="7884429" y="1891603"/>
          <a:ext cx="3789504" cy="251671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76787">
                  <a:extLst>
                    <a:ext uri="{9D8B030D-6E8A-4147-A177-3AD203B41FA5}">
                      <a16:colId xmlns="" xmlns:a16="http://schemas.microsoft.com/office/drawing/2014/main" val="1485671215"/>
                    </a:ext>
                  </a:extLst>
                </a:gridCol>
                <a:gridCol w="1712717">
                  <a:extLst>
                    <a:ext uri="{9D8B030D-6E8A-4147-A177-3AD203B41FA5}">
                      <a16:colId xmlns="" xmlns:a16="http://schemas.microsoft.com/office/drawing/2014/main" val="3457273538"/>
                    </a:ext>
                  </a:extLst>
                </a:gridCol>
              </a:tblGrid>
              <a:tr h="407778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 smtClean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风险等级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黑体" panose="02010609060101010101" pitchFamily="49" charset="-122"/>
                          <a:ea typeface="黑体" panose="02010609060101010101" pitchFamily="49" charset="-122"/>
                          <a:cs typeface="Microsoft YaHei" charset="0"/>
                        </a:rPr>
                        <a:t>★★★★</a:t>
                      </a:r>
                      <a:r>
                        <a:rPr kumimoji="0" lang="zh-CN" altLang="en-US" sz="1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黑体" panose="02010609060101010101" pitchFamily="49" charset="-122"/>
                          <a:ea typeface="黑体" panose="02010609060101010101" pitchFamily="49" charset="-122"/>
                          <a:cs typeface="Microsoft YaHei" charset="0"/>
                        </a:rPr>
                        <a:t>☆</a:t>
                      </a:r>
                      <a:endParaRPr kumimoji="0" lang="en-US" altLang="zh-CN" sz="1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黑体" panose="02010609060101010101" pitchFamily="49" charset="-122"/>
                        <a:ea typeface="黑体" panose="02010609060101010101" pitchFamily="49" charset="-122"/>
                        <a:cs typeface="Microsoft YaHei" charset="0"/>
                      </a:endParaRPr>
                    </a:p>
                  </a:txBody>
                  <a:tcPr marT="0" marB="0" anchor="ctr"/>
                </a:tc>
              </a:tr>
              <a:tr h="407778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年化收益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t>6.9%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1432148217"/>
                  </a:ext>
                </a:extLst>
              </a:tr>
              <a:tr h="4466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alt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 </a:t>
                      </a:r>
                      <a:r>
                        <a:rPr 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算术平均年收益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t>8.5%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2493041806"/>
                  </a:ext>
                </a:extLst>
              </a:tr>
              <a:tr h="418161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年化波动率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t>15.7%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660338269"/>
                  </a:ext>
                </a:extLst>
              </a:tr>
              <a:tr h="418161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区间最大回撤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t>-35.0%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484190667"/>
                  </a:ext>
                </a:extLst>
              </a:tr>
              <a:tr h="418161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1400" kern="100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夏普比率*</a:t>
                      </a:r>
                      <a:endParaRPr lang="zh-CN" sz="1400" kern="100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t>0.31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2903471811"/>
                  </a:ext>
                </a:extLst>
              </a:tr>
            </a:tbl>
          </a:graphicData>
        </a:graphic>
      </p:graphicFrame>
      <p:graphicFrame>
        <p:nvGraphicFramePr>
          <p:cNvPr id="13" name="图表 12">
            <a:extLst>
              <a:ext uri="{FF2B5EF4-FFF2-40B4-BE49-F238E27FC236}">
                <a16:creationId xmlns="" xmlns:a16="http://schemas.microsoft.com/office/drawing/2014/main" id="{51F94A0C-D940-211B-31D3-6901C49B6D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4697725"/>
              </p:ext>
            </p:extLst>
          </p:nvPr>
        </p:nvGraphicFramePr>
        <p:xfrm>
          <a:off x="425486" y="1258168"/>
          <a:ext cx="7115653" cy="48445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9" name="组合 33"/>
          <p:cNvGrpSpPr>
            <a:grpSpLocks/>
          </p:cNvGrpSpPr>
          <p:nvPr/>
        </p:nvGrpSpPr>
        <p:grpSpPr bwMode="auto">
          <a:xfrm rot="10800000" flipH="1">
            <a:off x="0" y="-4763"/>
            <a:ext cx="1147763" cy="847726"/>
            <a:chOff x="-19" y="1607"/>
            <a:chExt cx="12700" cy="9230"/>
          </a:xfrm>
        </p:grpSpPr>
        <p:sp>
          <p:nvSpPr>
            <p:cNvPr id="31" name="直角三角形 30"/>
            <p:cNvSpPr/>
            <p:nvPr/>
          </p:nvSpPr>
          <p:spPr>
            <a:xfrm>
              <a:off x="-19" y="1607"/>
              <a:ext cx="12700" cy="9230"/>
            </a:xfrm>
            <a:prstGeom prst="rtTriangle">
              <a:avLst/>
            </a:prstGeom>
            <a:solidFill>
              <a:srgbClr val="FFC000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  <p:sp>
          <p:nvSpPr>
            <p:cNvPr id="32" name="直角三角形 31"/>
            <p:cNvSpPr/>
            <p:nvPr/>
          </p:nvSpPr>
          <p:spPr>
            <a:xfrm>
              <a:off x="-19" y="2333"/>
              <a:ext cx="11892" cy="8642"/>
            </a:xfrm>
            <a:prstGeom prst="rtTriangle">
              <a:avLst/>
            </a:prstGeom>
            <a:solidFill>
              <a:srgbClr val="0388F9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  <p:sp>
          <p:nvSpPr>
            <p:cNvPr id="33" name="直角三角形 32"/>
            <p:cNvSpPr/>
            <p:nvPr/>
          </p:nvSpPr>
          <p:spPr>
            <a:xfrm>
              <a:off x="-19" y="4787"/>
              <a:ext cx="8519" cy="6188"/>
            </a:xfrm>
            <a:prstGeom prst="rtTriangle">
              <a:avLst/>
            </a:prstGeom>
            <a:solidFill>
              <a:srgbClr val="01457E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  <p:sp>
          <p:nvSpPr>
            <p:cNvPr id="34" name="直角三角形 33"/>
            <p:cNvSpPr/>
            <p:nvPr/>
          </p:nvSpPr>
          <p:spPr>
            <a:xfrm>
              <a:off x="122" y="7657"/>
              <a:ext cx="4567" cy="3319"/>
            </a:xfrm>
            <a:prstGeom prst="rtTriangle">
              <a:avLst/>
            </a:prstGeom>
            <a:solidFill>
              <a:srgbClr val="004E8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印品黑体" panose="00000500000000000000" pitchFamily="2" charset="-122"/>
                <a:cs typeface="+mn-cs"/>
              </a:endParaRPr>
            </a:p>
          </p:txBody>
        </p:sp>
      </p:grpSp>
      <p:sp>
        <p:nvSpPr>
          <p:cNvPr id="35" name="文本框 17"/>
          <p:cNvSpPr txBox="1"/>
          <p:nvPr/>
        </p:nvSpPr>
        <p:spPr>
          <a:xfrm>
            <a:off x="769913" y="0"/>
            <a:ext cx="6683433" cy="738664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866943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04.</a:t>
            </a:r>
            <a:r>
              <a:rPr lang="zh-CN" altLang="en-US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组合回测</a:t>
            </a:r>
            <a:r>
              <a:rPr lang="en-US" altLang="zh-CN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—— </a:t>
            </a:r>
            <a:r>
              <a:rPr lang="zh-CN" altLang="en-US" sz="2800" b="1" dirty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指</a:t>
            </a:r>
            <a:r>
              <a:rPr lang="zh-CN" altLang="en-US" sz="2800" b="1" dirty="0" smtClean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增组合</a:t>
            </a:r>
            <a:endParaRPr lang="zh-CN" altLang="en-US" sz="2800" b="1" dirty="0">
              <a:solidFill>
                <a:srgbClr val="4472C4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 bwMode="auto">
          <a:xfrm>
            <a:off x="278420" y="595457"/>
            <a:ext cx="2710781" cy="339471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HARVEST WEALTH</a:t>
            </a:r>
            <a:endParaRPr lang="zh-CN" altLang="en-US" sz="1600" dirty="0">
              <a:solidFill>
                <a:srgbClr val="4472C4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9624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00AF0DC-F8D5-5B4B-FD37-A5F7B73B8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组合 33">
            <a:extLst>
              <a:ext uri="{FF2B5EF4-FFF2-40B4-BE49-F238E27FC236}">
                <a16:creationId xmlns:a16="http://schemas.microsoft.com/office/drawing/2014/main" xmlns="" id="{AC8A5D72-1994-6F8A-B166-9EA1E23347CA}"/>
              </a:ext>
            </a:extLst>
          </p:cNvPr>
          <p:cNvGrpSpPr>
            <a:grpSpLocks/>
          </p:cNvGrpSpPr>
          <p:nvPr/>
        </p:nvGrpSpPr>
        <p:grpSpPr bwMode="auto">
          <a:xfrm rot="10800000" flipH="1">
            <a:off x="0" y="-4763"/>
            <a:ext cx="1147763" cy="847726"/>
            <a:chOff x="-19" y="1607"/>
            <a:chExt cx="12700" cy="9230"/>
          </a:xfrm>
        </p:grpSpPr>
        <p:sp>
          <p:nvSpPr>
            <p:cNvPr id="17" name="直角三角形 16">
              <a:extLst>
                <a:ext uri="{FF2B5EF4-FFF2-40B4-BE49-F238E27FC236}">
                  <a16:creationId xmlns:a16="http://schemas.microsoft.com/office/drawing/2014/main" xmlns="" id="{2EB8531F-162B-1742-1F92-D54B3074F6EC}"/>
                </a:ext>
              </a:extLst>
            </p:cNvPr>
            <p:cNvSpPr/>
            <p:nvPr/>
          </p:nvSpPr>
          <p:spPr>
            <a:xfrm>
              <a:off x="-19" y="1607"/>
              <a:ext cx="12700" cy="9230"/>
            </a:xfrm>
            <a:prstGeom prst="rtTriangle">
              <a:avLst/>
            </a:prstGeom>
            <a:solidFill>
              <a:schemeClr val="accent4"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  <p:sp>
          <p:nvSpPr>
            <p:cNvPr id="18" name="直角三角形 17">
              <a:extLst>
                <a:ext uri="{FF2B5EF4-FFF2-40B4-BE49-F238E27FC236}">
                  <a16:creationId xmlns:a16="http://schemas.microsoft.com/office/drawing/2014/main" xmlns="" id="{D6F5F2C9-DA6A-CCCC-85B1-CDC393E00D6D}"/>
                </a:ext>
              </a:extLst>
            </p:cNvPr>
            <p:cNvSpPr/>
            <p:nvPr/>
          </p:nvSpPr>
          <p:spPr>
            <a:xfrm>
              <a:off x="-19" y="2333"/>
              <a:ext cx="11892" cy="8642"/>
            </a:xfrm>
            <a:prstGeom prst="rtTriangle">
              <a:avLst/>
            </a:prstGeom>
            <a:solidFill>
              <a:srgbClr val="0388F9">
                <a:alpha val="3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  <p:sp>
          <p:nvSpPr>
            <p:cNvPr id="19" name="直角三角形 18">
              <a:extLst>
                <a:ext uri="{FF2B5EF4-FFF2-40B4-BE49-F238E27FC236}">
                  <a16:creationId xmlns:a16="http://schemas.microsoft.com/office/drawing/2014/main" xmlns="" id="{004393CE-5AA9-7073-D1BD-B223A5365B3F}"/>
                </a:ext>
              </a:extLst>
            </p:cNvPr>
            <p:cNvSpPr/>
            <p:nvPr/>
          </p:nvSpPr>
          <p:spPr>
            <a:xfrm>
              <a:off x="-19" y="4787"/>
              <a:ext cx="8519" cy="6188"/>
            </a:xfrm>
            <a:prstGeom prst="rtTriangle">
              <a:avLst/>
            </a:prstGeom>
            <a:solidFill>
              <a:srgbClr val="01457E">
                <a:alpha val="3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  <p:sp>
          <p:nvSpPr>
            <p:cNvPr id="20" name="直角三角形 19">
              <a:extLst>
                <a:ext uri="{FF2B5EF4-FFF2-40B4-BE49-F238E27FC236}">
                  <a16:creationId xmlns:a16="http://schemas.microsoft.com/office/drawing/2014/main" xmlns="" id="{CF5D59B5-EA6E-A8A0-B5E1-90FF1AD69E24}"/>
                </a:ext>
              </a:extLst>
            </p:cNvPr>
            <p:cNvSpPr/>
            <p:nvPr/>
          </p:nvSpPr>
          <p:spPr>
            <a:xfrm>
              <a:off x="122" y="7657"/>
              <a:ext cx="4567" cy="3319"/>
            </a:xfrm>
            <a:prstGeom prst="rtTriangle">
              <a:avLst/>
            </a:prstGeom>
            <a:solidFill>
              <a:srgbClr val="004E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</p:grpSp>
      <p:sp>
        <p:nvSpPr>
          <p:cNvPr id="14" name="文本框 17">
            <a:extLst>
              <a:ext uri="{FF2B5EF4-FFF2-40B4-BE49-F238E27FC236}">
                <a16:creationId xmlns:a16="http://schemas.microsoft.com/office/drawing/2014/main" xmlns="" id="{4EDD472F-3088-DE4C-D7A6-96A2A397A60A}"/>
              </a:ext>
            </a:extLst>
          </p:cNvPr>
          <p:cNvSpPr txBox="1"/>
          <p:nvPr/>
        </p:nvSpPr>
        <p:spPr>
          <a:xfrm>
            <a:off x="769912" y="0"/>
            <a:ext cx="4195378" cy="662554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866943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05.</a:t>
            </a:r>
            <a:r>
              <a:rPr lang="zh-CN" altLang="en-US" sz="28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组合上线拟持仓</a:t>
            </a:r>
            <a:endParaRPr lang="zh-CN" altLang="en-US" sz="28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Noto Serif CJK SC" panose="02020400000000000000" pitchFamily="18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D92D4032-19BA-9CE9-5664-DBECF7358601}"/>
              </a:ext>
            </a:extLst>
          </p:cNvPr>
          <p:cNvSpPr/>
          <p:nvPr/>
        </p:nvSpPr>
        <p:spPr bwMode="auto">
          <a:xfrm>
            <a:off x="278420" y="595457"/>
            <a:ext cx="2710781" cy="339471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HARVEST WEALTH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830359"/>
              </p:ext>
            </p:extLst>
          </p:nvPr>
        </p:nvGraphicFramePr>
        <p:xfrm>
          <a:off x="681689" y="1608438"/>
          <a:ext cx="6179600" cy="4634480"/>
        </p:xfrm>
        <a:graphic>
          <a:graphicData uri="http://schemas.openxmlformats.org/drawingml/2006/table">
            <a:tbl>
              <a:tblPr/>
              <a:tblGrid>
                <a:gridCol w="814723"/>
                <a:gridCol w="2044495"/>
                <a:gridCol w="999189"/>
                <a:gridCol w="1152910"/>
                <a:gridCol w="1168283"/>
              </a:tblGrid>
              <a:tr h="53801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代码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基金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10/90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配比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20/80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配比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30/70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配比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001170.OF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宏利复兴伟业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3.00%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4.50%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51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011369.OF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华商均衡成长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3.00%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4.50%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51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001513.OF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易方达信息产业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1.00%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2.00%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3.00%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51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013840.OF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银华集成电路混合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1.00%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2.00%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3.00%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51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015453.OF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中欧中证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500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指数增强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1.25%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2.50%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3.75%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64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014201.OF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天弘中证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1000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指数增强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1.25%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2.50%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3.75%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50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019923.OF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华泰柏瑞中证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2000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指数增强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 dirty="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1.25%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2.50%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3.75%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64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007044.OF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博道沪深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300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指数增强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 dirty="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1.25%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 dirty="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2.50%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3.75%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64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000216.OF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华安黄金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ETF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联接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5.00%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 dirty="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5.00%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10.00%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64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161119.OF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易方达中债新综指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(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LOF)A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85.00%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 dirty="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75.00%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sng" strike="noStrike" dirty="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60.00%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920978" y="1190694"/>
            <a:ext cx="2677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样板间组合：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7322874" y="1112849"/>
            <a:ext cx="2677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产业趋势组合：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759175"/>
              </p:ext>
            </p:extLst>
          </p:nvPr>
        </p:nvGraphicFramePr>
        <p:xfrm>
          <a:off x="7372258" y="1734641"/>
          <a:ext cx="4291275" cy="2001874"/>
        </p:xfrm>
        <a:graphic>
          <a:graphicData uri="http://schemas.openxmlformats.org/drawingml/2006/table">
            <a:tbl>
              <a:tblPr firstRow="1" firstCol="1" bandRow="1"/>
              <a:tblGrid>
                <a:gridCol w="947600"/>
                <a:gridCol w="2572058"/>
                <a:gridCol w="771617"/>
              </a:tblGrid>
              <a:tr h="2491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代码</a:t>
                      </a:r>
                      <a:endParaRPr lang="zh-CN" sz="12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基金</a:t>
                      </a:r>
                      <a:endParaRPr lang="zh-CN" sz="12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初始配比</a:t>
                      </a:r>
                      <a:endParaRPr lang="zh-CN" sz="12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50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027033.OF</a:t>
                      </a:r>
                      <a:endParaRPr lang="zh-CN" sz="12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中银中证科创创业人工智能指数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endParaRPr lang="zh-CN" sz="12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b="1" u="sng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20%</a:t>
                      </a:r>
                      <a:endParaRPr lang="zh-CN" sz="12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250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001170.OF</a:t>
                      </a:r>
                      <a:endParaRPr lang="zh-CN" sz="12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宏利复兴伟业</a:t>
                      </a:r>
                      <a:endParaRPr lang="zh-CN" sz="12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b="1" u="sng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15%</a:t>
                      </a:r>
                      <a:endParaRPr lang="zh-CN" sz="12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50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011369.OF</a:t>
                      </a:r>
                      <a:endParaRPr lang="zh-CN" sz="12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华商均衡成长</a:t>
                      </a:r>
                      <a:endParaRPr lang="zh-CN" sz="12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b="1" u="sng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15%</a:t>
                      </a:r>
                      <a:endParaRPr lang="zh-CN" sz="12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50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001513.OF</a:t>
                      </a:r>
                      <a:endParaRPr lang="zh-CN" sz="12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易方达信息产业</a:t>
                      </a: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endParaRPr lang="zh-CN" sz="12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b="1" u="sng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15%</a:t>
                      </a:r>
                      <a:endParaRPr lang="zh-CN" sz="12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50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001323.OF</a:t>
                      </a:r>
                      <a:endParaRPr lang="zh-CN" sz="12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东吴移动互联</a:t>
                      </a: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endParaRPr lang="zh-CN" sz="12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b="1" u="sng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15%</a:t>
                      </a:r>
                      <a:endParaRPr lang="zh-CN" sz="12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50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013840.OF</a:t>
                      </a:r>
                      <a:endParaRPr lang="zh-CN" sz="12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银华集成电路混合</a:t>
                      </a: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endParaRPr lang="zh-CN" sz="12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b="1" u="sng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10%</a:t>
                      </a:r>
                      <a:endParaRPr lang="zh-CN" sz="12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50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002164.OF</a:t>
                      </a:r>
                      <a:endParaRPr lang="zh-CN" sz="12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汇添富新睿精选混合</a:t>
                      </a: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C</a:t>
                      </a:r>
                      <a:endParaRPr lang="zh-CN" sz="12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b="1" u="sng" dirty="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10%</a:t>
                      </a:r>
                      <a:endParaRPr lang="zh-CN" sz="12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7322874" y="3988975"/>
            <a:ext cx="2677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指增组合：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231129"/>
              </p:ext>
            </p:extLst>
          </p:nvPr>
        </p:nvGraphicFramePr>
        <p:xfrm>
          <a:off x="7568635" y="4446530"/>
          <a:ext cx="4094898" cy="1730601"/>
        </p:xfrm>
        <a:graphic>
          <a:graphicData uri="http://schemas.openxmlformats.org/drawingml/2006/table">
            <a:tbl>
              <a:tblPr firstRow="1" firstCol="1" bandRow="1"/>
              <a:tblGrid>
                <a:gridCol w="895745"/>
                <a:gridCol w="1954494"/>
                <a:gridCol w="1244659"/>
              </a:tblGrid>
              <a:tr h="2100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代码</a:t>
                      </a:r>
                      <a:endParaRPr lang="zh-CN" sz="105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基金</a:t>
                      </a:r>
                      <a:endParaRPr lang="zh-CN" sz="105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1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初始配比</a:t>
                      </a:r>
                      <a:endParaRPr lang="zh-CN" sz="105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0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015453.OF</a:t>
                      </a:r>
                      <a:endParaRPr lang="zh-CN" sz="105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中欧中证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500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指数增强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endParaRPr lang="zh-CN" sz="105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12.50%</a:t>
                      </a:r>
                      <a:endParaRPr lang="zh-CN" sz="105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</a:tr>
              <a:tr h="1900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001556.OF</a:t>
                      </a:r>
                      <a:endParaRPr lang="zh-CN" sz="105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天弘中证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500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指数增强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endParaRPr lang="zh-CN" sz="105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12.50%</a:t>
                      </a:r>
                      <a:endParaRPr lang="zh-CN" sz="105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</a:tr>
              <a:tr h="1900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014201.OF</a:t>
                      </a:r>
                      <a:endParaRPr lang="zh-CN" sz="105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天弘中证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1000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指数增强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endParaRPr lang="zh-CN" sz="105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12.50%</a:t>
                      </a:r>
                      <a:endParaRPr lang="zh-CN" sz="105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</a:tr>
              <a:tr h="1900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017953.OF</a:t>
                      </a:r>
                      <a:endParaRPr lang="zh-CN" sz="105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汇添富中证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1000</a:t>
                      </a:r>
                      <a:r>
                        <a:rPr lang="zh-CN" sz="10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指数增强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endParaRPr lang="zh-CN" sz="105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12.50%</a:t>
                      </a:r>
                      <a:endParaRPr lang="zh-CN" sz="105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</a:tr>
              <a:tr h="1900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019923.OF</a:t>
                      </a:r>
                      <a:endParaRPr lang="zh-CN" sz="105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华泰柏瑞中证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2000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指数增强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endParaRPr lang="zh-CN" sz="105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12.50%</a:t>
                      </a:r>
                      <a:endParaRPr lang="zh-CN" sz="105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</a:tr>
              <a:tr h="1900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019918.OF</a:t>
                      </a:r>
                      <a:endParaRPr lang="zh-CN" sz="105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招商中证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2000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指数增强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endParaRPr lang="zh-CN" sz="105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12.50%</a:t>
                      </a:r>
                      <a:endParaRPr lang="zh-CN" sz="105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</a:tr>
              <a:tr h="1900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007044.OF</a:t>
                      </a:r>
                      <a:endParaRPr lang="zh-CN" sz="105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博道沪深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300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指数增强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endParaRPr lang="zh-CN" sz="105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12.50%</a:t>
                      </a:r>
                      <a:endParaRPr lang="zh-CN" sz="105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</a:tr>
              <a:tr h="1900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003957.OF</a:t>
                      </a:r>
                      <a:endParaRPr lang="zh-CN" sz="105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安信量化精选沪深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300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指数增强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endParaRPr lang="zh-CN" sz="105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华文中宋" panose="0201060004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12.50%</a:t>
                      </a:r>
                      <a:endParaRPr lang="zh-CN" sz="105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5434767"/>
      </p:ext>
    </p:extLst>
  </p:cSld>
  <p:clrMapOvr>
    <a:masterClrMapping/>
  </p:clrMapOvr>
  <p:transition advClick="0" advTm="200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00AF0DC-F8D5-5B4B-FD37-A5F7B73B8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组合 33">
            <a:extLst>
              <a:ext uri="{FF2B5EF4-FFF2-40B4-BE49-F238E27FC236}">
                <a16:creationId xmlns:a16="http://schemas.microsoft.com/office/drawing/2014/main" xmlns="" id="{AC8A5D72-1994-6F8A-B166-9EA1E23347CA}"/>
              </a:ext>
            </a:extLst>
          </p:cNvPr>
          <p:cNvGrpSpPr>
            <a:grpSpLocks/>
          </p:cNvGrpSpPr>
          <p:nvPr/>
        </p:nvGrpSpPr>
        <p:grpSpPr bwMode="auto">
          <a:xfrm rot="10800000" flipH="1">
            <a:off x="0" y="-4763"/>
            <a:ext cx="1147763" cy="847726"/>
            <a:chOff x="-19" y="1607"/>
            <a:chExt cx="12700" cy="9230"/>
          </a:xfrm>
        </p:grpSpPr>
        <p:sp>
          <p:nvSpPr>
            <p:cNvPr id="17" name="直角三角形 16">
              <a:extLst>
                <a:ext uri="{FF2B5EF4-FFF2-40B4-BE49-F238E27FC236}">
                  <a16:creationId xmlns:a16="http://schemas.microsoft.com/office/drawing/2014/main" xmlns="" id="{2EB8531F-162B-1742-1F92-D54B3074F6EC}"/>
                </a:ext>
              </a:extLst>
            </p:cNvPr>
            <p:cNvSpPr/>
            <p:nvPr/>
          </p:nvSpPr>
          <p:spPr>
            <a:xfrm>
              <a:off x="-19" y="1607"/>
              <a:ext cx="12700" cy="9230"/>
            </a:xfrm>
            <a:prstGeom prst="rtTriangle">
              <a:avLst/>
            </a:prstGeom>
            <a:solidFill>
              <a:schemeClr val="accent4"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  <p:sp>
          <p:nvSpPr>
            <p:cNvPr id="18" name="直角三角形 17">
              <a:extLst>
                <a:ext uri="{FF2B5EF4-FFF2-40B4-BE49-F238E27FC236}">
                  <a16:creationId xmlns:a16="http://schemas.microsoft.com/office/drawing/2014/main" xmlns="" id="{D6F5F2C9-DA6A-CCCC-85B1-CDC393E00D6D}"/>
                </a:ext>
              </a:extLst>
            </p:cNvPr>
            <p:cNvSpPr/>
            <p:nvPr/>
          </p:nvSpPr>
          <p:spPr>
            <a:xfrm>
              <a:off x="-19" y="2333"/>
              <a:ext cx="11892" cy="8642"/>
            </a:xfrm>
            <a:prstGeom prst="rtTriangle">
              <a:avLst/>
            </a:prstGeom>
            <a:solidFill>
              <a:srgbClr val="0388F9">
                <a:alpha val="3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  <p:sp>
          <p:nvSpPr>
            <p:cNvPr id="19" name="直角三角形 18">
              <a:extLst>
                <a:ext uri="{FF2B5EF4-FFF2-40B4-BE49-F238E27FC236}">
                  <a16:creationId xmlns:a16="http://schemas.microsoft.com/office/drawing/2014/main" xmlns="" id="{004393CE-5AA9-7073-D1BD-B223A5365B3F}"/>
                </a:ext>
              </a:extLst>
            </p:cNvPr>
            <p:cNvSpPr/>
            <p:nvPr/>
          </p:nvSpPr>
          <p:spPr>
            <a:xfrm>
              <a:off x="-19" y="4787"/>
              <a:ext cx="8519" cy="6188"/>
            </a:xfrm>
            <a:prstGeom prst="rtTriangle">
              <a:avLst/>
            </a:prstGeom>
            <a:solidFill>
              <a:srgbClr val="01457E">
                <a:alpha val="3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  <p:sp>
          <p:nvSpPr>
            <p:cNvPr id="20" name="直角三角形 19">
              <a:extLst>
                <a:ext uri="{FF2B5EF4-FFF2-40B4-BE49-F238E27FC236}">
                  <a16:creationId xmlns:a16="http://schemas.microsoft.com/office/drawing/2014/main" xmlns="" id="{CF5D59B5-EA6E-A8A0-B5E1-90FF1AD69E24}"/>
                </a:ext>
              </a:extLst>
            </p:cNvPr>
            <p:cNvSpPr/>
            <p:nvPr/>
          </p:nvSpPr>
          <p:spPr>
            <a:xfrm>
              <a:off x="122" y="7657"/>
              <a:ext cx="4567" cy="3319"/>
            </a:xfrm>
            <a:prstGeom prst="rtTriangle">
              <a:avLst/>
            </a:prstGeom>
            <a:solidFill>
              <a:srgbClr val="004E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</p:grpSp>
      <p:sp>
        <p:nvSpPr>
          <p:cNvPr id="14" name="文本框 17">
            <a:extLst>
              <a:ext uri="{FF2B5EF4-FFF2-40B4-BE49-F238E27FC236}">
                <a16:creationId xmlns:a16="http://schemas.microsoft.com/office/drawing/2014/main" xmlns="" id="{4EDD472F-3088-DE4C-D7A6-96A2A397A60A}"/>
              </a:ext>
            </a:extLst>
          </p:cNvPr>
          <p:cNvSpPr txBox="1"/>
          <p:nvPr/>
        </p:nvSpPr>
        <p:spPr>
          <a:xfrm>
            <a:off x="769912" y="0"/>
            <a:ext cx="4195378" cy="662554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866943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06.</a:t>
            </a:r>
            <a:r>
              <a:rPr lang="zh-CN" altLang="en-US" sz="2800" b="1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组合基金备投池</a:t>
            </a:r>
            <a:endParaRPr lang="zh-CN" altLang="en-US" sz="28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Noto Serif CJK SC" panose="02020400000000000000" pitchFamily="18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D92D4032-19BA-9CE9-5664-DBECF7358601}"/>
              </a:ext>
            </a:extLst>
          </p:cNvPr>
          <p:cNvSpPr/>
          <p:nvPr/>
        </p:nvSpPr>
        <p:spPr bwMode="auto">
          <a:xfrm>
            <a:off x="278420" y="595457"/>
            <a:ext cx="2710781" cy="339471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HARVEST WEALTH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801851"/>
              </p:ext>
            </p:extLst>
          </p:nvPr>
        </p:nvGraphicFramePr>
        <p:xfrm>
          <a:off x="1325845" y="1126426"/>
          <a:ext cx="5443346" cy="5771080"/>
        </p:xfrm>
        <a:graphic>
          <a:graphicData uri="http://schemas.openxmlformats.org/drawingml/2006/table">
            <a:tbl>
              <a:tblPr/>
              <a:tblGrid>
                <a:gridCol w="1234573"/>
                <a:gridCol w="4208773"/>
              </a:tblGrid>
              <a:tr h="13611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代码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简称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160422.OF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华安创业板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50ETF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联接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025492.OF</a:t>
                      </a:r>
                    </a:p>
                  </a:txBody>
                  <a:tcPr marL="3688" marR="3688" marT="36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国泰创业板人工智能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ETF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发起式联接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024662.OF</a:t>
                      </a:r>
                    </a:p>
                  </a:txBody>
                  <a:tcPr marL="3688" marR="3688" marT="36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富国创业板人工智能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ETF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发起式联接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007817.OF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国泰中证全指通信设备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ETF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发起式联接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011608.OF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易方达上证科创板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成份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ETF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联接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017188.OF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嘉实上证科创板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指数增强发起式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011839.OF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天弘中证人工智能主题指数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161631.OF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融通中证人工智能主题指数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LOF)A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024411.OF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华夏上证科创板人工智能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ETF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联接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020464.OF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招商中证半导体产业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ETF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发起式联接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019632.OF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国泰中证半导体材料设备主题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ETF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发起式联接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017469.OF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嘉实上证科创板芯片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ETF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发起联接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015453.OF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中欧中证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指数增强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014201.OF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天弘中证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指数增强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019923.OF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华泰柏瑞中证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指数增强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007044.OF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博道沪深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指数增强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015453.OF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中欧中证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指数增强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001556.OF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天弘中证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指数增强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014201.OF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天弘中证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指数增强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017953.OF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汇添富中证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指数增强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019923.OF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华泰柏瑞中证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指数增强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019918.OF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招商中证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指数增强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007044.OF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博道沪深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指数增强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003957.OF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安信量化精选沪深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指数增强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013840.OF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银华集成电路混合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</a:tr>
              <a:tr h="2686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014854.OF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嘉实中证半导体指数增强发起式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b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001323.OF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东吴移动互联混合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001513.OF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易方达信息产业混合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000940.OF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富国中小盘精选混合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A/B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000411.OF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景顺长城优质成长股票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005903.OF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宏利绩优混合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001480.OF</a:t>
                      </a:r>
                    </a:p>
                  </a:txBody>
                  <a:tcPr marL="3688" marR="3688" marT="36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财通成长优选混合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011369.OF</a:t>
                      </a:r>
                    </a:p>
                  </a:txBody>
                  <a:tcPr marL="3688" marR="3688" marT="36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华商均衡成长混合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002164.OF</a:t>
                      </a:r>
                    </a:p>
                  </a:txBody>
                  <a:tcPr marL="3688" marR="3688" marT="36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汇添富新睿精选混合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001437.OF</a:t>
                      </a:r>
                    </a:p>
                  </a:txBody>
                  <a:tcPr marL="3688" marR="3688" marT="36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易方达瑞享混合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161119.OF</a:t>
                      </a:r>
                    </a:p>
                  </a:txBody>
                  <a:tcPr marL="3688" marR="3688" marT="36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易方达中债新综指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LOF)A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008015.OF</a:t>
                      </a:r>
                    </a:p>
                  </a:txBody>
                  <a:tcPr marL="3688" marR="3688" marT="36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嘉实中债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3-5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年国开债指数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000216.OF</a:t>
                      </a:r>
                    </a:p>
                  </a:txBody>
                  <a:tcPr marL="3688" marR="3688" marT="36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华安黄金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ETF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联接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</a:tr>
              <a:tr h="1361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000218.OF</a:t>
                      </a:r>
                    </a:p>
                  </a:txBody>
                  <a:tcPr marL="3688" marR="3688" marT="36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国泰黄金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ETF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联接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3688" marR="3688" marT="36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672372"/>
      </p:ext>
    </p:extLst>
  </p:cSld>
  <p:clrMapOvr>
    <a:masterClrMapping/>
  </p:clrMapOvr>
  <p:transition advClick="0" advTm="200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49" name="组合 33"/>
          <p:cNvGrpSpPr/>
          <p:nvPr/>
        </p:nvGrpSpPr>
        <p:grpSpPr>
          <a:xfrm rot="-10800000" flipH="1">
            <a:off x="0" y="-4762"/>
            <a:ext cx="1147763" cy="847725"/>
            <a:chOff x="-19" y="1607"/>
            <a:chExt cx="12700" cy="9230"/>
          </a:xfrm>
        </p:grpSpPr>
        <p:sp>
          <p:nvSpPr>
            <p:cNvPr id="17" name="直角三角形 16"/>
            <p:cNvSpPr/>
            <p:nvPr/>
          </p:nvSpPr>
          <p:spPr>
            <a:xfrm>
              <a:off x="-19" y="1607"/>
              <a:ext cx="12700" cy="9230"/>
            </a:xfrm>
            <a:prstGeom prst="rtTriangle">
              <a:avLst/>
            </a:prstGeom>
            <a:solidFill>
              <a:schemeClr val="accent4"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印品黑体" pitchFamily="2" charset="-122"/>
                <a:cs typeface="+mn-cs"/>
              </a:endParaRPr>
            </a:p>
          </p:txBody>
        </p:sp>
        <p:sp>
          <p:nvSpPr>
            <p:cNvPr id="18" name="直角三角形 17"/>
            <p:cNvSpPr/>
            <p:nvPr/>
          </p:nvSpPr>
          <p:spPr>
            <a:xfrm>
              <a:off x="-19" y="2298"/>
              <a:ext cx="11892" cy="8642"/>
            </a:xfrm>
            <a:prstGeom prst="rtTriangle">
              <a:avLst/>
            </a:prstGeom>
            <a:solidFill>
              <a:srgbClr val="0388F9">
                <a:alpha val="3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印品黑体" pitchFamily="2" charset="-122"/>
                <a:cs typeface="+mn-cs"/>
              </a:endParaRPr>
            </a:p>
          </p:txBody>
        </p:sp>
        <p:sp>
          <p:nvSpPr>
            <p:cNvPr id="19" name="直角三角形 18"/>
            <p:cNvSpPr/>
            <p:nvPr/>
          </p:nvSpPr>
          <p:spPr>
            <a:xfrm>
              <a:off x="-19" y="4753"/>
              <a:ext cx="8519" cy="6188"/>
            </a:xfrm>
            <a:prstGeom prst="rtTriangle">
              <a:avLst/>
            </a:prstGeom>
            <a:solidFill>
              <a:srgbClr val="01457E">
                <a:alpha val="3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印品黑体" pitchFamily="2" charset="-122"/>
                <a:cs typeface="+mn-cs"/>
              </a:endParaRPr>
            </a:p>
          </p:txBody>
        </p:sp>
        <p:sp>
          <p:nvSpPr>
            <p:cNvPr id="20" name="直角三角形 19"/>
            <p:cNvSpPr/>
            <p:nvPr/>
          </p:nvSpPr>
          <p:spPr>
            <a:xfrm>
              <a:off x="86" y="7622"/>
              <a:ext cx="4567" cy="3319"/>
            </a:xfrm>
            <a:prstGeom prst="rtTriangle">
              <a:avLst/>
            </a:prstGeom>
            <a:solidFill>
              <a:srgbClr val="004E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印品黑体" pitchFamily="2" charset="-122"/>
                <a:cs typeface="+mn-cs"/>
              </a:endParaRPr>
            </a:p>
          </p:txBody>
        </p:sp>
      </p:grpSp>
      <p:sp>
        <p:nvSpPr>
          <p:cNvPr id="14" name="文本框 17"/>
          <p:cNvSpPr txBox="1"/>
          <p:nvPr/>
        </p:nvSpPr>
        <p:spPr>
          <a:xfrm>
            <a:off x="769911" y="0"/>
            <a:ext cx="9797371" cy="73723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R="0" algn="dist" defTabSz="866775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07.</a:t>
            </a:r>
            <a:r>
              <a:rPr kumimoji="0" lang="zh-CN" altLang="en-US" sz="2800" b="1" kern="1200" cap="none" spc="0" normalizeH="0" baseline="0" noProof="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引入策略介绍</a:t>
            </a:r>
            <a:r>
              <a:rPr kumimoji="0" lang="en-US" altLang="zh-CN" sz="2800" b="1" kern="1200" cap="none" spc="0" normalizeH="0" baseline="0" noProof="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—</a:t>
            </a:r>
            <a:r>
              <a:rPr kumimoji="0" lang="zh-CN" altLang="en-US" sz="2800" b="1" kern="1200" cap="none" spc="0" normalizeH="0" baseline="0" noProof="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上线安排（参数、风险等级、</a:t>
            </a:r>
            <a:r>
              <a:rPr kumimoji="0" lang="en-US" altLang="zh-CN" sz="2800" b="1" kern="1200" cap="none" spc="0" normalizeH="0" baseline="0" noProof="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KYC</a:t>
            </a:r>
            <a:r>
              <a:rPr kumimoji="0" lang="zh-CN" altLang="en-US" sz="2800" b="1" kern="1200" cap="none" spc="0" normalizeH="0" baseline="0" noProof="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定位）</a:t>
            </a:r>
            <a:endParaRPr kumimoji="0" lang="zh-CN" altLang="en-US" sz="2800" b="1" kern="1200" cap="none" spc="0" normalizeH="0" baseline="0" noProof="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Noto Serif CJK SC" pitchFamily="18" charset="-122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278420" y="595456"/>
            <a:ext cx="2710781" cy="339471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HARVEST WEALTH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7656" name="图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0" y="5915025"/>
            <a:ext cx="2322513" cy="6350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493440"/>
              </p:ext>
            </p:extLst>
          </p:nvPr>
        </p:nvGraphicFramePr>
        <p:xfrm>
          <a:off x="1074740" y="1438420"/>
          <a:ext cx="9245600" cy="23046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6652"/>
                <a:gridCol w="5768948"/>
              </a:tblGrid>
              <a:tr h="225806">
                <a:tc rowSpan="4"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您的资金期待寻求获得以下哪类目标？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A: </a:t>
                      </a:r>
                      <a:r>
                        <a:rPr lang="zh-CN" alt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现金管理，满足流动性需求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5" marB="0" anchor="ctr"/>
                </a:tc>
              </a:tr>
              <a:tr h="39597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B:</a:t>
                      </a:r>
                      <a:r>
                        <a:rPr lang="zh-CN" altLang="en-US" sz="120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追求财富的稳健生息， 可适当承担小幅波动，回撤可以接受在</a:t>
                      </a:r>
                      <a:r>
                        <a:rPr lang="en-US" altLang="zh-CN" sz="120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</a:t>
                      </a:r>
                      <a:r>
                        <a:rPr lang="zh-CN" altLang="en-US" sz="120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以内</a:t>
                      </a:r>
                      <a:endParaRPr lang="zh-CN" alt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5" marB="0" anchor="ctr"/>
                </a:tc>
              </a:tr>
              <a:tr h="39597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C: </a:t>
                      </a:r>
                      <a:r>
                        <a:rPr lang="zh-CN" alt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追求财富的均衡配置，可以承受一定的波动，回撤可以接受在</a:t>
                      </a:r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15%</a:t>
                      </a:r>
                      <a:r>
                        <a:rPr lang="zh-CN" alt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以内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5" marB="0" anchor="ctr"/>
                </a:tc>
              </a:tr>
              <a:tr h="39597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D: </a:t>
                      </a:r>
                      <a:r>
                        <a:rPr lang="zh-CN" alt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追求财富的进取增值，可以承受一定的波动，回撤可以接受在</a:t>
                      </a:r>
                      <a:r>
                        <a:rPr lang="en-US" altLang="zh-CN" sz="12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15%</a:t>
                      </a:r>
                      <a:r>
                        <a:rPr lang="zh-CN" alt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以上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5" marB="0" anchor="ctr"/>
                </a:tc>
              </a:tr>
              <a:tr h="213622">
                <a:tc rowSpan="4"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您计划持有多长时间？</a:t>
                      </a:r>
                      <a:endParaRPr lang="zh-CN" altLang="en-US" sz="12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A:1</a:t>
                      </a:r>
                      <a:r>
                        <a:rPr lang="zh-CN" altLang="en-US" sz="120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年以下</a:t>
                      </a:r>
                      <a:endParaRPr lang="zh-CN" alt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5" marB="0" anchor="ctr"/>
                </a:tc>
              </a:tr>
              <a:tr h="21356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B: 1年到3年</a:t>
                      </a:r>
                      <a:endParaRPr lang="zh-CN" alt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5" marB="0" anchor="ctr"/>
                </a:tc>
              </a:tr>
              <a:tr h="23797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C: 3</a:t>
                      </a:r>
                      <a:r>
                        <a:rPr lang="zh-CN" alt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年以上 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5" marB="0" anchor="ctr"/>
                </a:tc>
              </a:tr>
              <a:tr h="22580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5" marB="0" anchor="ctr"/>
                </a:tc>
              </a:tr>
            </a:tbl>
          </a:graphicData>
        </a:graphic>
      </p:graphicFrame>
      <p:sp>
        <p:nvSpPr>
          <p:cNvPr id="27680" name="文本框 4"/>
          <p:cNvSpPr txBox="1"/>
          <p:nvPr/>
        </p:nvSpPr>
        <p:spPr>
          <a:xfrm>
            <a:off x="1020763" y="969963"/>
            <a:ext cx="9648825" cy="4587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lnSpc>
                <a:spcPct val="150000"/>
              </a:lnSpc>
              <a:buFontTx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10-90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476700"/>
              </p:ext>
            </p:extLst>
          </p:nvPr>
        </p:nvGraphicFramePr>
        <p:xfrm>
          <a:off x="1074740" y="4245326"/>
          <a:ext cx="9245600" cy="23046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6652"/>
                <a:gridCol w="5768948"/>
              </a:tblGrid>
              <a:tr h="225806">
                <a:tc rowSpan="4"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您的资金期待寻求获得以下哪类目标？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A: </a:t>
                      </a:r>
                      <a:r>
                        <a:rPr lang="zh-CN" alt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现金管理，满足流动性需求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5" marB="0" anchor="ctr"/>
                </a:tc>
              </a:tr>
              <a:tr h="39597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B:</a:t>
                      </a:r>
                      <a:r>
                        <a:rPr lang="zh-CN" alt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追求财富的稳健生息， 可适当承担小幅波动，回撤可以接受在</a:t>
                      </a:r>
                      <a:r>
                        <a:rPr lang="en-US" altLang="zh-CN" sz="12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</a:t>
                      </a:r>
                      <a:r>
                        <a:rPr lang="zh-CN" alt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以内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5" marB="0" anchor="ctr"/>
                </a:tc>
              </a:tr>
              <a:tr h="39597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C: </a:t>
                      </a:r>
                      <a:r>
                        <a:rPr lang="zh-CN" altLang="en-US" sz="120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追求财富的均衡配置，可以承受一定的波动，回撤可以接受在</a:t>
                      </a:r>
                      <a:r>
                        <a:rPr lang="en-US" altLang="zh-CN" sz="120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15%</a:t>
                      </a:r>
                      <a:r>
                        <a:rPr lang="zh-CN" altLang="en-US" sz="120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以内</a:t>
                      </a:r>
                      <a:endParaRPr lang="zh-CN" alt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5" marB="0" anchor="ctr"/>
                </a:tc>
              </a:tr>
              <a:tr h="39597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D: </a:t>
                      </a:r>
                      <a:r>
                        <a:rPr lang="zh-CN" alt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追求财富的进取增值，可以承受一定的波动，回撤可以接受在</a:t>
                      </a:r>
                      <a:r>
                        <a:rPr lang="en-US" altLang="zh-CN" sz="12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15%</a:t>
                      </a:r>
                      <a:r>
                        <a:rPr lang="zh-CN" alt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以上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5" marB="0" anchor="ctr"/>
                </a:tc>
              </a:tr>
              <a:tr h="213622">
                <a:tc rowSpan="4"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您计划持有多长时间？</a:t>
                      </a:r>
                      <a:endParaRPr lang="zh-CN" altLang="en-US" sz="12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A:1</a:t>
                      </a:r>
                      <a:r>
                        <a:rPr lang="zh-CN" altLang="en-US" sz="120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年以下</a:t>
                      </a:r>
                      <a:endParaRPr lang="zh-CN" alt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5" marB="0" anchor="ctr"/>
                </a:tc>
              </a:tr>
              <a:tr h="21356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B: 1年到3年</a:t>
                      </a:r>
                      <a:endParaRPr lang="zh-CN" alt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5" marB="0" anchor="ctr"/>
                </a:tc>
              </a:tr>
              <a:tr h="23797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C: 3</a:t>
                      </a:r>
                      <a:r>
                        <a:rPr lang="zh-CN" alt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年以上 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5" marB="0" anchor="ctr"/>
                </a:tc>
              </a:tr>
              <a:tr h="22580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5" marB="0" anchor="ctr"/>
                </a:tc>
              </a:tr>
            </a:tbl>
          </a:graphicData>
        </a:graphic>
      </p:graphicFrame>
      <p:sp>
        <p:nvSpPr>
          <p:cNvPr id="13" name="文本框 4"/>
          <p:cNvSpPr txBox="1"/>
          <p:nvPr/>
        </p:nvSpPr>
        <p:spPr>
          <a:xfrm>
            <a:off x="1020763" y="3776869"/>
            <a:ext cx="9648825" cy="4587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lnSpc>
                <a:spcPct val="150000"/>
              </a:lnSpc>
              <a:buFontTx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20-80/30-70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4099583"/>
      </p:ext>
    </p:extLst>
  </p:cSld>
  <p:clrMapOvr>
    <a:masterClrMapping/>
  </p:clrMapOvr>
  <p:transition advClick="0" advTm="200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图片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685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771" name="组合 33"/>
          <p:cNvGrpSpPr>
            <a:grpSpLocks/>
          </p:cNvGrpSpPr>
          <p:nvPr/>
        </p:nvGrpSpPr>
        <p:grpSpPr bwMode="auto">
          <a:xfrm>
            <a:off x="-12700" y="1020763"/>
            <a:ext cx="8064500" cy="5861050"/>
            <a:chOff x="-19" y="1607"/>
            <a:chExt cx="12700" cy="9230"/>
          </a:xfrm>
        </p:grpSpPr>
        <p:sp>
          <p:nvSpPr>
            <p:cNvPr id="46" name="直角三角形 45"/>
            <p:cNvSpPr/>
            <p:nvPr/>
          </p:nvSpPr>
          <p:spPr>
            <a:xfrm>
              <a:off x="-19" y="1607"/>
              <a:ext cx="12700" cy="9230"/>
            </a:xfrm>
            <a:prstGeom prst="rtTriangle">
              <a:avLst/>
            </a:prstGeom>
            <a:solidFill>
              <a:srgbClr val="61B6FD">
                <a:alpha val="3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  <p:sp>
          <p:nvSpPr>
            <p:cNvPr id="47" name="直角三角形 46"/>
            <p:cNvSpPr/>
            <p:nvPr/>
          </p:nvSpPr>
          <p:spPr>
            <a:xfrm>
              <a:off x="-19" y="2197"/>
              <a:ext cx="11888" cy="8640"/>
            </a:xfrm>
            <a:prstGeom prst="rtTriangle">
              <a:avLst/>
            </a:prstGeom>
            <a:solidFill>
              <a:srgbClr val="0388F9">
                <a:alpha val="3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  <p:sp>
          <p:nvSpPr>
            <p:cNvPr id="49" name="直角三角形 48"/>
            <p:cNvSpPr/>
            <p:nvPr/>
          </p:nvSpPr>
          <p:spPr>
            <a:xfrm>
              <a:off x="-19" y="4647"/>
              <a:ext cx="8515" cy="6190"/>
            </a:xfrm>
            <a:prstGeom prst="rtTriangle">
              <a:avLst/>
            </a:prstGeom>
            <a:solidFill>
              <a:srgbClr val="01457E">
                <a:alpha val="3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  <p:sp>
          <p:nvSpPr>
            <p:cNvPr id="50" name="直角三角形 49"/>
            <p:cNvSpPr/>
            <p:nvPr/>
          </p:nvSpPr>
          <p:spPr>
            <a:xfrm>
              <a:off x="-19" y="7512"/>
              <a:ext cx="4575" cy="3325"/>
            </a:xfrm>
            <a:prstGeom prst="rtTriangle">
              <a:avLst/>
            </a:prstGeom>
            <a:solidFill>
              <a:srgbClr val="004E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</p:grpSp>
      <p:sp>
        <p:nvSpPr>
          <p:cNvPr id="48" name="流程图: 合并 47"/>
          <p:cNvSpPr/>
          <p:nvPr/>
        </p:nvSpPr>
        <p:spPr>
          <a:xfrm>
            <a:off x="4267200" y="1588"/>
            <a:ext cx="3305175" cy="774700"/>
          </a:xfrm>
          <a:prstGeom prst="flowChartMerge">
            <a:avLst/>
          </a:prstGeom>
          <a:solidFill>
            <a:schemeClr val="accent4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印品黑体" panose="00000500000000000000" pitchFamily="2" charset="-122"/>
            </a:endParaRPr>
          </a:p>
        </p:txBody>
      </p:sp>
      <p:pic>
        <p:nvPicPr>
          <p:cNvPr id="32773" name="图片 2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8" y="122238"/>
            <a:ext cx="2322512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774" name="组合 34"/>
          <p:cNvGrpSpPr>
            <a:grpSpLocks/>
          </p:cNvGrpSpPr>
          <p:nvPr/>
        </p:nvGrpSpPr>
        <p:grpSpPr bwMode="auto">
          <a:xfrm>
            <a:off x="6161088" y="2290763"/>
            <a:ext cx="7224712" cy="4591050"/>
            <a:chOff x="9703" y="3607"/>
            <a:chExt cx="11378" cy="7230"/>
          </a:xfrm>
        </p:grpSpPr>
        <p:grpSp>
          <p:nvGrpSpPr>
            <p:cNvPr id="32779" name="组合 31"/>
            <p:cNvGrpSpPr>
              <a:grpSpLocks/>
            </p:cNvGrpSpPr>
            <p:nvPr/>
          </p:nvGrpSpPr>
          <p:grpSpPr bwMode="auto">
            <a:xfrm flipH="1">
              <a:off x="10732" y="4663"/>
              <a:ext cx="8493" cy="6173"/>
              <a:chOff x="8408" y="3607"/>
              <a:chExt cx="8514" cy="6188"/>
            </a:xfrm>
          </p:grpSpPr>
          <p:sp>
            <p:nvSpPr>
              <p:cNvPr id="43" name="直角三角形 42"/>
              <p:cNvSpPr/>
              <p:nvPr/>
            </p:nvSpPr>
            <p:spPr>
              <a:xfrm>
                <a:off x="8407" y="3606"/>
                <a:ext cx="8514" cy="6190"/>
              </a:xfrm>
              <a:prstGeom prst="rtTriangle">
                <a:avLst/>
              </a:prstGeom>
              <a:solidFill>
                <a:srgbClr val="01457E">
                  <a:alpha val="36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>
                  <a:ea typeface="印品黑体" panose="00000500000000000000" pitchFamily="2" charset="-122"/>
                </a:endParaRPr>
              </a:p>
            </p:txBody>
          </p:sp>
          <p:sp>
            <p:nvSpPr>
              <p:cNvPr id="44" name="直角三角形 43"/>
              <p:cNvSpPr/>
              <p:nvPr/>
            </p:nvSpPr>
            <p:spPr>
              <a:xfrm>
                <a:off x="8407" y="6470"/>
                <a:ext cx="4574" cy="3326"/>
              </a:xfrm>
              <a:prstGeom prst="rtTriangle">
                <a:avLst/>
              </a:prstGeom>
              <a:solidFill>
                <a:srgbClr val="004E8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>
                  <a:ea typeface="印品黑体" panose="00000500000000000000" pitchFamily="2" charset="-122"/>
                </a:endParaRPr>
              </a:p>
            </p:txBody>
          </p:sp>
        </p:grpSp>
        <p:sp>
          <p:nvSpPr>
            <p:cNvPr id="42" name="平行四边形 41"/>
            <p:cNvSpPr/>
            <p:nvPr/>
          </p:nvSpPr>
          <p:spPr>
            <a:xfrm>
              <a:off x="9703" y="3607"/>
              <a:ext cx="11378" cy="7230"/>
            </a:xfrm>
            <a:prstGeom prst="parallelogram">
              <a:avLst>
                <a:gd name="adj" fmla="val 137786"/>
              </a:avLst>
            </a:prstGeom>
            <a:solidFill>
              <a:schemeClr val="accent4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印品黑体" panose="00000500000000000000" pitchFamily="2" charset="-122"/>
              </a:endParaRPr>
            </a:p>
          </p:txBody>
        </p:sp>
      </p:grpSp>
      <p:grpSp>
        <p:nvGrpSpPr>
          <p:cNvPr id="32775" name="组合 6"/>
          <p:cNvGrpSpPr>
            <a:grpSpLocks/>
          </p:cNvGrpSpPr>
          <p:nvPr/>
        </p:nvGrpSpPr>
        <p:grpSpPr bwMode="auto">
          <a:xfrm>
            <a:off x="627063" y="4144963"/>
            <a:ext cx="4065587" cy="1868487"/>
            <a:chOff x="882013" y="2584443"/>
            <a:chExt cx="4066011" cy="1867914"/>
          </a:xfrm>
        </p:grpSpPr>
        <p:sp>
          <p:nvSpPr>
            <p:cNvPr id="52" name="文本框 51"/>
            <p:cNvSpPr txBox="1"/>
            <p:nvPr/>
          </p:nvSpPr>
          <p:spPr>
            <a:xfrm>
              <a:off x="886193" y="3621048"/>
              <a:ext cx="4061831" cy="831309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THANK YOU</a:t>
              </a: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882013" y="2584443"/>
              <a:ext cx="3943878" cy="1015663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6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感谢观看</a:t>
              </a:r>
              <a:endPara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3" name="直接连接符 2"/>
          <p:cNvCxnSpPr/>
          <p:nvPr/>
        </p:nvCxnSpPr>
        <p:spPr>
          <a:xfrm flipV="1">
            <a:off x="638175" y="5160963"/>
            <a:ext cx="4060825" cy="20637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ransition advClick="0" advTm="3000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香槟金商业计划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C6AF92"/>
      </a:accent1>
      <a:accent2>
        <a:srgbClr val="8FFFFF"/>
      </a:accent2>
      <a:accent3>
        <a:srgbClr val="3F3F3F"/>
      </a:accent3>
      <a:accent4>
        <a:srgbClr val="595959"/>
      </a:accent4>
      <a:accent5>
        <a:srgbClr val="5F5F5F"/>
      </a:accent5>
      <a:accent6>
        <a:srgbClr val="4D4D4D"/>
      </a:accent6>
      <a:hlink>
        <a:srgbClr val="000000"/>
      </a:hlink>
      <a:folHlink>
        <a:srgbClr val="919191"/>
      </a:folHlink>
    </a:clrScheme>
    <a:fontScheme name="自定义 13">
      <a:majorFont>
        <a:latin typeface="Century Gothic"/>
        <a:ea typeface="HarmonyOS Sans SC Light"/>
        <a:cs typeface=""/>
      </a:majorFont>
      <a:minorFont>
        <a:latin typeface="HarmonyOS Sans SC Light"/>
        <a:ea typeface="HarmonyOS Sans SC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香槟金商业计划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C6AF92"/>
      </a:accent1>
      <a:accent2>
        <a:srgbClr val="8FFFFF"/>
      </a:accent2>
      <a:accent3>
        <a:srgbClr val="3F3F3F"/>
      </a:accent3>
      <a:accent4>
        <a:srgbClr val="595959"/>
      </a:accent4>
      <a:accent5>
        <a:srgbClr val="5F5F5F"/>
      </a:accent5>
      <a:accent6>
        <a:srgbClr val="4D4D4D"/>
      </a:accent6>
      <a:hlink>
        <a:srgbClr val="000000"/>
      </a:hlink>
      <a:folHlink>
        <a:srgbClr val="919191"/>
      </a:folHlink>
    </a:clrScheme>
    <a:fontScheme name="自定义 13">
      <a:majorFont>
        <a:latin typeface="Century Gothic"/>
        <a:ea typeface="HarmonyOS Sans SC Light"/>
        <a:cs typeface=""/>
      </a:majorFont>
      <a:minorFont>
        <a:latin typeface="HarmonyOS Sans SC Light"/>
        <a:ea typeface="HarmonyOS Sans SC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25136</TotalTime>
  <Words>3117</Words>
  <Application>Microsoft Office PowerPoint</Application>
  <PresentationFormat>宽屏</PresentationFormat>
  <Paragraphs>854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16</vt:i4>
      </vt:variant>
    </vt:vector>
  </HeadingPairs>
  <TitlesOfParts>
    <vt:vector size="36" baseType="lpstr">
      <vt:lpstr>FZHei-B01S</vt:lpstr>
      <vt:lpstr>HarmonyOS Sans SC Light</vt:lpstr>
      <vt:lpstr>Helvetica Neue</vt:lpstr>
      <vt:lpstr>Noto Serif CJK SC</vt:lpstr>
      <vt:lpstr>Quattrocento Sans</vt:lpstr>
      <vt:lpstr>等线</vt:lpstr>
      <vt:lpstr>等线 Light</vt:lpstr>
      <vt:lpstr>黑体</vt:lpstr>
      <vt:lpstr>华文中宋</vt:lpstr>
      <vt:lpstr>思源宋体</vt:lpstr>
      <vt:lpstr>宋体</vt:lpstr>
      <vt:lpstr>微软雅黑</vt:lpstr>
      <vt:lpstr>微软雅黑</vt:lpstr>
      <vt:lpstr>印品黑体</vt:lpstr>
      <vt:lpstr>Arial</vt:lpstr>
      <vt:lpstr>Calibri</vt:lpstr>
      <vt:lpstr>Times New Roman</vt:lpstr>
      <vt:lpstr>Office 主题​​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白昕</cp:lastModifiedBy>
  <cp:revision>314</cp:revision>
  <dcterms:created xsi:type="dcterms:W3CDTF">2018-08-20T01:35:26Z</dcterms:created>
  <dcterms:modified xsi:type="dcterms:W3CDTF">2026-06-03T12:27:16Z</dcterms:modified>
</cp:coreProperties>
</file>