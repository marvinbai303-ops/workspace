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slideLayouts/slideLayout9.xml" ContentType="application/vnd.openxmlformats-officedocument.presentationml.slideLayout+xml"/>
  <Override PartName="/ppt/theme/theme4.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5.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6.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7.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3.xml" ContentType="application/vnd.openxmlformats-officedocument.presentationml.notesSlide+xml"/>
  <Override PartName="/ppt/charts/chart4.xml" ContentType="application/vnd.openxmlformats-officedocument.drawingml.chart+xml"/>
  <Override PartName="/ppt/notesSlides/notesSlide14.xml" ContentType="application/vnd.openxmlformats-officedocument.presentationml.notesSlide+xml"/>
  <Override PartName="/ppt/charts/chart5.xml" ContentType="application/vnd.openxmlformats-officedocument.drawingml.chart+xml"/>
  <Override PartName="/ppt/notesSlides/notesSlide15.xml" ContentType="application/vnd.openxmlformats-officedocument.presentationml.notesSlide+xml"/>
  <Override PartName="/ppt/charts/chart6.xml" ContentType="application/vnd.openxmlformats-officedocument.drawingml.chart+xml"/>
  <Override PartName="/ppt/notesSlides/notesSlide16.xml" ContentType="application/vnd.openxmlformats-officedocument.presentationml.notesSlide+xml"/>
  <Override PartName="/ppt/charts/chart7.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0" r:id="rId2"/>
    <p:sldMasterId id="2147483654" r:id="rId3"/>
    <p:sldMasterId id="2147483658" r:id="rId4"/>
    <p:sldMasterId id="2147483660" r:id="rId5"/>
    <p:sldMasterId id="2147483663" r:id="rId6"/>
    <p:sldMasterId id="2147483667" r:id="rId7"/>
    <p:sldMasterId id="2147483671" r:id="rId8"/>
  </p:sldMasterIdLst>
  <p:notesMasterIdLst>
    <p:notesMasterId r:id="rId34"/>
  </p:notesMasterIdLst>
  <p:handoutMasterIdLst>
    <p:handoutMasterId r:id="rId35"/>
  </p:handoutMasterIdLst>
  <p:sldIdLst>
    <p:sldId id="256" r:id="rId9"/>
    <p:sldId id="340" r:id="rId10"/>
    <p:sldId id="280" r:id="rId11"/>
    <p:sldId id="328" r:id="rId12"/>
    <p:sldId id="329" r:id="rId13"/>
    <p:sldId id="342" r:id="rId14"/>
    <p:sldId id="315" r:id="rId15"/>
    <p:sldId id="330" r:id="rId16"/>
    <p:sldId id="271" r:id="rId17"/>
    <p:sldId id="321" r:id="rId18"/>
    <p:sldId id="343" r:id="rId19"/>
    <p:sldId id="322" r:id="rId20"/>
    <p:sldId id="331" r:id="rId21"/>
    <p:sldId id="351" r:id="rId22"/>
    <p:sldId id="347" r:id="rId23"/>
    <p:sldId id="352" r:id="rId24"/>
    <p:sldId id="353" r:id="rId25"/>
    <p:sldId id="354" r:id="rId26"/>
    <p:sldId id="355" r:id="rId27"/>
    <p:sldId id="345" r:id="rId28"/>
    <p:sldId id="332" r:id="rId29"/>
    <p:sldId id="335" r:id="rId30"/>
    <p:sldId id="336" r:id="rId31"/>
    <p:sldId id="298" r:id="rId32"/>
    <p:sldId id="260" r:id="rId33"/>
  </p:sldIdLst>
  <p:sldSz cx="12192000" cy="6858000"/>
  <p:notesSz cx="6669088" cy="9926638"/>
  <p:defaultTex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ctr" defTabSz="1217930" rtl="0" fontAlgn="auto" latinLnBrk="0" hangingPunct="0">
      <a:lnSpc>
        <a:spcPct val="100000"/>
      </a:lnSpc>
      <a:spcBef>
        <a:spcPts val="0"/>
      </a:spcBef>
      <a:spcAft>
        <a:spcPts val="0"/>
      </a:spcAft>
      <a:buClrTx/>
      <a:buSzTx/>
      <a:buFontTx/>
      <a:buNone/>
      <a:defRPr kumimoji="0" sz="1200" b="0" i="0" u="none" strike="noStrike" cap="none" spc="0" normalizeH="0" baseline="0">
        <a:ln>
          <a:noFill/>
        </a:ln>
        <a:solidFill>
          <a:srgbClr val="5E5E5E"/>
        </a:solidFill>
        <a:effectLst/>
        <a:uFillTx/>
        <a:latin typeface="+mn-lt"/>
        <a:ea typeface="+mn-ea"/>
        <a:cs typeface="+mn-cs"/>
        <a:sym typeface="Helvetica Neue" panose="02000503000000020004"/>
      </a:defRPr>
    </a:lvl1pPr>
    <a:lvl2pPr marL="0" marR="0" indent="228600" algn="ctr" defTabSz="1217930" rtl="0" fontAlgn="auto" latinLnBrk="0" hangingPunct="0">
      <a:lnSpc>
        <a:spcPct val="100000"/>
      </a:lnSpc>
      <a:spcBef>
        <a:spcPts val="0"/>
      </a:spcBef>
      <a:spcAft>
        <a:spcPts val="0"/>
      </a:spcAft>
      <a:buClrTx/>
      <a:buSzTx/>
      <a:buFontTx/>
      <a:buNone/>
      <a:defRPr kumimoji="0" sz="12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457200" algn="ctr" defTabSz="1217930" rtl="0" fontAlgn="auto" latinLnBrk="0" hangingPunct="0">
      <a:lnSpc>
        <a:spcPct val="100000"/>
      </a:lnSpc>
      <a:spcBef>
        <a:spcPts val="0"/>
      </a:spcBef>
      <a:spcAft>
        <a:spcPts val="0"/>
      </a:spcAft>
      <a:buClrTx/>
      <a:buSzTx/>
      <a:buFontTx/>
      <a:buNone/>
      <a:defRPr kumimoji="0" sz="12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685165" algn="ctr" defTabSz="1217930" rtl="0" fontAlgn="auto" latinLnBrk="0" hangingPunct="0">
      <a:lnSpc>
        <a:spcPct val="100000"/>
      </a:lnSpc>
      <a:spcBef>
        <a:spcPts val="0"/>
      </a:spcBef>
      <a:spcAft>
        <a:spcPts val="0"/>
      </a:spcAft>
      <a:buClrTx/>
      <a:buSzTx/>
      <a:buFontTx/>
      <a:buNone/>
      <a:defRPr kumimoji="0" sz="12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913765" algn="ctr" defTabSz="1217930" rtl="0" fontAlgn="auto" latinLnBrk="0" hangingPunct="0">
      <a:lnSpc>
        <a:spcPct val="100000"/>
      </a:lnSpc>
      <a:spcBef>
        <a:spcPts val="0"/>
      </a:spcBef>
      <a:spcAft>
        <a:spcPts val="0"/>
      </a:spcAft>
      <a:buClrTx/>
      <a:buSzTx/>
      <a:buFontTx/>
      <a:buNone/>
      <a:defRPr kumimoji="0" sz="12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1142365" algn="ctr" defTabSz="1217930" rtl="0" fontAlgn="auto" latinLnBrk="0" hangingPunct="0">
      <a:lnSpc>
        <a:spcPct val="100000"/>
      </a:lnSpc>
      <a:spcBef>
        <a:spcPts val="0"/>
      </a:spcBef>
      <a:spcAft>
        <a:spcPts val="0"/>
      </a:spcAft>
      <a:buClrTx/>
      <a:buSzTx/>
      <a:buFontTx/>
      <a:buNone/>
      <a:defRPr kumimoji="0" sz="12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1370965" algn="ctr" defTabSz="1217930" rtl="0" fontAlgn="auto" latinLnBrk="0" hangingPunct="0">
      <a:lnSpc>
        <a:spcPct val="100000"/>
      </a:lnSpc>
      <a:spcBef>
        <a:spcPts val="0"/>
      </a:spcBef>
      <a:spcAft>
        <a:spcPts val="0"/>
      </a:spcAft>
      <a:buClrTx/>
      <a:buSzTx/>
      <a:buFontTx/>
      <a:buNone/>
      <a:defRPr kumimoji="0" sz="12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1599565" algn="ctr" defTabSz="1217930" rtl="0" fontAlgn="auto" latinLnBrk="0" hangingPunct="0">
      <a:lnSpc>
        <a:spcPct val="100000"/>
      </a:lnSpc>
      <a:spcBef>
        <a:spcPts val="0"/>
      </a:spcBef>
      <a:spcAft>
        <a:spcPts val="0"/>
      </a:spcAft>
      <a:buClrTx/>
      <a:buSzTx/>
      <a:buFontTx/>
      <a:buNone/>
      <a:defRPr kumimoji="0" sz="12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1827530" algn="ctr" defTabSz="1217930" rtl="0" fontAlgn="auto" latinLnBrk="0" hangingPunct="0">
      <a:lnSpc>
        <a:spcPct val="100000"/>
      </a:lnSpc>
      <a:spcBef>
        <a:spcPts val="0"/>
      </a:spcBef>
      <a:spcAft>
        <a:spcPts val="0"/>
      </a:spcAft>
      <a:buClrTx/>
      <a:buSzTx/>
      <a:buFontTx/>
      <a:buNone/>
      <a:defRPr kumimoji="0" sz="1200" b="0" i="0" u="none" strike="noStrike" cap="none" spc="0" normalizeH="0" baseline="0">
        <a:ln>
          <a:noFill/>
        </a:ln>
        <a:solidFill>
          <a:srgbClr val="5E5E5E"/>
        </a:solidFill>
        <a:effectLst/>
        <a:uFillTx/>
        <a:latin typeface="+mn-lt"/>
        <a:ea typeface="+mn-ea"/>
        <a:cs typeface="+mn-cs"/>
        <a:sym typeface="Helvetica Neue" panose="020005030000000200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0E19"/>
    <a:srgbClr val="D9A85A"/>
    <a:srgbClr val="C2C2C3"/>
    <a:srgbClr val="FFFFFF"/>
    <a:srgbClr val="FEFEFE"/>
    <a:srgbClr val="FFE9C2"/>
    <a:srgbClr val="1F74AD"/>
    <a:srgbClr val="3498DB"/>
    <a:srgbClr val="1AA3AA"/>
    <a:srgbClr val="CD11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29" autoAdjust="0"/>
    <p:restoredTop sz="85580" autoAdjust="0"/>
  </p:normalViewPr>
  <p:slideViewPr>
    <p:cSldViewPr snapToGrid="0" snapToObjects="1">
      <p:cViewPr varScale="1">
        <p:scale>
          <a:sx n="99" d="100"/>
          <a:sy n="99" d="100"/>
        </p:scale>
        <p:origin x="34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tableStyles" Target="tableStyles.xml"/><Relationship Id="rId21" Type="http://schemas.openxmlformats.org/officeDocument/2006/relationships/slide" Target="slides/slide13.xml"/><Relationship Id="rId34"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handoutMaster" Target="handoutMasters/handoutMaster1.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oleObject" Target="file:///D:\PPT_XY\__&#23567;&#24494;&#31934;&#36873;__\data\&#23567;&#24066;&#20540;&#20116;&#20998;&#32452;&#20928;&#20540;&#23545;&#27604;.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PPT_XY\__&#20559;&#32929;&#28151;__\&#33268;&#36828;\PPT\2026-&#24494;&#30424;&#32418;&#21033;&#29256;\&#12304;&#27169;&#29256;_&#33268;&#36828;&#12305;.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PPT_XY\__&#20559;&#32929;&#28151;__\&#33268;&#36828;\PPT\2026-&#24494;&#30424;&#32418;&#21033;&#29256;\&#12304;&#27169;&#29256;_&#33268;&#36828;&#12305;.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2.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第一组</c:v>
                </c:pt>
              </c:strCache>
            </c:strRef>
          </c:tx>
          <c:spPr>
            <a:ln w="28575" cap="rnd">
              <a:solidFill>
                <a:schemeClr val="accent1"/>
              </a:solidFill>
              <a:round/>
            </a:ln>
            <a:effectLst/>
          </c:spPr>
          <c:marker>
            <c:symbol val="none"/>
          </c:marker>
          <c:cat>
            <c:numRef>
              <c:f>Sheet1!$A$2:$A$2839</c:f>
              <c:numCache>
                <c:formatCode>yyyy\-mm\-dd</c:formatCode>
                <c:ptCount val="2838"/>
                <c:pt idx="0">
                  <c:v>41639</c:v>
                </c:pt>
                <c:pt idx="1">
                  <c:v>41641</c:v>
                </c:pt>
                <c:pt idx="2">
                  <c:v>41642</c:v>
                </c:pt>
                <c:pt idx="3">
                  <c:v>41645</c:v>
                </c:pt>
                <c:pt idx="4">
                  <c:v>41646</c:v>
                </c:pt>
                <c:pt idx="5">
                  <c:v>41647</c:v>
                </c:pt>
                <c:pt idx="6">
                  <c:v>41648</c:v>
                </c:pt>
                <c:pt idx="7">
                  <c:v>41649</c:v>
                </c:pt>
                <c:pt idx="8">
                  <c:v>41652</c:v>
                </c:pt>
                <c:pt idx="9">
                  <c:v>41653</c:v>
                </c:pt>
                <c:pt idx="10">
                  <c:v>41654</c:v>
                </c:pt>
                <c:pt idx="11">
                  <c:v>41655</c:v>
                </c:pt>
                <c:pt idx="12">
                  <c:v>41656</c:v>
                </c:pt>
                <c:pt idx="13">
                  <c:v>41659</c:v>
                </c:pt>
                <c:pt idx="14">
                  <c:v>41660</c:v>
                </c:pt>
                <c:pt idx="15">
                  <c:v>41661</c:v>
                </c:pt>
                <c:pt idx="16">
                  <c:v>41662</c:v>
                </c:pt>
                <c:pt idx="17">
                  <c:v>41663</c:v>
                </c:pt>
                <c:pt idx="18">
                  <c:v>41666</c:v>
                </c:pt>
                <c:pt idx="19">
                  <c:v>41667</c:v>
                </c:pt>
                <c:pt idx="20">
                  <c:v>41668</c:v>
                </c:pt>
                <c:pt idx="21">
                  <c:v>41669</c:v>
                </c:pt>
                <c:pt idx="22">
                  <c:v>41677</c:v>
                </c:pt>
                <c:pt idx="23">
                  <c:v>41680</c:v>
                </c:pt>
                <c:pt idx="24">
                  <c:v>41681</c:v>
                </c:pt>
                <c:pt idx="25">
                  <c:v>41682</c:v>
                </c:pt>
                <c:pt idx="26">
                  <c:v>41683</c:v>
                </c:pt>
                <c:pt idx="27">
                  <c:v>41684</c:v>
                </c:pt>
                <c:pt idx="28">
                  <c:v>41687</c:v>
                </c:pt>
                <c:pt idx="29">
                  <c:v>41688</c:v>
                </c:pt>
                <c:pt idx="30">
                  <c:v>41689</c:v>
                </c:pt>
                <c:pt idx="31">
                  <c:v>41690</c:v>
                </c:pt>
                <c:pt idx="32">
                  <c:v>41691</c:v>
                </c:pt>
                <c:pt idx="33">
                  <c:v>41694</c:v>
                </c:pt>
                <c:pt idx="34">
                  <c:v>41695</c:v>
                </c:pt>
                <c:pt idx="35">
                  <c:v>41696</c:v>
                </c:pt>
                <c:pt idx="36">
                  <c:v>41697</c:v>
                </c:pt>
                <c:pt idx="37">
                  <c:v>41698</c:v>
                </c:pt>
                <c:pt idx="38">
                  <c:v>41701</c:v>
                </c:pt>
                <c:pt idx="39">
                  <c:v>41702</c:v>
                </c:pt>
                <c:pt idx="40">
                  <c:v>41703</c:v>
                </c:pt>
                <c:pt idx="41">
                  <c:v>41704</c:v>
                </c:pt>
                <c:pt idx="42">
                  <c:v>41705</c:v>
                </c:pt>
                <c:pt idx="43">
                  <c:v>41708</c:v>
                </c:pt>
                <c:pt idx="44">
                  <c:v>41709</c:v>
                </c:pt>
                <c:pt idx="45">
                  <c:v>41710</c:v>
                </c:pt>
                <c:pt idx="46">
                  <c:v>41711</c:v>
                </c:pt>
                <c:pt idx="47">
                  <c:v>41712</c:v>
                </c:pt>
                <c:pt idx="48">
                  <c:v>41715</c:v>
                </c:pt>
                <c:pt idx="49">
                  <c:v>41716</c:v>
                </c:pt>
                <c:pt idx="50">
                  <c:v>41717</c:v>
                </c:pt>
                <c:pt idx="51">
                  <c:v>41718</c:v>
                </c:pt>
                <c:pt idx="52">
                  <c:v>41719</c:v>
                </c:pt>
                <c:pt idx="53">
                  <c:v>41722</c:v>
                </c:pt>
                <c:pt idx="54">
                  <c:v>41723</c:v>
                </c:pt>
                <c:pt idx="55">
                  <c:v>41724</c:v>
                </c:pt>
                <c:pt idx="56">
                  <c:v>41725</c:v>
                </c:pt>
                <c:pt idx="57">
                  <c:v>41726</c:v>
                </c:pt>
                <c:pt idx="58">
                  <c:v>41729</c:v>
                </c:pt>
                <c:pt idx="59">
                  <c:v>41730</c:v>
                </c:pt>
                <c:pt idx="60">
                  <c:v>41731</c:v>
                </c:pt>
                <c:pt idx="61">
                  <c:v>41732</c:v>
                </c:pt>
                <c:pt idx="62">
                  <c:v>41733</c:v>
                </c:pt>
                <c:pt idx="63">
                  <c:v>41737</c:v>
                </c:pt>
                <c:pt idx="64">
                  <c:v>41738</c:v>
                </c:pt>
                <c:pt idx="65">
                  <c:v>41739</c:v>
                </c:pt>
                <c:pt idx="66">
                  <c:v>41740</c:v>
                </c:pt>
                <c:pt idx="67">
                  <c:v>41743</c:v>
                </c:pt>
                <c:pt idx="68">
                  <c:v>41744</c:v>
                </c:pt>
                <c:pt idx="69">
                  <c:v>41745</c:v>
                </c:pt>
                <c:pt idx="70">
                  <c:v>41746</c:v>
                </c:pt>
                <c:pt idx="71">
                  <c:v>41747</c:v>
                </c:pt>
                <c:pt idx="72">
                  <c:v>41750</c:v>
                </c:pt>
                <c:pt idx="73">
                  <c:v>41751</c:v>
                </c:pt>
                <c:pt idx="74">
                  <c:v>41752</c:v>
                </c:pt>
                <c:pt idx="75">
                  <c:v>41753</c:v>
                </c:pt>
                <c:pt idx="76">
                  <c:v>41754</c:v>
                </c:pt>
                <c:pt idx="77">
                  <c:v>41757</c:v>
                </c:pt>
                <c:pt idx="78">
                  <c:v>41758</c:v>
                </c:pt>
                <c:pt idx="79">
                  <c:v>41759</c:v>
                </c:pt>
                <c:pt idx="80">
                  <c:v>41764</c:v>
                </c:pt>
                <c:pt idx="81">
                  <c:v>41765</c:v>
                </c:pt>
                <c:pt idx="82">
                  <c:v>41766</c:v>
                </c:pt>
                <c:pt idx="83">
                  <c:v>41767</c:v>
                </c:pt>
                <c:pt idx="84">
                  <c:v>41768</c:v>
                </c:pt>
                <c:pt idx="85">
                  <c:v>41771</c:v>
                </c:pt>
                <c:pt idx="86">
                  <c:v>41772</c:v>
                </c:pt>
                <c:pt idx="87">
                  <c:v>41773</c:v>
                </c:pt>
                <c:pt idx="88">
                  <c:v>41774</c:v>
                </c:pt>
                <c:pt idx="89">
                  <c:v>41775</c:v>
                </c:pt>
                <c:pt idx="90">
                  <c:v>41778</c:v>
                </c:pt>
                <c:pt idx="91">
                  <c:v>41779</c:v>
                </c:pt>
                <c:pt idx="92">
                  <c:v>41780</c:v>
                </c:pt>
                <c:pt idx="93">
                  <c:v>41781</c:v>
                </c:pt>
                <c:pt idx="94">
                  <c:v>41782</c:v>
                </c:pt>
                <c:pt idx="95">
                  <c:v>41785</c:v>
                </c:pt>
                <c:pt idx="96">
                  <c:v>41786</c:v>
                </c:pt>
                <c:pt idx="97">
                  <c:v>41787</c:v>
                </c:pt>
                <c:pt idx="98">
                  <c:v>41788</c:v>
                </c:pt>
                <c:pt idx="99">
                  <c:v>41789</c:v>
                </c:pt>
                <c:pt idx="100">
                  <c:v>41793</c:v>
                </c:pt>
                <c:pt idx="101">
                  <c:v>41794</c:v>
                </c:pt>
                <c:pt idx="102">
                  <c:v>41795</c:v>
                </c:pt>
                <c:pt idx="103">
                  <c:v>41796</c:v>
                </c:pt>
                <c:pt idx="104">
                  <c:v>41799</c:v>
                </c:pt>
                <c:pt idx="105">
                  <c:v>41800</c:v>
                </c:pt>
                <c:pt idx="106">
                  <c:v>41801</c:v>
                </c:pt>
                <c:pt idx="107">
                  <c:v>41802</c:v>
                </c:pt>
                <c:pt idx="108">
                  <c:v>41803</c:v>
                </c:pt>
                <c:pt idx="109">
                  <c:v>41806</c:v>
                </c:pt>
                <c:pt idx="110">
                  <c:v>41807</c:v>
                </c:pt>
                <c:pt idx="111">
                  <c:v>41808</c:v>
                </c:pt>
                <c:pt idx="112">
                  <c:v>41809</c:v>
                </c:pt>
                <c:pt idx="113">
                  <c:v>41810</c:v>
                </c:pt>
                <c:pt idx="114">
                  <c:v>41813</c:v>
                </c:pt>
                <c:pt idx="115">
                  <c:v>41814</c:v>
                </c:pt>
                <c:pt idx="116">
                  <c:v>41815</c:v>
                </c:pt>
                <c:pt idx="117">
                  <c:v>41816</c:v>
                </c:pt>
                <c:pt idx="118">
                  <c:v>41817</c:v>
                </c:pt>
                <c:pt idx="119">
                  <c:v>41820</c:v>
                </c:pt>
                <c:pt idx="120">
                  <c:v>41821</c:v>
                </c:pt>
                <c:pt idx="121">
                  <c:v>41822</c:v>
                </c:pt>
                <c:pt idx="122">
                  <c:v>41823</c:v>
                </c:pt>
                <c:pt idx="123">
                  <c:v>41824</c:v>
                </c:pt>
                <c:pt idx="124">
                  <c:v>41827</c:v>
                </c:pt>
                <c:pt idx="125">
                  <c:v>41828</c:v>
                </c:pt>
                <c:pt idx="126">
                  <c:v>41829</c:v>
                </c:pt>
                <c:pt idx="127">
                  <c:v>41830</c:v>
                </c:pt>
                <c:pt idx="128">
                  <c:v>41831</c:v>
                </c:pt>
                <c:pt idx="129">
                  <c:v>41834</c:v>
                </c:pt>
                <c:pt idx="130">
                  <c:v>41835</c:v>
                </c:pt>
                <c:pt idx="131">
                  <c:v>41836</c:v>
                </c:pt>
                <c:pt idx="132">
                  <c:v>41837</c:v>
                </c:pt>
                <c:pt idx="133">
                  <c:v>41838</c:v>
                </c:pt>
                <c:pt idx="134">
                  <c:v>41841</c:v>
                </c:pt>
                <c:pt idx="135">
                  <c:v>41842</c:v>
                </c:pt>
                <c:pt idx="136">
                  <c:v>41843</c:v>
                </c:pt>
                <c:pt idx="137">
                  <c:v>41844</c:v>
                </c:pt>
                <c:pt idx="138">
                  <c:v>41845</c:v>
                </c:pt>
                <c:pt idx="139">
                  <c:v>41848</c:v>
                </c:pt>
                <c:pt idx="140">
                  <c:v>41849</c:v>
                </c:pt>
                <c:pt idx="141">
                  <c:v>41850</c:v>
                </c:pt>
                <c:pt idx="142">
                  <c:v>41851</c:v>
                </c:pt>
                <c:pt idx="143">
                  <c:v>41852</c:v>
                </c:pt>
                <c:pt idx="144">
                  <c:v>41855</c:v>
                </c:pt>
                <c:pt idx="145">
                  <c:v>41856</c:v>
                </c:pt>
                <c:pt idx="146">
                  <c:v>41857</c:v>
                </c:pt>
                <c:pt idx="147">
                  <c:v>41858</c:v>
                </c:pt>
                <c:pt idx="148">
                  <c:v>41859</c:v>
                </c:pt>
                <c:pt idx="149">
                  <c:v>41862</c:v>
                </c:pt>
                <c:pt idx="150">
                  <c:v>41863</c:v>
                </c:pt>
                <c:pt idx="151">
                  <c:v>41864</c:v>
                </c:pt>
                <c:pt idx="152">
                  <c:v>41865</c:v>
                </c:pt>
                <c:pt idx="153">
                  <c:v>41866</c:v>
                </c:pt>
                <c:pt idx="154">
                  <c:v>41869</c:v>
                </c:pt>
                <c:pt idx="155">
                  <c:v>41870</c:v>
                </c:pt>
                <c:pt idx="156">
                  <c:v>41871</c:v>
                </c:pt>
                <c:pt idx="157">
                  <c:v>41872</c:v>
                </c:pt>
                <c:pt idx="158">
                  <c:v>41873</c:v>
                </c:pt>
                <c:pt idx="159">
                  <c:v>41876</c:v>
                </c:pt>
                <c:pt idx="160">
                  <c:v>41877</c:v>
                </c:pt>
                <c:pt idx="161">
                  <c:v>41878</c:v>
                </c:pt>
                <c:pt idx="162">
                  <c:v>41879</c:v>
                </c:pt>
                <c:pt idx="163">
                  <c:v>41880</c:v>
                </c:pt>
                <c:pt idx="164">
                  <c:v>41883</c:v>
                </c:pt>
                <c:pt idx="165">
                  <c:v>41884</c:v>
                </c:pt>
                <c:pt idx="166">
                  <c:v>41885</c:v>
                </c:pt>
                <c:pt idx="167">
                  <c:v>41886</c:v>
                </c:pt>
                <c:pt idx="168">
                  <c:v>41887</c:v>
                </c:pt>
                <c:pt idx="169">
                  <c:v>41891</c:v>
                </c:pt>
                <c:pt idx="170">
                  <c:v>41892</c:v>
                </c:pt>
                <c:pt idx="171">
                  <c:v>41893</c:v>
                </c:pt>
                <c:pt idx="172">
                  <c:v>41894</c:v>
                </c:pt>
                <c:pt idx="173">
                  <c:v>41897</c:v>
                </c:pt>
                <c:pt idx="174">
                  <c:v>41898</c:v>
                </c:pt>
                <c:pt idx="175">
                  <c:v>41899</c:v>
                </c:pt>
                <c:pt idx="176">
                  <c:v>41900</c:v>
                </c:pt>
                <c:pt idx="177">
                  <c:v>41901</c:v>
                </c:pt>
                <c:pt idx="178">
                  <c:v>41904</c:v>
                </c:pt>
                <c:pt idx="179">
                  <c:v>41905</c:v>
                </c:pt>
                <c:pt idx="180">
                  <c:v>41906</c:v>
                </c:pt>
                <c:pt idx="181">
                  <c:v>41907</c:v>
                </c:pt>
                <c:pt idx="182">
                  <c:v>41908</c:v>
                </c:pt>
                <c:pt idx="183">
                  <c:v>41911</c:v>
                </c:pt>
                <c:pt idx="184">
                  <c:v>41912</c:v>
                </c:pt>
                <c:pt idx="185">
                  <c:v>41920</c:v>
                </c:pt>
                <c:pt idx="186">
                  <c:v>41921</c:v>
                </c:pt>
                <c:pt idx="187">
                  <c:v>41922</c:v>
                </c:pt>
                <c:pt idx="188">
                  <c:v>41925</c:v>
                </c:pt>
                <c:pt idx="189">
                  <c:v>41926</c:v>
                </c:pt>
                <c:pt idx="190">
                  <c:v>41927</c:v>
                </c:pt>
                <c:pt idx="191">
                  <c:v>41928</c:v>
                </c:pt>
                <c:pt idx="192">
                  <c:v>41929</c:v>
                </c:pt>
                <c:pt idx="193">
                  <c:v>41932</c:v>
                </c:pt>
                <c:pt idx="194">
                  <c:v>41933</c:v>
                </c:pt>
                <c:pt idx="195">
                  <c:v>41934</c:v>
                </c:pt>
                <c:pt idx="196">
                  <c:v>41935</c:v>
                </c:pt>
                <c:pt idx="197">
                  <c:v>41936</c:v>
                </c:pt>
                <c:pt idx="198">
                  <c:v>41939</c:v>
                </c:pt>
                <c:pt idx="199">
                  <c:v>41940</c:v>
                </c:pt>
                <c:pt idx="200">
                  <c:v>41941</c:v>
                </c:pt>
                <c:pt idx="201">
                  <c:v>41942</c:v>
                </c:pt>
                <c:pt idx="202">
                  <c:v>41943</c:v>
                </c:pt>
                <c:pt idx="203">
                  <c:v>41946</c:v>
                </c:pt>
                <c:pt idx="204">
                  <c:v>41947</c:v>
                </c:pt>
                <c:pt idx="205">
                  <c:v>41948</c:v>
                </c:pt>
                <c:pt idx="206">
                  <c:v>41949</c:v>
                </c:pt>
                <c:pt idx="207">
                  <c:v>41950</c:v>
                </c:pt>
                <c:pt idx="208">
                  <c:v>41953</c:v>
                </c:pt>
                <c:pt idx="209">
                  <c:v>41954</c:v>
                </c:pt>
                <c:pt idx="210">
                  <c:v>41955</c:v>
                </c:pt>
                <c:pt idx="211">
                  <c:v>41956</c:v>
                </c:pt>
                <c:pt idx="212">
                  <c:v>41957</c:v>
                </c:pt>
                <c:pt idx="213">
                  <c:v>41960</c:v>
                </c:pt>
                <c:pt idx="214">
                  <c:v>41961</c:v>
                </c:pt>
                <c:pt idx="215">
                  <c:v>41962</c:v>
                </c:pt>
                <c:pt idx="216">
                  <c:v>41963</c:v>
                </c:pt>
                <c:pt idx="217">
                  <c:v>41964</c:v>
                </c:pt>
                <c:pt idx="218">
                  <c:v>41967</c:v>
                </c:pt>
                <c:pt idx="219">
                  <c:v>41968</c:v>
                </c:pt>
                <c:pt idx="220">
                  <c:v>41969</c:v>
                </c:pt>
                <c:pt idx="221">
                  <c:v>41970</c:v>
                </c:pt>
                <c:pt idx="222">
                  <c:v>41971</c:v>
                </c:pt>
                <c:pt idx="223">
                  <c:v>41974</c:v>
                </c:pt>
                <c:pt idx="224">
                  <c:v>41975</c:v>
                </c:pt>
                <c:pt idx="225">
                  <c:v>41976</c:v>
                </c:pt>
                <c:pt idx="226">
                  <c:v>41977</c:v>
                </c:pt>
                <c:pt idx="227">
                  <c:v>41978</c:v>
                </c:pt>
                <c:pt idx="228">
                  <c:v>41981</c:v>
                </c:pt>
                <c:pt idx="229">
                  <c:v>41982</c:v>
                </c:pt>
                <c:pt idx="230">
                  <c:v>41983</c:v>
                </c:pt>
                <c:pt idx="231">
                  <c:v>41984</c:v>
                </c:pt>
                <c:pt idx="232">
                  <c:v>41985</c:v>
                </c:pt>
                <c:pt idx="233">
                  <c:v>41988</c:v>
                </c:pt>
                <c:pt idx="234">
                  <c:v>41989</c:v>
                </c:pt>
                <c:pt idx="235">
                  <c:v>41990</c:v>
                </c:pt>
                <c:pt idx="236">
                  <c:v>41991</c:v>
                </c:pt>
                <c:pt idx="237">
                  <c:v>41992</c:v>
                </c:pt>
                <c:pt idx="238">
                  <c:v>41995</c:v>
                </c:pt>
                <c:pt idx="239">
                  <c:v>41996</c:v>
                </c:pt>
                <c:pt idx="240">
                  <c:v>41997</c:v>
                </c:pt>
                <c:pt idx="241">
                  <c:v>41998</c:v>
                </c:pt>
                <c:pt idx="242">
                  <c:v>41999</c:v>
                </c:pt>
                <c:pt idx="243">
                  <c:v>42002</c:v>
                </c:pt>
                <c:pt idx="244">
                  <c:v>42003</c:v>
                </c:pt>
                <c:pt idx="245">
                  <c:v>42004</c:v>
                </c:pt>
                <c:pt idx="246">
                  <c:v>42009</c:v>
                </c:pt>
                <c:pt idx="247">
                  <c:v>42010</c:v>
                </c:pt>
                <c:pt idx="248">
                  <c:v>42011</c:v>
                </c:pt>
                <c:pt idx="249">
                  <c:v>42012</c:v>
                </c:pt>
                <c:pt idx="250">
                  <c:v>42013</c:v>
                </c:pt>
                <c:pt idx="251">
                  <c:v>42016</c:v>
                </c:pt>
                <c:pt idx="252">
                  <c:v>42017</c:v>
                </c:pt>
                <c:pt idx="253">
                  <c:v>42018</c:v>
                </c:pt>
                <c:pt idx="254">
                  <c:v>42019</c:v>
                </c:pt>
                <c:pt idx="255">
                  <c:v>42020</c:v>
                </c:pt>
                <c:pt idx="256">
                  <c:v>42023</c:v>
                </c:pt>
                <c:pt idx="257">
                  <c:v>42024</c:v>
                </c:pt>
                <c:pt idx="258">
                  <c:v>42025</c:v>
                </c:pt>
                <c:pt idx="259">
                  <c:v>42026</c:v>
                </c:pt>
                <c:pt idx="260">
                  <c:v>42027</c:v>
                </c:pt>
                <c:pt idx="261">
                  <c:v>42030</c:v>
                </c:pt>
                <c:pt idx="262">
                  <c:v>42031</c:v>
                </c:pt>
                <c:pt idx="263">
                  <c:v>42032</c:v>
                </c:pt>
                <c:pt idx="264">
                  <c:v>42033</c:v>
                </c:pt>
                <c:pt idx="265">
                  <c:v>42034</c:v>
                </c:pt>
                <c:pt idx="266">
                  <c:v>42037</c:v>
                </c:pt>
                <c:pt idx="267">
                  <c:v>42038</c:v>
                </c:pt>
                <c:pt idx="268">
                  <c:v>42039</c:v>
                </c:pt>
                <c:pt idx="269">
                  <c:v>42040</c:v>
                </c:pt>
                <c:pt idx="270">
                  <c:v>42041</c:v>
                </c:pt>
                <c:pt idx="271">
                  <c:v>42044</c:v>
                </c:pt>
                <c:pt idx="272">
                  <c:v>42045</c:v>
                </c:pt>
                <c:pt idx="273">
                  <c:v>42046</c:v>
                </c:pt>
                <c:pt idx="274">
                  <c:v>42047</c:v>
                </c:pt>
                <c:pt idx="275">
                  <c:v>42048</c:v>
                </c:pt>
                <c:pt idx="276">
                  <c:v>42051</c:v>
                </c:pt>
                <c:pt idx="277">
                  <c:v>42052</c:v>
                </c:pt>
                <c:pt idx="278">
                  <c:v>42060</c:v>
                </c:pt>
                <c:pt idx="279">
                  <c:v>42061</c:v>
                </c:pt>
                <c:pt idx="280">
                  <c:v>42062</c:v>
                </c:pt>
                <c:pt idx="281">
                  <c:v>42065</c:v>
                </c:pt>
                <c:pt idx="282">
                  <c:v>42066</c:v>
                </c:pt>
                <c:pt idx="283">
                  <c:v>42067</c:v>
                </c:pt>
                <c:pt idx="284">
                  <c:v>42068</c:v>
                </c:pt>
                <c:pt idx="285">
                  <c:v>42069</c:v>
                </c:pt>
                <c:pt idx="286">
                  <c:v>42072</c:v>
                </c:pt>
                <c:pt idx="287">
                  <c:v>42073</c:v>
                </c:pt>
                <c:pt idx="288">
                  <c:v>42074</c:v>
                </c:pt>
                <c:pt idx="289">
                  <c:v>42075</c:v>
                </c:pt>
                <c:pt idx="290">
                  <c:v>42076</c:v>
                </c:pt>
                <c:pt idx="291">
                  <c:v>42079</c:v>
                </c:pt>
                <c:pt idx="292">
                  <c:v>42080</c:v>
                </c:pt>
                <c:pt idx="293">
                  <c:v>42081</c:v>
                </c:pt>
                <c:pt idx="294">
                  <c:v>42082</c:v>
                </c:pt>
                <c:pt idx="295">
                  <c:v>42083</c:v>
                </c:pt>
                <c:pt idx="296">
                  <c:v>42086</c:v>
                </c:pt>
                <c:pt idx="297">
                  <c:v>42087</c:v>
                </c:pt>
                <c:pt idx="298">
                  <c:v>42088</c:v>
                </c:pt>
                <c:pt idx="299">
                  <c:v>42089</c:v>
                </c:pt>
                <c:pt idx="300">
                  <c:v>42090</c:v>
                </c:pt>
                <c:pt idx="301">
                  <c:v>42093</c:v>
                </c:pt>
                <c:pt idx="302">
                  <c:v>42094</c:v>
                </c:pt>
                <c:pt idx="303">
                  <c:v>42095</c:v>
                </c:pt>
                <c:pt idx="304">
                  <c:v>42096</c:v>
                </c:pt>
                <c:pt idx="305">
                  <c:v>42097</c:v>
                </c:pt>
                <c:pt idx="306">
                  <c:v>42101</c:v>
                </c:pt>
                <c:pt idx="307">
                  <c:v>42102</c:v>
                </c:pt>
                <c:pt idx="308">
                  <c:v>42103</c:v>
                </c:pt>
                <c:pt idx="309">
                  <c:v>42104</c:v>
                </c:pt>
                <c:pt idx="310">
                  <c:v>42107</c:v>
                </c:pt>
                <c:pt idx="311">
                  <c:v>42108</c:v>
                </c:pt>
                <c:pt idx="312">
                  <c:v>42109</c:v>
                </c:pt>
                <c:pt idx="313">
                  <c:v>42110</c:v>
                </c:pt>
                <c:pt idx="314">
                  <c:v>42111</c:v>
                </c:pt>
                <c:pt idx="315">
                  <c:v>42114</c:v>
                </c:pt>
                <c:pt idx="316">
                  <c:v>42115</c:v>
                </c:pt>
                <c:pt idx="317">
                  <c:v>42116</c:v>
                </c:pt>
                <c:pt idx="318">
                  <c:v>42117</c:v>
                </c:pt>
                <c:pt idx="319">
                  <c:v>42118</c:v>
                </c:pt>
                <c:pt idx="320">
                  <c:v>42121</c:v>
                </c:pt>
                <c:pt idx="321">
                  <c:v>42122</c:v>
                </c:pt>
                <c:pt idx="322">
                  <c:v>42123</c:v>
                </c:pt>
                <c:pt idx="323">
                  <c:v>42124</c:v>
                </c:pt>
                <c:pt idx="324">
                  <c:v>42128</c:v>
                </c:pt>
                <c:pt idx="325">
                  <c:v>42129</c:v>
                </c:pt>
                <c:pt idx="326">
                  <c:v>42130</c:v>
                </c:pt>
                <c:pt idx="327">
                  <c:v>42131</c:v>
                </c:pt>
                <c:pt idx="328">
                  <c:v>42132</c:v>
                </c:pt>
                <c:pt idx="329">
                  <c:v>42135</c:v>
                </c:pt>
                <c:pt idx="330">
                  <c:v>42136</c:v>
                </c:pt>
                <c:pt idx="331">
                  <c:v>42137</c:v>
                </c:pt>
                <c:pt idx="332">
                  <c:v>42138</c:v>
                </c:pt>
                <c:pt idx="333">
                  <c:v>42139</c:v>
                </c:pt>
                <c:pt idx="334">
                  <c:v>42142</c:v>
                </c:pt>
                <c:pt idx="335">
                  <c:v>42143</c:v>
                </c:pt>
                <c:pt idx="336">
                  <c:v>42144</c:v>
                </c:pt>
                <c:pt idx="337">
                  <c:v>42145</c:v>
                </c:pt>
                <c:pt idx="338">
                  <c:v>42146</c:v>
                </c:pt>
                <c:pt idx="339">
                  <c:v>42149</c:v>
                </c:pt>
                <c:pt idx="340">
                  <c:v>42150</c:v>
                </c:pt>
                <c:pt idx="341">
                  <c:v>42151</c:v>
                </c:pt>
                <c:pt idx="342">
                  <c:v>42152</c:v>
                </c:pt>
                <c:pt idx="343">
                  <c:v>42153</c:v>
                </c:pt>
                <c:pt idx="344">
                  <c:v>42156</c:v>
                </c:pt>
                <c:pt idx="345">
                  <c:v>42157</c:v>
                </c:pt>
                <c:pt idx="346">
                  <c:v>42158</c:v>
                </c:pt>
                <c:pt idx="347">
                  <c:v>42159</c:v>
                </c:pt>
                <c:pt idx="348">
                  <c:v>42160</c:v>
                </c:pt>
                <c:pt idx="349">
                  <c:v>42163</c:v>
                </c:pt>
                <c:pt idx="350">
                  <c:v>42164</c:v>
                </c:pt>
                <c:pt idx="351">
                  <c:v>42165</c:v>
                </c:pt>
                <c:pt idx="352">
                  <c:v>42166</c:v>
                </c:pt>
                <c:pt idx="353">
                  <c:v>42167</c:v>
                </c:pt>
                <c:pt idx="354">
                  <c:v>42170</c:v>
                </c:pt>
                <c:pt idx="355">
                  <c:v>42171</c:v>
                </c:pt>
                <c:pt idx="356">
                  <c:v>42172</c:v>
                </c:pt>
                <c:pt idx="357">
                  <c:v>42173</c:v>
                </c:pt>
                <c:pt idx="358">
                  <c:v>42174</c:v>
                </c:pt>
                <c:pt idx="359">
                  <c:v>42178</c:v>
                </c:pt>
                <c:pt idx="360">
                  <c:v>42179</c:v>
                </c:pt>
                <c:pt idx="361">
                  <c:v>42180</c:v>
                </c:pt>
                <c:pt idx="362">
                  <c:v>42181</c:v>
                </c:pt>
                <c:pt idx="363">
                  <c:v>42184</c:v>
                </c:pt>
                <c:pt idx="364">
                  <c:v>42185</c:v>
                </c:pt>
                <c:pt idx="365">
                  <c:v>42186</c:v>
                </c:pt>
                <c:pt idx="366">
                  <c:v>42187</c:v>
                </c:pt>
                <c:pt idx="367">
                  <c:v>42188</c:v>
                </c:pt>
                <c:pt idx="368">
                  <c:v>42191</c:v>
                </c:pt>
                <c:pt idx="369">
                  <c:v>42192</c:v>
                </c:pt>
                <c:pt idx="370">
                  <c:v>42193</c:v>
                </c:pt>
                <c:pt idx="371">
                  <c:v>42194</c:v>
                </c:pt>
                <c:pt idx="372">
                  <c:v>42195</c:v>
                </c:pt>
                <c:pt idx="373">
                  <c:v>42198</c:v>
                </c:pt>
                <c:pt idx="374">
                  <c:v>42199</c:v>
                </c:pt>
                <c:pt idx="375">
                  <c:v>42200</c:v>
                </c:pt>
                <c:pt idx="376">
                  <c:v>42201</c:v>
                </c:pt>
                <c:pt idx="377">
                  <c:v>42202</c:v>
                </c:pt>
                <c:pt idx="378">
                  <c:v>42205</c:v>
                </c:pt>
                <c:pt idx="379">
                  <c:v>42206</c:v>
                </c:pt>
                <c:pt idx="380">
                  <c:v>42207</c:v>
                </c:pt>
                <c:pt idx="381">
                  <c:v>42208</c:v>
                </c:pt>
                <c:pt idx="382">
                  <c:v>42209</c:v>
                </c:pt>
                <c:pt idx="383">
                  <c:v>42212</c:v>
                </c:pt>
                <c:pt idx="384">
                  <c:v>42213</c:v>
                </c:pt>
                <c:pt idx="385">
                  <c:v>42214</c:v>
                </c:pt>
                <c:pt idx="386">
                  <c:v>42215</c:v>
                </c:pt>
                <c:pt idx="387">
                  <c:v>42216</c:v>
                </c:pt>
                <c:pt idx="388">
                  <c:v>42219</c:v>
                </c:pt>
                <c:pt idx="389">
                  <c:v>42220</c:v>
                </c:pt>
                <c:pt idx="390">
                  <c:v>42221</c:v>
                </c:pt>
                <c:pt idx="391">
                  <c:v>42222</c:v>
                </c:pt>
                <c:pt idx="392">
                  <c:v>42223</c:v>
                </c:pt>
                <c:pt idx="393">
                  <c:v>42226</c:v>
                </c:pt>
                <c:pt idx="394">
                  <c:v>42227</c:v>
                </c:pt>
                <c:pt idx="395">
                  <c:v>42228</c:v>
                </c:pt>
                <c:pt idx="396">
                  <c:v>42229</c:v>
                </c:pt>
                <c:pt idx="397">
                  <c:v>42230</c:v>
                </c:pt>
                <c:pt idx="398">
                  <c:v>42233</c:v>
                </c:pt>
                <c:pt idx="399">
                  <c:v>42234</c:v>
                </c:pt>
                <c:pt idx="400">
                  <c:v>42235</c:v>
                </c:pt>
                <c:pt idx="401">
                  <c:v>42236</c:v>
                </c:pt>
                <c:pt idx="402">
                  <c:v>42237</c:v>
                </c:pt>
                <c:pt idx="403">
                  <c:v>42240</c:v>
                </c:pt>
                <c:pt idx="404">
                  <c:v>42241</c:v>
                </c:pt>
                <c:pt idx="405">
                  <c:v>42242</c:v>
                </c:pt>
                <c:pt idx="406">
                  <c:v>42243</c:v>
                </c:pt>
                <c:pt idx="407">
                  <c:v>42244</c:v>
                </c:pt>
                <c:pt idx="408">
                  <c:v>42247</c:v>
                </c:pt>
                <c:pt idx="409">
                  <c:v>42248</c:v>
                </c:pt>
                <c:pt idx="410">
                  <c:v>42249</c:v>
                </c:pt>
                <c:pt idx="411">
                  <c:v>42254</c:v>
                </c:pt>
                <c:pt idx="412">
                  <c:v>42255</c:v>
                </c:pt>
                <c:pt idx="413">
                  <c:v>42256</c:v>
                </c:pt>
                <c:pt idx="414">
                  <c:v>42257</c:v>
                </c:pt>
                <c:pt idx="415">
                  <c:v>42258</c:v>
                </c:pt>
                <c:pt idx="416">
                  <c:v>42261</c:v>
                </c:pt>
                <c:pt idx="417">
                  <c:v>42262</c:v>
                </c:pt>
                <c:pt idx="418">
                  <c:v>42263</c:v>
                </c:pt>
                <c:pt idx="419">
                  <c:v>42264</c:v>
                </c:pt>
                <c:pt idx="420">
                  <c:v>42265</c:v>
                </c:pt>
                <c:pt idx="421">
                  <c:v>42268</c:v>
                </c:pt>
                <c:pt idx="422">
                  <c:v>42269</c:v>
                </c:pt>
                <c:pt idx="423">
                  <c:v>42270</c:v>
                </c:pt>
                <c:pt idx="424">
                  <c:v>42271</c:v>
                </c:pt>
                <c:pt idx="425">
                  <c:v>42272</c:v>
                </c:pt>
                <c:pt idx="426">
                  <c:v>42275</c:v>
                </c:pt>
                <c:pt idx="427">
                  <c:v>42276</c:v>
                </c:pt>
                <c:pt idx="428">
                  <c:v>42277</c:v>
                </c:pt>
                <c:pt idx="429">
                  <c:v>42285</c:v>
                </c:pt>
                <c:pt idx="430">
                  <c:v>42286</c:v>
                </c:pt>
                <c:pt idx="431">
                  <c:v>42289</c:v>
                </c:pt>
                <c:pt idx="432">
                  <c:v>42290</c:v>
                </c:pt>
                <c:pt idx="433">
                  <c:v>42291</c:v>
                </c:pt>
                <c:pt idx="434">
                  <c:v>42292</c:v>
                </c:pt>
                <c:pt idx="435">
                  <c:v>42293</c:v>
                </c:pt>
                <c:pt idx="436">
                  <c:v>42296</c:v>
                </c:pt>
                <c:pt idx="437">
                  <c:v>42297</c:v>
                </c:pt>
                <c:pt idx="438">
                  <c:v>42298</c:v>
                </c:pt>
                <c:pt idx="439">
                  <c:v>42299</c:v>
                </c:pt>
                <c:pt idx="440">
                  <c:v>42300</c:v>
                </c:pt>
                <c:pt idx="441">
                  <c:v>42303</c:v>
                </c:pt>
                <c:pt idx="442">
                  <c:v>42304</c:v>
                </c:pt>
                <c:pt idx="443">
                  <c:v>42305</c:v>
                </c:pt>
                <c:pt idx="444">
                  <c:v>42306</c:v>
                </c:pt>
                <c:pt idx="445">
                  <c:v>42307</c:v>
                </c:pt>
                <c:pt idx="446">
                  <c:v>42310</c:v>
                </c:pt>
                <c:pt idx="447">
                  <c:v>42311</c:v>
                </c:pt>
                <c:pt idx="448">
                  <c:v>42312</c:v>
                </c:pt>
                <c:pt idx="449">
                  <c:v>42313</c:v>
                </c:pt>
                <c:pt idx="450">
                  <c:v>42314</c:v>
                </c:pt>
                <c:pt idx="451">
                  <c:v>42317</c:v>
                </c:pt>
                <c:pt idx="452">
                  <c:v>42318</c:v>
                </c:pt>
                <c:pt idx="453">
                  <c:v>42319</c:v>
                </c:pt>
                <c:pt idx="454">
                  <c:v>42320</c:v>
                </c:pt>
                <c:pt idx="455">
                  <c:v>42321</c:v>
                </c:pt>
                <c:pt idx="456">
                  <c:v>42324</c:v>
                </c:pt>
                <c:pt idx="457">
                  <c:v>42325</c:v>
                </c:pt>
                <c:pt idx="458">
                  <c:v>42326</c:v>
                </c:pt>
                <c:pt idx="459">
                  <c:v>42327</c:v>
                </c:pt>
                <c:pt idx="460">
                  <c:v>42328</c:v>
                </c:pt>
                <c:pt idx="461">
                  <c:v>42331</c:v>
                </c:pt>
                <c:pt idx="462">
                  <c:v>42332</c:v>
                </c:pt>
                <c:pt idx="463">
                  <c:v>42333</c:v>
                </c:pt>
                <c:pt idx="464">
                  <c:v>42334</c:v>
                </c:pt>
                <c:pt idx="465">
                  <c:v>42335</c:v>
                </c:pt>
                <c:pt idx="466">
                  <c:v>42338</c:v>
                </c:pt>
                <c:pt idx="467">
                  <c:v>42339</c:v>
                </c:pt>
                <c:pt idx="468">
                  <c:v>42340</c:v>
                </c:pt>
                <c:pt idx="469">
                  <c:v>42341</c:v>
                </c:pt>
                <c:pt idx="470">
                  <c:v>42342</c:v>
                </c:pt>
                <c:pt idx="471">
                  <c:v>42345</c:v>
                </c:pt>
                <c:pt idx="472">
                  <c:v>42346</c:v>
                </c:pt>
                <c:pt idx="473">
                  <c:v>42347</c:v>
                </c:pt>
                <c:pt idx="474">
                  <c:v>42348</c:v>
                </c:pt>
                <c:pt idx="475">
                  <c:v>42349</c:v>
                </c:pt>
                <c:pt idx="476">
                  <c:v>42352</c:v>
                </c:pt>
                <c:pt idx="477">
                  <c:v>42353</c:v>
                </c:pt>
                <c:pt idx="478">
                  <c:v>42354</c:v>
                </c:pt>
                <c:pt idx="479">
                  <c:v>42355</c:v>
                </c:pt>
                <c:pt idx="480">
                  <c:v>42356</c:v>
                </c:pt>
                <c:pt idx="481">
                  <c:v>42359</c:v>
                </c:pt>
                <c:pt idx="482">
                  <c:v>42360</c:v>
                </c:pt>
                <c:pt idx="483">
                  <c:v>42361</c:v>
                </c:pt>
                <c:pt idx="484">
                  <c:v>42362</c:v>
                </c:pt>
                <c:pt idx="485">
                  <c:v>42363</c:v>
                </c:pt>
                <c:pt idx="486">
                  <c:v>42366</c:v>
                </c:pt>
                <c:pt idx="487">
                  <c:v>42367</c:v>
                </c:pt>
                <c:pt idx="488">
                  <c:v>42368</c:v>
                </c:pt>
                <c:pt idx="489">
                  <c:v>42369</c:v>
                </c:pt>
                <c:pt idx="490">
                  <c:v>42373</c:v>
                </c:pt>
                <c:pt idx="491">
                  <c:v>42374</c:v>
                </c:pt>
                <c:pt idx="492">
                  <c:v>42375</c:v>
                </c:pt>
                <c:pt idx="493">
                  <c:v>42376</c:v>
                </c:pt>
                <c:pt idx="494">
                  <c:v>42377</c:v>
                </c:pt>
                <c:pt idx="495">
                  <c:v>42380</c:v>
                </c:pt>
                <c:pt idx="496">
                  <c:v>42381</c:v>
                </c:pt>
                <c:pt idx="497">
                  <c:v>42382</c:v>
                </c:pt>
                <c:pt idx="498">
                  <c:v>42383</c:v>
                </c:pt>
                <c:pt idx="499">
                  <c:v>42384</c:v>
                </c:pt>
                <c:pt idx="500">
                  <c:v>42387</c:v>
                </c:pt>
                <c:pt idx="501">
                  <c:v>42388</c:v>
                </c:pt>
                <c:pt idx="502">
                  <c:v>42389</c:v>
                </c:pt>
                <c:pt idx="503">
                  <c:v>42390</c:v>
                </c:pt>
                <c:pt idx="504">
                  <c:v>42391</c:v>
                </c:pt>
                <c:pt idx="505">
                  <c:v>42394</c:v>
                </c:pt>
                <c:pt idx="506">
                  <c:v>42395</c:v>
                </c:pt>
                <c:pt idx="507">
                  <c:v>42396</c:v>
                </c:pt>
                <c:pt idx="508">
                  <c:v>42397</c:v>
                </c:pt>
                <c:pt idx="509">
                  <c:v>42398</c:v>
                </c:pt>
                <c:pt idx="510">
                  <c:v>42401</c:v>
                </c:pt>
                <c:pt idx="511">
                  <c:v>42402</c:v>
                </c:pt>
                <c:pt idx="512">
                  <c:v>42403</c:v>
                </c:pt>
                <c:pt idx="513">
                  <c:v>42404</c:v>
                </c:pt>
                <c:pt idx="514">
                  <c:v>42405</c:v>
                </c:pt>
                <c:pt idx="515">
                  <c:v>42415</c:v>
                </c:pt>
                <c:pt idx="516">
                  <c:v>42416</c:v>
                </c:pt>
                <c:pt idx="517">
                  <c:v>42417</c:v>
                </c:pt>
                <c:pt idx="518">
                  <c:v>42418</c:v>
                </c:pt>
                <c:pt idx="519">
                  <c:v>42419</c:v>
                </c:pt>
                <c:pt idx="520">
                  <c:v>42422</c:v>
                </c:pt>
                <c:pt idx="521">
                  <c:v>42423</c:v>
                </c:pt>
                <c:pt idx="522">
                  <c:v>42424</c:v>
                </c:pt>
                <c:pt idx="523">
                  <c:v>42425</c:v>
                </c:pt>
                <c:pt idx="524">
                  <c:v>42426</c:v>
                </c:pt>
                <c:pt idx="525">
                  <c:v>42429</c:v>
                </c:pt>
                <c:pt idx="526">
                  <c:v>42430</c:v>
                </c:pt>
                <c:pt idx="527">
                  <c:v>42431</c:v>
                </c:pt>
                <c:pt idx="528">
                  <c:v>42432</c:v>
                </c:pt>
                <c:pt idx="529">
                  <c:v>42433</c:v>
                </c:pt>
                <c:pt idx="530">
                  <c:v>42436</c:v>
                </c:pt>
                <c:pt idx="531">
                  <c:v>42437</c:v>
                </c:pt>
                <c:pt idx="532">
                  <c:v>42438</c:v>
                </c:pt>
                <c:pt idx="533">
                  <c:v>42439</c:v>
                </c:pt>
                <c:pt idx="534">
                  <c:v>42440</c:v>
                </c:pt>
                <c:pt idx="535">
                  <c:v>42443</c:v>
                </c:pt>
                <c:pt idx="536">
                  <c:v>42444</c:v>
                </c:pt>
                <c:pt idx="537">
                  <c:v>42445</c:v>
                </c:pt>
                <c:pt idx="538">
                  <c:v>42446</c:v>
                </c:pt>
                <c:pt idx="539">
                  <c:v>42447</c:v>
                </c:pt>
                <c:pt idx="540">
                  <c:v>42450</c:v>
                </c:pt>
                <c:pt idx="541">
                  <c:v>42451</c:v>
                </c:pt>
                <c:pt idx="542">
                  <c:v>42452</c:v>
                </c:pt>
                <c:pt idx="543">
                  <c:v>42453</c:v>
                </c:pt>
                <c:pt idx="544">
                  <c:v>42454</c:v>
                </c:pt>
                <c:pt idx="545">
                  <c:v>42457</c:v>
                </c:pt>
                <c:pt idx="546">
                  <c:v>42458</c:v>
                </c:pt>
                <c:pt idx="547">
                  <c:v>42459</c:v>
                </c:pt>
                <c:pt idx="548">
                  <c:v>42460</c:v>
                </c:pt>
                <c:pt idx="549">
                  <c:v>42461</c:v>
                </c:pt>
                <c:pt idx="550">
                  <c:v>42465</c:v>
                </c:pt>
                <c:pt idx="551">
                  <c:v>42466</c:v>
                </c:pt>
                <c:pt idx="552">
                  <c:v>42467</c:v>
                </c:pt>
                <c:pt idx="553">
                  <c:v>42468</c:v>
                </c:pt>
                <c:pt idx="554">
                  <c:v>42471</c:v>
                </c:pt>
                <c:pt idx="555">
                  <c:v>42472</c:v>
                </c:pt>
                <c:pt idx="556">
                  <c:v>42473</c:v>
                </c:pt>
                <c:pt idx="557">
                  <c:v>42474</c:v>
                </c:pt>
                <c:pt idx="558">
                  <c:v>42475</c:v>
                </c:pt>
                <c:pt idx="559">
                  <c:v>42478</c:v>
                </c:pt>
                <c:pt idx="560">
                  <c:v>42479</c:v>
                </c:pt>
                <c:pt idx="561">
                  <c:v>42480</c:v>
                </c:pt>
                <c:pt idx="562">
                  <c:v>42481</c:v>
                </c:pt>
                <c:pt idx="563">
                  <c:v>42482</c:v>
                </c:pt>
                <c:pt idx="564">
                  <c:v>42485</c:v>
                </c:pt>
                <c:pt idx="565">
                  <c:v>42486</c:v>
                </c:pt>
                <c:pt idx="566">
                  <c:v>42487</c:v>
                </c:pt>
                <c:pt idx="567">
                  <c:v>42488</c:v>
                </c:pt>
                <c:pt idx="568">
                  <c:v>42489</c:v>
                </c:pt>
                <c:pt idx="569">
                  <c:v>42493</c:v>
                </c:pt>
                <c:pt idx="570">
                  <c:v>42494</c:v>
                </c:pt>
                <c:pt idx="571">
                  <c:v>42495</c:v>
                </c:pt>
                <c:pt idx="572">
                  <c:v>42496</c:v>
                </c:pt>
                <c:pt idx="573">
                  <c:v>42499</c:v>
                </c:pt>
                <c:pt idx="574">
                  <c:v>42500</c:v>
                </c:pt>
                <c:pt idx="575">
                  <c:v>42501</c:v>
                </c:pt>
                <c:pt idx="576">
                  <c:v>42502</c:v>
                </c:pt>
                <c:pt idx="577">
                  <c:v>42503</c:v>
                </c:pt>
                <c:pt idx="578">
                  <c:v>42506</c:v>
                </c:pt>
                <c:pt idx="579">
                  <c:v>42507</c:v>
                </c:pt>
                <c:pt idx="580">
                  <c:v>42508</c:v>
                </c:pt>
                <c:pt idx="581">
                  <c:v>42509</c:v>
                </c:pt>
                <c:pt idx="582">
                  <c:v>42510</c:v>
                </c:pt>
                <c:pt idx="583">
                  <c:v>42513</c:v>
                </c:pt>
                <c:pt idx="584">
                  <c:v>42514</c:v>
                </c:pt>
                <c:pt idx="585">
                  <c:v>42515</c:v>
                </c:pt>
                <c:pt idx="586">
                  <c:v>42516</c:v>
                </c:pt>
                <c:pt idx="587">
                  <c:v>42517</c:v>
                </c:pt>
                <c:pt idx="588">
                  <c:v>42520</c:v>
                </c:pt>
                <c:pt idx="589">
                  <c:v>42521</c:v>
                </c:pt>
                <c:pt idx="590">
                  <c:v>42522</c:v>
                </c:pt>
                <c:pt idx="591">
                  <c:v>42523</c:v>
                </c:pt>
                <c:pt idx="592">
                  <c:v>42524</c:v>
                </c:pt>
                <c:pt idx="593">
                  <c:v>42527</c:v>
                </c:pt>
                <c:pt idx="594">
                  <c:v>42528</c:v>
                </c:pt>
                <c:pt idx="595">
                  <c:v>42529</c:v>
                </c:pt>
                <c:pt idx="596">
                  <c:v>42534</c:v>
                </c:pt>
                <c:pt idx="597">
                  <c:v>42535</c:v>
                </c:pt>
                <c:pt idx="598">
                  <c:v>42536</c:v>
                </c:pt>
                <c:pt idx="599">
                  <c:v>42537</c:v>
                </c:pt>
                <c:pt idx="600">
                  <c:v>42538</c:v>
                </c:pt>
                <c:pt idx="601">
                  <c:v>42541</c:v>
                </c:pt>
                <c:pt idx="602">
                  <c:v>42542</c:v>
                </c:pt>
                <c:pt idx="603">
                  <c:v>42543</c:v>
                </c:pt>
                <c:pt idx="604">
                  <c:v>42544</c:v>
                </c:pt>
                <c:pt idx="605">
                  <c:v>42545</c:v>
                </c:pt>
                <c:pt idx="606">
                  <c:v>42548</c:v>
                </c:pt>
                <c:pt idx="607">
                  <c:v>42549</c:v>
                </c:pt>
                <c:pt idx="608">
                  <c:v>42550</c:v>
                </c:pt>
                <c:pt idx="609">
                  <c:v>42551</c:v>
                </c:pt>
                <c:pt idx="610">
                  <c:v>42552</c:v>
                </c:pt>
                <c:pt idx="611">
                  <c:v>42555</c:v>
                </c:pt>
                <c:pt idx="612">
                  <c:v>42556</c:v>
                </c:pt>
                <c:pt idx="613">
                  <c:v>42557</c:v>
                </c:pt>
                <c:pt idx="614">
                  <c:v>42558</c:v>
                </c:pt>
                <c:pt idx="615">
                  <c:v>42559</c:v>
                </c:pt>
                <c:pt idx="616">
                  <c:v>42562</c:v>
                </c:pt>
                <c:pt idx="617">
                  <c:v>42563</c:v>
                </c:pt>
                <c:pt idx="618">
                  <c:v>42564</c:v>
                </c:pt>
                <c:pt idx="619">
                  <c:v>42565</c:v>
                </c:pt>
                <c:pt idx="620">
                  <c:v>42566</c:v>
                </c:pt>
                <c:pt idx="621">
                  <c:v>42569</c:v>
                </c:pt>
                <c:pt idx="622">
                  <c:v>42570</c:v>
                </c:pt>
                <c:pt idx="623">
                  <c:v>42571</c:v>
                </c:pt>
                <c:pt idx="624">
                  <c:v>42572</c:v>
                </c:pt>
                <c:pt idx="625">
                  <c:v>42573</c:v>
                </c:pt>
                <c:pt idx="626">
                  <c:v>42576</c:v>
                </c:pt>
                <c:pt idx="627">
                  <c:v>42577</c:v>
                </c:pt>
                <c:pt idx="628">
                  <c:v>42578</c:v>
                </c:pt>
                <c:pt idx="629">
                  <c:v>42579</c:v>
                </c:pt>
                <c:pt idx="630">
                  <c:v>42580</c:v>
                </c:pt>
                <c:pt idx="631">
                  <c:v>42583</c:v>
                </c:pt>
                <c:pt idx="632">
                  <c:v>42584</c:v>
                </c:pt>
                <c:pt idx="633">
                  <c:v>42585</c:v>
                </c:pt>
                <c:pt idx="634">
                  <c:v>42586</c:v>
                </c:pt>
                <c:pt idx="635">
                  <c:v>42587</c:v>
                </c:pt>
                <c:pt idx="636">
                  <c:v>42590</c:v>
                </c:pt>
                <c:pt idx="637">
                  <c:v>42591</c:v>
                </c:pt>
                <c:pt idx="638">
                  <c:v>42592</c:v>
                </c:pt>
                <c:pt idx="639">
                  <c:v>42593</c:v>
                </c:pt>
                <c:pt idx="640">
                  <c:v>42594</c:v>
                </c:pt>
                <c:pt idx="641">
                  <c:v>42597</c:v>
                </c:pt>
                <c:pt idx="642">
                  <c:v>42598</c:v>
                </c:pt>
                <c:pt idx="643">
                  <c:v>42599</c:v>
                </c:pt>
                <c:pt idx="644">
                  <c:v>42600</c:v>
                </c:pt>
                <c:pt idx="645">
                  <c:v>42601</c:v>
                </c:pt>
                <c:pt idx="646">
                  <c:v>42604</c:v>
                </c:pt>
                <c:pt idx="647">
                  <c:v>42605</c:v>
                </c:pt>
                <c:pt idx="648">
                  <c:v>42606</c:v>
                </c:pt>
                <c:pt idx="649">
                  <c:v>42607</c:v>
                </c:pt>
                <c:pt idx="650">
                  <c:v>42608</c:v>
                </c:pt>
                <c:pt idx="651">
                  <c:v>42611</c:v>
                </c:pt>
                <c:pt idx="652">
                  <c:v>42612</c:v>
                </c:pt>
                <c:pt idx="653">
                  <c:v>42613</c:v>
                </c:pt>
                <c:pt idx="654">
                  <c:v>42614</c:v>
                </c:pt>
                <c:pt idx="655">
                  <c:v>42615</c:v>
                </c:pt>
                <c:pt idx="656">
                  <c:v>42618</c:v>
                </c:pt>
                <c:pt idx="657">
                  <c:v>42619</c:v>
                </c:pt>
                <c:pt idx="658">
                  <c:v>42620</c:v>
                </c:pt>
                <c:pt idx="659">
                  <c:v>42621</c:v>
                </c:pt>
                <c:pt idx="660">
                  <c:v>42622</c:v>
                </c:pt>
                <c:pt idx="661">
                  <c:v>42625</c:v>
                </c:pt>
                <c:pt idx="662">
                  <c:v>42626</c:v>
                </c:pt>
                <c:pt idx="663">
                  <c:v>42627</c:v>
                </c:pt>
                <c:pt idx="664">
                  <c:v>42632</c:v>
                </c:pt>
                <c:pt idx="665">
                  <c:v>42633</c:v>
                </c:pt>
                <c:pt idx="666">
                  <c:v>42634</c:v>
                </c:pt>
                <c:pt idx="667">
                  <c:v>42635</c:v>
                </c:pt>
                <c:pt idx="668">
                  <c:v>42636</c:v>
                </c:pt>
                <c:pt idx="669">
                  <c:v>42639</c:v>
                </c:pt>
                <c:pt idx="670">
                  <c:v>42640</c:v>
                </c:pt>
                <c:pt idx="671">
                  <c:v>42641</c:v>
                </c:pt>
                <c:pt idx="672">
                  <c:v>42642</c:v>
                </c:pt>
                <c:pt idx="673">
                  <c:v>42643</c:v>
                </c:pt>
                <c:pt idx="674">
                  <c:v>42653</c:v>
                </c:pt>
                <c:pt idx="675">
                  <c:v>42654</c:v>
                </c:pt>
                <c:pt idx="676">
                  <c:v>42655</c:v>
                </c:pt>
                <c:pt idx="677">
                  <c:v>42656</c:v>
                </c:pt>
                <c:pt idx="678">
                  <c:v>42657</c:v>
                </c:pt>
                <c:pt idx="679">
                  <c:v>42660</c:v>
                </c:pt>
                <c:pt idx="680">
                  <c:v>42661</c:v>
                </c:pt>
                <c:pt idx="681">
                  <c:v>42662</c:v>
                </c:pt>
                <c:pt idx="682">
                  <c:v>42663</c:v>
                </c:pt>
                <c:pt idx="683">
                  <c:v>42664</c:v>
                </c:pt>
                <c:pt idx="684">
                  <c:v>42667</c:v>
                </c:pt>
                <c:pt idx="685">
                  <c:v>42668</c:v>
                </c:pt>
                <c:pt idx="686">
                  <c:v>42669</c:v>
                </c:pt>
                <c:pt idx="687">
                  <c:v>42670</c:v>
                </c:pt>
                <c:pt idx="688">
                  <c:v>42671</c:v>
                </c:pt>
                <c:pt idx="689">
                  <c:v>42674</c:v>
                </c:pt>
                <c:pt idx="690">
                  <c:v>42675</c:v>
                </c:pt>
                <c:pt idx="691">
                  <c:v>42676</c:v>
                </c:pt>
                <c:pt idx="692">
                  <c:v>42677</c:v>
                </c:pt>
                <c:pt idx="693">
                  <c:v>42678</c:v>
                </c:pt>
                <c:pt idx="694">
                  <c:v>42681</c:v>
                </c:pt>
                <c:pt idx="695">
                  <c:v>42682</c:v>
                </c:pt>
                <c:pt idx="696">
                  <c:v>42683</c:v>
                </c:pt>
                <c:pt idx="697">
                  <c:v>42684</c:v>
                </c:pt>
                <c:pt idx="698">
                  <c:v>42685</c:v>
                </c:pt>
                <c:pt idx="699">
                  <c:v>42688</c:v>
                </c:pt>
                <c:pt idx="700">
                  <c:v>42689</c:v>
                </c:pt>
                <c:pt idx="701">
                  <c:v>42690</c:v>
                </c:pt>
                <c:pt idx="702">
                  <c:v>42691</c:v>
                </c:pt>
                <c:pt idx="703">
                  <c:v>42692</c:v>
                </c:pt>
                <c:pt idx="704">
                  <c:v>42695</c:v>
                </c:pt>
                <c:pt idx="705">
                  <c:v>42696</c:v>
                </c:pt>
                <c:pt idx="706">
                  <c:v>42697</c:v>
                </c:pt>
                <c:pt idx="707">
                  <c:v>42698</c:v>
                </c:pt>
                <c:pt idx="708">
                  <c:v>42699</c:v>
                </c:pt>
                <c:pt idx="709">
                  <c:v>42702</c:v>
                </c:pt>
                <c:pt idx="710">
                  <c:v>42703</c:v>
                </c:pt>
                <c:pt idx="711">
                  <c:v>42704</c:v>
                </c:pt>
                <c:pt idx="712">
                  <c:v>42705</c:v>
                </c:pt>
                <c:pt idx="713">
                  <c:v>42706</c:v>
                </c:pt>
                <c:pt idx="714">
                  <c:v>42709</c:v>
                </c:pt>
                <c:pt idx="715">
                  <c:v>42710</c:v>
                </c:pt>
                <c:pt idx="716">
                  <c:v>42711</c:v>
                </c:pt>
                <c:pt idx="717">
                  <c:v>42712</c:v>
                </c:pt>
                <c:pt idx="718">
                  <c:v>42713</c:v>
                </c:pt>
                <c:pt idx="719">
                  <c:v>42716</c:v>
                </c:pt>
                <c:pt idx="720">
                  <c:v>42717</c:v>
                </c:pt>
                <c:pt idx="721">
                  <c:v>42718</c:v>
                </c:pt>
                <c:pt idx="722">
                  <c:v>42719</c:v>
                </c:pt>
                <c:pt idx="723">
                  <c:v>42720</c:v>
                </c:pt>
                <c:pt idx="724">
                  <c:v>42723</c:v>
                </c:pt>
                <c:pt idx="725">
                  <c:v>42724</c:v>
                </c:pt>
                <c:pt idx="726">
                  <c:v>42725</c:v>
                </c:pt>
                <c:pt idx="727">
                  <c:v>42726</c:v>
                </c:pt>
                <c:pt idx="728">
                  <c:v>42727</c:v>
                </c:pt>
                <c:pt idx="729">
                  <c:v>42730</c:v>
                </c:pt>
                <c:pt idx="730">
                  <c:v>42731</c:v>
                </c:pt>
                <c:pt idx="731">
                  <c:v>42732</c:v>
                </c:pt>
                <c:pt idx="732">
                  <c:v>42733</c:v>
                </c:pt>
                <c:pt idx="733">
                  <c:v>42734</c:v>
                </c:pt>
                <c:pt idx="734">
                  <c:v>42738</c:v>
                </c:pt>
                <c:pt idx="735">
                  <c:v>42739</c:v>
                </c:pt>
                <c:pt idx="736">
                  <c:v>42740</c:v>
                </c:pt>
                <c:pt idx="737">
                  <c:v>42741</c:v>
                </c:pt>
                <c:pt idx="738">
                  <c:v>42744</c:v>
                </c:pt>
                <c:pt idx="739">
                  <c:v>42745</c:v>
                </c:pt>
                <c:pt idx="740">
                  <c:v>42746</c:v>
                </c:pt>
                <c:pt idx="741">
                  <c:v>42747</c:v>
                </c:pt>
                <c:pt idx="742">
                  <c:v>42748</c:v>
                </c:pt>
                <c:pt idx="743">
                  <c:v>42751</c:v>
                </c:pt>
                <c:pt idx="744">
                  <c:v>42752</c:v>
                </c:pt>
                <c:pt idx="745">
                  <c:v>42753</c:v>
                </c:pt>
                <c:pt idx="746">
                  <c:v>42754</c:v>
                </c:pt>
                <c:pt idx="747">
                  <c:v>42755</c:v>
                </c:pt>
                <c:pt idx="748">
                  <c:v>42758</c:v>
                </c:pt>
                <c:pt idx="749">
                  <c:v>42759</c:v>
                </c:pt>
                <c:pt idx="750">
                  <c:v>42760</c:v>
                </c:pt>
                <c:pt idx="751">
                  <c:v>42761</c:v>
                </c:pt>
                <c:pt idx="752">
                  <c:v>42769</c:v>
                </c:pt>
                <c:pt idx="753">
                  <c:v>42772</c:v>
                </c:pt>
                <c:pt idx="754">
                  <c:v>42773</c:v>
                </c:pt>
                <c:pt idx="755">
                  <c:v>42774</c:v>
                </c:pt>
                <c:pt idx="756">
                  <c:v>42775</c:v>
                </c:pt>
                <c:pt idx="757">
                  <c:v>42776</c:v>
                </c:pt>
                <c:pt idx="758">
                  <c:v>42779</c:v>
                </c:pt>
                <c:pt idx="759">
                  <c:v>42780</c:v>
                </c:pt>
                <c:pt idx="760">
                  <c:v>42781</c:v>
                </c:pt>
                <c:pt idx="761">
                  <c:v>42782</c:v>
                </c:pt>
                <c:pt idx="762">
                  <c:v>42783</c:v>
                </c:pt>
                <c:pt idx="763">
                  <c:v>42786</c:v>
                </c:pt>
                <c:pt idx="764">
                  <c:v>42787</c:v>
                </c:pt>
                <c:pt idx="765">
                  <c:v>42788</c:v>
                </c:pt>
                <c:pt idx="766">
                  <c:v>42789</c:v>
                </c:pt>
                <c:pt idx="767">
                  <c:v>42790</c:v>
                </c:pt>
                <c:pt idx="768">
                  <c:v>42793</c:v>
                </c:pt>
                <c:pt idx="769">
                  <c:v>42794</c:v>
                </c:pt>
                <c:pt idx="770">
                  <c:v>42795</c:v>
                </c:pt>
                <c:pt idx="771">
                  <c:v>42796</c:v>
                </c:pt>
                <c:pt idx="772">
                  <c:v>42797</c:v>
                </c:pt>
                <c:pt idx="773">
                  <c:v>42800</c:v>
                </c:pt>
                <c:pt idx="774">
                  <c:v>42801</c:v>
                </c:pt>
                <c:pt idx="775">
                  <c:v>42802</c:v>
                </c:pt>
                <c:pt idx="776">
                  <c:v>42803</c:v>
                </c:pt>
                <c:pt idx="777">
                  <c:v>42804</c:v>
                </c:pt>
                <c:pt idx="778">
                  <c:v>42807</c:v>
                </c:pt>
                <c:pt idx="779">
                  <c:v>42808</c:v>
                </c:pt>
                <c:pt idx="780">
                  <c:v>42809</c:v>
                </c:pt>
                <c:pt idx="781">
                  <c:v>42810</c:v>
                </c:pt>
                <c:pt idx="782">
                  <c:v>42811</c:v>
                </c:pt>
                <c:pt idx="783">
                  <c:v>42814</c:v>
                </c:pt>
                <c:pt idx="784">
                  <c:v>42815</c:v>
                </c:pt>
                <c:pt idx="785">
                  <c:v>42816</c:v>
                </c:pt>
                <c:pt idx="786">
                  <c:v>42817</c:v>
                </c:pt>
                <c:pt idx="787">
                  <c:v>42818</c:v>
                </c:pt>
                <c:pt idx="788">
                  <c:v>42821</c:v>
                </c:pt>
                <c:pt idx="789">
                  <c:v>42822</c:v>
                </c:pt>
                <c:pt idx="790">
                  <c:v>42823</c:v>
                </c:pt>
                <c:pt idx="791">
                  <c:v>42824</c:v>
                </c:pt>
                <c:pt idx="792">
                  <c:v>42825</c:v>
                </c:pt>
                <c:pt idx="793">
                  <c:v>42830</c:v>
                </c:pt>
                <c:pt idx="794">
                  <c:v>42831</c:v>
                </c:pt>
                <c:pt idx="795">
                  <c:v>42832</c:v>
                </c:pt>
                <c:pt idx="796">
                  <c:v>42835</c:v>
                </c:pt>
                <c:pt idx="797">
                  <c:v>42836</c:v>
                </c:pt>
                <c:pt idx="798">
                  <c:v>42837</c:v>
                </c:pt>
                <c:pt idx="799">
                  <c:v>42838</c:v>
                </c:pt>
                <c:pt idx="800">
                  <c:v>42839</c:v>
                </c:pt>
                <c:pt idx="801">
                  <c:v>42842</c:v>
                </c:pt>
                <c:pt idx="802">
                  <c:v>42843</c:v>
                </c:pt>
                <c:pt idx="803">
                  <c:v>42844</c:v>
                </c:pt>
                <c:pt idx="804">
                  <c:v>42845</c:v>
                </c:pt>
                <c:pt idx="805">
                  <c:v>42846</c:v>
                </c:pt>
                <c:pt idx="806">
                  <c:v>42849</c:v>
                </c:pt>
                <c:pt idx="807">
                  <c:v>42850</c:v>
                </c:pt>
                <c:pt idx="808">
                  <c:v>42851</c:v>
                </c:pt>
                <c:pt idx="809">
                  <c:v>42852</c:v>
                </c:pt>
                <c:pt idx="810">
                  <c:v>42853</c:v>
                </c:pt>
                <c:pt idx="811">
                  <c:v>42857</c:v>
                </c:pt>
                <c:pt idx="812">
                  <c:v>42858</c:v>
                </c:pt>
                <c:pt idx="813">
                  <c:v>42859</c:v>
                </c:pt>
                <c:pt idx="814">
                  <c:v>42860</c:v>
                </c:pt>
                <c:pt idx="815">
                  <c:v>42863</c:v>
                </c:pt>
                <c:pt idx="816">
                  <c:v>42864</c:v>
                </c:pt>
                <c:pt idx="817">
                  <c:v>42865</c:v>
                </c:pt>
                <c:pt idx="818">
                  <c:v>42866</c:v>
                </c:pt>
                <c:pt idx="819">
                  <c:v>42867</c:v>
                </c:pt>
                <c:pt idx="820">
                  <c:v>42870</c:v>
                </c:pt>
                <c:pt idx="821">
                  <c:v>42871</c:v>
                </c:pt>
                <c:pt idx="822">
                  <c:v>42872</c:v>
                </c:pt>
                <c:pt idx="823">
                  <c:v>42873</c:v>
                </c:pt>
                <c:pt idx="824">
                  <c:v>42874</c:v>
                </c:pt>
                <c:pt idx="825">
                  <c:v>42877</c:v>
                </c:pt>
                <c:pt idx="826">
                  <c:v>42878</c:v>
                </c:pt>
                <c:pt idx="827">
                  <c:v>42879</c:v>
                </c:pt>
                <c:pt idx="828">
                  <c:v>42880</c:v>
                </c:pt>
                <c:pt idx="829">
                  <c:v>42881</c:v>
                </c:pt>
                <c:pt idx="830">
                  <c:v>42886</c:v>
                </c:pt>
                <c:pt idx="831">
                  <c:v>42887</c:v>
                </c:pt>
                <c:pt idx="832">
                  <c:v>42888</c:v>
                </c:pt>
                <c:pt idx="833">
                  <c:v>42891</c:v>
                </c:pt>
                <c:pt idx="834">
                  <c:v>42892</c:v>
                </c:pt>
                <c:pt idx="835">
                  <c:v>42893</c:v>
                </c:pt>
                <c:pt idx="836">
                  <c:v>42894</c:v>
                </c:pt>
                <c:pt idx="837">
                  <c:v>42895</c:v>
                </c:pt>
                <c:pt idx="838">
                  <c:v>42898</c:v>
                </c:pt>
                <c:pt idx="839">
                  <c:v>42899</c:v>
                </c:pt>
                <c:pt idx="840">
                  <c:v>42900</c:v>
                </c:pt>
                <c:pt idx="841">
                  <c:v>42901</c:v>
                </c:pt>
                <c:pt idx="842">
                  <c:v>42902</c:v>
                </c:pt>
                <c:pt idx="843">
                  <c:v>42905</c:v>
                </c:pt>
                <c:pt idx="844">
                  <c:v>42906</c:v>
                </c:pt>
                <c:pt idx="845">
                  <c:v>42907</c:v>
                </c:pt>
                <c:pt idx="846">
                  <c:v>42908</c:v>
                </c:pt>
                <c:pt idx="847">
                  <c:v>42909</c:v>
                </c:pt>
                <c:pt idx="848">
                  <c:v>42912</c:v>
                </c:pt>
                <c:pt idx="849">
                  <c:v>42913</c:v>
                </c:pt>
                <c:pt idx="850">
                  <c:v>42914</c:v>
                </c:pt>
                <c:pt idx="851">
                  <c:v>42915</c:v>
                </c:pt>
                <c:pt idx="852">
                  <c:v>42916</c:v>
                </c:pt>
                <c:pt idx="853">
                  <c:v>42919</c:v>
                </c:pt>
                <c:pt idx="854">
                  <c:v>42920</c:v>
                </c:pt>
                <c:pt idx="855">
                  <c:v>42921</c:v>
                </c:pt>
                <c:pt idx="856">
                  <c:v>42922</c:v>
                </c:pt>
                <c:pt idx="857">
                  <c:v>42923</c:v>
                </c:pt>
                <c:pt idx="858">
                  <c:v>42926</c:v>
                </c:pt>
                <c:pt idx="859">
                  <c:v>42927</c:v>
                </c:pt>
                <c:pt idx="860">
                  <c:v>42928</c:v>
                </c:pt>
                <c:pt idx="861">
                  <c:v>42929</c:v>
                </c:pt>
                <c:pt idx="862">
                  <c:v>42930</c:v>
                </c:pt>
                <c:pt idx="863">
                  <c:v>42933</c:v>
                </c:pt>
                <c:pt idx="864">
                  <c:v>42934</c:v>
                </c:pt>
                <c:pt idx="865">
                  <c:v>42935</c:v>
                </c:pt>
                <c:pt idx="866">
                  <c:v>42936</c:v>
                </c:pt>
                <c:pt idx="867">
                  <c:v>42937</c:v>
                </c:pt>
                <c:pt idx="868">
                  <c:v>42940</c:v>
                </c:pt>
                <c:pt idx="869">
                  <c:v>42941</c:v>
                </c:pt>
                <c:pt idx="870">
                  <c:v>42942</c:v>
                </c:pt>
                <c:pt idx="871">
                  <c:v>42943</c:v>
                </c:pt>
                <c:pt idx="872">
                  <c:v>42944</c:v>
                </c:pt>
                <c:pt idx="873">
                  <c:v>42947</c:v>
                </c:pt>
                <c:pt idx="874">
                  <c:v>42948</c:v>
                </c:pt>
                <c:pt idx="875">
                  <c:v>42949</c:v>
                </c:pt>
                <c:pt idx="876">
                  <c:v>42950</c:v>
                </c:pt>
                <c:pt idx="877">
                  <c:v>42951</c:v>
                </c:pt>
                <c:pt idx="878">
                  <c:v>42954</c:v>
                </c:pt>
                <c:pt idx="879">
                  <c:v>42955</c:v>
                </c:pt>
                <c:pt idx="880">
                  <c:v>42956</c:v>
                </c:pt>
                <c:pt idx="881">
                  <c:v>42957</c:v>
                </c:pt>
                <c:pt idx="882">
                  <c:v>42958</c:v>
                </c:pt>
                <c:pt idx="883">
                  <c:v>42961</c:v>
                </c:pt>
                <c:pt idx="884">
                  <c:v>42962</c:v>
                </c:pt>
                <c:pt idx="885">
                  <c:v>42963</c:v>
                </c:pt>
                <c:pt idx="886">
                  <c:v>42964</c:v>
                </c:pt>
                <c:pt idx="887">
                  <c:v>42965</c:v>
                </c:pt>
                <c:pt idx="888">
                  <c:v>42968</c:v>
                </c:pt>
                <c:pt idx="889">
                  <c:v>42969</c:v>
                </c:pt>
                <c:pt idx="890">
                  <c:v>42970</c:v>
                </c:pt>
                <c:pt idx="891">
                  <c:v>42971</c:v>
                </c:pt>
                <c:pt idx="892">
                  <c:v>42972</c:v>
                </c:pt>
                <c:pt idx="893">
                  <c:v>42975</c:v>
                </c:pt>
                <c:pt idx="894">
                  <c:v>42976</c:v>
                </c:pt>
                <c:pt idx="895">
                  <c:v>42977</c:v>
                </c:pt>
                <c:pt idx="896">
                  <c:v>42978</c:v>
                </c:pt>
                <c:pt idx="897">
                  <c:v>42979</c:v>
                </c:pt>
                <c:pt idx="898">
                  <c:v>42982</c:v>
                </c:pt>
                <c:pt idx="899">
                  <c:v>42983</c:v>
                </c:pt>
                <c:pt idx="900">
                  <c:v>42984</c:v>
                </c:pt>
                <c:pt idx="901">
                  <c:v>42985</c:v>
                </c:pt>
                <c:pt idx="902">
                  <c:v>42986</c:v>
                </c:pt>
                <c:pt idx="903">
                  <c:v>42989</c:v>
                </c:pt>
                <c:pt idx="904">
                  <c:v>42990</c:v>
                </c:pt>
                <c:pt idx="905">
                  <c:v>42991</c:v>
                </c:pt>
                <c:pt idx="906">
                  <c:v>42992</c:v>
                </c:pt>
                <c:pt idx="907">
                  <c:v>42993</c:v>
                </c:pt>
                <c:pt idx="908">
                  <c:v>42996</c:v>
                </c:pt>
                <c:pt idx="909">
                  <c:v>42997</c:v>
                </c:pt>
                <c:pt idx="910">
                  <c:v>42998</c:v>
                </c:pt>
                <c:pt idx="911">
                  <c:v>42999</c:v>
                </c:pt>
                <c:pt idx="912">
                  <c:v>43000</c:v>
                </c:pt>
                <c:pt idx="913">
                  <c:v>43003</c:v>
                </c:pt>
                <c:pt idx="914">
                  <c:v>43004</c:v>
                </c:pt>
                <c:pt idx="915">
                  <c:v>43005</c:v>
                </c:pt>
                <c:pt idx="916">
                  <c:v>43006</c:v>
                </c:pt>
                <c:pt idx="917">
                  <c:v>43007</c:v>
                </c:pt>
                <c:pt idx="918">
                  <c:v>43017</c:v>
                </c:pt>
                <c:pt idx="919">
                  <c:v>43018</c:v>
                </c:pt>
                <c:pt idx="920">
                  <c:v>43019</c:v>
                </c:pt>
                <c:pt idx="921">
                  <c:v>43020</c:v>
                </c:pt>
                <c:pt idx="922">
                  <c:v>43021</c:v>
                </c:pt>
                <c:pt idx="923">
                  <c:v>43024</c:v>
                </c:pt>
                <c:pt idx="924">
                  <c:v>43025</c:v>
                </c:pt>
                <c:pt idx="925">
                  <c:v>43026</c:v>
                </c:pt>
                <c:pt idx="926">
                  <c:v>43027</c:v>
                </c:pt>
                <c:pt idx="927">
                  <c:v>43028</c:v>
                </c:pt>
                <c:pt idx="928">
                  <c:v>43031</c:v>
                </c:pt>
                <c:pt idx="929">
                  <c:v>43032</c:v>
                </c:pt>
                <c:pt idx="930">
                  <c:v>43033</c:v>
                </c:pt>
                <c:pt idx="931">
                  <c:v>43034</c:v>
                </c:pt>
                <c:pt idx="932">
                  <c:v>43035</c:v>
                </c:pt>
                <c:pt idx="933">
                  <c:v>43038</c:v>
                </c:pt>
                <c:pt idx="934">
                  <c:v>43039</c:v>
                </c:pt>
                <c:pt idx="935">
                  <c:v>43040</c:v>
                </c:pt>
                <c:pt idx="936">
                  <c:v>43041</c:v>
                </c:pt>
                <c:pt idx="937">
                  <c:v>43042</c:v>
                </c:pt>
                <c:pt idx="938">
                  <c:v>43045</c:v>
                </c:pt>
                <c:pt idx="939">
                  <c:v>43046</c:v>
                </c:pt>
                <c:pt idx="940">
                  <c:v>43047</c:v>
                </c:pt>
                <c:pt idx="941">
                  <c:v>43048</c:v>
                </c:pt>
                <c:pt idx="942">
                  <c:v>43049</c:v>
                </c:pt>
                <c:pt idx="943">
                  <c:v>43052</c:v>
                </c:pt>
                <c:pt idx="944">
                  <c:v>43053</c:v>
                </c:pt>
                <c:pt idx="945">
                  <c:v>43054</c:v>
                </c:pt>
                <c:pt idx="946">
                  <c:v>43055</c:v>
                </c:pt>
                <c:pt idx="947">
                  <c:v>43056</c:v>
                </c:pt>
                <c:pt idx="948">
                  <c:v>43059</c:v>
                </c:pt>
                <c:pt idx="949">
                  <c:v>43060</c:v>
                </c:pt>
                <c:pt idx="950">
                  <c:v>43061</c:v>
                </c:pt>
                <c:pt idx="951">
                  <c:v>43062</c:v>
                </c:pt>
                <c:pt idx="952">
                  <c:v>43063</c:v>
                </c:pt>
                <c:pt idx="953">
                  <c:v>43066</c:v>
                </c:pt>
                <c:pt idx="954">
                  <c:v>43067</c:v>
                </c:pt>
                <c:pt idx="955">
                  <c:v>43068</c:v>
                </c:pt>
                <c:pt idx="956">
                  <c:v>43069</c:v>
                </c:pt>
                <c:pt idx="957">
                  <c:v>43070</c:v>
                </c:pt>
                <c:pt idx="958">
                  <c:v>43073</c:v>
                </c:pt>
                <c:pt idx="959">
                  <c:v>43074</c:v>
                </c:pt>
                <c:pt idx="960">
                  <c:v>43075</c:v>
                </c:pt>
                <c:pt idx="961">
                  <c:v>43076</c:v>
                </c:pt>
                <c:pt idx="962">
                  <c:v>43077</c:v>
                </c:pt>
                <c:pt idx="963">
                  <c:v>43080</c:v>
                </c:pt>
                <c:pt idx="964">
                  <c:v>43081</c:v>
                </c:pt>
                <c:pt idx="965">
                  <c:v>43082</c:v>
                </c:pt>
                <c:pt idx="966">
                  <c:v>43083</c:v>
                </c:pt>
                <c:pt idx="967">
                  <c:v>43084</c:v>
                </c:pt>
                <c:pt idx="968">
                  <c:v>43087</c:v>
                </c:pt>
                <c:pt idx="969">
                  <c:v>43088</c:v>
                </c:pt>
                <c:pt idx="970">
                  <c:v>43089</c:v>
                </c:pt>
                <c:pt idx="971">
                  <c:v>43090</c:v>
                </c:pt>
                <c:pt idx="972">
                  <c:v>43091</c:v>
                </c:pt>
                <c:pt idx="973">
                  <c:v>43094</c:v>
                </c:pt>
                <c:pt idx="974">
                  <c:v>43095</c:v>
                </c:pt>
                <c:pt idx="975">
                  <c:v>43096</c:v>
                </c:pt>
                <c:pt idx="976">
                  <c:v>43097</c:v>
                </c:pt>
                <c:pt idx="977">
                  <c:v>43098</c:v>
                </c:pt>
                <c:pt idx="978">
                  <c:v>43102</c:v>
                </c:pt>
                <c:pt idx="979">
                  <c:v>43103</c:v>
                </c:pt>
                <c:pt idx="980">
                  <c:v>43104</c:v>
                </c:pt>
                <c:pt idx="981">
                  <c:v>43105</c:v>
                </c:pt>
                <c:pt idx="982">
                  <c:v>43108</c:v>
                </c:pt>
                <c:pt idx="983">
                  <c:v>43109</c:v>
                </c:pt>
                <c:pt idx="984">
                  <c:v>43110</c:v>
                </c:pt>
                <c:pt idx="985">
                  <c:v>43111</c:v>
                </c:pt>
                <c:pt idx="986">
                  <c:v>43112</c:v>
                </c:pt>
                <c:pt idx="987">
                  <c:v>43115</c:v>
                </c:pt>
                <c:pt idx="988">
                  <c:v>43116</c:v>
                </c:pt>
                <c:pt idx="989">
                  <c:v>43117</c:v>
                </c:pt>
                <c:pt idx="990">
                  <c:v>43118</c:v>
                </c:pt>
                <c:pt idx="991">
                  <c:v>43119</c:v>
                </c:pt>
                <c:pt idx="992">
                  <c:v>43122</c:v>
                </c:pt>
                <c:pt idx="993">
                  <c:v>43123</c:v>
                </c:pt>
                <c:pt idx="994">
                  <c:v>43124</c:v>
                </c:pt>
                <c:pt idx="995">
                  <c:v>43125</c:v>
                </c:pt>
                <c:pt idx="996">
                  <c:v>43126</c:v>
                </c:pt>
                <c:pt idx="997">
                  <c:v>43129</c:v>
                </c:pt>
                <c:pt idx="998">
                  <c:v>43130</c:v>
                </c:pt>
                <c:pt idx="999">
                  <c:v>43131</c:v>
                </c:pt>
                <c:pt idx="1000">
                  <c:v>43132</c:v>
                </c:pt>
                <c:pt idx="1001">
                  <c:v>43133</c:v>
                </c:pt>
                <c:pt idx="1002">
                  <c:v>43136</c:v>
                </c:pt>
                <c:pt idx="1003">
                  <c:v>43137</c:v>
                </c:pt>
                <c:pt idx="1004">
                  <c:v>43138</c:v>
                </c:pt>
                <c:pt idx="1005">
                  <c:v>43139</c:v>
                </c:pt>
                <c:pt idx="1006">
                  <c:v>43140</c:v>
                </c:pt>
                <c:pt idx="1007">
                  <c:v>43143</c:v>
                </c:pt>
                <c:pt idx="1008">
                  <c:v>43144</c:v>
                </c:pt>
                <c:pt idx="1009">
                  <c:v>43145</c:v>
                </c:pt>
                <c:pt idx="1010">
                  <c:v>43153</c:v>
                </c:pt>
                <c:pt idx="1011">
                  <c:v>43154</c:v>
                </c:pt>
                <c:pt idx="1012">
                  <c:v>43157</c:v>
                </c:pt>
                <c:pt idx="1013">
                  <c:v>43158</c:v>
                </c:pt>
                <c:pt idx="1014">
                  <c:v>43159</c:v>
                </c:pt>
                <c:pt idx="1015">
                  <c:v>43160</c:v>
                </c:pt>
                <c:pt idx="1016">
                  <c:v>43161</c:v>
                </c:pt>
                <c:pt idx="1017">
                  <c:v>43164</c:v>
                </c:pt>
                <c:pt idx="1018">
                  <c:v>43165</c:v>
                </c:pt>
                <c:pt idx="1019">
                  <c:v>43166</c:v>
                </c:pt>
                <c:pt idx="1020">
                  <c:v>43167</c:v>
                </c:pt>
                <c:pt idx="1021">
                  <c:v>43168</c:v>
                </c:pt>
                <c:pt idx="1022">
                  <c:v>43171</c:v>
                </c:pt>
                <c:pt idx="1023">
                  <c:v>43172</c:v>
                </c:pt>
                <c:pt idx="1024">
                  <c:v>43173</c:v>
                </c:pt>
                <c:pt idx="1025">
                  <c:v>43174</c:v>
                </c:pt>
                <c:pt idx="1026">
                  <c:v>43175</c:v>
                </c:pt>
                <c:pt idx="1027">
                  <c:v>43178</c:v>
                </c:pt>
                <c:pt idx="1028">
                  <c:v>43179</c:v>
                </c:pt>
                <c:pt idx="1029">
                  <c:v>43180</c:v>
                </c:pt>
                <c:pt idx="1030">
                  <c:v>43181</c:v>
                </c:pt>
                <c:pt idx="1031">
                  <c:v>43182</c:v>
                </c:pt>
                <c:pt idx="1032">
                  <c:v>43185</c:v>
                </c:pt>
                <c:pt idx="1033">
                  <c:v>43186</c:v>
                </c:pt>
                <c:pt idx="1034">
                  <c:v>43187</c:v>
                </c:pt>
                <c:pt idx="1035">
                  <c:v>43188</c:v>
                </c:pt>
                <c:pt idx="1036">
                  <c:v>43189</c:v>
                </c:pt>
                <c:pt idx="1037">
                  <c:v>43192</c:v>
                </c:pt>
                <c:pt idx="1038">
                  <c:v>43193</c:v>
                </c:pt>
                <c:pt idx="1039">
                  <c:v>43194</c:v>
                </c:pt>
                <c:pt idx="1040">
                  <c:v>43199</c:v>
                </c:pt>
                <c:pt idx="1041">
                  <c:v>43200</c:v>
                </c:pt>
                <c:pt idx="1042">
                  <c:v>43201</c:v>
                </c:pt>
                <c:pt idx="1043">
                  <c:v>43202</c:v>
                </c:pt>
                <c:pt idx="1044">
                  <c:v>43203</c:v>
                </c:pt>
                <c:pt idx="1045">
                  <c:v>43206</c:v>
                </c:pt>
                <c:pt idx="1046">
                  <c:v>43207</c:v>
                </c:pt>
                <c:pt idx="1047">
                  <c:v>43208</c:v>
                </c:pt>
                <c:pt idx="1048">
                  <c:v>43209</c:v>
                </c:pt>
                <c:pt idx="1049">
                  <c:v>43210</c:v>
                </c:pt>
                <c:pt idx="1050">
                  <c:v>43213</c:v>
                </c:pt>
                <c:pt idx="1051">
                  <c:v>43214</c:v>
                </c:pt>
                <c:pt idx="1052">
                  <c:v>43215</c:v>
                </c:pt>
                <c:pt idx="1053">
                  <c:v>43216</c:v>
                </c:pt>
                <c:pt idx="1054">
                  <c:v>43217</c:v>
                </c:pt>
                <c:pt idx="1055">
                  <c:v>43222</c:v>
                </c:pt>
                <c:pt idx="1056">
                  <c:v>43223</c:v>
                </c:pt>
                <c:pt idx="1057">
                  <c:v>43224</c:v>
                </c:pt>
                <c:pt idx="1058">
                  <c:v>43227</c:v>
                </c:pt>
                <c:pt idx="1059">
                  <c:v>43228</c:v>
                </c:pt>
                <c:pt idx="1060">
                  <c:v>43229</c:v>
                </c:pt>
                <c:pt idx="1061">
                  <c:v>43230</c:v>
                </c:pt>
                <c:pt idx="1062">
                  <c:v>43231</c:v>
                </c:pt>
                <c:pt idx="1063">
                  <c:v>43234</c:v>
                </c:pt>
                <c:pt idx="1064">
                  <c:v>43235</c:v>
                </c:pt>
                <c:pt idx="1065">
                  <c:v>43236</c:v>
                </c:pt>
                <c:pt idx="1066">
                  <c:v>43237</c:v>
                </c:pt>
                <c:pt idx="1067">
                  <c:v>43238</c:v>
                </c:pt>
                <c:pt idx="1068">
                  <c:v>43241</c:v>
                </c:pt>
                <c:pt idx="1069">
                  <c:v>43242</c:v>
                </c:pt>
                <c:pt idx="1070">
                  <c:v>43243</c:v>
                </c:pt>
                <c:pt idx="1071">
                  <c:v>43244</c:v>
                </c:pt>
                <c:pt idx="1072">
                  <c:v>43245</c:v>
                </c:pt>
                <c:pt idx="1073">
                  <c:v>43248</c:v>
                </c:pt>
                <c:pt idx="1074">
                  <c:v>43249</c:v>
                </c:pt>
                <c:pt idx="1075">
                  <c:v>43250</c:v>
                </c:pt>
                <c:pt idx="1076">
                  <c:v>43251</c:v>
                </c:pt>
                <c:pt idx="1077">
                  <c:v>43252</c:v>
                </c:pt>
                <c:pt idx="1078">
                  <c:v>43255</c:v>
                </c:pt>
                <c:pt idx="1079">
                  <c:v>43256</c:v>
                </c:pt>
                <c:pt idx="1080">
                  <c:v>43257</c:v>
                </c:pt>
                <c:pt idx="1081">
                  <c:v>43258</c:v>
                </c:pt>
                <c:pt idx="1082">
                  <c:v>43259</c:v>
                </c:pt>
                <c:pt idx="1083">
                  <c:v>43262</c:v>
                </c:pt>
                <c:pt idx="1084">
                  <c:v>43263</c:v>
                </c:pt>
                <c:pt idx="1085">
                  <c:v>43264</c:v>
                </c:pt>
                <c:pt idx="1086">
                  <c:v>43265</c:v>
                </c:pt>
                <c:pt idx="1087">
                  <c:v>43266</c:v>
                </c:pt>
                <c:pt idx="1088">
                  <c:v>43270</c:v>
                </c:pt>
                <c:pt idx="1089">
                  <c:v>43271</c:v>
                </c:pt>
                <c:pt idx="1090">
                  <c:v>43272</c:v>
                </c:pt>
                <c:pt idx="1091">
                  <c:v>43273</c:v>
                </c:pt>
                <c:pt idx="1092">
                  <c:v>43276</c:v>
                </c:pt>
                <c:pt idx="1093">
                  <c:v>43277</c:v>
                </c:pt>
                <c:pt idx="1094">
                  <c:v>43278</c:v>
                </c:pt>
                <c:pt idx="1095">
                  <c:v>43279</c:v>
                </c:pt>
                <c:pt idx="1096">
                  <c:v>43280</c:v>
                </c:pt>
                <c:pt idx="1097">
                  <c:v>43283</c:v>
                </c:pt>
                <c:pt idx="1098">
                  <c:v>43284</c:v>
                </c:pt>
                <c:pt idx="1099">
                  <c:v>43285</c:v>
                </c:pt>
                <c:pt idx="1100">
                  <c:v>43286</c:v>
                </c:pt>
                <c:pt idx="1101">
                  <c:v>43287</c:v>
                </c:pt>
                <c:pt idx="1102">
                  <c:v>43290</c:v>
                </c:pt>
                <c:pt idx="1103">
                  <c:v>43291</c:v>
                </c:pt>
                <c:pt idx="1104">
                  <c:v>43292</c:v>
                </c:pt>
                <c:pt idx="1105">
                  <c:v>43293</c:v>
                </c:pt>
                <c:pt idx="1106">
                  <c:v>43294</c:v>
                </c:pt>
                <c:pt idx="1107">
                  <c:v>43297</c:v>
                </c:pt>
                <c:pt idx="1108">
                  <c:v>43298</c:v>
                </c:pt>
                <c:pt idx="1109">
                  <c:v>43299</c:v>
                </c:pt>
                <c:pt idx="1110">
                  <c:v>43300</c:v>
                </c:pt>
                <c:pt idx="1111">
                  <c:v>43301</c:v>
                </c:pt>
                <c:pt idx="1112">
                  <c:v>43304</c:v>
                </c:pt>
                <c:pt idx="1113">
                  <c:v>43305</c:v>
                </c:pt>
                <c:pt idx="1114">
                  <c:v>43306</c:v>
                </c:pt>
                <c:pt idx="1115">
                  <c:v>43307</c:v>
                </c:pt>
                <c:pt idx="1116">
                  <c:v>43308</c:v>
                </c:pt>
                <c:pt idx="1117">
                  <c:v>43311</c:v>
                </c:pt>
                <c:pt idx="1118">
                  <c:v>43312</c:v>
                </c:pt>
                <c:pt idx="1119">
                  <c:v>43313</c:v>
                </c:pt>
                <c:pt idx="1120">
                  <c:v>43314</c:v>
                </c:pt>
                <c:pt idx="1121">
                  <c:v>43315</c:v>
                </c:pt>
                <c:pt idx="1122">
                  <c:v>43318</c:v>
                </c:pt>
                <c:pt idx="1123">
                  <c:v>43319</c:v>
                </c:pt>
                <c:pt idx="1124">
                  <c:v>43320</c:v>
                </c:pt>
                <c:pt idx="1125">
                  <c:v>43321</c:v>
                </c:pt>
                <c:pt idx="1126">
                  <c:v>43322</c:v>
                </c:pt>
                <c:pt idx="1127">
                  <c:v>43325</c:v>
                </c:pt>
                <c:pt idx="1128">
                  <c:v>43326</c:v>
                </c:pt>
                <c:pt idx="1129">
                  <c:v>43327</c:v>
                </c:pt>
                <c:pt idx="1130">
                  <c:v>43328</c:v>
                </c:pt>
                <c:pt idx="1131">
                  <c:v>43329</c:v>
                </c:pt>
                <c:pt idx="1132">
                  <c:v>43332</c:v>
                </c:pt>
                <c:pt idx="1133">
                  <c:v>43333</c:v>
                </c:pt>
                <c:pt idx="1134">
                  <c:v>43334</c:v>
                </c:pt>
                <c:pt idx="1135">
                  <c:v>43335</c:v>
                </c:pt>
                <c:pt idx="1136">
                  <c:v>43336</c:v>
                </c:pt>
                <c:pt idx="1137">
                  <c:v>43339</c:v>
                </c:pt>
                <c:pt idx="1138">
                  <c:v>43340</c:v>
                </c:pt>
                <c:pt idx="1139">
                  <c:v>43341</c:v>
                </c:pt>
                <c:pt idx="1140">
                  <c:v>43342</c:v>
                </c:pt>
                <c:pt idx="1141">
                  <c:v>43343</c:v>
                </c:pt>
                <c:pt idx="1142">
                  <c:v>43346</c:v>
                </c:pt>
                <c:pt idx="1143">
                  <c:v>43347</c:v>
                </c:pt>
                <c:pt idx="1144">
                  <c:v>43348</c:v>
                </c:pt>
                <c:pt idx="1145">
                  <c:v>43349</c:v>
                </c:pt>
                <c:pt idx="1146">
                  <c:v>43350</c:v>
                </c:pt>
                <c:pt idx="1147">
                  <c:v>43353</c:v>
                </c:pt>
                <c:pt idx="1148">
                  <c:v>43354</c:v>
                </c:pt>
                <c:pt idx="1149">
                  <c:v>43355</c:v>
                </c:pt>
                <c:pt idx="1150">
                  <c:v>43356</c:v>
                </c:pt>
                <c:pt idx="1151">
                  <c:v>43357</c:v>
                </c:pt>
                <c:pt idx="1152">
                  <c:v>43360</c:v>
                </c:pt>
                <c:pt idx="1153">
                  <c:v>43361</c:v>
                </c:pt>
                <c:pt idx="1154">
                  <c:v>43362</c:v>
                </c:pt>
                <c:pt idx="1155">
                  <c:v>43363</c:v>
                </c:pt>
                <c:pt idx="1156">
                  <c:v>43364</c:v>
                </c:pt>
                <c:pt idx="1157">
                  <c:v>43368</c:v>
                </c:pt>
                <c:pt idx="1158">
                  <c:v>43369</c:v>
                </c:pt>
                <c:pt idx="1159">
                  <c:v>43370</c:v>
                </c:pt>
                <c:pt idx="1160">
                  <c:v>43371</c:v>
                </c:pt>
                <c:pt idx="1161">
                  <c:v>43381</c:v>
                </c:pt>
                <c:pt idx="1162">
                  <c:v>43382</c:v>
                </c:pt>
                <c:pt idx="1163">
                  <c:v>43383</c:v>
                </c:pt>
                <c:pt idx="1164">
                  <c:v>43384</c:v>
                </c:pt>
                <c:pt idx="1165">
                  <c:v>43385</c:v>
                </c:pt>
                <c:pt idx="1166">
                  <c:v>43388</c:v>
                </c:pt>
                <c:pt idx="1167">
                  <c:v>43389</c:v>
                </c:pt>
                <c:pt idx="1168">
                  <c:v>43390</c:v>
                </c:pt>
                <c:pt idx="1169">
                  <c:v>43391</c:v>
                </c:pt>
                <c:pt idx="1170">
                  <c:v>43392</c:v>
                </c:pt>
                <c:pt idx="1171">
                  <c:v>43395</c:v>
                </c:pt>
                <c:pt idx="1172">
                  <c:v>43396</c:v>
                </c:pt>
                <c:pt idx="1173">
                  <c:v>43397</c:v>
                </c:pt>
                <c:pt idx="1174">
                  <c:v>43398</c:v>
                </c:pt>
                <c:pt idx="1175">
                  <c:v>43399</c:v>
                </c:pt>
                <c:pt idx="1176">
                  <c:v>43402</c:v>
                </c:pt>
                <c:pt idx="1177">
                  <c:v>43403</c:v>
                </c:pt>
                <c:pt idx="1178">
                  <c:v>43404</c:v>
                </c:pt>
                <c:pt idx="1179">
                  <c:v>43405</c:v>
                </c:pt>
                <c:pt idx="1180">
                  <c:v>43406</c:v>
                </c:pt>
                <c:pt idx="1181">
                  <c:v>43409</c:v>
                </c:pt>
                <c:pt idx="1182">
                  <c:v>43410</c:v>
                </c:pt>
                <c:pt idx="1183">
                  <c:v>43411</c:v>
                </c:pt>
                <c:pt idx="1184">
                  <c:v>43412</c:v>
                </c:pt>
                <c:pt idx="1185">
                  <c:v>43413</c:v>
                </c:pt>
                <c:pt idx="1186">
                  <c:v>43416</c:v>
                </c:pt>
                <c:pt idx="1187">
                  <c:v>43417</c:v>
                </c:pt>
                <c:pt idx="1188">
                  <c:v>43418</c:v>
                </c:pt>
                <c:pt idx="1189">
                  <c:v>43419</c:v>
                </c:pt>
                <c:pt idx="1190">
                  <c:v>43420</c:v>
                </c:pt>
                <c:pt idx="1191">
                  <c:v>43423</c:v>
                </c:pt>
                <c:pt idx="1192">
                  <c:v>43424</c:v>
                </c:pt>
                <c:pt idx="1193">
                  <c:v>43425</c:v>
                </c:pt>
                <c:pt idx="1194">
                  <c:v>43426</c:v>
                </c:pt>
                <c:pt idx="1195">
                  <c:v>43427</c:v>
                </c:pt>
                <c:pt idx="1196">
                  <c:v>43430</c:v>
                </c:pt>
                <c:pt idx="1197">
                  <c:v>43431</c:v>
                </c:pt>
                <c:pt idx="1198">
                  <c:v>43432</c:v>
                </c:pt>
                <c:pt idx="1199">
                  <c:v>43433</c:v>
                </c:pt>
                <c:pt idx="1200">
                  <c:v>43434</c:v>
                </c:pt>
                <c:pt idx="1201">
                  <c:v>43437</c:v>
                </c:pt>
                <c:pt idx="1202">
                  <c:v>43438</c:v>
                </c:pt>
                <c:pt idx="1203">
                  <c:v>43439</c:v>
                </c:pt>
                <c:pt idx="1204">
                  <c:v>43440</c:v>
                </c:pt>
                <c:pt idx="1205">
                  <c:v>43441</c:v>
                </c:pt>
                <c:pt idx="1206">
                  <c:v>43444</c:v>
                </c:pt>
                <c:pt idx="1207">
                  <c:v>43445</c:v>
                </c:pt>
                <c:pt idx="1208">
                  <c:v>43446</c:v>
                </c:pt>
                <c:pt idx="1209">
                  <c:v>43447</c:v>
                </c:pt>
                <c:pt idx="1210">
                  <c:v>43448</c:v>
                </c:pt>
                <c:pt idx="1211">
                  <c:v>43451</c:v>
                </c:pt>
                <c:pt idx="1212">
                  <c:v>43452</c:v>
                </c:pt>
                <c:pt idx="1213">
                  <c:v>43453</c:v>
                </c:pt>
                <c:pt idx="1214">
                  <c:v>43454</c:v>
                </c:pt>
                <c:pt idx="1215">
                  <c:v>43455</c:v>
                </c:pt>
                <c:pt idx="1216">
                  <c:v>43458</c:v>
                </c:pt>
                <c:pt idx="1217">
                  <c:v>43459</c:v>
                </c:pt>
                <c:pt idx="1218">
                  <c:v>43460</c:v>
                </c:pt>
                <c:pt idx="1219">
                  <c:v>43461</c:v>
                </c:pt>
                <c:pt idx="1220">
                  <c:v>43462</c:v>
                </c:pt>
                <c:pt idx="1221">
                  <c:v>43467</c:v>
                </c:pt>
                <c:pt idx="1222">
                  <c:v>43468</c:v>
                </c:pt>
                <c:pt idx="1223">
                  <c:v>43469</c:v>
                </c:pt>
                <c:pt idx="1224">
                  <c:v>43472</c:v>
                </c:pt>
                <c:pt idx="1225">
                  <c:v>43473</c:v>
                </c:pt>
                <c:pt idx="1226">
                  <c:v>43474</c:v>
                </c:pt>
                <c:pt idx="1227">
                  <c:v>43475</c:v>
                </c:pt>
                <c:pt idx="1228">
                  <c:v>43476</c:v>
                </c:pt>
                <c:pt idx="1229">
                  <c:v>43479</c:v>
                </c:pt>
                <c:pt idx="1230">
                  <c:v>43480</c:v>
                </c:pt>
                <c:pt idx="1231">
                  <c:v>43481</c:v>
                </c:pt>
                <c:pt idx="1232">
                  <c:v>43482</c:v>
                </c:pt>
                <c:pt idx="1233">
                  <c:v>43483</c:v>
                </c:pt>
                <c:pt idx="1234">
                  <c:v>43486</c:v>
                </c:pt>
                <c:pt idx="1235">
                  <c:v>43487</c:v>
                </c:pt>
                <c:pt idx="1236">
                  <c:v>43488</c:v>
                </c:pt>
                <c:pt idx="1237">
                  <c:v>43489</c:v>
                </c:pt>
                <c:pt idx="1238">
                  <c:v>43490</c:v>
                </c:pt>
                <c:pt idx="1239">
                  <c:v>43493</c:v>
                </c:pt>
                <c:pt idx="1240">
                  <c:v>43494</c:v>
                </c:pt>
                <c:pt idx="1241">
                  <c:v>43495</c:v>
                </c:pt>
                <c:pt idx="1242">
                  <c:v>43496</c:v>
                </c:pt>
                <c:pt idx="1243">
                  <c:v>43497</c:v>
                </c:pt>
                <c:pt idx="1244">
                  <c:v>43507</c:v>
                </c:pt>
                <c:pt idx="1245">
                  <c:v>43508</c:v>
                </c:pt>
                <c:pt idx="1246">
                  <c:v>43509</c:v>
                </c:pt>
                <c:pt idx="1247">
                  <c:v>43510</c:v>
                </c:pt>
                <c:pt idx="1248">
                  <c:v>43511</c:v>
                </c:pt>
                <c:pt idx="1249">
                  <c:v>43514</c:v>
                </c:pt>
                <c:pt idx="1250">
                  <c:v>43515</c:v>
                </c:pt>
                <c:pt idx="1251">
                  <c:v>43516</c:v>
                </c:pt>
                <c:pt idx="1252">
                  <c:v>43517</c:v>
                </c:pt>
                <c:pt idx="1253">
                  <c:v>43518</c:v>
                </c:pt>
                <c:pt idx="1254">
                  <c:v>43521</c:v>
                </c:pt>
                <c:pt idx="1255">
                  <c:v>43522</c:v>
                </c:pt>
                <c:pt idx="1256">
                  <c:v>43523</c:v>
                </c:pt>
                <c:pt idx="1257">
                  <c:v>43524</c:v>
                </c:pt>
                <c:pt idx="1258">
                  <c:v>43525</c:v>
                </c:pt>
                <c:pt idx="1259">
                  <c:v>43528</c:v>
                </c:pt>
                <c:pt idx="1260">
                  <c:v>43529</c:v>
                </c:pt>
                <c:pt idx="1261">
                  <c:v>43530</c:v>
                </c:pt>
                <c:pt idx="1262">
                  <c:v>43531</c:v>
                </c:pt>
                <c:pt idx="1263">
                  <c:v>43532</c:v>
                </c:pt>
                <c:pt idx="1264">
                  <c:v>43535</c:v>
                </c:pt>
                <c:pt idx="1265">
                  <c:v>43536</c:v>
                </c:pt>
                <c:pt idx="1266">
                  <c:v>43537</c:v>
                </c:pt>
                <c:pt idx="1267">
                  <c:v>43538</c:v>
                </c:pt>
                <c:pt idx="1268">
                  <c:v>43539</c:v>
                </c:pt>
                <c:pt idx="1269">
                  <c:v>43542</c:v>
                </c:pt>
                <c:pt idx="1270">
                  <c:v>43543</c:v>
                </c:pt>
                <c:pt idx="1271">
                  <c:v>43544</c:v>
                </c:pt>
                <c:pt idx="1272">
                  <c:v>43545</c:v>
                </c:pt>
                <c:pt idx="1273">
                  <c:v>43546</c:v>
                </c:pt>
                <c:pt idx="1274">
                  <c:v>43549</c:v>
                </c:pt>
                <c:pt idx="1275">
                  <c:v>43550</c:v>
                </c:pt>
                <c:pt idx="1276">
                  <c:v>43551</c:v>
                </c:pt>
                <c:pt idx="1277">
                  <c:v>43552</c:v>
                </c:pt>
                <c:pt idx="1278">
                  <c:v>43553</c:v>
                </c:pt>
                <c:pt idx="1279">
                  <c:v>43556</c:v>
                </c:pt>
                <c:pt idx="1280">
                  <c:v>43557</c:v>
                </c:pt>
                <c:pt idx="1281">
                  <c:v>43558</c:v>
                </c:pt>
                <c:pt idx="1282">
                  <c:v>43559</c:v>
                </c:pt>
                <c:pt idx="1283">
                  <c:v>43563</c:v>
                </c:pt>
                <c:pt idx="1284">
                  <c:v>43564</c:v>
                </c:pt>
                <c:pt idx="1285">
                  <c:v>43565</c:v>
                </c:pt>
                <c:pt idx="1286">
                  <c:v>43566</c:v>
                </c:pt>
                <c:pt idx="1287">
                  <c:v>43567</c:v>
                </c:pt>
                <c:pt idx="1288">
                  <c:v>43570</c:v>
                </c:pt>
                <c:pt idx="1289">
                  <c:v>43571</c:v>
                </c:pt>
                <c:pt idx="1290">
                  <c:v>43572</c:v>
                </c:pt>
                <c:pt idx="1291">
                  <c:v>43573</c:v>
                </c:pt>
                <c:pt idx="1292">
                  <c:v>43574</c:v>
                </c:pt>
                <c:pt idx="1293">
                  <c:v>43577</c:v>
                </c:pt>
                <c:pt idx="1294">
                  <c:v>43578</c:v>
                </c:pt>
                <c:pt idx="1295">
                  <c:v>43579</c:v>
                </c:pt>
                <c:pt idx="1296">
                  <c:v>43580</c:v>
                </c:pt>
                <c:pt idx="1297">
                  <c:v>43581</c:v>
                </c:pt>
                <c:pt idx="1298">
                  <c:v>43584</c:v>
                </c:pt>
                <c:pt idx="1299">
                  <c:v>43585</c:v>
                </c:pt>
                <c:pt idx="1300">
                  <c:v>43591</c:v>
                </c:pt>
                <c:pt idx="1301">
                  <c:v>43592</c:v>
                </c:pt>
                <c:pt idx="1302">
                  <c:v>43593</c:v>
                </c:pt>
                <c:pt idx="1303">
                  <c:v>43594</c:v>
                </c:pt>
                <c:pt idx="1304">
                  <c:v>43595</c:v>
                </c:pt>
                <c:pt idx="1305">
                  <c:v>43598</c:v>
                </c:pt>
                <c:pt idx="1306">
                  <c:v>43599</c:v>
                </c:pt>
                <c:pt idx="1307">
                  <c:v>43600</c:v>
                </c:pt>
                <c:pt idx="1308">
                  <c:v>43601</c:v>
                </c:pt>
                <c:pt idx="1309">
                  <c:v>43602</c:v>
                </c:pt>
                <c:pt idx="1310">
                  <c:v>43605</c:v>
                </c:pt>
                <c:pt idx="1311">
                  <c:v>43606</c:v>
                </c:pt>
                <c:pt idx="1312">
                  <c:v>43607</c:v>
                </c:pt>
                <c:pt idx="1313">
                  <c:v>43608</c:v>
                </c:pt>
                <c:pt idx="1314">
                  <c:v>43609</c:v>
                </c:pt>
                <c:pt idx="1315">
                  <c:v>43612</c:v>
                </c:pt>
                <c:pt idx="1316">
                  <c:v>43613</c:v>
                </c:pt>
                <c:pt idx="1317">
                  <c:v>43614</c:v>
                </c:pt>
                <c:pt idx="1318">
                  <c:v>43615</c:v>
                </c:pt>
                <c:pt idx="1319">
                  <c:v>43616</c:v>
                </c:pt>
                <c:pt idx="1320">
                  <c:v>43619</c:v>
                </c:pt>
                <c:pt idx="1321">
                  <c:v>43620</c:v>
                </c:pt>
                <c:pt idx="1322">
                  <c:v>43621</c:v>
                </c:pt>
                <c:pt idx="1323">
                  <c:v>43622</c:v>
                </c:pt>
                <c:pt idx="1324">
                  <c:v>43626</c:v>
                </c:pt>
                <c:pt idx="1325">
                  <c:v>43627</c:v>
                </c:pt>
                <c:pt idx="1326">
                  <c:v>43628</c:v>
                </c:pt>
                <c:pt idx="1327">
                  <c:v>43629</c:v>
                </c:pt>
                <c:pt idx="1328">
                  <c:v>43630</c:v>
                </c:pt>
                <c:pt idx="1329">
                  <c:v>43633</c:v>
                </c:pt>
                <c:pt idx="1330">
                  <c:v>43634</c:v>
                </c:pt>
                <c:pt idx="1331">
                  <c:v>43635</c:v>
                </c:pt>
                <c:pt idx="1332">
                  <c:v>43636</c:v>
                </c:pt>
                <c:pt idx="1333">
                  <c:v>43637</c:v>
                </c:pt>
                <c:pt idx="1334">
                  <c:v>43640</c:v>
                </c:pt>
                <c:pt idx="1335">
                  <c:v>43641</c:v>
                </c:pt>
                <c:pt idx="1336">
                  <c:v>43642</c:v>
                </c:pt>
                <c:pt idx="1337">
                  <c:v>43643</c:v>
                </c:pt>
                <c:pt idx="1338">
                  <c:v>43644</c:v>
                </c:pt>
                <c:pt idx="1339">
                  <c:v>43647</c:v>
                </c:pt>
                <c:pt idx="1340">
                  <c:v>43648</c:v>
                </c:pt>
                <c:pt idx="1341">
                  <c:v>43649</c:v>
                </c:pt>
                <c:pt idx="1342">
                  <c:v>43650</c:v>
                </c:pt>
                <c:pt idx="1343">
                  <c:v>43651</c:v>
                </c:pt>
                <c:pt idx="1344">
                  <c:v>43654</c:v>
                </c:pt>
                <c:pt idx="1345">
                  <c:v>43655</c:v>
                </c:pt>
                <c:pt idx="1346">
                  <c:v>43656</c:v>
                </c:pt>
                <c:pt idx="1347">
                  <c:v>43657</c:v>
                </c:pt>
                <c:pt idx="1348">
                  <c:v>43658</c:v>
                </c:pt>
                <c:pt idx="1349">
                  <c:v>43661</c:v>
                </c:pt>
                <c:pt idx="1350">
                  <c:v>43662</c:v>
                </c:pt>
                <c:pt idx="1351">
                  <c:v>43663</c:v>
                </c:pt>
                <c:pt idx="1352">
                  <c:v>43664</c:v>
                </c:pt>
                <c:pt idx="1353">
                  <c:v>43665</c:v>
                </c:pt>
                <c:pt idx="1354">
                  <c:v>43668</c:v>
                </c:pt>
                <c:pt idx="1355">
                  <c:v>43669</c:v>
                </c:pt>
                <c:pt idx="1356">
                  <c:v>43670</c:v>
                </c:pt>
                <c:pt idx="1357">
                  <c:v>43671</c:v>
                </c:pt>
                <c:pt idx="1358">
                  <c:v>43672</c:v>
                </c:pt>
                <c:pt idx="1359">
                  <c:v>43675</c:v>
                </c:pt>
                <c:pt idx="1360">
                  <c:v>43676</c:v>
                </c:pt>
                <c:pt idx="1361">
                  <c:v>43677</c:v>
                </c:pt>
                <c:pt idx="1362">
                  <c:v>43678</c:v>
                </c:pt>
                <c:pt idx="1363">
                  <c:v>43679</c:v>
                </c:pt>
                <c:pt idx="1364">
                  <c:v>43682</c:v>
                </c:pt>
                <c:pt idx="1365">
                  <c:v>43683</c:v>
                </c:pt>
                <c:pt idx="1366">
                  <c:v>43684</c:v>
                </c:pt>
                <c:pt idx="1367">
                  <c:v>43685</c:v>
                </c:pt>
                <c:pt idx="1368">
                  <c:v>43686</c:v>
                </c:pt>
                <c:pt idx="1369">
                  <c:v>43689</c:v>
                </c:pt>
                <c:pt idx="1370">
                  <c:v>43690</c:v>
                </c:pt>
                <c:pt idx="1371">
                  <c:v>43691</c:v>
                </c:pt>
                <c:pt idx="1372">
                  <c:v>43692</c:v>
                </c:pt>
                <c:pt idx="1373">
                  <c:v>43693</c:v>
                </c:pt>
                <c:pt idx="1374">
                  <c:v>43696</c:v>
                </c:pt>
                <c:pt idx="1375">
                  <c:v>43697</c:v>
                </c:pt>
                <c:pt idx="1376">
                  <c:v>43698</c:v>
                </c:pt>
                <c:pt idx="1377">
                  <c:v>43699</c:v>
                </c:pt>
                <c:pt idx="1378">
                  <c:v>43700</c:v>
                </c:pt>
                <c:pt idx="1379">
                  <c:v>43703</c:v>
                </c:pt>
                <c:pt idx="1380">
                  <c:v>43704</c:v>
                </c:pt>
                <c:pt idx="1381">
                  <c:v>43705</c:v>
                </c:pt>
                <c:pt idx="1382">
                  <c:v>43706</c:v>
                </c:pt>
                <c:pt idx="1383">
                  <c:v>43707</c:v>
                </c:pt>
                <c:pt idx="1384">
                  <c:v>43710</c:v>
                </c:pt>
                <c:pt idx="1385">
                  <c:v>43711</c:v>
                </c:pt>
                <c:pt idx="1386">
                  <c:v>43712</c:v>
                </c:pt>
                <c:pt idx="1387">
                  <c:v>43713</c:v>
                </c:pt>
                <c:pt idx="1388">
                  <c:v>43714</c:v>
                </c:pt>
                <c:pt idx="1389">
                  <c:v>43717</c:v>
                </c:pt>
                <c:pt idx="1390">
                  <c:v>43718</c:v>
                </c:pt>
                <c:pt idx="1391">
                  <c:v>43719</c:v>
                </c:pt>
                <c:pt idx="1392">
                  <c:v>43720</c:v>
                </c:pt>
                <c:pt idx="1393">
                  <c:v>43724</c:v>
                </c:pt>
                <c:pt idx="1394">
                  <c:v>43725</c:v>
                </c:pt>
                <c:pt idx="1395">
                  <c:v>43726</c:v>
                </c:pt>
                <c:pt idx="1396">
                  <c:v>43727</c:v>
                </c:pt>
                <c:pt idx="1397">
                  <c:v>43728</c:v>
                </c:pt>
                <c:pt idx="1398">
                  <c:v>43731</c:v>
                </c:pt>
                <c:pt idx="1399">
                  <c:v>43732</c:v>
                </c:pt>
                <c:pt idx="1400">
                  <c:v>43733</c:v>
                </c:pt>
                <c:pt idx="1401">
                  <c:v>43734</c:v>
                </c:pt>
                <c:pt idx="1402">
                  <c:v>43735</c:v>
                </c:pt>
                <c:pt idx="1403">
                  <c:v>43738</c:v>
                </c:pt>
                <c:pt idx="1404">
                  <c:v>43746</c:v>
                </c:pt>
                <c:pt idx="1405">
                  <c:v>43747</c:v>
                </c:pt>
                <c:pt idx="1406">
                  <c:v>43748</c:v>
                </c:pt>
                <c:pt idx="1407">
                  <c:v>43749</c:v>
                </c:pt>
                <c:pt idx="1408">
                  <c:v>43752</c:v>
                </c:pt>
                <c:pt idx="1409">
                  <c:v>43753</c:v>
                </c:pt>
                <c:pt idx="1410">
                  <c:v>43754</c:v>
                </c:pt>
                <c:pt idx="1411">
                  <c:v>43755</c:v>
                </c:pt>
                <c:pt idx="1412">
                  <c:v>43756</c:v>
                </c:pt>
                <c:pt idx="1413">
                  <c:v>43759</c:v>
                </c:pt>
                <c:pt idx="1414">
                  <c:v>43760</c:v>
                </c:pt>
                <c:pt idx="1415">
                  <c:v>43761</c:v>
                </c:pt>
                <c:pt idx="1416">
                  <c:v>43762</c:v>
                </c:pt>
                <c:pt idx="1417">
                  <c:v>43763</c:v>
                </c:pt>
                <c:pt idx="1418">
                  <c:v>43766</c:v>
                </c:pt>
                <c:pt idx="1419">
                  <c:v>43767</c:v>
                </c:pt>
                <c:pt idx="1420">
                  <c:v>43768</c:v>
                </c:pt>
                <c:pt idx="1421">
                  <c:v>43769</c:v>
                </c:pt>
                <c:pt idx="1422">
                  <c:v>43770</c:v>
                </c:pt>
                <c:pt idx="1423">
                  <c:v>43773</c:v>
                </c:pt>
                <c:pt idx="1424">
                  <c:v>43774</c:v>
                </c:pt>
                <c:pt idx="1425">
                  <c:v>43775</c:v>
                </c:pt>
                <c:pt idx="1426">
                  <c:v>43776</c:v>
                </c:pt>
                <c:pt idx="1427">
                  <c:v>43777</c:v>
                </c:pt>
                <c:pt idx="1428">
                  <c:v>43780</c:v>
                </c:pt>
                <c:pt idx="1429">
                  <c:v>43781</c:v>
                </c:pt>
                <c:pt idx="1430">
                  <c:v>43782</c:v>
                </c:pt>
                <c:pt idx="1431">
                  <c:v>43783</c:v>
                </c:pt>
                <c:pt idx="1432">
                  <c:v>43784</c:v>
                </c:pt>
                <c:pt idx="1433">
                  <c:v>43787</c:v>
                </c:pt>
                <c:pt idx="1434">
                  <c:v>43788</c:v>
                </c:pt>
                <c:pt idx="1435">
                  <c:v>43789</c:v>
                </c:pt>
                <c:pt idx="1436">
                  <c:v>43790</c:v>
                </c:pt>
                <c:pt idx="1437">
                  <c:v>43791</c:v>
                </c:pt>
                <c:pt idx="1438">
                  <c:v>43794</c:v>
                </c:pt>
                <c:pt idx="1439">
                  <c:v>43795</c:v>
                </c:pt>
                <c:pt idx="1440">
                  <c:v>43796</c:v>
                </c:pt>
                <c:pt idx="1441">
                  <c:v>43797</c:v>
                </c:pt>
                <c:pt idx="1442">
                  <c:v>43798</c:v>
                </c:pt>
                <c:pt idx="1443">
                  <c:v>43801</c:v>
                </c:pt>
                <c:pt idx="1444">
                  <c:v>43802</c:v>
                </c:pt>
                <c:pt idx="1445">
                  <c:v>43803</c:v>
                </c:pt>
                <c:pt idx="1446">
                  <c:v>43804</c:v>
                </c:pt>
                <c:pt idx="1447">
                  <c:v>43805</c:v>
                </c:pt>
                <c:pt idx="1448">
                  <c:v>43808</c:v>
                </c:pt>
                <c:pt idx="1449">
                  <c:v>43809</c:v>
                </c:pt>
                <c:pt idx="1450">
                  <c:v>43810</c:v>
                </c:pt>
                <c:pt idx="1451">
                  <c:v>43811</c:v>
                </c:pt>
                <c:pt idx="1452">
                  <c:v>43812</c:v>
                </c:pt>
                <c:pt idx="1453">
                  <c:v>43815</c:v>
                </c:pt>
                <c:pt idx="1454">
                  <c:v>43816</c:v>
                </c:pt>
                <c:pt idx="1455">
                  <c:v>43817</c:v>
                </c:pt>
                <c:pt idx="1456">
                  <c:v>43818</c:v>
                </c:pt>
                <c:pt idx="1457">
                  <c:v>43819</c:v>
                </c:pt>
                <c:pt idx="1458">
                  <c:v>43822</c:v>
                </c:pt>
                <c:pt idx="1459">
                  <c:v>43823</c:v>
                </c:pt>
                <c:pt idx="1460">
                  <c:v>43824</c:v>
                </c:pt>
                <c:pt idx="1461">
                  <c:v>43825</c:v>
                </c:pt>
                <c:pt idx="1462">
                  <c:v>43826</c:v>
                </c:pt>
                <c:pt idx="1463">
                  <c:v>43829</c:v>
                </c:pt>
                <c:pt idx="1464">
                  <c:v>43830</c:v>
                </c:pt>
                <c:pt idx="1465">
                  <c:v>43832</c:v>
                </c:pt>
                <c:pt idx="1466">
                  <c:v>43833</c:v>
                </c:pt>
                <c:pt idx="1467">
                  <c:v>43836</c:v>
                </c:pt>
                <c:pt idx="1468">
                  <c:v>43837</c:v>
                </c:pt>
                <c:pt idx="1469">
                  <c:v>43838</c:v>
                </c:pt>
                <c:pt idx="1470">
                  <c:v>43839</c:v>
                </c:pt>
                <c:pt idx="1471">
                  <c:v>43840</c:v>
                </c:pt>
                <c:pt idx="1472">
                  <c:v>43843</c:v>
                </c:pt>
                <c:pt idx="1473">
                  <c:v>43844</c:v>
                </c:pt>
                <c:pt idx="1474">
                  <c:v>43845</c:v>
                </c:pt>
                <c:pt idx="1475">
                  <c:v>43846</c:v>
                </c:pt>
                <c:pt idx="1476">
                  <c:v>43847</c:v>
                </c:pt>
                <c:pt idx="1477">
                  <c:v>43850</c:v>
                </c:pt>
                <c:pt idx="1478">
                  <c:v>43851</c:v>
                </c:pt>
                <c:pt idx="1479">
                  <c:v>43852</c:v>
                </c:pt>
                <c:pt idx="1480">
                  <c:v>43853</c:v>
                </c:pt>
                <c:pt idx="1481">
                  <c:v>43864</c:v>
                </c:pt>
                <c:pt idx="1482">
                  <c:v>43865</c:v>
                </c:pt>
                <c:pt idx="1483">
                  <c:v>43866</c:v>
                </c:pt>
                <c:pt idx="1484">
                  <c:v>43867</c:v>
                </c:pt>
                <c:pt idx="1485">
                  <c:v>43868</c:v>
                </c:pt>
                <c:pt idx="1486">
                  <c:v>43871</c:v>
                </c:pt>
                <c:pt idx="1487">
                  <c:v>43872</c:v>
                </c:pt>
                <c:pt idx="1488">
                  <c:v>43873</c:v>
                </c:pt>
                <c:pt idx="1489">
                  <c:v>43874</c:v>
                </c:pt>
                <c:pt idx="1490">
                  <c:v>43875</c:v>
                </c:pt>
                <c:pt idx="1491">
                  <c:v>43878</c:v>
                </c:pt>
                <c:pt idx="1492">
                  <c:v>43879</c:v>
                </c:pt>
                <c:pt idx="1493">
                  <c:v>43880</c:v>
                </c:pt>
                <c:pt idx="1494">
                  <c:v>43881</c:v>
                </c:pt>
                <c:pt idx="1495">
                  <c:v>43882</c:v>
                </c:pt>
                <c:pt idx="1496">
                  <c:v>43885</c:v>
                </c:pt>
                <c:pt idx="1497">
                  <c:v>43886</c:v>
                </c:pt>
                <c:pt idx="1498">
                  <c:v>43887</c:v>
                </c:pt>
                <c:pt idx="1499">
                  <c:v>43888</c:v>
                </c:pt>
                <c:pt idx="1500">
                  <c:v>43889</c:v>
                </c:pt>
                <c:pt idx="1501">
                  <c:v>43892</c:v>
                </c:pt>
                <c:pt idx="1502">
                  <c:v>43893</c:v>
                </c:pt>
                <c:pt idx="1503">
                  <c:v>43894</c:v>
                </c:pt>
                <c:pt idx="1504">
                  <c:v>43895</c:v>
                </c:pt>
                <c:pt idx="1505">
                  <c:v>43896</c:v>
                </c:pt>
                <c:pt idx="1506">
                  <c:v>43899</c:v>
                </c:pt>
                <c:pt idx="1507">
                  <c:v>43900</c:v>
                </c:pt>
                <c:pt idx="1508">
                  <c:v>43901</c:v>
                </c:pt>
                <c:pt idx="1509">
                  <c:v>43902</c:v>
                </c:pt>
                <c:pt idx="1510">
                  <c:v>43903</c:v>
                </c:pt>
                <c:pt idx="1511">
                  <c:v>43906</c:v>
                </c:pt>
                <c:pt idx="1512">
                  <c:v>43907</c:v>
                </c:pt>
                <c:pt idx="1513">
                  <c:v>43908</c:v>
                </c:pt>
                <c:pt idx="1514">
                  <c:v>43909</c:v>
                </c:pt>
                <c:pt idx="1515">
                  <c:v>43910</c:v>
                </c:pt>
                <c:pt idx="1516">
                  <c:v>43913</c:v>
                </c:pt>
                <c:pt idx="1517">
                  <c:v>43914</c:v>
                </c:pt>
                <c:pt idx="1518">
                  <c:v>43915</c:v>
                </c:pt>
                <c:pt idx="1519">
                  <c:v>43916</c:v>
                </c:pt>
                <c:pt idx="1520">
                  <c:v>43917</c:v>
                </c:pt>
                <c:pt idx="1521">
                  <c:v>43920</c:v>
                </c:pt>
                <c:pt idx="1522">
                  <c:v>43921</c:v>
                </c:pt>
                <c:pt idx="1523">
                  <c:v>43922</c:v>
                </c:pt>
                <c:pt idx="1524">
                  <c:v>43923</c:v>
                </c:pt>
                <c:pt idx="1525">
                  <c:v>43924</c:v>
                </c:pt>
                <c:pt idx="1526">
                  <c:v>43928</c:v>
                </c:pt>
                <c:pt idx="1527">
                  <c:v>43929</c:v>
                </c:pt>
                <c:pt idx="1528">
                  <c:v>43930</c:v>
                </c:pt>
                <c:pt idx="1529">
                  <c:v>43931</c:v>
                </c:pt>
                <c:pt idx="1530">
                  <c:v>43934</c:v>
                </c:pt>
                <c:pt idx="1531">
                  <c:v>43935</c:v>
                </c:pt>
                <c:pt idx="1532">
                  <c:v>43936</c:v>
                </c:pt>
                <c:pt idx="1533">
                  <c:v>43937</c:v>
                </c:pt>
                <c:pt idx="1534">
                  <c:v>43938</c:v>
                </c:pt>
                <c:pt idx="1535">
                  <c:v>43941</c:v>
                </c:pt>
                <c:pt idx="1536">
                  <c:v>43942</c:v>
                </c:pt>
                <c:pt idx="1537">
                  <c:v>43943</c:v>
                </c:pt>
                <c:pt idx="1538">
                  <c:v>43944</c:v>
                </c:pt>
                <c:pt idx="1539">
                  <c:v>43945</c:v>
                </c:pt>
                <c:pt idx="1540">
                  <c:v>43948</c:v>
                </c:pt>
                <c:pt idx="1541">
                  <c:v>43949</c:v>
                </c:pt>
                <c:pt idx="1542">
                  <c:v>43950</c:v>
                </c:pt>
                <c:pt idx="1543">
                  <c:v>43951</c:v>
                </c:pt>
                <c:pt idx="1544">
                  <c:v>43957</c:v>
                </c:pt>
                <c:pt idx="1545">
                  <c:v>43958</c:v>
                </c:pt>
                <c:pt idx="1546">
                  <c:v>43959</c:v>
                </c:pt>
                <c:pt idx="1547">
                  <c:v>43962</c:v>
                </c:pt>
                <c:pt idx="1548">
                  <c:v>43963</c:v>
                </c:pt>
                <c:pt idx="1549">
                  <c:v>43964</c:v>
                </c:pt>
                <c:pt idx="1550">
                  <c:v>43965</c:v>
                </c:pt>
                <c:pt idx="1551">
                  <c:v>43966</c:v>
                </c:pt>
                <c:pt idx="1552">
                  <c:v>43969</c:v>
                </c:pt>
                <c:pt idx="1553">
                  <c:v>43970</c:v>
                </c:pt>
                <c:pt idx="1554">
                  <c:v>43971</c:v>
                </c:pt>
                <c:pt idx="1555">
                  <c:v>43972</c:v>
                </c:pt>
                <c:pt idx="1556">
                  <c:v>43973</c:v>
                </c:pt>
                <c:pt idx="1557">
                  <c:v>43976</c:v>
                </c:pt>
                <c:pt idx="1558">
                  <c:v>43977</c:v>
                </c:pt>
                <c:pt idx="1559">
                  <c:v>43978</c:v>
                </c:pt>
                <c:pt idx="1560">
                  <c:v>43979</c:v>
                </c:pt>
                <c:pt idx="1561">
                  <c:v>43980</c:v>
                </c:pt>
                <c:pt idx="1562">
                  <c:v>43983</c:v>
                </c:pt>
                <c:pt idx="1563">
                  <c:v>43984</c:v>
                </c:pt>
                <c:pt idx="1564">
                  <c:v>43985</c:v>
                </c:pt>
                <c:pt idx="1565">
                  <c:v>43986</c:v>
                </c:pt>
                <c:pt idx="1566">
                  <c:v>43987</c:v>
                </c:pt>
                <c:pt idx="1567">
                  <c:v>43990</c:v>
                </c:pt>
                <c:pt idx="1568">
                  <c:v>43991</c:v>
                </c:pt>
                <c:pt idx="1569">
                  <c:v>43992</c:v>
                </c:pt>
                <c:pt idx="1570">
                  <c:v>43993</c:v>
                </c:pt>
                <c:pt idx="1571">
                  <c:v>43994</c:v>
                </c:pt>
                <c:pt idx="1572">
                  <c:v>43997</c:v>
                </c:pt>
                <c:pt idx="1573">
                  <c:v>43998</c:v>
                </c:pt>
                <c:pt idx="1574">
                  <c:v>43999</c:v>
                </c:pt>
                <c:pt idx="1575">
                  <c:v>44000</c:v>
                </c:pt>
                <c:pt idx="1576">
                  <c:v>44001</c:v>
                </c:pt>
                <c:pt idx="1577">
                  <c:v>44004</c:v>
                </c:pt>
                <c:pt idx="1578">
                  <c:v>44005</c:v>
                </c:pt>
                <c:pt idx="1579">
                  <c:v>44006</c:v>
                </c:pt>
                <c:pt idx="1580">
                  <c:v>44011</c:v>
                </c:pt>
                <c:pt idx="1581">
                  <c:v>44012</c:v>
                </c:pt>
                <c:pt idx="1582">
                  <c:v>44013</c:v>
                </c:pt>
                <c:pt idx="1583">
                  <c:v>44014</c:v>
                </c:pt>
                <c:pt idx="1584">
                  <c:v>44015</c:v>
                </c:pt>
                <c:pt idx="1585">
                  <c:v>44018</c:v>
                </c:pt>
                <c:pt idx="1586">
                  <c:v>44019</c:v>
                </c:pt>
                <c:pt idx="1587">
                  <c:v>44020</c:v>
                </c:pt>
                <c:pt idx="1588">
                  <c:v>44021</c:v>
                </c:pt>
                <c:pt idx="1589">
                  <c:v>44022</c:v>
                </c:pt>
                <c:pt idx="1590">
                  <c:v>44025</c:v>
                </c:pt>
                <c:pt idx="1591">
                  <c:v>44026</c:v>
                </c:pt>
                <c:pt idx="1592">
                  <c:v>44027</c:v>
                </c:pt>
                <c:pt idx="1593">
                  <c:v>44028</c:v>
                </c:pt>
                <c:pt idx="1594">
                  <c:v>44029</c:v>
                </c:pt>
                <c:pt idx="1595">
                  <c:v>44032</c:v>
                </c:pt>
                <c:pt idx="1596">
                  <c:v>44033</c:v>
                </c:pt>
                <c:pt idx="1597">
                  <c:v>44034</c:v>
                </c:pt>
                <c:pt idx="1598">
                  <c:v>44035</c:v>
                </c:pt>
                <c:pt idx="1599">
                  <c:v>44036</c:v>
                </c:pt>
                <c:pt idx="1600">
                  <c:v>44039</c:v>
                </c:pt>
                <c:pt idx="1601">
                  <c:v>44040</c:v>
                </c:pt>
                <c:pt idx="1602">
                  <c:v>44041</c:v>
                </c:pt>
                <c:pt idx="1603">
                  <c:v>44042</c:v>
                </c:pt>
                <c:pt idx="1604">
                  <c:v>44043</c:v>
                </c:pt>
                <c:pt idx="1605">
                  <c:v>44046</c:v>
                </c:pt>
                <c:pt idx="1606">
                  <c:v>44047</c:v>
                </c:pt>
                <c:pt idx="1607">
                  <c:v>44048</c:v>
                </c:pt>
                <c:pt idx="1608">
                  <c:v>44049</c:v>
                </c:pt>
                <c:pt idx="1609">
                  <c:v>44050</c:v>
                </c:pt>
                <c:pt idx="1610">
                  <c:v>44053</c:v>
                </c:pt>
                <c:pt idx="1611">
                  <c:v>44054</c:v>
                </c:pt>
                <c:pt idx="1612">
                  <c:v>44055</c:v>
                </c:pt>
                <c:pt idx="1613">
                  <c:v>44056</c:v>
                </c:pt>
                <c:pt idx="1614">
                  <c:v>44057</c:v>
                </c:pt>
                <c:pt idx="1615">
                  <c:v>44060</c:v>
                </c:pt>
                <c:pt idx="1616">
                  <c:v>44061</c:v>
                </c:pt>
                <c:pt idx="1617">
                  <c:v>44062</c:v>
                </c:pt>
                <c:pt idx="1618">
                  <c:v>44063</c:v>
                </c:pt>
                <c:pt idx="1619">
                  <c:v>44064</c:v>
                </c:pt>
                <c:pt idx="1620">
                  <c:v>44067</c:v>
                </c:pt>
                <c:pt idx="1621">
                  <c:v>44068</c:v>
                </c:pt>
                <c:pt idx="1622">
                  <c:v>44069</c:v>
                </c:pt>
                <c:pt idx="1623">
                  <c:v>44070</c:v>
                </c:pt>
                <c:pt idx="1624">
                  <c:v>44071</c:v>
                </c:pt>
                <c:pt idx="1625">
                  <c:v>44074</c:v>
                </c:pt>
                <c:pt idx="1626">
                  <c:v>44075</c:v>
                </c:pt>
                <c:pt idx="1627">
                  <c:v>44076</c:v>
                </c:pt>
                <c:pt idx="1628">
                  <c:v>44077</c:v>
                </c:pt>
                <c:pt idx="1629">
                  <c:v>44078</c:v>
                </c:pt>
                <c:pt idx="1630">
                  <c:v>44081</c:v>
                </c:pt>
                <c:pt idx="1631">
                  <c:v>44082</c:v>
                </c:pt>
                <c:pt idx="1632">
                  <c:v>44083</c:v>
                </c:pt>
                <c:pt idx="1633">
                  <c:v>44084</c:v>
                </c:pt>
                <c:pt idx="1634">
                  <c:v>44085</c:v>
                </c:pt>
                <c:pt idx="1635">
                  <c:v>44088</c:v>
                </c:pt>
                <c:pt idx="1636">
                  <c:v>44089</c:v>
                </c:pt>
                <c:pt idx="1637">
                  <c:v>44090</c:v>
                </c:pt>
                <c:pt idx="1638">
                  <c:v>44091</c:v>
                </c:pt>
                <c:pt idx="1639">
                  <c:v>44092</c:v>
                </c:pt>
                <c:pt idx="1640">
                  <c:v>44095</c:v>
                </c:pt>
                <c:pt idx="1641">
                  <c:v>44096</c:v>
                </c:pt>
                <c:pt idx="1642">
                  <c:v>44097</c:v>
                </c:pt>
                <c:pt idx="1643">
                  <c:v>44098</c:v>
                </c:pt>
                <c:pt idx="1644">
                  <c:v>44099</c:v>
                </c:pt>
                <c:pt idx="1645">
                  <c:v>44102</c:v>
                </c:pt>
                <c:pt idx="1646">
                  <c:v>44103</c:v>
                </c:pt>
                <c:pt idx="1647">
                  <c:v>44104</c:v>
                </c:pt>
                <c:pt idx="1648">
                  <c:v>44113</c:v>
                </c:pt>
                <c:pt idx="1649">
                  <c:v>44116</c:v>
                </c:pt>
                <c:pt idx="1650">
                  <c:v>44117</c:v>
                </c:pt>
                <c:pt idx="1651">
                  <c:v>44118</c:v>
                </c:pt>
                <c:pt idx="1652">
                  <c:v>44119</c:v>
                </c:pt>
                <c:pt idx="1653">
                  <c:v>44120</c:v>
                </c:pt>
                <c:pt idx="1654">
                  <c:v>44123</c:v>
                </c:pt>
                <c:pt idx="1655">
                  <c:v>44124</c:v>
                </c:pt>
                <c:pt idx="1656">
                  <c:v>44125</c:v>
                </c:pt>
                <c:pt idx="1657">
                  <c:v>44126</c:v>
                </c:pt>
                <c:pt idx="1658">
                  <c:v>44127</c:v>
                </c:pt>
                <c:pt idx="1659">
                  <c:v>44130</c:v>
                </c:pt>
                <c:pt idx="1660">
                  <c:v>44131</c:v>
                </c:pt>
                <c:pt idx="1661">
                  <c:v>44132</c:v>
                </c:pt>
                <c:pt idx="1662">
                  <c:v>44133</c:v>
                </c:pt>
                <c:pt idx="1663">
                  <c:v>44134</c:v>
                </c:pt>
                <c:pt idx="1664">
                  <c:v>44137</c:v>
                </c:pt>
                <c:pt idx="1665">
                  <c:v>44138</c:v>
                </c:pt>
                <c:pt idx="1666">
                  <c:v>44139</c:v>
                </c:pt>
                <c:pt idx="1667">
                  <c:v>44140</c:v>
                </c:pt>
                <c:pt idx="1668">
                  <c:v>44141</c:v>
                </c:pt>
                <c:pt idx="1669">
                  <c:v>44144</c:v>
                </c:pt>
                <c:pt idx="1670">
                  <c:v>44145</c:v>
                </c:pt>
                <c:pt idx="1671">
                  <c:v>44146</c:v>
                </c:pt>
                <c:pt idx="1672">
                  <c:v>44147</c:v>
                </c:pt>
                <c:pt idx="1673">
                  <c:v>44148</c:v>
                </c:pt>
                <c:pt idx="1674">
                  <c:v>44151</c:v>
                </c:pt>
                <c:pt idx="1675">
                  <c:v>44152</c:v>
                </c:pt>
                <c:pt idx="1676">
                  <c:v>44153</c:v>
                </c:pt>
                <c:pt idx="1677">
                  <c:v>44154</c:v>
                </c:pt>
                <c:pt idx="1678">
                  <c:v>44155</c:v>
                </c:pt>
                <c:pt idx="1679">
                  <c:v>44158</c:v>
                </c:pt>
                <c:pt idx="1680">
                  <c:v>44159</c:v>
                </c:pt>
                <c:pt idx="1681">
                  <c:v>44160</c:v>
                </c:pt>
                <c:pt idx="1682">
                  <c:v>44161</c:v>
                </c:pt>
                <c:pt idx="1683">
                  <c:v>44162</c:v>
                </c:pt>
                <c:pt idx="1684">
                  <c:v>44165</c:v>
                </c:pt>
                <c:pt idx="1685">
                  <c:v>44166</c:v>
                </c:pt>
                <c:pt idx="1686">
                  <c:v>44167</c:v>
                </c:pt>
                <c:pt idx="1687">
                  <c:v>44168</c:v>
                </c:pt>
                <c:pt idx="1688">
                  <c:v>44169</c:v>
                </c:pt>
                <c:pt idx="1689">
                  <c:v>44172</c:v>
                </c:pt>
                <c:pt idx="1690">
                  <c:v>44173</c:v>
                </c:pt>
                <c:pt idx="1691">
                  <c:v>44174</c:v>
                </c:pt>
                <c:pt idx="1692">
                  <c:v>44175</c:v>
                </c:pt>
                <c:pt idx="1693">
                  <c:v>44176</c:v>
                </c:pt>
                <c:pt idx="1694">
                  <c:v>44179</c:v>
                </c:pt>
                <c:pt idx="1695">
                  <c:v>44180</c:v>
                </c:pt>
                <c:pt idx="1696">
                  <c:v>44181</c:v>
                </c:pt>
                <c:pt idx="1697">
                  <c:v>44182</c:v>
                </c:pt>
                <c:pt idx="1698">
                  <c:v>44183</c:v>
                </c:pt>
                <c:pt idx="1699">
                  <c:v>44186</c:v>
                </c:pt>
                <c:pt idx="1700">
                  <c:v>44187</c:v>
                </c:pt>
                <c:pt idx="1701">
                  <c:v>44188</c:v>
                </c:pt>
                <c:pt idx="1702">
                  <c:v>44189</c:v>
                </c:pt>
                <c:pt idx="1703">
                  <c:v>44190</c:v>
                </c:pt>
                <c:pt idx="1704">
                  <c:v>44193</c:v>
                </c:pt>
                <c:pt idx="1705">
                  <c:v>44194</c:v>
                </c:pt>
                <c:pt idx="1706">
                  <c:v>44195</c:v>
                </c:pt>
                <c:pt idx="1707">
                  <c:v>44196</c:v>
                </c:pt>
                <c:pt idx="1708">
                  <c:v>44200</c:v>
                </c:pt>
                <c:pt idx="1709">
                  <c:v>44201</c:v>
                </c:pt>
                <c:pt idx="1710">
                  <c:v>44202</c:v>
                </c:pt>
                <c:pt idx="1711">
                  <c:v>44203</c:v>
                </c:pt>
                <c:pt idx="1712">
                  <c:v>44204</c:v>
                </c:pt>
                <c:pt idx="1713">
                  <c:v>44207</c:v>
                </c:pt>
                <c:pt idx="1714">
                  <c:v>44208</c:v>
                </c:pt>
                <c:pt idx="1715">
                  <c:v>44209</c:v>
                </c:pt>
                <c:pt idx="1716">
                  <c:v>44210</c:v>
                </c:pt>
                <c:pt idx="1717">
                  <c:v>44211</c:v>
                </c:pt>
                <c:pt idx="1718">
                  <c:v>44214</c:v>
                </c:pt>
                <c:pt idx="1719">
                  <c:v>44215</c:v>
                </c:pt>
                <c:pt idx="1720">
                  <c:v>44216</c:v>
                </c:pt>
                <c:pt idx="1721">
                  <c:v>44217</c:v>
                </c:pt>
                <c:pt idx="1722">
                  <c:v>44218</c:v>
                </c:pt>
                <c:pt idx="1723">
                  <c:v>44221</c:v>
                </c:pt>
                <c:pt idx="1724">
                  <c:v>44222</c:v>
                </c:pt>
                <c:pt idx="1725">
                  <c:v>44223</c:v>
                </c:pt>
                <c:pt idx="1726">
                  <c:v>44224</c:v>
                </c:pt>
                <c:pt idx="1727">
                  <c:v>44225</c:v>
                </c:pt>
                <c:pt idx="1728">
                  <c:v>44228</c:v>
                </c:pt>
                <c:pt idx="1729">
                  <c:v>44229</c:v>
                </c:pt>
                <c:pt idx="1730">
                  <c:v>44230</c:v>
                </c:pt>
                <c:pt idx="1731">
                  <c:v>44231</c:v>
                </c:pt>
                <c:pt idx="1732">
                  <c:v>44232</c:v>
                </c:pt>
                <c:pt idx="1733">
                  <c:v>44235</c:v>
                </c:pt>
                <c:pt idx="1734">
                  <c:v>44236</c:v>
                </c:pt>
                <c:pt idx="1735">
                  <c:v>44237</c:v>
                </c:pt>
                <c:pt idx="1736">
                  <c:v>44245</c:v>
                </c:pt>
                <c:pt idx="1737">
                  <c:v>44246</c:v>
                </c:pt>
                <c:pt idx="1738">
                  <c:v>44249</c:v>
                </c:pt>
                <c:pt idx="1739">
                  <c:v>44250</c:v>
                </c:pt>
                <c:pt idx="1740">
                  <c:v>44251</c:v>
                </c:pt>
                <c:pt idx="1741">
                  <c:v>44252</c:v>
                </c:pt>
                <c:pt idx="1742">
                  <c:v>44253</c:v>
                </c:pt>
                <c:pt idx="1743">
                  <c:v>44256</c:v>
                </c:pt>
                <c:pt idx="1744">
                  <c:v>44257</c:v>
                </c:pt>
                <c:pt idx="1745">
                  <c:v>44258</c:v>
                </c:pt>
                <c:pt idx="1746">
                  <c:v>44259</c:v>
                </c:pt>
                <c:pt idx="1747">
                  <c:v>44260</c:v>
                </c:pt>
                <c:pt idx="1748">
                  <c:v>44263</c:v>
                </c:pt>
                <c:pt idx="1749">
                  <c:v>44264</c:v>
                </c:pt>
                <c:pt idx="1750">
                  <c:v>44265</c:v>
                </c:pt>
                <c:pt idx="1751">
                  <c:v>44266</c:v>
                </c:pt>
                <c:pt idx="1752">
                  <c:v>44267</c:v>
                </c:pt>
                <c:pt idx="1753">
                  <c:v>44270</c:v>
                </c:pt>
                <c:pt idx="1754">
                  <c:v>44271</c:v>
                </c:pt>
                <c:pt idx="1755">
                  <c:v>44272</c:v>
                </c:pt>
                <c:pt idx="1756">
                  <c:v>44273</c:v>
                </c:pt>
                <c:pt idx="1757">
                  <c:v>44274</c:v>
                </c:pt>
                <c:pt idx="1758">
                  <c:v>44277</c:v>
                </c:pt>
                <c:pt idx="1759">
                  <c:v>44278</c:v>
                </c:pt>
                <c:pt idx="1760">
                  <c:v>44279</c:v>
                </c:pt>
                <c:pt idx="1761">
                  <c:v>44280</c:v>
                </c:pt>
                <c:pt idx="1762">
                  <c:v>44281</c:v>
                </c:pt>
                <c:pt idx="1763">
                  <c:v>44284</c:v>
                </c:pt>
                <c:pt idx="1764">
                  <c:v>44285</c:v>
                </c:pt>
                <c:pt idx="1765">
                  <c:v>44286</c:v>
                </c:pt>
                <c:pt idx="1766">
                  <c:v>44287</c:v>
                </c:pt>
                <c:pt idx="1767">
                  <c:v>44288</c:v>
                </c:pt>
                <c:pt idx="1768">
                  <c:v>44292</c:v>
                </c:pt>
                <c:pt idx="1769">
                  <c:v>44293</c:v>
                </c:pt>
                <c:pt idx="1770">
                  <c:v>44294</c:v>
                </c:pt>
                <c:pt idx="1771">
                  <c:v>44295</c:v>
                </c:pt>
                <c:pt idx="1772">
                  <c:v>44298</c:v>
                </c:pt>
                <c:pt idx="1773">
                  <c:v>44299</c:v>
                </c:pt>
                <c:pt idx="1774">
                  <c:v>44300</c:v>
                </c:pt>
                <c:pt idx="1775">
                  <c:v>44301</c:v>
                </c:pt>
                <c:pt idx="1776">
                  <c:v>44302</c:v>
                </c:pt>
                <c:pt idx="1777">
                  <c:v>44305</c:v>
                </c:pt>
                <c:pt idx="1778">
                  <c:v>44306</c:v>
                </c:pt>
                <c:pt idx="1779">
                  <c:v>44307</c:v>
                </c:pt>
                <c:pt idx="1780">
                  <c:v>44308</c:v>
                </c:pt>
                <c:pt idx="1781">
                  <c:v>44309</c:v>
                </c:pt>
                <c:pt idx="1782">
                  <c:v>44312</c:v>
                </c:pt>
                <c:pt idx="1783">
                  <c:v>44313</c:v>
                </c:pt>
                <c:pt idx="1784">
                  <c:v>44314</c:v>
                </c:pt>
                <c:pt idx="1785">
                  <c:v>44315</c:v>
                </c:pt>
                <c:pt idx="1786">
                  <c:v>44316</c:v>
                </c:pt>
                <c:pt idx="1787">
                  <c:v>44322</c:v>
                </c:pt>
                <c:pt idx="1788">
                  <c:v>44323</c:v>
                </c:pt>
                <c:pt idx="1789">
                  <c:v>44326</c:v>
                </c:pt>
                <c:pt idx="1790">
                  <c:v>44327</c:v>
                </c:pt>
                <c:pt idx="1791">
                  <c:v>44328</c:v>
                </c:pt>
                <c:pt idx="1792">
                  <c:v>44329</c:v>
                </c:pt>
                <c:pt idx="1793">
                  <c:v>44330</c:v>
                </c:pt>
                <c:pt idx="1794">
                  <c:v>44333</c:v>
                </c:pt>
                <c:pt idx="1795">
                  <c:v>44334</c:v>
                </c:pt>
                <c:pt idx="1796">
                  <c:v>44335</c:v>
                </c:pt>
                <c:pt idx="1797">
                  <c:v>44336</c:v>
                </c:pt>
                <c:pt idx="1798">
                  <c:v>44337</c:v>
                </c:pt>
                <c:pt idx="1799">
                  <c:v>44340</c:v>
                </c:pt>
                <c:pt idx="1800">
                  <c:v>44341</c:v>
                </c:pt>
                <c:pt idx="1801">
                  <c:v>44342</c:v>
                </c:pt>
                <c:pt idx="1802">
                  <c:v>44343</c:v>
                </c:pt>
                <c:pt idx="1803">
                  <c:v>44344</c:v>
                </c:pt>
                <c:pt idx="1804">
                  <c:v>44347</c:v>
                </c:pt>
                <c:pt idx="1805">
                  <c:v>44348</c:v>
                </c:pt>
                <c:pt idx="1806">
                  <c:v>44349</c:v>
                </c:pt>
                <c:pt idx="1807">
                  <c:v>44350</c:v>
                </c:pt>
                <c:pt idx="1808">
                  <c:v>44351</c:v>
                </c:pt>
                <c:pt idx="1809">
                  <c:v>44354</c:v>
                </c:pt>
                <c:pt idx="1810">
                  <c:v>44355</c:v>
                </c:pt>
                <c:pt idx="1811">
                  <c:v>44356</c:v>
                </c:pt>
                <c:pt idx="1812">
                  <c:v>44357</c:v>
                </c:pt>
                <c:pt idx="1813">
                  <c:v>44358</c:v>
                </c:pt>
                <c:pt idx="1814">
                  <c:v>44362</c:v>
                </c:pt>
                <c:pt idx="1815">
                  <c:v>44363</c:v>
                </c:pt>
                <c:pt idx="1816">
                  <c:v>44364</c:v>
                </c:pt>
                <c:pt idx="1817">
                  <c:v>44365</c:v>
                </c:pt>
                <c:pt idx="1818">
                  <c:v>44368</c:v>
                </c:pt>
                <c:pt idx="1819">
                  <c:v>44369</c:v>
                </c:pt>
                <c:pt idx="1820">
                  <c:v>44370</c:v>
                </c:pt>
                <c:pt idx="1821">
                  <c:v>44371</c:v>
                </c:pt>
                <c:pt idx="1822">
                  <c:v>44372</c:v>
                </c:pt>
                <c:pt idx="1823">
                  <c:v>44375</c:v>
                </c:pt>
                <c:pt idx="1824">
                  <c:v>44376</c:v>
                </c:pt>
                <c:pt idx="1825">
                  <c:v>44377</c:v>
                </c:pt>
                <c:pt idx="1826">
                  <c:v>44378</c:v>
                </c:pt>
                <c:pt idx="1827">
                  <c:v>44379</c:v>
                </c:pt>
                <c:pt idx="1828">
                  <c:v>44382</c:v>
                </c:pt>
                <c:pt idx="1829">
                  <c:v>44383</c:v>
                </c:pt>
                <c:pt idx="1830">
                  <c:v>44384</c:v>
                </c:pt>
                <c:pt idx="1831">
                  <c:v>44385</c:v>
                </c:pt>
                <c:pt idx="1832">
                  <c:v>44386</c:v>
                </c:pt>
                <c:pt idx="1833">
                  <c:v>44389</c:v>
                </c:pt>
                <c:pt idx="1834">
                  <c:v>44390</c:v>
                </c:pt>
                <c:pt idx="1835">
                  <c:v>44391</c:v>
                </c:pt>
                <c:pt idx="1836">
                  <c:v>44392</c:v>
                </c:pt>
                <c:pt idx="1837">
                  <c:v>44393</c:v>
                </c:pt>
                <c:pt idx="1838">
                  <c:v>44396</c:v>
                </c:pt>
                <c:pt idx="1839">
                  <c:v>44397</c:v>
                </c:pt>
                <c:pt idx="1840">
                  <c:v>44398</c:v>
                </c:pt>
                <c:pt idx="1841">
                  <c:v>44399</c:v>
                </c:pt>
                <c:pt idx="1842">
                  <c:v>44400</c:v>
                </c:pt>
                <c:pt idx="1843">
                  <c:v>44403</c:v>
                </c:pt>
                <c:pt idx="1844">
                  <c:v>44404</c:v>
                </c:pt>
                <c:pt idx="1845">
                  <c:v>44405</c:v>
                </c:pt>
                <c:pt idx="1846">
                  <c:v>44406</c:v>
                </c:pt>
                <c:pt idx="1847">
                  <c:v>44407</c:v>
                </c:pt>
                <c:pt idx="1848">
                  <c:v>44410</c:v>
                </c:pt>
                <c:pt idx="1849">
                  <c:v>44411</c:v>
                </c:pt>
                <c:pt idx="1850">
                  <c:v>44412</c:v>
                </c:pt>
                <c:pt idx="1851">
                  <c:v>44413</c:v>
                </c:pt>
                <c:pt idx="1852">
                  <c:v>44414</c:v>
                </c:pt>
                <c:pt idx="1853">
                  <c:v>44417</c:v>
                </c:pt>
                <c:pt idx="1854">
                  <c:v>44418</c:v>
                </c:pt>
                <c:pt idx="1855">
                  <c:v>44419</c:v>
                </c:pt>
                <c:pt idx="1856">
                  <c:v>44420</c:v>
                </c:pt>
                <c:pt idx="1857">
                  <c:v>44421</c:v>
                </c:pt>
                <c:pt idx="1858">
                  <c:v>44424</c:v>
                </c:pt>
                <c:pt idx="1859">
                  <c:v>44425</c:v>
                </c:pt>
                <c:pt idx="1860">
                  <c:v>44426</c:v>
                </c:pt>
                <c:pt idx="1861">
                  <c:v>44427</c:v>
                </c:pt>
                <c:pt idx="1862">
                  <c:v>44428</c:v>
                </c:pt>
                <c:pt idx="1863">
                  <c:v>44431</c:v>
                </c:pt>
                <c:pt idx="1864">
                  <c:v>44432</c:v>
                </c:pt>
                <c:pt idx="1865">
                  <c:v>44433</c:v>
                </c:pt>
                <c:pt idx="1866">
                  <c:v>44434</c:v>
                </c:pt>
                <c:pt idx="1867">
                  <c:v>44435</c:v>
                </c:pt>
                <c:pt idx="1868">
                  <c:v>44438</c:v>
                </c:pt>
                <c:pt idx="1869">
                  <c:v>44439</c:v>
                </c:pt>
                <c:pt idx="1870">
                  <c:v>44440</c:v>
                </c:pt>
                <c:pt idx="1871">
                  <c:v>44441</c:v>
                </c:pt>
                <c:pt idx="1872">
                  <c:v>44442</c:v>
                </c:pt>
                <c:pt idx="1873">
                  <c:v>44445</c:v>
                </c:pt>
                <c:pt idx="1874">
                  <c:v>44446</c:v>
                </c:pt>
                <c:pt idx="1875">
                  <c:v>44447</c:v>
                </c:pt>
                <c:pt idx="1876">
                  <c:v>44448</c:v>
                </c:pt>
                <c:pt idx="1877">
                  <c:v>44449</c:v>
                </c:pt>
                <c:pt idx="1878">
                  <c:v>44452</c:v>
                </c:pt>
                <c:pt idx="1879">
                  <c:v>44453</c:v>
                </c:pt>
                <c:pt idx="1880">
                  <c:v>44454</c:v>
                </c:pt>
                <c:pt idx="1881">
                  <c:v>44455</c:v>
                </c:pt>
                <c:pt idx="1882">
                  <c:v>44456</c:v>
                </c:pt>
                <c:pt idx="1883">
                  <c:v>44461</c:v>
                </c:pt>
                <c:pt idx="1884">
                  <c:v>44462</c:v>
                </c:pt>
                <c:pt idx="1885">
                  <c:v>44463</c:v>
                </c:pt>
                <c:pt idx="1886">
                  <c:v>44466</c:v>
                </c:pt>
                <c:pt idx="1887">
                  <c:v>44467</c:v>
                </c:pt>
                <c:pt idx="1888">
                  <c:v>44468</c:v>
                </c:pt>
                <c:pt idx="1889">
                  <c:v>44469</c:v>
                </c:pt>
                <c:pt idx="1890">
                  <c:v>44477</c:v>
                </c:pt>
                <c:pt idx="1891">
                  <c:v>44480</c:v>
                </c:pt>
                <c:pt idx="1892">
                  <c:v>44481</c:v>
                </c:pt>
                <c:pt idx="1893">
                  <c:v>44482</c:v>
                </c:pt>
                <c:pt idx="1894">
                  <c:v>44483</c:v>
                </c:pt>
                <c:pt idx="1895">
                  <c:v>44484</c:v>
                </c:pt>
                <c:pt idx="1896">
                  <c:v>44487</c:v>
                </c:pt>
                <c:pt idx="1897">
                  <c:v>44488</c:v>
                </c:pt>
                <c:pt idx="1898">
                  <c:v>44489</c:v>
                </c:pt>
                <c:pt idx="1899">
                  <c:v>44490</c:v>
                </c:pt>
                <c:pt idx="1900">
                  <c:v>44491</c:v>
                </c:pt>
                <c:pt idx="1901">
                  <c:v>44494</c:v>
                </c:pt>
                <c:pt idx="1902">
                  <c:v>44495</c:v>
                </c:pt>
                <c:pt idx="1903">
                  <c:v>44496</c:v>
                </c:pt>
                <c:pt idx="1904">
                  <c:v>44497</c:v>
                </c:pt>
                <c:pt idx="1905">
                  <c:v>44498</c:v>
                </c:pt>
                <c:pt idx="1906">
                  <c:v>44501</c:v>
                </c:pt>
                <c:pt idx="1907">
                  <c:v>44502</c:v>
                </c:pt>
                <c:pt idx="1908">
                  <c:v>44503</c:v>
                </c:pt>
                <c:pt idx="1909">
                  <c:v>44504</c:v>
                </c:pt>
                <c:pt idx="1910">
                  <c:v>44505</c:v>
                </c:pt>
                <c:pt idx="1911">
                  <c:v>44508</c:v>
                </c:pt>
                <c:pt idx="1912">
                  <c:v>44509</c:v>
                </c:pt>
                <c:pt idx="1913">
                  <c:v>44510</c:v>
                </c:pt>
                <c:pt idx="1914">
                  <c:v>44511</c:v>
                </c:pt>
                <c:pt idx="1915">
                  <c:v>44512</c:v>
                </c:pt>
                <c:pt idx="1916">
                  <c:v>44515</c:v>
                </c:pt>
                <c:pt idx="1917">
                  <c:v>44516</c:v>
                </c:pt>
                <c:pt idx="1918">
                  <c:v>44517</c:v>
                </c:pt>
                <c:pt idx="1919">
                  <c:v>44518</c:v>
                </c:pt>
                <c:pt idx="1920">
                  <c:v>44519</c:v>
                </c:pt>
                <c:pt idx="1921">
                  <c:v>44522</c:v>
                </c:pt>
                <c:pt idx="1922">
                  <c:v>44523</c:v>
                </c:pt>
                <c:pt idx="1923">
                  <c:v>44524</c:v>
                </c:pt>
                <c:pt idx="1924">
                  <c:v>44525</c:v>
                </c:pt>
                <c:pt idx="1925">
                  <c:v>44526</c:v>
                </c:pt>
                <c:pt idx="1926">
                  <c:v>44529</c:v>
                </c:pt>
                <c:pt idx="1927">
                  <c:v>44530</c:v>
                </c:pt>
                <c:pt idx="1928">
                  <c:v>44531</c:v>
                </c:pt>
                <c:pt idx="1929">
                  <c:v>44532</c:v>
                </c:pt>
                <c:pt idx="1930">
                  <c:v>44533</c:v>
                </c:pt>
                <c:pt idx="1931">
                  <c:v>44536</c:v>
                </c:pt>
                <c:pt idx="1932">
                  <c:v>44537</c:v>
                </c:pt>
                <c:pt idx="1933">
                  <c:v>44538</c:v>
                </c:pt>
                <c:pt idx="1934">
                  <c:v>44539</c:v>
                </c:pt>
                <c:pt idx="1935">
                  <c:v>44540</c:v>
                </c:pt>
                <c:pt idx="1936">
                  <c:v>44543</c:v>
                </c:pt>
                <c:pt idx="1937">
                  <c:v>44544</c:v>
                </c:pt>
                <c:pt idx="1938">
                  <c:v>44545</c:v>
                </c:pt>
                <c:pt idx="1939">
                  <c:v>44546</c:v>
                </c:pt>
                <c:pt idx="1940">
                  <c:v>44547</c:v>
                </c:pt>
                <c:pt idx="1941">
                  <c:v>44550</c:v>
                </c:pt>
                <c:pt idx="1942">
                  <c:v>44551</c:v>
                </c:pt>
                <c:pt idx="1943">
                  <c:v>44552</c:v>
                </c:pt>
                <c:pt idx="1944">
                  <c:v>44553</c:v>
                </c:pt>
                <c:pt idx="1945">
                  <c:v>44554</c:v>
                </c:pt>
                <c:pt idx="1946">
                  <c:v>44557</c:v>
                </c:pt>
                <c:pt idx="1947">
                  <c:v>44558</c:v>
                </c:pt>
                <c:pt idx="1948">
                  <c:v>44559</c:v>
                </c:pt>
                <c:pt idx="1949">
                  <c:v>44560</c:v>
                </c:pt>
                <c:pt idx="1950">
                  <c:v>44561</c:v>
                </c:pt>
                <c:pt idx="1951">
                  <c:v>44565</c:v>
                </c:pt>
                <c:pt idx="1952">
                  <c:v>44566</c:v>
                </c:pt>
                <c:pt idx="1953">
                  <c:v>44567</c:v>
                </c:pt>
                <c:pt idx="1954">
                  <c:v>44568</c:v>
                </c:pt>
                <c:pt idx="1955">
                  <c:v>44571</c:v>
                </c:pt>
                <c:pt idx="1956">
                  <c:v>44572</c:v>
                </c:pt>
                <c:pt idx="1957">
                  <c:v>44573</c:v>
                </c:pt>
                <c:pt idx="1958">
                  <c:v>44574</c:v>
                </c:pt>
                <c:pt idx="1959">
                  <c:v>44575</c:v>
                </c:pt>
                <c:pt idx="1960">
                  <c:v>44578</c:v>
                </c:pt>
                <c:pt idx="1961">
                  <c:v>44579</c:v>
                </c:pt>
                <c:pt idx="1962">
                  <c:v>44580</c:v>
                </c:pt>
                <c:pt idx="1963">
                  <c:v>44581</c:v>
                </c:pt>
                <c:pt idx="1964">
                  <c:v>44582</c:v>
                </c:pt>
                <c:pt idx="1965">
                  <c:v>44585</c:v>
                </c:pt>
                <c:pt idx="1966">
                  <c:v>44586</c:v>
                </c:pt>
                <c:pt idx="1967">
                  <c:v>44587</c:v>
                </c:pt>
                <c:pt idx="1968">
                  <c:v>44588</c:v>
                </c:pt>
                <c:pt idx="1969">
                  <c:v>44589</c:v>
                </c:pt>
                <c:pt idx="1970">
                  <c:v>44599</c:v>
                </c:pt>
                <c:pt idx="1971">
                  <c:v>44600</c:v>
                </c:pt>
                <c:pt idx="1972">
                  <c:v>44601</c:v>
                </c:pt>
                <c:pt idx="1973">
                  <c:v>44602</c:v>
                </c:pt>
                <c:pt idx="1974">
                  <c:v>44603</c:v>
                </c:pt>
                <c:pt idx="1975">
                  <c:v>44606</c:v>
                </c:pt>
                <c:pt idx="1976">
                  <c:v>44607</c:v>
                </c:pt>
                <c:pt idx="1977">
                  <c:v>44608</c:v>
                </c:pt>
                <c:pt idx="1978">
                  <c:v>44609</c:v>
                </c:pt>
                <c:pt idx="1979">
                  <c:v>44610</c:v>
                </c:pt>
                <c:pt idx="1980">
                  <c:v>44613</c:v>
                </c:pt>
                <c:pt idx="1981">
                  <c:v>44614</c:v>
                </c:pt>
                <c:pt idx="1982">
                  <c:v>44615</c:v>
                </c:pt>
                <c:pt idx="1983">
                  <c:v>44616</c:v>
                </c:pt>
                <c:pt idx="1984">
                  <c:v>44617</c:v>
                </c:pt>
                <c:pt idx="1985">
                  <c:v>44620</c:v>
                </c:pt>
                <c:pt idx="1986">
                  <c:v>44621</c:v>
                </c:pt>
                <c:pt idx="1987">
                  <c:v>44622</c:v>
                </c:pt>
                <c:pt idx="1988">
                  <c:v>44623</c:v>
                </c:pt>
                <c:pt idx="1989">
                  <c:v>44624</c:v>
                </c:pt>
                <c:pt idx="1990">
                  <c:v>44627</c:v>
                </c:pt>
                <c:pt idx="1991">
                  <c:v>44628</c:v>
                </c:pt>
                <c:pt idx="1992">
                  <c:v>44629</c:v>
                </c:pt>
                <c:pt idx="1993">
                  <c:v>44630</c:v>
                </c:pt>
                <c:pt idx="1994">
                  <c:v>44631</c:v>
                </c:pt>
                <c:pt idx="1995">
                  <c:v>44634</c:v>
                </c:pt>
                <c:pt idx="1996">
                  <c:v>44635</c:v>
                </c:pt>
                <c:pt idx="1997">
                  <c:v>44636</c:v>
                </c:pt>
                <c:pt idx="1998">
                  <c:v>44637</c:v>
                </c:pt>
                <c:pt idx="1999">
                  <c:v>44638</c:v>
                </c:pt>
                <c:pt idx="2000">
                  <c:v>44641</c:v>
                </c:pt>
                <c:pt idx="2001">
                  <c:v>44642</c:v>
                </c:pt>
                <c:pt idx="2002">
                  <c:v>44643</c:v>
                </c:pt>
                <c:pt idx="2003">
                  <c:v>44644</c:v>
                </c:pt>
                <c:pt idx="2004">
                  <c:v>44645</c:v>
                </c:pt>
                <c:pt idx="2005">
                  <c:v>44648</c:v>
                </c:pt>
                <c:pt idx="2006">
                  <c:v>44649</c:v>
                </c:pt>
                <c:pt idx="2007">
                  <c:v>44650</c:v>
                </c:pt>
                <c:pt idx="2008">
                  <c:v>44651</c:v>
                </c:pt>
                <c:pt idx="2009">
                  <c:v>44652</c:v>
                </c:pt>
                <c:pt idx="2010">
                  <c:v>44657</c:v>
                </c:pt>
                <c:pt idx="2011">
                  <c:v>44658</c:v>
                </c:pt>
                <c:pt idx="2012">
                  <c:v>44659</c:v>
                </c:pt>
                <c:pt idx="2013">
                  <c:v>44662</c:v>
                </c:pt>
                <c:pt idx="2014">
                  <c:v>44663</c:v>
                </c:pt>
                <c:pt idx="2015">
                  <c:v>44664</c:v>
                </c:pt>
                <c:pt idx="2016">
                  <c:v>44665</c:v>
                </c:pt>
                <c:pt idx="2017">
                  <c:v>44666</c:v>
                </c:pt>
                <c:pt idx="2018">
                  <c:v>44669</c:v>
                </c:pt>
                <c:pt idx="2019">
                  <c:v>44670</c:v>
                </c:pt>
                <c:pt idx="2020">
                  <c:v>44671</c:v>
                </c:pt>
                <c:pt idx="2021">
                  <c:v>44672</c:v>
                </c:pt>
                <c:pt idx="2022">
                  <c:v>44673</c:v>
                </c:pt>
                <c:pt idx="2023">
                  <c:v>44676</c:v>
                </c:pt>
                <c:pt idx="2024">
                  <c:v>44677</c:v>
                </c:pt>
                <c:pt idx="2025">
                  <c:v>44678</c:v>
                </c:pt>
                <c:pt idx="2026">
                  <c:v>44679</c:v>
                </c:pt>
                <c:pt idx="2027">
                  <c:v>44680</c:v>
                </c:pt>
                <c:pt idx="2028">
                  <c:v>44686</c:v>
                </c:pt>
                <c:pt idx="2029">
                  <c:v>44687</c:v>
                </c:pt>
                <c:pt idx="2030">
                  <c:v>44690</c:v>
                </c:pt>
                <c:pt idx="2031">
                  <c:v>44691</c:v>
                </c:pt>
                <c:pt idx="2032">
                  <c:v>44692</c:v>
                </c:pt>
                <c:pt idx="2033">
                  <c:v>44693</c:v>
                </c:pt>
                <c:pt idx="2034">
                  <c:v>44694</c:v>
                </c:pt>
                <c:pt idx="2035">
                  <c:v>44697</c:v>
                </c:pt>
                <c:pt idx="2036">
                  <c:v>44698</c:v>
                </c:pt>
                <c:pt idx="2037">
                  <c:v>44699</c:v>
                </c:pt>
                <c:pt idx="2038">
                  <c:v>44700</c:v>
                </c:pt>
                <c:pt idx="2039">
                  <c:v>44701</c:v>
                </c:pt>
                <c:pt idx="2040">
                  <c:v>44704</c:v>
                </c:pt>
                <c:pt idx="2041">
                  <c:v>44705</c:v>
                </c:pt>
                <c:pt idx="2042">
                  <c:v>44706</c:v>
                </c:pt>
                <c:pt idx="2043">
                  <c:v>44707</c:v>
                </c:pt>
                <c:pt idx="2044">
                  <c:v>44708</c:v>
                </c:pt>
                <c:pt idx="2045">
                  <c:v>44711</c:v>
                </c:pt>
                <c:pt idx="2046">
                  <c:v>44712</c:v>
                </c:pt>
                <c:pt idx="2047">
                  <c:v>44713</c:v>
                </c:pt>
                <c:pt idx="2048">
                  <c:v>44714</c:v>
                </c:pt>
                <c:pt idx="2049">
                  <c:v>44718</c:v>
                </c:pt>
                <c:pt idx="2050">
                  <c:v>44719</c:v>
                </c:pt>
                <c:pt idx="2051">
                  <c:v>44720</c:v>
                </c:pt>
                <c:pt idx="2052">
                  <c:v>44721</c:v>
                </c:pt>
                <c:pt idx="2053">
                  <c:v>44722</c:v>
                </c:pt>
                <c:pt idx="2054">
                  <c:v>44725</c:v>
                </c:pt>
                <c:pt idx="2055">
                  <c:v>44726</c:v>
                </c:pt>
                <c:pt idx="2056">
                  <c:v>44727</c:v>
                </c:pt>
                <c:pt idx="2057">
                  <c:v>44728</c:v>
                </c:pt>
                <c:pt idx="2058">
                  <c:v>44729</c:v>
                </c:pt>
                <c:pt idx="2059">
                  <c:v>44732</c:v>
                </c:pt>
                <c:pt idx="2060">
                  <c:v>44733</c:v>
                </c:pt>
                <c:pt idx="2061">
                  <c:v>44734</c:v>
                </c:pt>
                <c:pt idx="2062">
                  <c:v>44735</c:v>
                </c:pt>
                <c:pt idx="2063">
                  <c:v>44736</c:v>
                </c:pt>
                <c:pt idx="2064">
                  <c:v>44739</c:v>
                </c:pt>
                <c:pt idx="2065">
                  <c:v>44740</c:v>
                </c:pt>
                <c:pt idx="2066">
                  <c:v>44741</c:v>
                </c:pt>
                <c:pt idx="2067">
                  <c:v>44742</c:v>
                </c:pt>
                <c:pt idx="2068">
                  <c:v>44743</c:v>
                </c:pt>
                <c:pt idx="2069">
                  <c:v>44746</c:v>
                </c:pt>
                <c:pt idx="2070">
                  <c:v>44747</c:v>
                </c:pt>
                <c:pt idx="2071">
                  <c:v>44748</c:v>
                </c:pt>
                <c:pt idx="2072">
                  <c:v>44749</c:v>
                </c:pt>
                <c:pt idx="2073">
                  <c:v>44750</c:v>
                </c:pt>
                <c:pt idx="2074">
                  <c:v>44753</c:v>
                </c:pt>
                <c:pt idx="2075">
                  <c:v>44754</c:v>
                </c:pt>
                <c:pt idx="2076">
                  <c:v>44755</c:v>
                </c:pt>
                <c:pt idx="2077">
                  <c:v>44756</c:v>
                </c:pt>
                <c:pt idx="2078">
                  <c:v>44757</c:v>
                </c:pt>
                <c:pt idx="2079">
                  <c:v>44760</c:v>
                </c:pt>
                <c:pt idx="2080">
                  <c:v>44761</c:v>
                </c:pt>
                <c:pt idx="2081">
                  <c:v>44762</c:v>
                </c:pt>
                <c:pt idx="2082">
                  <c:v>44763</c:v>
                </c:pt>
                <c:pt idx="2083">
                  <c:v>44764</c:v>
                </c:pt>
                <c:pt idx="2084">
                  <c:v>44767</c:v>
                </c:pt>
                <c:pt idx="2085">
                  <c:v>44768</c:v>
                </c:pt>
                <c:pt idx="2086">
                  <c:v>44769</c:v>
                </c:pt>
                <c:pt idx="2087">
                  <c:v>44770</c:v>
                </c:pt>
                <c:pt idx="2088">
                  <c:v>44771</c:v>
                </c:pt>
                <c:pt idx="2089">
                  <c:v>44774</c:v>
                </c:pt>
                <c:pt idx="2090">
                  <c:v>44775</c:v>
                </c:pt>
                <c:pt idx="2091">
                  <c:v>44776</c:v>
                </c:pt>
                <c:pt idx="2092">
                  <c:v>44777</c:v>
                </c:pt>
                <c:pt idx="2093">
                  <c:v>44778</c:v>
                </c:pt>
                <c:pt idx="2094">
                  <c:v>44781</c:v>
                </c:pt>
                <c:pt idx="2095">
                  <c:v>44782</c:v>
                </c:pt>
                <c:pt idx="2096">
                  <c:v>44783</c:v>
                </c:pt>
                <c:pt idx="2097">
                  <c:v>44784</c:v>
                </c:pt>
                <c:pt idx="2098">
                  <c:v>44785</c:v>
                </c:pt>
                <c:pt idx="2099">
                  <c:v>44788</c:v>
                </c:pt>
                <c:pt idx="2100">
                  <c:v>44789</c:v>
                </c:pt>
                <c:pt idx="2101">
                  <c:v>44790</c:v>
                </c:pt>
                <c:pt idx="2102">
                  <c:v>44791</c:v>
                </c:pt>
                <c:pt idx="2103">
                  <c:v>44792</c:v>
                </c:pt>
                <c:pt idx="2104">
                  <c:v>44795</c:v>
                </c:pt>
                <c:pt idx="2105">
                  <c:v>44796</c:v>
                </c:pt>
                <c:pt idx="2106">
                  <c:v>44797</c:v>
                </c:pt>
                <c:pt idx="2107">
                  <c:v>44798</c:v>
                </c:pt>
                <c:pt idx="2108">
                  <c:v>44799</c:v>
                </c:pt>
                <c:pt idx="2109">
                  <c:v>44802</c:v>
                </c:pt>
                <c:pt idx="2110">
                  <c:v>44803</c:v>
                </c:pt>
                <c:pt idx="2111">
                  <c:v>44804</c:v>
                </c:pt>
                <c:pt idx="2112">
                  <c:v>44805</c:v>
                </c:pt>
                <c:pt idx="2113">
                  <c:v>44806</c:v>
                </c:pt>
                <c:pt idx="2114">
                  <c:v>44809</c:v>
                </c:pt>
                <c:pt idx="2115">
                  <c:v>44810</c:v>
                </c:pt>
                <c:pt idx="2116">
                  <c:v>44811</c:v>
                </c:pt>
                <c:pt idx="2117">
                  <c:v>44812</c:v>
                </c:pt>
                <c:pt idx="2118">
                  <c:v>44813</c:v>
                </c:pt>
                <c:pt idx="2119">
                  <c:v>44817</c:v>
                </c:pt>
                <c:pt idx="2120">
                  <c:v>44818</c:v>
                </c:pt>
                <c:pt idx="2121">
                  <c:v>44819</c:v>
                </c:pt>
                <c:pt idx="2122">
                  <c:v>44820</c:v>
                </c:pt>
                <c:pt idx="2123">
                  <c:v>44823</c:v>
                </c:pt>
                <c:pt idx="2124">
                  <c:v>44824</c:v>
                </c:pt>
                <c:pt idx="2125">
                  <c:v>44825</c:v>
                </c:pt>
                <c:pt idx="2126">
                  <c:v>44826</c:v>
                </c:pt>
                <c:pt idx="2127">
                  <c:v>44827</c:v>
                </c:pt>
                <c:pt idx="2128">
                  <c:v>44830</c:v>
                </c:pt>
                <c:pt idx="2129">
                  <c:v>44831</c:v>
                </c:pt>
                <c:pt idx="2130">
                  <c:v>44832</c:v>
                </c:pt>
                <c:pt idx="2131">
                  <c:v>44833</c:v>
                </c:pt>
                <c:pt idx="2132">
                  <c:v>44834</c:v>
                </c:pt>
                <c:pt idx="2133">
                  <c:v>44844</c:v>
                </c:pt>
                <c:pt idx="2134">
                  <c:v>44845</c:v>
                </c:pt>
                <c:pt idx="2135">
                  <c:v>44846</c:v>
                </c:pt>
                <c:pt idx="2136">
                  <c:v>44847</c:v>
                </c:pt>
                <c:pt idx="2137">
                  <c:v>44848</c:v>
                </c:pt>
                <c:pt idx="2138">
                  <c:v>44851</c:v>
                </c:pt>
                <c:pt idx="2139">
                  <c:v>44852</c:v>
                </c:pt>
                <c:pt idx="2140">
                  <c:v>44853</c:v>
                </c:pt>
                <c:pt idx="2141">
                  <c:v>44854</c:v>
                </c:pt>
                <c:pt idx="2142">
                  <c:v>44855</c:v>
                </c:pt>
                <c:pt idx="2143">
                  <c:v>44858</c:v>
                </c:pt>
                <c:pt idx="2144">
                  <c:v>44859</c:v>
                </c:pt>
                <c:pt idx="2145">
                  <c:v>44860</c:v>
                </c:pt>
                <c:pt idx="2146">
                  <c:v>44861</c:v>
                </c:pt>
                <c:pt idx="2147">
                  <c:v>44862</c:v>
                </c:pt>
                <c:pt idx="2148">
                  <c:v>44865</c:v>
                </c:pt>
                <c:pt idx="2149">
                  <c:v>44866</c:v>
                </c:pt>
                <c:pt idx="2150">
                  <c:v>44867</c:v>
                </c:pt>
                <c:pt idx="2151">
                  <c:v>44868</c:v>
                </c:pt>
                <c:pt idx="2152">
                  <c:v>44869</c:v>
                </c:pt>
                <c:pt idx="2153">
                  <c:v>44872</c:v>
                </c:pt>
                <c:pt idx="2154">
                  <c:v>44873</c:v>
                </c:pt>
                <c:pt idx="2155">
                  <c:v>44874</c:v>
                </c:pt>
                <c:pt idx="2156">
                  <c:v>44875</c:v>
                </c:pt>
                <c:pt idx="2157">
                  <c:v>44876</c:v>
                </c:pt>
                <c:pt idx="2158">
                  <c:v>44879</c:v>
                </c:pt>
                <c:pt idx="2159">
                  <c:v>44880</c:v>
                </c:pt>
                <c:pt idx="2160">
                  <c:v>44881</c:v>
                </c:pt>
                <c:pt idx="2161">
                  <c:v>44882</c:v>
                </c:pt>
                <c:pt idx="2162">
                  <c:v>44883</c:v>
                </c:pt>
                <c:pt idx="2163">
                  <c:v>44886</c:v>
                </c:pt>
                <c:pt idx="2164">
                  <c:v>44887</c:v>
                </c:pt>
                <c:pt idx="2165">
                  <c:v>44888</c:v>
                </c:pt>
                <c:pt idx="2166">
                  <c:v>44889</c:v>
                </c:pt>
                <c:pt idx="2167">
                  <c:v>44890</c:v>
                </c:pt>
                <c:pt idx="2168">
                  <c:v>44893</c:v>
                </c:pt>
                <c:pt idx="2169">
                  <c:v>44894</c:v>
                </c:pt>
                <c:pt idx="2170">
                  <c:v>44895</c:v>
                </c:pt>
                <c:pt idx="2171">
                  <c:v>44896</c:v>
                </c:pt>
                <c:pt idx="2172">
                  <c:v>44897</c:v>
                </c:pt>
                <c:pt idx="2173">
                  <c:v>44900</c:v>
                </c:pt>
                <c:pt idx="2174">
                  <c:v>44901</c:v>
                </c:pt>
                <c:pt idx="2175">
                  <c:v>44902</c:v>
                </c:pt>
                <c:pt idx="2176">
                  <c:v>44903</c:v>
                </c:pt>
                <c:pt idx="2177">
                  <c:v>44904</c:v>
                </c:pt>
                <c:pt idx="2178">
                  <c:v>44907</c:v>
                </c:pt>
                <c:pt idx="2179">
                  <c:v>44908</c:v>
                </c:pt>
                <c:pt idx="2180">
                  <c:v>44909</c:v>
                </c:pt>
                <c:pt idx="2181">
                  <c:v>44910</c:v>
                </c:pt>
                <c:pt idx="2182">
                  <c:v>44911</c:v>
                </c:pt>
                <c:pt idx="2183">
                  <c:v>44914</c:v>
                </c:pt>
                <c:pt idx="2184">
                  <c:v>44915</c:v>
                </c:pt>
                <c:pt idx="2185">
                  <c:v>44916</c:v>
                </c:pt>
                <c:pt idx="2186">
                  <c:v>44917</c:v>
                </c:pt>
                <c:pt idx="2187">
                  <c:v>44918</c:v>
                </c:pt>
                <c:pt idx="2188">
                  <c:v>44921</c:v>
                </c:pt>
                <c:pt idx="2189">
                  <c:v>44922</c:v>
                </c:pt>
                <c:pt idx="2190">
                  <c:v>44923</c:v>
                </c:pt>
                <c:pt idx="2191">
                  <c:v>44924</c:v>
                </c:pt>
                <c:pt idx="2192">
                  <c:v>44925</c:v>
                </c:pt>
                <c:pt idx="2193">
                  <c:v>44929</c:v>
                </c:pt>
                <c:pt idx="2194">
                  <c:v>44930</c:v>
                </c:pt>
                <c:pt idx="2195">
                  <c:v>44931</c:v>
                </c:pt>
                <c:pt idx="2196">
                  <c:v>44932</c:v>
                </c:pt>
                <c:pt idx="2197">
                  <c:v>44935</c:v>
                </c:pt>
                <c:pt idx="2198">
                  <c:v>44936</c:v>
                </c:pt>
                <c:pt idx="2199">
                  <c:v>44937</c:v>
                </c:pt>
                <c:pt idx="2200">
                  <c:v>44938</c:v>
                </c:pt>
                <c:pt idx="2201">
                  <c:v>44939</c:v>
                </c:pt>
                <c:pt idx="2202">
                  <c:v>44942</c:v>
                </c:pt>
                <c:pt idx="2203">
                  <c:v>44943</c:v>
                </c:pt>
                <c:pt idx="2204">
                  <c:v>44944</c:v>
                </c:pt>
                <c:pt idx="2205">
                  <c:v>44945</c:v>
                </c:pt>
                <c:pt idx="2206">
                  <c:v>44946</c:v>
                </c:pt>
                <c:pt idx="2207">
                  <c:v>44956</c:v>
                </c:pt>
                <c:pt idx="2208">
                  <c:v>44957</c:v>
                </c:pt>
                <c:pt idx="2209">
                  <c:v>44958</c:v>
                </c:pt>
                <c:pt idx="2210">
                  <c:v>44959</c:v>
                </c:pt>
                <c:pt idx="2211">
                  <c:v>44960</c:v>
                </c:pt>
                <c:pt idx="2212">
                  <c:v>44963</c:v>
                </c:pt>
                <c:pt idx="2213">
                  <c:v>44964</c:v>
                </c:pt>
                <c:pt idx="2214">
                  <c:v>44965</c:v>
                </c:pt>
                <c:pt idx="2215">
                  <c:v>44966</c:v>
                </c:pt>
                <c:pt idx="2216">
                  <c:v>44967</c:v>
                </c:pt>
                <c:pt idx="2217">
                  <c:v>44970</c:v>
                </c:pt>
                <c:pt idx="2218">
                  <c:v>44971</c:v>
                </c:pt>
                <c:pt idx="2219">
                  <c:v>44972</c:v>
                </c:pt>
                <c:pt idx="2220">
                  <c:v>44973</c:v>
                </c:pt>
                <c:pt idx="2221">
                  <c:v>44974</c:v>
                </c:pt>
                <c:pt idx="2222">
                  <c:v>44977</c:v>
                </c:pt>
                <c:pt idx="2223">
                  <c:v>44978</c:v>
                </c:pt>
                <c:pt idx="2224">
                  <c:v>44979</c:v>
                </c:pt>
                <c:pt idx="2225">
                  <c:v>44980</c:v>
                </c:pt>
                <c:pt idx="2226">
                  <c:v>44981</c:v>
                </c:pt>
                <c:pt idx="2227">
                  <c:v>44984</c:v>
                </c:pt>
                <c:pt idx="2228">
                  <c:v>44985</c:v>
                </c:pt>
                <c:pt idx="2229">
                  <c:v>44986</c:v>
                </c:pt>
                <c:pt idx="2230">
                  <c:v>44987</c:v>
                </c:pt>
                <c:pt idx="2231">
                  <c:v>44988</c:v>
                </c:pt>
                <c:pt idx="2232">
                  <c:v>44991</c:v>
                </c:pt>
                <c:pt idx="2233">
                  <c:v>44992</c:v>
                </c:pt>
                <c:pt idx="2234">
                  <c:v>44993</c:v>
                </c:pt>
                <c:pt idx="2235">
                  <c:v>44994</c:v>
                </c:pt>
                <c:pt idx="2236">
                  <c:v>44995</c:v>
                </c:pt>
                <c:pt idx="2237">
                  <c:v>44998</c:v>
                </c:pt>
                <c:pt idx="2238">
                  <c:v>44999</c:v>
                </c:pt>
                <c:pt idx="2239">
                  <c:v>45000</c:v>
                </c:pt>
                <c:pt idx="2240">
                  <c:v>45001</c:v>
                </c:pt>
                <c:pt idx="2241">
                  <c:v>45002</c:v>
                </c:pt>
                <c:pt idx="2242">
                  <c:v>45005</c:v>
                </c:pt>
                <c:pt idx="2243">
                  <c:v>45006</c:v>
                </c:pt>
                <c:pt idx="2244">
                  <c:v>45007</c:v>
                </c:pt>
                <c:pt idx="2245">
                  <c:v>45008</c:v>
                </c:pt>
                <c:pt idx="2246">
                  <c:v>45009</c:v>
                </c:pt>
                <c:pt idx="2247">
                  <c:v>45012</c:v>
                </c:pt>
                <c:pt idx="2248">
                  <c:v>45013</c:v>
                </c:pt>
                <c:pt idx="2249">
                  <c:v>45014</c:v>
                </c:pt>
                <c:pt idx="2250">
                  <c:v>45015</c:v>
                </c:pt>
                <c:pt idx="2251">
                  <c:v>45016</c:v>
                </c:pt>
                <c:pt idx="2252">
                  <c:v>45019</c:v>
                </c:pt>
                <c:pt idx="2253">
                  <c:v>45020</c:v>
                </c:pt>
                <c:pt idx="2254">
                  <c:v>45022</c:v>
                </c:pt>
                <c:pt idx="2255">
                  <c:v>45023</c:v>
                </c:pt>
                <c:pt idx="2256">
                  <c:v>45026</c:v>
                </c:pt>
                <c:pt idx="2257">
                  <c:v>45027</c:v>
                </c:pt>
                <c:pt idx="2258">
                  <c:v>45028</c:v>
                </c:pt>
                <c:pt idx="2259">
                  <c:v>45029</c:v>
                </c:pt>
                <c:pt idx="2260">
                  <c:v>45030</c:v>
                </c:pt>
                <c:pt idx="2261">
                  <c:v>45033</c:v>
                </c:pt>
                <c:pt idx="2262">
                  <c:v>45034</c:v>
                </c:pt>
                <c:pt idx="2263">
                  <c:v>45035</c:v>
                </c:pt>
                <c:pt idx="2264">
                  <c:v>45036</c:v>
                </c:pt>
                <c:pt idx="2265">
                  <c:v>45037</c:v>
                </c:pt>
                <c:pt idx="2266">
                  <c:v>45040</c:v>
                </c:pt>
                <c:pt idx="2267">
                  <c:v>45041</c:v>
                </c:pt>
                <c:pt idx="2268">
                  <c:v>45042</c:v>
                </c:pt>
                <c:pt idx="2269">
                  <c:v>45043</c:v>
                </c:pt>
                <c:pt idx="2270">
                  <c:v>45044</c:v>
                </c:pt>
                <c:pt idx="2271">
                  <c:v>45050</c:v>
                </c:pt>
                <c:pt idx="2272">
                  <c:v>45051</c:v>
                </c:pt>
                <c:pt idx="2273">
                  <c:v>45054</c:v>
                </c:pt>
                <c:pt idx="2274">
                  <c:v>45055</c:v>
                </c:pt>
                <c:pt idx="2275">
                  <c:v>45056</c:v>
                </c:pt>
                <c:pt idx="2276">
                  <c:v>45057</c:v>
                </c:pt>
                <c:pt idx="2277">
                  <c:v>45058</c:v>
                </c:pt>
                <c:pt idx="2278">
                  <c:v>45061</c:v>
                </c:pt>
                <c:pt idx="2279">
                  <c:v>45062</c:v>
                </c:pt>
                <c:pt idx="2280">
                  <c:v>45063</c:v>
                </c:pt>
                <c:pt idx="2281">
                  <c:v>45064</c:v>
                </c:pt>
                <c:pt idx="2282">
                  <c:v>45065</c:v>
                </c:pt>
                <c:pt idx="2283">
                  <c:v>45068</c:v>
                </c:pt>
                <c:pt idx="2284">
                  <c:v>45069</c:v>
                </c:pt>
                <c:pt idx="2285">
                  <c:v>45070</c:v>
                </c:pt>
                <c:pt idx="2286">
                  <c:v>45071</c:v>
                </c:pt>
                <c:pt idx="2287">
                  <c:v>45072</c:v>
                </c:pt>
                <c:pt idx="2288">
                  <c:v>45075</c:v>
                </c:pt>
                <c:pt idx="2289">
                  <c:v>45076</c:v>
                </c:pt>
                <c:pt idx="2290">
                  <c:v>45077</c:v>
                </c:pt>
                <c:pt idx="2291">
                  <c:v>45078</c:v>
                </c:pt>
                <c:pt idx="2292">
                  <c:v>45079</c:v>
                </c:pt>
                <c:pt idx="2293">
                  <c:v>45082</c:v>
                </c:pt>
                <c:pt idx="2294">
                  <c:v>45083</c:v>
                </c:pt>
                <c:pt idx="2295">
                  <c:v>45084</c:v>
                </c:pt>
                <c:pt idx="2296">
                  <c:v>45085</c:v>
                </c:pt>
                <c:pt idx="2297">
                  <c:v>45086</c:v>
                </c:pt>
                <c:pt idx="2298">
                  <c:v>45089</c:v>
                </c:pt>
                <c:pt idx="2299">
                  <c:v>45090</c:v>
                </c:pt>
                <c:pt idx="2300">
                  <c:v>45091</c:v>
                </c:pt>
                <c:pt idx="2301">
                  <c:v>45092</c:v>
                </c:pt>
                <c:pt idx="2302">
                  <c:v>45093</c:v>
                </c:pt>
                <c:pt idx="2303">
                  <c:v>45096</c:v>
                </c:pt>
                <c:pt idx="2304">
                  <c:v>45097</c:v>
                </c:pt>
                <c:pt idx="2305">
                  <c:v>45098</c:v>
                </c:pt>
                <c:pt idx="2306">
                  <c:v>45103</c:v>
                </c:pt>
                <c:pt idx="2307">
                  <c:v>45104</c:v>
                </c:pt>
                <c:pt idx="2308">
                  <c:v>45105</c:v>
                </c:pt>
                <c:pt idx="2309">
                  <c:v>45106</c:v>
                </c:pt>
                <c:pt idx="2310">
                  <c:v>45107</c:v>
                </c:pt>
                <c:pt idx="2311">
                  <c:v>45110</c:v>
                </c:pt>
                <c:pt idx="2312">
                  <c:v>45111</c:v>
                </c:pt>
                <c:pt idx="2313">
                  <c:v>45112</c:v>
                </c:pt>
                <c:pt idx="2314">
                  <c:v>45113</c:v>
                </c:pt>
                <c:pt idx="2315">
                  <c:v>45114</c:v>
                </c:pt>
                <c:pt idx="2316">
                  <c:v>45117</c:v>
                </c:pt>
                <c:pt idx="2317">
                  <c:v>45118</c:v>
                </c:pt>
                <c:pt idx="2318">
                  <c:v>45119</c:v>
                </c:pt>
                <c:pt idx="2319">
                  <c:v>45120</c:v>
                </c:pt>
                <c:pt idx="2320">
                  <c:v>45121</c:v>
                </c:pt>
                <c:pt idx="2321">
                  <c:v>45124</c:v>
                </c:pt>
                <c:pt idx="2322">
                  <c:v>45125</c:v>
                </c:pt>
                <c:pt idx="2323">
                  <c:v>45126</c:v>
                </c:pt>
                <c:pt idx="2324">
                  <c:v>45127</c:v>
                </c:pt>
                <c:pt idx="2325">
                  <c:v>45128</c:v>
                </c:pt>
                <c:pt idx="2326">
                  <c:v>45131</c:v>
                </c:pt>
                <c:pt idx="2327">
                  <c:v>45132</c:v>
                </c:pt>
                <c:pt idx="2328">
                  <c:v>45133</c:v>
                </c:pt>
                <c:pt idx="2329">
                  <c:v>45134</c:v>
                </c:pt>
                <c:pt idx="2330">
                  <c:v>45135</c:v>
                </c:pt>
                <c:pt idx="2331">
                  <c:v>45138</c:v>
                </c:pt>
                <c:pt idx="2332">
                  <c:v>45139</c:v>
                </c:pt>
                <c:pt idx="2333">
                  <c:v>45140</c:v>
                </c:pt>
                <c:pt idx="2334">
                  <c:v>45141</c:v>
                </c:pt>
                <c:pt idx="2335">
                  <c:v>45142</c:v>
                </c:pt>
                <c:pt idx="2336">
                  <c:v>45145</c:v>
                </c:pt>
                <c:pt idx="2337">
                  <c:v>45146</c:v>
                </c:pt>
                <c:pt idx="2338">
                  <c:v>45147</c:v>
                </c:pt>
                <c:pt idx="2339">
                  <c:v>45148</c:v>
                </c:pt>
                <c:pt idx="2340">
                  <c:v>45149</c:v>
                </c:pt>
                <c:pt idx="2341">
                  <c:v>45152</c:v>
                </c:pt>
                <c:pt idx="2342">
                  <c:v>45153</c:v>
                </c:pt>
                <c:pt idx="2343">
                  <c:v>45154</c:v>
                </c:pt>
                <c:pt idx="2344">
                  <c:v>45155</c:v>
                </c:pt>
                <c:pt idx="2345">
                  <c:v>45156</c:v>
                </c:pt>
                <c:pt idx="2346">
                  <c:v>45159</c:v>
                </c:pt>
                <c:pt idx="2347">
                  <c:v>45160</c:v>
                </c:pt>
                <c:pt idx="2348">
                  <c:v>45161</c:v>
                </c:pt>
                <c:pt idx="2349">
                  <c:v>45162</c:v>
                </c:pt>
                <c:pt idx="2350">
                  <c:v>45163</c:v>
                </c:pt>
                <c:pt idx="2351">
                  <c:v>45166</c:v>
                </c:pt>
                <c:pt idx="2352">
                  <c:v>45167</c:v>
                </c:pt>
                <c:pt idx="2353">
                  <c:v>45168</c:v>
                </c:pt>
                <c:pt idx="2354">
                  <c:v>45169</c:v>
                </c:pt>
                <c:pt idx="2355">
                  <c:v>45170</c:v>
                </c:pt>
                <c:pt idx="2356">
                  <c:v>45173</c:v>
                </c:pt>
                <c:pt idx="2357">
                  <c:v>45174</c:v>
                </c:pt>
                <c:pt idx="2358">
                  <c:v>45175</c:v>
                </c:pt>
                <c:pt idx="2359">
                  <c:v>45176</c:v>
                </c:pt>
                <c:pt idx="2360">
                  <c:v>45177</c:v>
                </c:pt>
                <c:pt idx="2361">
                  <c:v>45180</c:v>
                </c:pt>
                <c:pt idx="2362">
                  <c:v>45181</c:v>
                </c:pt>
                <c:pt idx="2363">
                  <c:v>45182</c:v>
                </c:pt>
                <c:pt idx="2364">
                  <c:v>45183</c:v>
                </c:pt>
                <c:pt idx="2365">
                  <c:v>45184</c:v>
                </c:pt>
                <c:pt idx="2366">
                  <c:v>45187</c:v>
                </c:pt>
                <c:pt idx="2367">
                  <c:v>45188</c:v>
                </c:pt>
                <c:pt idx="2368">
                  <c:v>45189</c:v>
                </c:pt>
                <c:pt idx="2369">
                  <c:v>45190</c:v>
                </c:pt>
                <c:pt idx="2370">
                  <c:v>45191</c:v>
                </c:pt>
                <c:pt idx="2371">
                  <c:v>45194</c:v>
                </c:pt>
                <c:pt idx="2372">
                  <c:v>45195</c:v>
                </c:pt>
                <c:pt idx="2373">
                  <c:v>45196</c:v>
                </c:pt>
                <c:pt idx="2374">
                  <c:v>45197</c:v>
                </c:pt>
                <c:pt idx="2375">
                  <c:v>45208</c:v>
                </c:pt>
                <c:pt idx="2376">
                  <c:v>45209</c:v>
                </c:pt>
                <c:pt idx="2377">
                  <c:v>45210</c:v>
                </c:pt>
                <c:pt idx="2378">
                  <c:v>45211</c:v>
                </c:pt>
                <c:pt idx="2379">
                  <c:v>45212</c:v>
                </c:pt>
                <c:pt idx="2380">
                  <c:v>45215</c:v>
                </c:pt>
                <c:pt idx="2381">
                  <c:v>45216</c:v>
                </c:pt>
                <c:pt idx="2382">
                  <c:v>45217</c:v>
                </c:pt>
                <c:pt idx="2383">
                  <c:v>45218</c:v>
                </c:pt>
                <c:pt idx="2384">
                  <c:v>45219</c:v>
                </c:pt>
                <c:pt idx="2385">
                  <c:v>45222</c:v>
                </c:pt>
                <c:pt idx="2386">
                  <c:v>45223</c:v>
                </c:pt>
                <c:pt idx="2387">
                  <c:v>45224</c:v>
                </c:pt>
                <c:pt idx="2388">
                  <c:v>45225</c:v>
                </c:pt>
                <c:pt idx="2389">
                  <c:v>45226</c:v>
                </c:pt>
                <c:pt idx="2390">
                  <c:v>45229</c:v>
                </c:pt>
                <c:pt idx="2391">
                  <c:v>45230</c:v>
                </c:pt>
                <c:pt idx="2392">
                  <c:v>45231</c:v>
                </c:pt>
                <c:pt idx="2393">
                  <c:v>45232</c:v>
                </c:pt>
                <c:pt idx="2394">
                  <c:v>45233</c:v>
                </c:pt>
                <c:pt idx="2395">
                  <c:v>45236</c:v>
                </c:pt>
                <c:pt idx="2396">
                  <c:v>45237</c:v>
                </c:pt>
                <c:pt idx="2397">
                  <c:v>45238</c:v>
                </c:pt>
                <c:pt idx="2398">
                  <c:v>45239</c:v>
                </c:pt>
                <c:pt idx="2399">
                  <c:v>45240</c:v>
                </c:pt>
                <c:pt idx="2400">
                  <c:v>45243</c:v>
                </c:pt>
                <c:pt idx="2401">
                  <c:v>45244</c:v>
                </c:pt>
                <c:pt idx="2402">
                  <c:v>45245</c:v>
                </c:pt>
                <c:pt idx="2403">
                  <c:v>45246</c:v>
                </c:pt>
                <c:pt idx="2404">
                  <c:v>45247</c:v>
                </c:pt>
                <c:pt idx="2405">
                  <c:v>45250</c:v>
                </c:pt>
                <c:pt idx="2406">
                  <c:v>45251</c:v>
                </c:pt>
                <c:pt idx="2407">
                  <c:v>45252</c:v>
                </c:pt>
                <c:pt idx="2408">
                  <c:v>45253</c:v>
                </c:pt>
                <c:pt idx="2409">
                  <c:v>45254</c:v>
                </c:pt>
                <c:pt idx="2410">
                  <c:v>45257</c:v>
                </c:pt>
                <c:pt idx="2411">
                  <c:v>45258</c:v>
                </c:pt>
                <c:pt idx="2412">
                  <c:v>45259</c:v>
                </c:pt>
                <c:pt idx="2413">
                  <c:v>45260</c:v>
                </c:pt>
                <c:pt idx="2414">
                  <c:v>45261</c:v>
                </c:pt>
                <c:pt idx="2415">
                  <c:v>45264</c:v>
                </c:pt>
                <c:pt idx="2416">
                  <c:v>45265</c:v>
                </c:pt>
                <c:pt idx="2417">
                  <c:v>45266</c:v>
                </c:pt>
                <c:pt idx="2418">
                  <c:v>45267</c:v>
                </c:pt>
                <c:pt idx="2419">
                  <c:v>45268</c:v>
                </c:pt>
                <c:pt idx="2420">
                  <c:v>45271</c:v>
                </c:pt>
                <c:pt idx="2421">
                  <c:v>45272</c:v>
                </c:pt>
                <c:pt idx="2422">
                  <c:v>45273</c:v>
                </c:pt>
                <c:pt idx="2423">
                  <c:v>45274</c:v>
                </c:pt>
                <c:pt idx="2424">
                  <c:v>45275</c:v>
                </c:pt>
                <c:pt idx="2425">
                  <c:v>45278</c:v>
                </c:pt>
                <c:pt idx="2426">
                  <c:v>45279</c:v>
                </c:pt>
                <c:pt idx="2427">
                  <c:v>45280</c:v>
                </c:pt>
                <c:pt idx="2428">
                  <c:v>45281</c:v>
                </c:pt>
                <c:pt idx="2429">
                  <c:v>45282</c:v>
                </c:pt>
                <c:pt idx="2430">
                  <c:v>45285</c:v>
                </c:pt>
                <c:pt idx="2431">
                  <c:v>45286</c:v>
                </c:pt>
                <c:pt idx="2432">
                  <c:v>45287</c:v>
                </c:pt>
                <c:pt idx="2433">
                  <c:v>45288</c:v>
                </c:pt>
                <c:pt idx="2434">
                  <c:v>45289</c:v>
                </c:pt>
                <c:pt idx="2435">
                  <c:v>45293</c:v>
                </c:pt>
                <c:pt idx="2436">
                  <c:v>45294</c:v>
                </c:pt>
                <c:pt idx="2437">
                  <c:v>45295</c:v>
                </c:pt>
                <c:pt idx="2438">
                  <c:v>45296</c:v>
                </c:pt>
                <c:pt idx="2439">
                  <c:v>45299</c:v>
                </c:pt>
                <c:pt idx="2440">
                  <c:v>45300</c:v>
                </c:pt>
                <c:pt idx="2441">
                  <c:v>45301</c:v>
                </c:pt>
                <c:pt idx="2442">
                  <c:v>45302</c:v>
                </c:pt>
                <c:pt idx="2443">
                  <c:v>45303</c:v>
                </c:pt>
                <c:pt idx="2444">
                  <c:v>45306</c:v>
                </c:pt>
                <c:pt idx="2445">
                  <c:v>45307</c:v>
                </c:pt>
                <c:pt idx="2446">
                  <c:v>45308</c:v>
                </c:pt>
                <c:pt idx="2447">
                  <c:v>45309</c:v>
                </c:pt>
                <c:pt idx="2448">
                  <c:v>45310</c:v>
                </c:pt>
                <c:pt idx="2449">
                  <c:v>45313</c:v>
                </c:pt>
                <c:pt idx="2450">
                  <c:v>45314</c:v>
                </c:pt>
                <c:pt idx="2451">
                  <c:v>45315</c:v>
                </c:pt>
                <c:pt idx="2452">
                  <c:v>45316</c:v>
                </c:pt>
                <c:pt idx="2453">
                  <c:v>45317</c:v>
                </c:pt>
                <c:pt idx="2454">
                  <c:v>45320</c:v>
                </c:pt>
                <c:pt idx="2455">
                  <c:v>45321</c:v>
                </c:pt>
                <c:pt idx="2456">
                  <c:v>45322</c:v>
                </c:pt>
                <c:pt idx="2457">
                  <c:v>45323</c:v>
                </c:pt>
                <c:pt idx="2458">
                  <c:v>45324</c:v>
                </c:pt>
                <c:pt idx="2459">
                  <c:v>45327</c:v>
                </c:pt>
                <c:pt idx="2460">
                  <c:v>45328</c:v>
                </c:pt>
                <c:pt idx="2461">
                  <c:v>45329</c:v>
                </c:pt>
                <c:pt idx="2462">
                  <c:v>45330</c:v>
                </c:pt>
                <c:pt idx="2463">
                  <c:v>45341</c:v>
                </c:pt>
                <c:pt idx="2464">
                  <c:v>45342</c:v>
                </c:pt>
                <c:pt idx="2465">
                  <c:v>45343</c:v>
                </c:pt>
                <c:pt idx="2466">
                  <c:v>45344</c:v>
                </c:pt>
                <c:pt idx="2467">
                  <c:v>45345</c:v>
                </c:pt>
                <c:pt idx="2468">
                  <c:v>45348</c:v>
                </c:pt>
                <c:pt idx="2469">
                  <c:v>45349</c:v>
                </c:pt>
                <c:pt idx="2470">
                  <c:v>45350</c:v>
                </c:pt>
                <c:pt idx="2471">
                  <c:v>45351</c:v>
                </c:pt>
                <c:pt idx="2472">
                  <c:v>45352</c:v>
                </c:pt>
                <c:pt idx="2473">
                  <c:v>45355</c:v>
                </c:pt>
                <c:pt idx="2474">
                  <c:v>45356</c:v>
                </c:pt>
                <c:pt idx="2475">
                  <c:v>45357</c:v>
                </c:pt>
                <c:pt idx="2476">
                  <c:v>45358</c:v>
                </c:pt>
                <c:pt idx="2477">
                  <c:v>45359</c:v>
                </c:pt>
                <c:pt idx="2478">
                  <c:v>45362</c:v>
                </c:pt>
                <c:pt idx="2479">
                  <c:v>45363</c:v>
                </c:pt>
                <c:pt idx="2480">
                  <c:v>45364</c:v>
                </c:pt>
                <c:pt idx="2481">
                  <c:v>45365</c:v>
                </c:pt>
                <c:pt idx="2482">
                  <c:v>45366</c:v>
                </c:pt>
                <c:pt idx="2483">
                  <c:v>45369</c:v>
                </c:pt>
                <c:pt idx="2484">
                  <c:v>45370</c:v>
                </c:pt>
                <c:pt idx="2485">
                  <c:v>45371</c:v>
                </c:pt>
                <c:pt idx="2486">
                  <c:v>45372</c:v>
                </c:pt>
                <c:pt idx="2487">
                  <c:v>45373</c:v>
                </c:pt>
                <c:pt idx="2488">
                  <c:v>45376</c:v>
                </c:pt>
                <c:pt idx="2489">
                  <c:v>45377</c:v>
                </c:pt>
                <c:pt idx="2490">
                  <c:v>45378</c:v>
                </c:pt>
                <c:pt idx="2491">
                  <c:v>45379</c:v>
                </c:pt>
                <c:pt idx="2492">
                  <c:v>45380</c:v>
                </c:pt>
                <c:pt idx="2493">
                  <c:v>45383</c:v>
                </c:pt>
                <c:pt idx="2494">
                  <c:v>45384</c:v>
                </c:pt>
                <c:pt idx="2495">
                  <c:v>45385</c:v>
                </c:pt>
                <c:pt idx="2496">
                  <c:v>45390</c:v>
                </c:pt>
                <c:pt idx="2497">
                  <c:v>45391</c:v>
                </c:pt>
                <c:pt idx="2498">
                  <c:v>45392</c:v>
                </c:pt>
                <c:pt idx="2499">
                  <c:v>45393</c:v>
                </c:pt>
                <c:pt idx="2500">
                  <c:v>45394</c:v>
                </c:pt>
                <c:pt idx="2501">
                  <c:v>45397</c:v>
                </c:pt>
                <c:pt idx="2502">
                  <c:v>45398</c:v>
                </c:pt>
                <c:pt idx="2503">
                  <c:v>45399</c:v>
                </c:pt>
                <c:pt idx="2504">
                  <c:v>45400</c:v>
                </c:pt>
                <c:pt idx="2505">
                  <c:v>45401</c:v>
                </c:pt>
                <c:pt idx="2506">
                  <c:v>45404</c:v>
                </c:pt>
                <c:pt idx="2507">
                  <c:v>45405</c:v>
                </c:pt>
                <c:pt idx="2508">
                  <c:v>45406</c:v>
                </c:pt>
                <c:pt idx="2509">
                  <c:v>45407</c:v>
                </c:pt>
                <c:pt idx="2510">
                  <c:v>45408</c:v>
                </c:pt>
                <c:pt idx="2511">
                  <c:v>45411</c:v>
                </c:pt>
                <c:pt idx="2512">
                  <c:v>45412</c:v>
                </c:pt>
                <c:pt idx="2513">
                  <c:v>45418</c:v>
                </c:pt>
                <c:pt idx="2514">
                  <c:v>45419</c:v>
                </c:pt>
                <c:pt idx="2515">
                  <c:v>45420</c:v>
                </c:pt>
                <c:pt idx="2516">
                  <c:v>45421</c:v>
                </c:pt>
                <c:pt idx="2517">
                  <c:v>45422</c:v>
                </c:pt>
                <c:pt idx="2518">
                  <c:v>45425</c:v>
                </c:pt>
                <c:pt idx="2519">
                  <c:v>45426</c:v>
                </c:pt>
                <c:pt idx="2520">
                  <c:v>45427</c:v>
                </c:pt>
                <c:pt idx="2521">
                  <c:v>45428</c:v>
                </c:pt>
                <c:pt idx="2522">
                  <c:v>45429</c:v>
                </c:pt>
                <c:pt idx="2523">
                  <c:v>45432</c:v>
                </c:pt>
                <c:pt idx="2524">
                  <c:v>45433</c:v>
                </c:pt>
                <c:pt idx="2525">
                  <c:v>45434</c:v>
                </c:pt>
                <c:pt idx="2526">
                  <c:v>45435</c:v>
                </c:pt>
                <c:pt idx="2527">
                  <c:v>45436</c:v>
                </c:pt>
                <c:pt idx="2528">
                  <c:v>45439</c:v>
                </c:pt>
                <c:pt idx="2529">
                  <c:v>45440</c:v>
                </c:pt>
                <c:pt idx="2530">
                  <c:v>45441</c:v>
                </c:pt>
                <c:pt idx="2531">
                  <c:v>45442</c:v>
                </c:pt>
                <c:pt idx="2532">
                  <c:v>45443</c:v>
                </c:pt>
                <c:pt idx="2533">
                  <c:v>45446</c:v>
                </c:pt>
                <c:pt idx="2534">
                  <c:v>45447</c:v>
                </c:pt>
                <c:pt idx="2535">
                  <c:v>45448</c:v>
                </c:pt>
                <c:pt idx="2536">
                  <c:v>45449</c:v>
                </c:pt>
                <c:pt idx="2537">
                  <c:v>45450</c:v>
                </c:pt>
                <c:pt idx="2538">
                  <c:v>45454</c:v>
                </c:pt>
                <c:pt idx="2539">
                  <c:v>45455</c:v>
                </c:pt>
                <c:pt idx="2540">
                  <c:v>45456</c:v>
                </c:pt>
                <c:pt idx="2541">
                  <c:v>45457</c:v>
                </c:pt>
                <c:pt idx="2542">
                  <c:v>45460</c:v>
                </c:pt>
                <c:pt idx="2543">
                  <c:v>45461</c:v>
                </c:pt>
                <c:pt idx="2544">
                  <c:v>45462</c:v>
                </c:pt>
                <c:pt idx="2545">
                  <c:v>45463</c:v>
                </c:pt>
                <c:pt idx="2546">
                  <c:v>45464</c:v>
                </c:pt>
                <c:pt idx="2547">
                  <c:v>45467</c:v>
                </c:pt>
                <c:pt idx="2548">
                  <c:v>45468</c:v>
                </c:pt>
                <c:pt idx="2549">
                  <c:v>45469</c:v>
                </c:pt>
                <c:pt idx="2550">
                  <c:v>45470</c:v>
                </c:pt>
                <c:pt idx="2551">
                  <c:v>45471</c:v>
                </c:pt>
                <c:pt idx="2552">
                  <c:v>45474</c:v>
                </c:pt>
                <c:pt idx="2553">
                  <c:v>45475</c:v>
                </c:pt>
                <c:pt idx="2554">
                  <c:v>45476</c:v>
                </c:pt>
                <c:pt idx="2555">
                  <c:v>45477</c:v>
                </c:pt>
                <c:pt idx="2556">
                  <c:v>45478</c:v>
                </c:pt>
                <c:pt idx="2557">
                  <c:v>45481</c:v>
                </c:pt>
                <c:pt idx="2558">
                  <c:v>45482</c:v>
                </c:pt>
                <c:pt idx="2559">
                  <c:v>45483</c:v>
                </c:pt>
                <c:pt idx="2560">
                  <c:v>45484</c:v>
                </c:pt>
                <c:pt idx="2561">
                  <c:v>45485</c:v>
                </c:pt>
                <c:pt idx="2562">
                  <c:v>45488</c:v>
                </c:pt>
                <c:pt idx="2563">
                  <c:v>45489</c:v>
                </c:pt>
                <c:pt idx="2564">
                  <c:v>45490</c:v>
                </c:pt>
                <c:pt idx="2565">
                  <c:v>45491</c:v>
                </c:pt>
                <c:pt idx="2566">
                  <c:v>45492</c:v>
                </c:pt>
                <c:pt idx="2567">
                  <c:v>45495</c:v>
                </c:pt>
                <c:pt idx="2568">
                  <c:v>45496</c:v>
                </c:pt>
                <c:pt idx="2569">
                  <c:v>45497</c:v>
                </c:pt>
                <c:pt idx="2570">
                  <c:v>45498</c:v>
                </c:pt>
                <c:pt idx="2571">
                  <c:v>45499</c:v>
                </c:pt>
                <c:pt idx="2572">
                  <c:v>45502</c:v>
                </c:pt>
                <c:pt idx="2573">
                  <c:v>45503</c:v>
                </c:pt>
                <c:pt idx="2574">
                  <c:v>45504</c:v>
                </c:pt>
                <c:pt idx="2575">
                  <c:v>45505</c:v>
                </c:pt>
                <c:pt idx="2576">
                  <c:v>45506</c:v>
                </c:pt>
                <c:pt idx="2577">
                  <c:v>45509</c:v>
                </c:pt>
                <c:pt idx="2578">
                  <c:v>45510</c:v>
                </c:pt>
                <c:pt idx="2579">
                  <c:v>45511</c:v>
                </c:pt>
                <c:pt idx="2580">
                  <c:v>45512</c:v>
                </c:pt>
                <c:pt idx="2581">
                  <c:v>45513</c:v>
                </c:pt>
                <c:pt idx="2582">
                  <c:v>45516</c:v>
                </c:pt>
                <c:pt idx="2583">
                  <c:v>45517</c:v>
                </c:pt>
                <c:pt idx="2584">
                  <c:v>45518</c:v>
                </c:pt>
                <c:pt idx="2585">
                  <c:v>45519</c:v>
                </c:pt>
                <c:pt idx="2586">
                  <c:v>45520</c:v>
                </c:pt>
                <c:pt idx="2587">
                  <c:v>45523</c:v>
                </c:pt>
                <c:pt idx="2588">
                  <c:v>45524</c:v>
                </c:pt>
                <c:pt idx="2589">
                  <c:v>45525</c:v>
                </c:pt>
                <c:pt idx="2590">
                  <c:v>45526</c:v>
                </c:pt>
                <c:pt idx="2591">
                  <c:v>45527</c:v>
                </c:pt>
                <c:pt idx="2592">
                  <c:v>45530</c:v>
                </c:pt>
                <c:pt idx="2593">
                  <c:v>45531</c:v>
                </c:pt>
                <c:pt idx="2594">
                  <c:v>45532</c:v>
                </c:pt>
                <c:pt idx="2595">
                  <c:v>45533</c:v>
                </c:pt>
                <c:pt idx="2596">
                  <c:v>45534</c:v>
                </c:pt>
                <c:pt idx="2597">
                  <c:v>45537</c:v>
                </c:pt>
                <c:pt idx="2598">
                  <c:v>45538</c:v>
                </c:pt>
                <c:pt idx="2599">
                  <c:v>45539</c:v>
                </c:pt>
                <c:pt idx="2600">
                  <c:v>45540</c:v>
                </c:pt>
                <c:pt idx="2601">
                  <c:v>45541</c:v>
                </c:pt>
                <c:pt idx="2602">
                  <c:v>45544</c:v>
                </c:pt>
                <c:pt idx="2603">
                  <c:v>45545</c:v>
                </c:pt>
                <c:pt idx="2604">
                  <c:v>45546</c:v>
                </c:pt>
                <c:pt idx="2605">
                  <c:v>45547</c:v>
                </c:pt>
                <c:pt idx="2606">
                  <c:v>45548</c:v>
                </c:pt>
                <c:pt idx="2607">
                  <c:v>45553</c:v>
                </c:pt>
                <c:pt idx="2608">
                  <c:v>45554</c:v>
                </c:pt>
                <c:pt idx="2609">
                  <c:v>45555</c:v>
                </c:pt>
                <c:pt idx="2610">
                  <c:v>45558</c:v>
                </c:pt>
                <c:pt idx="2611">
                  <c:v>45559</c:v>
                </c:pt>
                <c:pt idx="2612">
                  <c:v>45560</c:v>
                </c:pt>
                <c:pt idx="2613">
                  <c:v>45561</c:v>
                </c:pt>
                <c:pt idx="2614">
                  <c:v>45562</c:v>
                </c:pt>
                <c:pt idx="2615">
                  <c:v>45565</c:v>
                </c:pt>
                <c:pt idx="2616">
                  <c:v>45573</c:v>
                </c:pt>
                <c:pt idx="2617">
                  <c:v>45574</c:v>
                </c:pt>
                <c:pt idx="2618">
                  <c:v>45575</c:v>
                </c:pt>
                <c:pt idx="2619">
                  <c:v>45576</c:v>
                </c:pt>
                <c:pt idx="2620">
                  <c:v>45579</c:v>
                </c:pt>
                <c:pt idx="2621">
                  <c:v>45580</c:v>
                </c:pt>
                <c:pt idx="2622">
                  <c:v>45581</c:v>
                </c:pt>
                <c:pt idx="2623">
                  <c:v>45582</c:v>
                </c:pt>
                <c:pt idx="2624">
                  <c:v>45583</c:v>
                </c:pt>
                <c:pt idx="2625">
                  <c:v>45586</c:v>
                </c:pt>
                <c:pt idx="2626">
                  <c:v>45587</c:v>
                </c:pt>
                <c:pt idx="2627">
                  <c:v>45588</c:v>
                </c:pt>
                <c:pt idx="2628">
                  <c:v>45589</c:v>
                </c:pt>
                <c:pt idx="2629">
                  <c:v>45590</c:v>
                </c:pt>
                <c:pt idx="2630">
                  <c:v>45593</c:v>
                </c:pt>
                <c:pt idx="2631">
                  <c:v>45594</c:v>
                </c:pt>
                <c:pt idx="2632">
                  <c:v>45595</c:v>
                </c:pt>
                <c:pt idx="2633">
                  <c:v>45596</c:v>
                </c:pt>
                <c:pt idx="2634">
                  <c:v>45597</c:v>
                </c:pt>
                <c:pt idx="2635">
                  <c:v>45600</c:v>
                </c:pt>
                <c:pt idx="2636">
                  <c:v>45601</c:v>
                </c:pt>
                <c:pt idx="2637">
                  <c:v>45602</c:v>
                </c:pt>
                <c:pt idx="2638">
                  <c:v>45603</c:v>
                </c:pt>
                <c:pt idx="2639">
                  <c:v>45604</c:v>
                </c:pt>
                <c:pt idx="2640">
                  <c:v>45607</c:v>
                </c:pt>
                <c:pt idx="2641">
                  <c:v>45608</c:v>
                </c:pt>
                <c:pt idx="2642">
                  <c:v>45609</c:v>
                </c:pt>
                <c:pt idx="2643">
                  <c:v>45610</c:v>
                </c:pt>
                <c:pt idx="2644">
                  <c:v>45611</c:v>
                </c:pt>
                <c:pt idx="2645">
                  <c:v>45614</c:v>
                </c:pt>
                <c:pt idx="2646">
                  <c:v>45615</c:v>
                </c:pt>
                <c:pt idx="2647">
                  <c:v>45616</c:v>
                </c:pt>
                <c:pt idx="2648">
                  <c:v>45617</c:v>
                </c:pt>
                <c:pt idx="2649">
                  <c:v>45618</c:v>
                </c:pt>
                <c:pt idx="2650">
                  <c:v>45621</c:v>
                </c:pt>
                <c:pt idx="2651">
                  <c:v>45622</c:v>
                </c:pt>
                <c:pt idx="2652">
                  <c:v>45623</c:v>
                </c:pt>
                <c:pt idx="2653">
                  <c:v>45624</c:v>
                </c:pt>
                <c:pt idx="2654">
                  <c:v>45625</c:v>
                </c:pt>
                <c:pt idx="2655">
                  <c:v>45628</c:v>
                </c:pt>
                <c:pt idx="2656">
                  <c:v>45629</c:v>
                </c:pt>
                <c:pt idx="2657">
                  <c:v>45630</c:v>
                </c:pt>
                <c:pt idx="2658">
                  <c:v>45631</c:v>
                </c:pt>
                <c:pt idx="2659">
                  <c:v>45632</c:v>
                </c:pt>
                <c:pt idx="2660">
                  <c:v>45635</c:v>
                </c:pt>
                <c:pt idx="2661">
                  <c:v>45636</c:v>
                </c:pt>
                <c:pt idx="2662">
                  <c:v>45637</c:v>
                </c:pt>
                <c:pt idx="2663">
                  <c:v>45638</c:v>
                </c:pt>
                <c:pt idx="2664">
                  <c:v>45639</c:v>
                </c:pt>
                <c:pt idx="2665">
                  <c:v>45642</c:v>
                </c:pt>
                <c:pt idx="2666">
                  <c:v>45643</c:v>
                </c:pt>
                <c:pt idx="2667">
                  <c:v>45644</c:v>
                </c:pt>
                <c:pt idx="2668">
                  <c:v>45645</c:v>
                </c:pt>
                <c:pt idx="2669">
                  <c:v>45646</c:v>
                </c:pt>
                <c:pt idx="2670">
                  <c:v>45649</c:v>
                </c:pt>
                <c:pt idx="2671">
                  <c:v>45650</c:v>
                </c:pt>
                <c:pt idx="2672">
                  <c:v>45651</c:v>
                </c:pt>
                <c:pt idx="2673">
                  <c:v>45652</c:v>
                </c:pt>
                <c:pt idx="2674">
                  <c:v>45653</c:v>
                </c:pt>
                <c:pt idx="2675">
                  <c:v>45656</c:v>
                </c:pt>
                <c:pt idx="2676">
                  <c:v>45657</c:v>
                </c:pt>
                <c:pt idx="2677">
                  <c:v>45659</c:v>
                </c:pt>
                <c:pt idx="2678">
                  <c:v>45660</c:v>
                </c:pt>
                <c:pt idx="2679">
                  <c:v>45663</c:v>
                </c:pt>
                <c:pt idx="2680">
                  <c:v>45664</c:v>
                </c:pt>
                <c:pt idx="2681">
                  <c:v>45665</c:v>
                </c:pt>
                <c:pt idx="2682">
                  <c:v>45666</c:v>
                </c:pt>
                <c:pt idx="2683">
                  <c:v>45667</c:v>
                </c:pt>
                <c:pt idx="2684">
                  <c:v>45670</c:v>
                </c:pt>
                <c:pt idx="2685">
                  <c:v>45671</c:v>
                </c:pt>
                <c:pt idx="2686">
                  <c:v>45672</c:v>
                </c:pt>
                <c:pt idx="2687">
                  <c:v>45673</c:v>
                </c:pt>
                <c:pt idx="2688">
                  <c:v>45674</c:v>
                </c:pt>
                <c:pt idx="2689">
                  <c:v>45677</c:v>
                </c:pt>
                <c:pt idx="2690">
                  <c:v>45678</c:v>
                </c:pt>
                <c:pt idx="2691">
                  <c:v>45679</c:v>
                </c:pt>
                <c:pt idx="2692">
                  <c:v>45680</c:v>
                </c:pt>
                <c:pt idx="2693">
                  <c:v>45681</c:v>
                </c:pt>
                <c:pt idx="2694">
                  <c:v>45684</c:v>
                </c:pt>
                <c:pt idx="2695">
                  <c:v>45693</c:v>
                </c:pt>
                <c:pt idx="2696">
                  <c:v>45694</c:v>
                </c:pt>
                <c:pt idx="2697">
                  <c:v>45695</c:v>
                </c:pt>
                <c:pt idx="2698">
                  <c:v>45698</c:v>
                </c:pt>
                <c:pt idx="2699">
                  <c:v>45699</c:v>
                </c:pt>
                <c:pt idx="2700">
                  <c:v>45700</c:v>
                </c:pt>
                <c:pt idx="2701">
                  <c:v>45701</c:v>
                </c:pt>
                <c:pt idx="2702">
                  <c:v>45702</c:v>
                </c:pt>
                <c:pt idx="2703">
                  <c:v>45705</c:v>
                </c:pt>
                <c:pt idx="2704">
                  <c:v>45706</c:v>
                </c:pt>
                <c:pt idx="2705">
                  <c:v>45707</c:v>
                </c:pt>
                <c:pt idx="2706">
                  <c:v>45708</c:v>
                </c:pt>
                <c:pt idx="2707">
                  <c:v>45709</c:v>
                </c:pt>
                <c:pt idx="2708">
                  <c:v>45712</c:v>
                </c:pt>
                <c:pt idx="2709">
                  <c:v>45713</c:v>
                </c:pt>
                <c:pt idx="2710">
                  <c:v>45714</c:v>
                </c:pt>
                <c:pt idx="2711">
                  <c:v>45715</c:v>
                </c:pt>
                <c:pt idx="2712">
                  <c:v>45716</c:v>
                </c:pt>
                <c:pt idx="2713">
                  <c:v>45719</c:v>
                </c:pt>
                <c:pt idx="2714">
                  <c:v>45720</c:v>
                </c:pt>
                <c:pt idx="2715">
                  <c:v>45721</c:v>
                </c:pt>
                <c:pt idx="2716">
                  <c:v>45722</c:v>
                </c:pt>
                <c:pt idx="2717">
                  <c:v>45723</c:v>
                </c:pt>
                <c:pt idx="2718">
                  <c:v>45726</c:v>
                </c:pt>
                <c:pt idx="2719">
                  <c:v>45727</c:v>
                </c:pt>
                <c:pt idx="2720">
                  <c:v>45728</c:v>
                </c:pt>
                <c:pt idx="2721">
                  <c:v>45729</c:v>
                </c:pt>
                <c:pt idx="2722">
                  <c:v>45730</c:v>
                </c:pt>
                <c:pt idx="2723">
                  <c:v>45733</c:v>
                </c:pt>
                <c:pt idx="2724">
                  <c:v>45734</c:v>
                </c:pt>
                <c:pt idx="2725">
                  <c:v>45735</c:v>
                </c:pt>
                <c:pt idx="2726">
                  <c:v>45736</c:v>
                </c:pt>
                <c:pt idx="2727">
                  <c:v>45737</c:v>
                </c:pt>
                <c:pt idx="2728">
                  <c:v>45740</c:v>
                </c:pt>
                <c:pt idx="2729">
                  <c:v>45741</c:v>
                </c:pt>
                <c:pt idx="2730">
                  <c:v>45742</c:v>
                </c:pt>
                <c:pt idx="2731">
                  <c:v>45743</c:v>
                </c:pt>
                <c:pt idx="2732">
                  <c:v>45744</c:v>
                </c:pt>
                <c:pt idx="2733">
                  <c:v>45747</c:v>
                </c:pt>
                <c:pt idx="2734">
                  <c:v>45748</c:v>
                </c:pt>
                <c:pt idx="2735">
                  <c:v>45749</c:v>
                </c:pt>
                <c:pt idx="2736">
                  <c:v>45750</c:v>
                </c:pt>
                <c:pt idx="2737">
                  <c:v>45754</c:v>
                </c:pt>
                <c:pt idx="2738">
                  <c:v>45755</c:v>
                </c:pt>
                <c:pt idx="2739">
                  <c:v>45756</c:v>
                </c:pt>
                <c:pt idx="2740">
                  <c:v>45757</c:v>
                </c:pt>
                <c:pt idx="2741">
                  <c:v>45758</c:v>
                </c:pt>
                <c:pt idx="2742">
                  <c:v>45761</c:v>
                </c:pt>
                <c:pt idx="2743">
                  <c:v>45762</c:v>
                </c:pt>
                <c:pt idx="2744">
                  <c:v>45763</c:v>
                </c:pt>
                <c:pt idx="2745">
                  <c:v>45764</c:v>
                </c:pt>
                <c:pt idx="2746">
                  <c:v>45765</c:v>
                </c:pt>
                <c:pt idx="2747">
                  <c:v>45768</c:v>
                </c:pt>
                <c:pt idx="2748">
                  <c:v>45769</c:v>
                </c:pt>
                <c:pt idx="2749">
                  <c:v>45770</c:v>
                </c:pt>
                <c:pt idx="2750">
                  <c:v>45771</c:v>
                </c:pt>
                <c:pt idx="2751">
                  <c:v>45772</c:v>
                </c:pt>
                <c:pt idx="2752">
                  <c:v>45775</c:v>
                </c:pt>
                <c:pt idx="2753">
                  <c:v>45776</c:v>
                </c:pt>
                <c:pt idx="2754">
                  <c:v>45777</c:v>
                </c:pt>
                <c:pt idx="2755">
                  <c:v>45783</c:v>
                </c:pt>
                <c:pt idx="2756">
                  <c:v>45784</c:v>
                </c:pt>
                <c:pt idx="2757">
                  <c:v>45785</c:v>
                </c:pt>
                <c:pt idx="2758">
                  <c:v>45786</c:v>
                </c:pt>
                <c:pt idx="2759">
                  <c:v>45789</c:v>
                </c:pt>
                <c:pt idx="2760">
                  <c:v>45790</c:v>
                </c:pt>
                <c:pt idx="2761">
                  <c:v>45791</c:v>
                </c:pt>
                <c:pt idx="2762">
                  <c:v>45792</c:v>
                </c:pt>
                <c:pt idx="2763">
                  <c:v>45793</c:v>
                </c:pt>
                <c:pt idx="2764">
                  <c:v>45796</c:v>
                </c:pt>
                <c:pt idx="2765">
                  <c:v>45797</c:v>
                </c:pt>
                <c:pt idx="2766">
                  <c:v>45798</c:v>
                </c:pt>
                <c:pt idx="2767">
                  <c:v>45799</c:v>
                </c:pt>
                <c:pt idx="2768">
                  <c:v>45800</c:v>
                </c:pt>
                <c:pt idx="2769">
                  <c:v>45803</c:v>
                </c:pt>
                <c:pt idx="2770">
                  <c:v>45804</c:v>
                </c:pt>
                <c:pt idx="2771">
                  <c:v>45805</c:v>
                </c:pt>
                <c:pt idx="2772">
                  <c:v>45806</c:v>
                </c:pt>
                <c:pt idx="2773">
                  <c:v>45807</c:v>
                </c:pt>
                <c:pt idx="2774">
                  <c:v>45811</c:v>
                </c:pt>
                <c:pt idx="2775">
                  <c:v>45812</c:v>
                </c:pt>
                <c:pt idx="2776">
                  <c:v>45813</c:v>
                </c:pt>
                <c:pt idx="2777">
                  <c:v>45814</c:v>
                </c:pt>
                <c:pt idx="2778">
                  <c:v>45817</c:v>
                </c:pt>
                <c:pt idx="2779">
                  <c:v>45818</c:v>
                </c:pt>
                <c:pt idx="2780">
                  <c:v>45819</c:v>
                </c:pt>
                <c:pt idx="2781">
                  <c:v>45820</c:v>
                </c:pt>
                <c:pt idx="2782">
                  <c:v>45821</c:v>
                </c:pt>
                <c:pt idx="2783">
                  <c:v>45824</c:v>
                </c:pt>
                <c:pt idx="2784">
                  <c:v>45825</c:v>
                </c:pt>
                <c:pt idx="2785">
                  <c:v>45826</c:v>
                </c:pt>
                <c:pt idx="2786">
                  <c:v>45827</c:v>
                </c:pt>
                <c:pt idx="2787">
                  <c:v>45828</c:v>
                </c:pt>
                <c:pt idx="2788">
                  <c:v>45831</c:v>
                </c:pt>
                <c:pt idx="2789">
                  <c:v>45832</c:v>
                </c:pt>
                <c:pt idx="2790">
                  <c:v>45833</c:v>
                </c:pt>
                <c:pt idx="2791">
                  <c:v>45834</c:v>
                </c:pt>
                <c:pt idx="2792">
                  <c:v>45835</c:v>
                </c:pt>
                <c:pt idx="2793">
                  <c:v>45838</c:v>
                </c:pt>
                <c:pt idx="2794">
                  <c:v>45839</c:v>
                </c:pt>
                <c:pt idx="2795">
                  <c:v>45840</c:v>
                </c:pt>
                <c:pt idx="2796">
                  <c:v>45841</c:v>
                </c:pt>
                <c:pt idx="2797">
                  <c:v>45842</c:v>
                </c:pt>
                <c:pt idx="2798">
                  <c:v>45845</c:v>
                </c:pt>
                <c:pt idx="2799">
                  <c:v>45846</c:v>
                </c:pt>
                <c:pt idx="2800">
                  <c:v>45847</c:v>
                </c:pt>
                <c:pt idx="2801">
                  <c:v>45848</c:v>
                </c:pt>
                <c:pt idx="2802">
                  <c:v>45849</c:v>
                </c:pt>
                <c:pt idx="2803">
                  <c:v>45852</c:v>
                </c:pt>
                <c:pt idx="2804">
                  <c:v>45853</c:v>
                </c:pt>
                <c:pt idx="2805">
                  <c:v>45854</c:v>
                </c:pt>
                <c:pt idx="2806">
                  <c:v>45855</c:v>
                </c:pt>
                <c:pt idx="2807">
                  <c:v>45856</c:v>
                </c:pt>
                <c:pt idx="2808">
                  <c:v>45859</c:v>
                </c:pt>
                <c:pt idx="2809">
                  <c:v>45860</c:v>
                </c:pt>
                <c:pt idx="2810">
                  <c:v>45861</c:v>
                </c:pt>
                <c:pt idx="2811">
                  <c:v>45862</c:v>
                </c:pt>
                <c:pt idx="2812">
                  <c:v>45863</c:v>
                </c:pt>
                <c:pt idx="2813">
                  <c:v>45866</c:v>
                </c:pt>
                <c:pt idx="2814">
                  <c:v>45867</c:v>
                </c:pt>
                <c:pt idx="2815">
                  <c:v>45868</c:v>
                </c:pt>
                <c:pt idx="2816">
                  <c:v>45869</c:v>
                </c:pt>
                <c:pt idx="2817">
                  <c:v>45870</c:v>
                </c:pt>
                <c:pt idx="2818">
                  <c:v>45873</c:v>
                </c:pt>
                <c:pt idx="2819">
                  <c:v>45874</c:v>
                </c:pt>
                <c:pt idx="2820">
                  <c:v>45875</c:v>
                </c:pt>
                <c:pt idx="2821">
                  <c:v>45876</c:v>
                </c:pt>
                <c:pt idx="2822">
                  <c:v>45877</c:v>
                </c:pt>
                <c:pt idx="2823">
                  <c:v>45880</c:v>
                </c:pt>
                <c:pt idx="2824">
                  <c:v>45881</c:v>
                </c:pt>
                <c:pt idx="2825">
                  <c:v>45882</c:v>
                </c:pt>
                <c:pt idx="2826">
                  <c:v>45883</c:v>
                </c:pt>
                <c:pt idx="2827">
                  <c:v>45884</c:v>
                </c:pt>
                <c:pt idx="2828">
                  <c:v>45887</c:v>
                </c:pt>
                <c:pt idx="2829">
                  <c:v>45888</c:v>
                </c:pt>
                <c:pt idx="2830">
                  <c:v>45889</c:v>
                </c:pt>
                <c:pt idx="2831">
                  <c:v>45890</c:v>
                </c:pt>
                <c:pt idx="2832">
                  <c:v>45891</c:v>
                </c:pt>
                <c:pt idx="2833">
                  <c:v>45894</c:v>
                </c:pt>
                <c:pt idx="2834">
                  <c:v>45895</c:v>
                </c:pt>
                <c:pt idx="2835">
                  <c:v>45896</c:v>
                </c:pt>
                <c:pt idx="2836">
                  <c:v>45897</c:v>
                </c:pt>
                <c:pt idx="2837">
                  <c:v>45898</c:v>
                </c:pt>
              </c:numCache>
            </c:numRef>
          </c:cat>
          <c:val>
            <c:numRef>
              <c:f>Sheet1!$B$2:$B$2839</c:f>
              <c:numCache>
                <c:formatCode>0.0000</c:formatCode>
                <c:ptCount val="2838"/>
                <c:pt idx="0">
                  <c:v>1</c:v>
                </c:pt>
                <c:pt idx="1">
                  <c:v>1.01498825676463</c:v>
                </c:pt>
                <c:pt idx="2">
                  <c:v>1.01360644461581</c:v>
                </c:pt>
                <c:pt idx="3">
                  <c:v>0.985175654089958</c:v>
                </c:pt>
                <c:pt idx="4">
                  <c:v>0.99288069802513701</c:v>
                </c:pt>
                <c:pt idx="5">
                  <c:v>0.99749072028379604</c:v>
                </c:pt>
                <c:pt idx="6">
                  <c:v>0.97730442646175197</c:v>
                </c:pt>
                <c:pt idx="7">
                  <c:v>0.95835983002550096</c:v>
                </c:pt>
                <c:pt idx="8">
                  <c:v>0.96093349695165897</c:v>
                </c:pt>
                <c:pt idx="9">
                  <c:v>0.98467167998729399</c:v>
                </c:pt>
                <c:pt idx="10">
                  <c:v>0.99551310494563305</c:v>
                </c:pt>
                <c:pt idx="11">
                  <c:v>0.99835977572095003</c:v>
                </c:pt>
                <c:pt idx="12">
                  <c:v>0.99562743767216899</c:v>
                </c:pt>
                <c:pt idx="13">
                  <c:v>0.98953422226248799</c:v>
                </c:pt>
                <c:pt idx="14">
                  <c:v>1.0065505793218601</c:v>
                </c:pt>
                <c:pt idx="15">
                  <c:v>1.02507981144045</c:v>
                </c:pt>
                <c:pt idx="16">
                  <c:v>1.0340977368812101</c:v>
                </c:pt>
                <c:pt idx="17">
                  <c:v>1.0443944010825601</c:v>
                </c:pt>
                <c:pt idx="18">
                  <c:v>1.0415584180300199</c:v>
                </c:pt>
                <c:pt idx="19">
                  <c:v>1.0379833054746399</c:v>
                </c:pt>
                <c:pt idx="20">
                  <c:v>1.04958389612105</c:v>
                </c:pt>
                <c:pt idx="21">
                  <c:v>1.0444946002297799</c:v>
                </c:pt>
                <c:pt idx="22">
                  <c:v>1.0628141263856401</c:v>
                </c:pt>
                <c:pt idx="23">
                  <c:v>1.08997792245655</c:v>
                </c:pt>
                <c:pt idx="24">
                  <c:v>1.09472561488186</c:v>
                </c:pt>
                <c:pt idx="25">
                  <c:v>1.11422120296426</c:v>
                </c:pt>
                <c:pt idx="26">
                  <c:v>1.09813779826918</c:v>
                </c:pt>
                <c:pt idx="27">
                  <c:v>1.1212699314801799</c:v>
                </c:pt>
                <c:pt idx="28">
                  <c:v>1.1427207187880899</c:v>
                </c:pt>
                <c:pt idx="29">
                  <c:v>1.1472268771743599</c:v>
                </c:pt>
                <c:pt idx="30">
                  <c:v>1.1500583467924801</c:v>
                </c:pt>
                <c:pt idx="31">
                  <c:v>1.13329994622916</c:v>
                </c:pt>
                <c:pt idx="32">
                  <c:v>1.1290708554583899</c:v>
                </c:pt>
                <c:pt idx="33">
                  <c:v>1.1382558163618599</c:v>
                </c:pt>
                <c:pt idx="34">
                  <c:v>1.09583319431433</c:v>
                </c:pt>
                <c:pt idx="35">
                  <c:v>1.1069439152680001</c:v>
                </c:pt>
                <c:pt idx="36">
                  <c:v>1.09726229993576</c:v>
                </c:pt>
                <c:pt idx="37">
                  <c:v>1.1086437065316399</c:v>
                </c:pt>
                <c:pt idx="38">
                  <c:v>1.13001139918892</c:v>
                </c:pt>
                <c:pt idx="39">
                  <c:v>1.1323541614446799</c:v>
                </c:pt>
                <c:pt idx="40">
                  <c:v>1.1318326865592001</c:v>
                </c:pt>
                <c:pt idx="41">
                  <c:v>1.1345397125323999</c:v>
                </c:pt>
                <c:pt idx="42">
                  <c:v>1.1325309454222301</c:v>
                </c:pt>
                <c:pt idx="43">
                  <c:v>1.09463843890152</c:v>
                </c:pt>
                <c:pt idx="44">
                  <c:v>1.0985492759726101</c:v>
                </c:pt>
                <c:pt idx="45">
                  <c:v>1.09808601848015</c:v>
                </c:pt>
                <c:pt idx="46">
                  <c:v>1.1096338328712201</c:v>
                </c:pt>
                <c:pt idx="47">
                  <c:v>1.1108245681225599</c:v>
                </c:pt>
                <c:pt idx="48">
                  <c:v>1.1337161953792501</c:v>
                </c:pt>
                <c:pt idx="49">
                  <c:v>1.1411810386950501</c:v>
                </c:pt>
                <c:pt idx="50">
                  <c:v>1.15090053706678</c:v>
                </c:pt>
                <c:pt idx="51">
                  <c:v>1.1249289085280401</c:v>
                </c:pt>
                <c:pt idx="52">
                  <c:v>1.14476491818298</c:v>
                </c:pt>
                <c:pt idx="53">
                  <c:v>1.1541969144003099</c:v>
                </c:pt>
                <c:pt idx="54">
                  <c:v>1.15548053061895</c:v>
                </c:pt>
                <c:pt idx="55">
                  <c:v>1.1596778322712999</c:v>
                </c:pt>
                <c:pt idx="56">
                  <c:v>1.1410833478055999</c:v>
                </c:pt>
                <c:pt idx="57">
                  <c:v>1.1162677518618001</c:v>
                </c:pt>
                <c:pt idx="58">
                  <c:v>1.10805550967448</c:v>
                </c:pt>
                <c:pt idx="59">
                  <c:v>1.12646629884122</c:v>
                </c:pt>
                <c:pt idx="60">
                  <c:v>1.1234246542867401</c:v>
                </c:pt>
                <c:pt idx="61">
                  <c:v>1.1276835261176601</c:v>
                </c:pt>
                <c:pt idx="62">
                  <c:v>1.1382858457182401</c:v>
                </c:pt>
                <c:pt idx="63">
                  <c:v>1.1495146394843101</c:v>
                </c:pt>
                <c:pt idx="64">
                  <c:v>1.16279582250042</c:v>
                </c:pt>
                <c:pt idx="65">
                  <c:v>1.1643519156272699</c:v>
                </c:pt>
                <c:pt idx="66">
                  <c:v>1.16385969909369</c:v>
                </c:pt>
                <c:pt idx="67">
                  <c:v>1.1783433089287001</c:v>
                </c:pt>
                <c:pt idx="68">
                  <c:v>1.17294554622671</c:v>
                </c:pt>
                <c:pt idx="69">
                  <c:v>1.17767234191707</c:v>
                </c:pt>
                <c:pt idx="70">
                  <c:v>1.1786882431549</c:v>
                </c:pt>
                <c:pt idx="71">
                  <c:v>1.18439410472133</c:v>
                </c:pt>
                <c:pt idx="72">
                  <c:v>1.1658104668379701</c:v>
                </c:pt>
                <c:pt idx="73">
                  <c:v>1.15748488640785</c:v>
                </c:pt>
                <c:pt idx="74">
                  <c:v>1.15651179426039</c:v>
                </c:pt>
                <c:pt idx="75">
                  <c:v>1.15011294941307</c:v>
                </c:pt>
                <c:pt idx="76">
                  <c:v>1.1268985978702699</c:v>
                </c:pt>
                <c:pt idx="77">
                  <c:v>1.08924070877246</c:v>
                </c:pt>
                <c:pt idx="78">
                  <c:v>1.1052980807489201</c:v>
                </c:pt>
                <c:pt idx="79">
                  <c:v>1.11792987054447</c:v>
                </c:pt>
                <c:pt idx="80">
                  <c:v>1.13221811087923</c:v>
                </c:pt>
                <c:pt idx="81">
                  <c:v>1.1407042310323801</c:v>
                </c:pt>
                <c:pt idx="82">
                  <c:v>1.1237656840038499</c:v>
                </c:pt>
                <c:pt idx="83">
                  <c:v>1.12965544656049</c:v>
                </c:pt>
                <c:pt idx="84">
                  <c:v>1.12410341431904</c:v>
                </c:pt>
                <c:pt idx="85">
                  <c:v>1.1480972158345499</c:v>
                </c:pt>
                <c:pt idx="86">
                  <c:v>1.14845823927115</c:v>
                </c:pt>
                <c:pt idx="87">
                  <c:v>1.14971023055308</c:v>
                </c:pt>
                <c:pt idx="88">
                  <c:v>1.12763164430892</c:v>
                </c:pt>
                <c:pt idx="89">
                  <c:v>1.1291603717138401</c:v>
                </c:pt>
                <c:pt idx="90">
                  <c:v>1.1288068630725401</c:v>
                </c:pt>
                <c:pt idx="91">
                  <c:v>1.13393208983168</c:v>
                </c:pt>
                <c:pt idx="92">
                  <c:v>1.1434353248876099</c:v>
                </c:pt>
                <c:pt idx="93">
                  <c:v>1.1425005905621299</c:v>
                </c:pt>
                <c:pt idx="94">
                  <c:v>1.1524199364524501</c:v>
                </c:pt>
                <c:pt idx="95">
                  <c:v>1.16629087427506</c:v>
                </c:pt>
                <c:pt idx="96">
                  <c:v>1.1654577689578001</c:v>
                </c:pt>
                <c:pt idx="97">
                  <c:v>1.17630766522351</c:v>
                </c:pt>
                <c:pt idx="98">
                  <c:v>1.1635689571169501</c:v>
                </c:pt>
                <c:pt idx="99">
                  <c:v>1.1699014631697</c:v>
                </c:pt>
                <c:pt idx="100">
                  <c:v>1.1707909705405499</c:v>
                </c:pt>
                <c:pt idx="101">
                  <c:v>1.1629957265413999</c:v>
                </c:pt>
                <c:pt idx="102">
                  <c:v>1.1789150353639399</c:v>
                </c:pt>
                <c:pt idx="103">
                  <c:v>1.1797185795883001</c:v>
                </c:pt>
                <c:pt idx="104">
                  <c:v>1.17911165863825</c:v>
                </c:pt>
                <c:pt idx="105">
                  <c:v>1.1923994731810399</c:v>
                </c:pt>
                <c:pt idx="106">
                  <c:v>1.1987078301811001</c:v>
                </c:pt>
                <c:pt idx="107">
                  <c:v>1.1996485467461899</c:v>
                </c:pt>
                <c:pt idx="108">
                  <c:v>1.21147985680506</c:v>
                </c:pt>
                <c:pt idx="109">
                  <c:v>1.2191592493207699</c:v>
                </c:pt>
                <c:pt idx="110">
                  <c:v>1.2125088941660001</c:v>
                </c:pt>
                <c:pt idx="111">
                  <c:v>1.2042723109973601</c:v>
                </c:pt>
                <c:pt idx="112">
                  <c:v>1.17245365815304</c:v>
                </c:pt>
                <c:pt idx="113">
                  <c:v>1.18713080415189</c:v>
                </c:pt>
                <c:pt idx="114">
                  <c:v>1.20145799036303</c:v>
                </c:pt>
                <c:pt idx="115">
                  <c:v>1.2119524720825201</c:v>
                </c:pt>
                <c:pt idx="116">
                  <c:v>1.21020587290779</c:v>
                </c:pt>
                <c:pt idx="117">
                  <c:v>1.2287792125809101</c:v>
                </c:pt>
                <c:pt idx="118">
                  <c:v>1.2419288074900601</c:v>
                </c:pt>
                <c:pt idx="119">
                  <c:v>1.2539685465711601</c:v>
                </c:pt>
                <c:pt idx="120">
                  <c:v>1.2625673656675001</c:v>
                </c:pt>
                <c:pt idx="121">
                  <c:v>1.2705894637863899</c:v>
                </c:pt>
                <c:pt idx="122">
                  <c:v>1.27697124043974</c:v>
                </c:pt>
                <c:pt idx="123">
                  <c:v>1.2804042724499101</c:v>
                </c:pt>
                <c:pt idx="124">
                  <c:v>1.28449249784483</c:v>
                </c:pt>
                <c:pt idx="125">
                  <c:v>1.29494716181489</c:v>
                </c:pt>
                <c:pt idx="126">
                  <c:v>1.2774918058676099</c:v>
                </c:pt>
                <c:pt idx="127">
                  <c:v>1.28665835404092</c:v>
                </c:pt>
                <c:pt idx="128">
                  <c:v>1.2996792437827001</c:v>
                </c:pt>
                <c:pt idx="129">
                  <c:v>1.3157046785678701</c:v>
                </c:pt>
                <c:pt idx="130">
                  <c:v>1.3102364710949801</c:v>
                </c:pt>
                <c:pt idx="131">
                  <c:v>1.29940411331479</c:v>
                </c:pt>
                <c:pt idx="132">
                  <c:v>1.29855866987916</c:v>
                </c:pt>
                <c:pt idx="133">
                  <c:v>1.30104501543743</c:v>
                </c:pt>
                <c:pt idx="134">
                  <c:v>1.2991153463238601</c:v>
                </c:pt>
                <c:pt idx="135">
                  <c:v>1.31312201778983</c:v>
                </c:pt>
                <c:pt idx="136">
                  <c:v>1.2986020662187101</c:v>
                </c:pt>
                <c:pt idx="137">
                  <c:v>1.29230076960361</c:v>
                </c:pt>
                <c:pt idx="138">
                  <c:v>1.3045329542683599</c:v>
                </c:pt>
                <c:pt idx="139">
                  <c:v>1.3218126507096399</c:v>
                </c:pt>
                <c:pt idx="140">
                  <c:v>1.3352721764777999</c:v>
                </c:pt>
                <c:pt idx="141">
                  <c:v>1.34438741987155</c:v>
                </c:pt>
                <c:pt idx="142">
                  <c:v>1.3549230019146901</c:v>
                </c:pt>
                <c:pt idx="143">
                  <c:v>1.34543414798149</c:v>
                </c:pt>
                <c:pt idx="144">
                  <c:v>1.36486141227247</c:v>
                </c:pt>
                <c:pt idx="145">
                  <c:v>1.37673019800298</c:v>
                </c:pt>
                <c:pt idx="146">
                  <c:v>1.3811254715033201</c:v>
                </c:pt>
                <c:pt idx="147">
                  <c:v>1.3701069377139099</c:v>
                </c:pt>
                <c:pt idx="148">
                  <c:v>1.3823392538252199</c:v>
                </c:pt>
                <c:pt idx="149">
                  <c:v>1.40165246595203</c:v>
                </c:pt>
                <c:pt idx="150">
                  <c:v>1.40920071281068</c:v>
                </c:pt>
                <c:pt idx="151">
                  <c:v>1.4144496896438501</c:v>
                </c:pt>
                <c:pt idx="152">
                  <c:v>1.4133626126266701</c:v>
                </c:pt>
                <c:pt idx="153">
                  <c:v>1.4316372198698599</c:v>
                </c:pt>
                <c:pt idx="154">
                  <c:v>1.4578135653495199</c:v>
                </c:pt>
                <c:pt idx="155">
                  <c:v>1.4673191970357899</c:v>
                </c:pt>
                <c:pt idx="156">
                  <c:v>1.47437799087954</c:v>
                </c:pt>
                <c:pt idx="157">
                  <c:v>1.4804261642419401</c:v>
                </c:pt>
                <c:pt idx="158">
                  <c:v>1.4959893263730799</c:v>
                </c:pt>
                <c:pt idx="159">
                  <c:v>1.49139456047982</c:v>
                </c:pt>
                <c:pt idx="160">
                  <c:v>1.4646096130242601</c:v>
                </c:pt>
                <c:pt idx="161">
                  <c:v>1.47913620205206</c:v>
                </c:pt>
                <c:pt idx="162">
                  <c:v>1.47074546761588</c:v>
                </c:pt>
                <c:pt idx="163">
                  <c:v>1.48673065184151</c:v>
                </c:pt>
                <c:pt idx="164">
                  <c:v>1.51406622891443</c:v>
                </c:pt>
                <c:pt idx="165">
                  <c:v>1.5352441928331</c:v>
                </c:pt>
                <c:pt idx="166">
                  <c:v>1.54880924153542</c:v>
                </c:pt>
                <c:pt idx="167">
                  <c:v>1.5661114983433799</c:v>
                </c:pt>
                <c:pt idx="168">
                  <c:v>1.57504483830557</c:v>
                </c:pt>
                <c:pt idx="169">
                  <c:v>1.59172594219293</c:v>
                </c:pt>
                <c:pt idx="170">
                  <c:v>1.6110171494330301</c:v>
                </c:pt>
                <c:pt idx="171">
                  <c:v>1.6175566095384299</c:v>
                </c:pt>
                <c:pt idx="172">
                  <c:v>1.64491308297779</c:v>
                </c:pt>
                <c:pt idx="173">
                  <c:v>1.67209618129136</c:v>
                </c:pt>
                <c:pt idx="174">
                  <c:v>1.62353623097931</c:v>
                </c:pt>
                <c:pt idx="175">
                  <c:v>1.64477952351359</c:v>
                </c:pt>
                <c:pt idx="176">
                  <c:v>1.65990458411214</c:v>
                </c:pt>
                <c:pt idx="177">
                  <c:v>1.68173744859591</c:v>
                </c:pt>
                <c:pt idx="178">
                  <c:v>1.6706879124337599</c:v>
                </c:pt>
                <c:pt idx="179">
                  <c:v>1.69958104255775</c:v>
                </c:pt>
                <c:pt idx="180">
                  <c:v>1.72253427506184</c:v>
                </c:pt>
                <c:pt idx="181">
                  <c:v>1.7239748928258301</c:v>
                </c:pt>
                <c:pt idx="182">
                  <c:v>1.7371562339928199</c:v>
                </c:pt>
                <c:pt idx="183">
                  <c:v>1.7635292765142301</c:v>
                </c:pt>
                <c:pt idx="184">
                  <c:v>1.7799505328782801</c:v>
                </c:pt>
                <c:pt idx="185">
                  <c:v>1.8037431823265999</c:v>
                </c:pt>
                <c:pt idx="186">
                  <c:v>1.80639816298844</c:v>
                </c:pt>
                <c:pt idx="187">
                  <c:v>1.800593706948</c:v>
                </c:pt>
                <c:pt idx="188">
                  <c:v>1.8042125658746999</c:v>
                </c:pt>
                <c:pt idx="189">
                  <c:v>1.80386334842388</c:v>
                </c:pt>
                <c:pt idx="190">
                  <c:v>1.8158366745788499</c:v>
                </c:pt>
                <c:pt idx="191">
                  <c:v>1.7983550826071999</c:v>
                </c:pt>
                <c:pt idx="192">
                  <c:v>1.768898357164</c:v>
                </c:pt>
                <c:pt idx="193">
                  <c:v>1.79101124584534</c:v>
                </c:pt>
                <c:pt idx="194">
                  <c:v>1.78083189838885</c:v>
                </c:pt>
                <c:pt idx="195">
                  <c:v>1.7582294656798201</c:v>
                </c:pt>
                <c:pt idx="196">
                  <c:v>1.72237825287506</c:v>
                </c:pt>
                <c:pt idx="197">
                  <c:v>1.7287551455399599</c:v>
                </c:pt>
                <c:pt idx="198">
                  <c:v>1.7450943449976299</c:v>
                </c:pt>
                <c:pt idx="199">
                  <c:v>1.7925445262166499</c:v>
                </c:pt>
                <c:pt idx="200">
                  <c:v>1.8167750004471801</c:v>
                </c:pt>
                <c:pt idx="201">
                  <c:v>1.8182206814647901</c:v>
                </c:pt>
                <c:pt idx="202">
                  <c:v>1.8173936161172899</c:v>
                </c:pt>
                <c:pt idx="203">
                  <c:v>1.84138170167954</c:v>
                </c:pt>
                <c:pt idx="204">
                  <c:v>1.8375646375744099</c:v>
                </c:pt>
                <c:pt idx="205">
                  <c:v>1.8390342194109299</c:v>
                </c:pt>
                <c:pt idx="206">
                  <c:v>1.85572992692364</c:v>
                </c:pt>
                <c:pt idx="207">
                  <c:v>1.83882437102114</c:v>
                </c:pt>
                <c:pt idx="208">
                  <c:v>1.8455874604190501</c:v>
                </c:pt>
                <c:pt idx="209">
                  <c:v>1.7839195599930999</c:v>
                </c:pt>
                <c:pt idx="210">
                  <c:v>1.81325687951519</c:v>
                </c:pt>
                <c:pt idx="211">
                  <c:v>1.7853798554007101</c:v>
                </c:pt>
                <c:pt idx="212">
                  <c:v>1.77993431909591</c:v>
                </c:pt>
                <c:pt idx="213">
                  <c:v>1.8065004431251099</c:v>
                </c:pt>
                <c:pt idx="214">
                  <c:v>1.8182570965506499</c:v>
                </c:pt>
                <c:pt idx="215">
                  <c:v>1.8341183630633999</c:v>
                </c:pt>
                <c:pt idx="216">
                  <c:v>1.83544984687588</c:v>
                </c:pt>
                <c:pt idx="217">
                  <c:v>1.85704542778848</c:v>
                </c:pt>
                <c:pt idx="218">
                  <c:v>1.8723220831726599</c:v>
                </c:pt>
                <c:pt idx="219">
                  <c:v>1.89936456104733</c:v>
                </c:pt>
                <c:pt idx="220">
                  <c:v>1.91333716330313</c:v>
                </c:pt>
                <c:pt idx="221">
                  <c:v>1.9320038495213201</c:v>
                </c:pt>
                <c:pt idx="222">
                  <c:v>1.9350136117578201</c:v>
                </c:pt>
                <c:pt idx="223">
                  <c:v>1.9148609497170499</c:v>
                </c:pt>
                <c:pt idx="224">
                  <c:v>1.93401955215905</c:v>
                </c:pt>
                <c:pt idx="225">
                  <c:v>1.9427737418392299</c:v>
                </c:pt>
                <c:pt idx="226">
                  <c:v>1.9585387899137601</c:v>
                </c:pt>
                <c:pt idx="227">
                  <c:v>1.8946788389828799</c:v>
                </c:pt>
                <c:pt idx="228">
                  <c:v>1.88168811386243</c:v>
                </c:pt>
                <c:pt idx="229">
                  <c:v>1.8010114261593699</c:v>
                </c:pt>
                <c:pt idx="230">
                  <c:v>1.85052405118397</c:v>
                </c:pt>
                <c:pt idx="231">
                  <c:v>1.8789664770130701</c:v>
                </c:pt>
                <c:pt idx="232">
                  <c:v>1.90222455724206</c:v>
                </c:pt>
                <c:pt idx="233">
                  <c:v>1.9291582940054299</c:v>
                </c:pt>
                <c:pt idx="234">
                  <c:v>1.9208605962118901</c:v>
                </c:pt>
                <c:pt idx="235">
                  <c:v>1.8939200498006199</c:v>
                </c:pt>
                <c:pt idx="236">
                  <c:v>1.8893382152949501</c:v>
                </c:pt>
                <c:pt idx="237">
                  <c:v>1.8614712929886601</c:v>
                </c:pt>
                <c:pt idx="238">
                  <c:v>1.76723981296581</c:v>
                </c:pt>
                <c:pt idx="239">
                  <c:v>1.75430057984277</c:v>
                </c:pt>
                <c:pt idx="240">
                  <c:v>1.79549302729345</c:v>
                </c:pt>
                <c:pt idx="241">
                  <c:v>1.8141928555206099</c:v>
                </c:pt>
                <c:pt idx="242">
                  <c:v>1.8174959578204799</c:v>
                </c:pt>
                <c:pt idx="243">
                  <c:v>1.78579694983795</c:v>
                </c:pt>
                <c:pt idx="244">
                  <c:v>1.7620488091700599</c:v>
                </c:pt>
                <c:pt idx="245">
                  <c:v>1.7762022623465401</c:v>
                </c:pt>
                <c:pt idx="246">
                  <c:v>1.7885279228683599</c:v>
                </c:pt>
                <c:pt idx="247">
                  <c:v>1.82254055701434</c:v>
                </c:pt>
                <c:pt idx="248">
                  <c:v>1.81919083342803</c:v>
                </c:pt>
                <c:pt idx="249">
                  <c:v>1.8220506324044801</c:v>
                </c:pt>
                <c:pt idx="250">
                  <c:v>1.8080512078075699</c:v>
                </c:pt>
                <c:pt idx="251">
                  <c:v>1.7786371189069099</c:v>
                </c:pt>
                <c:pt idx="252">
                  <c:v>1.80781830838818</c:v>
                </c:pt>
                <c:pt idx="253">
                  <c:v>1.8038405812187801</c:v>
                </c:pt>
                <c:pt idx="254">
                  <c:v>1.8126867562840701</c:v>
                </c:pt>
                <c:pt idx="255">
                  <c:v>1.8339392301297499</c:v>
                </c:pt>
                <c:pt idx="256">
                  <c:v>1.80379302539176</c:v>
                </c:pt>
                <c:pt idx="257">
                  <c:v>1.8653136953690399</c:v>
                </c:pt>
                <c:pt idx="258">
                  <c:v>1.9036576603677799</c:v>
                </c:pt>
                <c:pt idx="259">
                  <c:v>1.93346893140218</c:v>
                </c:pt>
                <c:pt idx="260">
                  <c:v>1.9183742513909601</c:v>
                </c:pt>
                <c:pt idx="261">
                  <c:v>1.95207788305397</c:v>
                </c:pt>
                <c:pt idx="262">
                  <c:v>1.9667417416611801</c:v>
                </c:pt>
                <c:pt idx="263">
                  <c:v>1.9671064113785699</c:v>
                </c:pt>
                <c:pt idx="264">
                  <c:v>1.9608683504191999</c:v>
                </c:pt>
                <c:pt idx="265">
                  <c:v>1.9434338391475301</c:v>
                </c:pt>
                <c:pt idx="266">
                  <c:v>1.9441454673435801</c:v>
                </c:pt>
                <c:pt idx="267">
                  <c:v>1.97206275876329</c:v>
                </c:pt>
                <c:pt idx="268">
                  <c:v>1.97130217005243</c:v>
                </c:pt>
                <c:pt idx="269">
                  <c:v>1.9656605650360099</c:v>
                </c:pt>
                <c:pt idx="270">
                  <c:v>1.9372241776817001</c:v>
                </c:pt>
                <c:pt idx="271">
                  <c:v>1.9252687340839101</c:v>
                </c:pt>
                <c:pt idx="272">
                  <c:v>1.9399185890141999</c:v>
                </c:pt>
                <c:pt idx="273">
                  <c:v>1.9629266779285</c:v>
                </c:pt>
                <c:pt idx="274">
                  <c:v>1.98462150097909</c:v>
                </c:pt>
                <c:pt idx="275">
                  <c:v>2.0145025102180001</c:v>
                </c:pt>
                <c:pt idx="276">
                  <c:v>2.0501446216419899</c:v>
                </c:pt>
                <c:pt idx="277">
                  <c:v>2.0584791009849699</c:v>
                </c:pt>
                <c:pt idx="278">
                  <c:v>2.0638357539277199</c:v>
                </c:pt>
                <c:pt idx="279">
                  <c:v>2.0798233412060001</c:v>
                </c:pt>
                <c:pt idx="280">
                  <c:v>2.1036852870146898</c:v>
                </c:pt>
                <c:pt idx="281">
                  <c:v>2.1395883283235801</c:v>
                </c:pt>
                <c:pt idx="282">
                  <c:v>2.1352077405657499</c:v>
                </c:pt>
                <c:pt idx="283">
                  <c:v>2.17497077681216</c:v>
                </c:pt>
                <c:pt idx="284">
                  <c:v>2.19549333560578</c:v>
                </c:pt>
                <c:pt idx="285">
                  <c:v>2.1796658895627901</c:v>
                </c:pt>
                <c:pt idx="286">
                  <c:v>2.2101280335119999</c:v>
                </c:pt>
                <c:pt idx="287">
                  <c:v>2.2408522318749098</c:v>
                </c:pt>
                <c:pt idx="288">
                  <c:v>2.2506417029707402</c:v>
                </c:pt>
                <c:pt idx="289">
                  <c:v>2.2409690862586999</c:v>
                </c:pt>
                <c:pt idx="290">
                  <c:v>2.2702536969402698</c:v>
                </c:pt>
                <c:pt idx="291">
                  <c:v>2.3299580327630398</c:v>
                </c:pt>
                <c:pt idx="292">
                  <c:v>2.3603742249939699</c:v>
                </c:pt>
                <c:pt idx="293">
                  <c:v>2.4023648060001399</c:v>
                </c:pt>
                <c:pt idx="294">
                  <c:v>2.4228118917624601</c:v>
                </c:pt>
                <c:pt idx="295">
                  <c:v>2.4514225345780698</c:v>
                </c:pt>
                <c:pt idx="296">
                  <c:v>2.50684656409187</c:v>
                </c:pt>
                <c:pt idx="297">
                  <c:v>2.5116882114287602</c:v>
                </c:pt>
                <c:pt idx="298">
                  <c:v>2.5462049041308998</c:v>
                </c:pt>
                <c:pt idx="299">
                  <c:v>2.5257463573711401</c:v>
                </c:pt>
                <c:pt idx="300">
                  <c:v>2.5633709579233899</c:v>
                </c:pt>
                <c:pt idx="301">
                  <c:v>2.58133550934786</c:v>
                </c:pt>
                <c:pt idx="302">
                  <c:v>2.5934397967923402</c:v>
                </c:pt>
                <c:pt idx="303">
                  <c:v>2.6507307873100099</c:v>
                </c:pt>
                <c:pt idx="304">
                  <c:v>2.7121373368348101</c:v>
                </c:pt>
                <c:pt idx="305">
                  <c:v>2.77759210891384</c:v>
                </c:pt>
                <c:pt idx="306">
                  <c:v>2.8302514767757598</c:v>
                </c:pt>
                <c:pt idx="307">
                  <c:v>2.8106138248004902</c:v>
                </c:pt>
                <c:pt idx="308">
                  <c:v>2.7970959468325001</c:v>
                </c:pt>
                <c:pt idx="309">
                  <c:v>2.8701048559223001</c:v>
                </c:pt>
                <c:pt idx="310">
                  <c:v>2.9379153617376899</c:v>
                </c:pt>
                <c:pt idx="311">
                  <c:v>2.94665010752112</c:v>
                </c:pt>
                <c:pt idx="312">
                  <c:v>2.8635710058975401</c:v>
                </c:pt>
                <c:pt idx="313">
                  <c:v>2.8840704722524002</c:v>
                </c:pt>
                <c:pt idx="314">
                  <c:v>2.8916293901809702</c:v>
                </c:pt>
                <c:pt idx="315">
                  <c:v>2.8384204862909299</c:v>
                </c:pt>
                <c:pt idx="316">
                  <c:v>2.9356439500181701</c:v>
                </c:pt>
                <c:pt idx="317">
                  <c:v>3.0188332653245902</c:v>
                </c:pt>
                <c:pt idx="318">
                  <c:v>3.0575558417521802</c:v>
                </c:pt>
                <c:pt idx="319">
                  <c:v>3.0764322286056598</c:v>
                </c:pt>
                <c:pt idx="320">
                  <c:v>3.1000687233826101</c:v>
                </c:pt>
                <c:pt idx="321">
                  <c:v>3.02542944985067</c:v>
                </c:pt>
                <c:pt idx="322">
                  <c:v>3.1011865831749401</c:v>
                </c:pt>
                <c:pt idx="323">
                  <c:v>3.1208578043516999</c:v>
                </c:pt>
                <c:pt idx="324">
                  <c:v>3.1561139913628602</c:v>
                </c:pt>
                <c:pt idx="325">
                  <c:v>3.09389712518642</c:v>
                </c:pt>
                <c:pt idx="326">
                  <c:v>3.0670996723388999</c:v>
                </c:pt>
                <c:pt idx="327">
                  <c:v>3.0109949477645599</c:v>
                </c:pt>
                <c:pt idx="328">
                  <c:v>3.1223960348686699</c:v>
                </c:pt>
                <c:pt idx="329">
                  <c:v>3.24301862299354</c:v>
                </c:pt>
                <c:pt idx="330">
                  <c:v>3.3064115151263702</c:v>
                </c:pt>
                <c:pt idx="331">
                  <c:v>3.35318384010177</c:v>
                </c:pt>
                <c:pt idx="332">
                  <c:v>3.41196048502891</c:v>
                </c:pt>
                <c:pt idx="333">
                  <c:v>3.4177923884488899</c:v>
                </c:pt>
                <c:pt idx="334">
                  <c:v>3.5149618734242698</c:v>
                </c:pt>
                <c:pt idx="335">
                  <c:v>3.6030294944136401</c:v>
                </c:pt>
                <c:pt idx="336">
                  <c:v>3.6831087367575002</c:v>
                </c:pt>
                <c:pt idx="337">
                  <c:v>3.80753216906762</c:v>
                </c:pt>
                <c:pt idx="338">
                  <c:v>3.8785661663484499</c:v>
                </c:pt>
                <c:pt idx="339">
                  <c:v>3.9759777890045598</c:v>
                </c:pt>
                <c:pt idx="340">
                  <c:v>4.1300484962202901</c:v>
                </c:pt>
                <c:pt idx="341">
                  <c:v>4.2241817590150204</c:v>
                </c:pt>
                <c:pt idx="342">
                  <c:v>4.0639070862980802</c:v>
                </c:pt>
                <c:pt idx="343">
                  <c:v>4.1245583646246304</c:v>
                </c:pt>
                <c:pt idx="344">
                  <c:v>4.3167559253657801</c:v>
                </c:pt>
                <c:pt idx="345">
                  <c:v>4.5078567621693901</c:v>
                </c:pt>
                <c:pt idx="346">
                  <c:v>4.5659063254854599</c:v>
                </c:pt>
                <c:pt idx="347">
                  <c:v>4.5643314256926901</c:v>
                </c:pt>
                <c:pt idx="348">
                  <c:v>4.6527624711443396</c:v>
                </c:pt>
                <c:pt idx="349">
                  <c:v>4.6355559434893401</c:v>
                </c:pt>
                <c:pt idx="350">
                  <c:v>4.6438722666007397</c:v>
                </c:pt>
                <c:pt idx="351">
                  <c:v>4.7433585064911901</c:v>
                </c:pt>
                <c:pt idx="352">
                  <c:v>4.8757287637145801</c:v>
                </c:pt>
                <c:pt idx="353">
                  <c:v>4.99716305316554</c:v>
                </c:pt>
                <c:pt idx="354">
                  <c:v>4.96508805755089</c:v>
                </c:pt>
                <c:pt idx="355">
                  <c:v>4.8139441898749302</c:v>
                </c:pt>
                <c:pt idx="356">
                  <c:v>4.9047361869543797</c:v>
                </c:pt>
                <c:pt idx="357">
                  <c:v>4.8022805006652396</c:v>
                </c:pt>
                <c:pt idx="358">
                  <c:v>4.5282969527555101</c:v>
                </c:pt>
                <c:pt idx="359">
                  <c:v>4.4959810815294396</c:v>
                </c:pt>
                <c:pt idx="360">
                  <c:v>4.6083418950275101</c:v>
                </c:pt>
                <c:pt idx="361">
                  <c:v>4.4789094368363296</c:v>
                </c:pt>
                <c:pt idx="362">
                  <c:v>4.1683265801399498</c:v>
                </c:pt>
                <c:pt idx="363">
                  <c:v>3.9030508354824001</c:v>
                </c:pt>
                <c:pt idx="364">
                  <c:v>4.0289603828973704</c:v>
                </c:pt>
                <c:pt idx="365">
                  <c:v>3.7678263000658299</c:v>
                </c:pt>
                <c:pt idx="366">
                  <c:v>3.4926381953063701</c:v>
                </c:pt>
                <c:pt idx="367">
                  <c:v>3.2421218176598798</c:v>
                </c:pt>
                <c:pt idx="368">
                  <c:v>3.0377451921944201</c:v>
                </c:pt>
                <c:pt idx="369">
                  <c:v>2.8143970569074699</c:v>
                </c:pt>
                <c:pt idx="370">
                  <c:v>2.7066631297272701</c:v>
                </c:pt>
                <c:pt idx="371">
                  <c:v>2.8380298431312401</c:v>
                </c:pt>
                <c:pt idx="372">
                  <c:v>2.9799010665704802</c:v>
                </c:pt>
                <c:pt idx="373">
                  <c:v>3.1543190480678902</c:v>
                </c:pt>
                <c:pt idx="374">
                  <c:v>3.2845982857560201</c:v>
                </c:pt>
                <c:pt idx="375">
                  <c:v>3.1490460140742602</c:v>
                </c:pt>
                <c:pt idx="376">
                  <c:v>3.2030110063340902</c:v>
                </c:pt>
                <c:pt idx="377">
                  <c:v>3.39757024964385</c:v>
                </c:pt>
                <c:pt idx="378">
                  <c:v>3.4976813630383798</c:v>
                </c:pt>
                <c:pt idx="379">
                  <c:v>3.5950571625420902</c:v>
                </c:pt>
                <c:pt idx="380">
                  <c:v>3.6536000481970698</c:v>
                </c:pt>
                <c:pt idx="381">
                  <c:v>3.79690775311051</c:v>
                </c:pt>
                <c:pt idx="382">
                  <c:v>3.7538633944334001</c:v>
                </c:pt>
                <c:pt idx="383">
                  <c:v>3.4956783623382299</c:v>
                </c:pt>
                <c:pt idx="384">
                  <c:v>3.3514575368208401</c:v>
                </c:pt>
                <c:pt idx="385">
                  <c:v>3.5497017232440702</c:v>
                </c:pt>
                <c:pt idx="386">
                  <c:v>3.4665735852144799</c:v>
                </c:pt>
                <c:pt idx="387">
                  <c:v>3.4015516292948602</c:v>
                </c:pt>
                <c:pt idx="388">
                  <c:v>3.2186066281942201</c:v>
                </c:pt>
                <c:pt idx="389">
                  <c:v>3.4551537715648899</c:v>
                </c:pt>
                <c:pt idx="390">
                  <c:v>3.4725546309226001</c:v>
                </c:pt>
                <c:pt idx="391">
                  <c:v>3.50792802124458</c:v>
                </c:pt>
                <c:pt idx="392">
                  <c:v>3.6579336866096299</c:v>
                </c:pt>
                <c:pt idx="393">
                  <c:v>3.85373122328394</c:v>
                </c:pt>
                <c:pt idx="394">
                  <c:v>3.8988079759033898</c:v>
                </c:pt>
                <c:pt idx="395">
                  <c:v>3.8573137524102501</c:v>
                </c:pt>
                <c:pt idx="396">
                  <c:v>3.9945317377368199</c:v>
                </c:pt>
                <c:pt idx="397">
                  <c:v>4.0626514974902204</c:v>
                </c:pt>
                <c:pt idx="398">
                  <c:v>4.1745180439527303</c:v>
                </c:pt>
                <c:pt idx="399">
                  <c:v>3.8555291499181301</c:v>
                </c:pt>
                <c:pt idx="400">
                  <c:v>3.9632342687245798</c:v>
                </c:pt>
                <c:pt idx="401">
                  <c:v>3.8446916029289402</c:v>
                </c:pt>
                <c:pt idx="402">
                  <c:v>3.6191280306002902</c:v>
                </c:pt>
                <c:pt idx="403">
                  <c:v>3.3150797998960502</c:v>
                </c:pt>
                <c:pt idx="404">
                  <c:v>3.0446039900762898</c:v>
                </c:pt>
                <c:pt idx="405">
                  <c:v>2.9149818954285101</c:v>
                </c:pt>
                <c:pt idx="406">
                  <c:v>3.0343188307014999</c:v>
                </c:pt>
                <c:pt idx="407">
                  <c:v>3.2456576370037999</c:v>
                </c:pt>
                <c:pt idx="408">
                  <c:v>3.1186078840653102</c:v>
                </c:pt>
                <c:pt idx="409">
                  <c:v>2.8892145284747301</c:v>
                </c:pt>
                <c:pt idx="410">
                  <c:v>2.7490560398672899</c:v>
                </c:pt>
                <c:pt idx="411">
                  <c:v>2.8253620930416701</c:v>
                </c:pt>
                <c:pt idx="412">
                  <c:v>3.0072746985364001</c:v>
                </c:pt>
                <c:pt idx="413">
                  <c:v>3.1574191320165599</c:v>
                </c:pt>
                <c:pt idx="414">
                  <c:v>3.1046473962305701</c:v>
                </c:pt>
                <c:pt idx="415">
                  <c:v>3.1543254726868</c:v>
                </c:pt>
                <c:pt idx="416">
                  <c:v>2.8861112540597902</c:v>
                </c:pt>
                <c:pt idx="417">
                  <c:v>2.6949910590965498</c:v>
                </c:pt>
                <c:pt idx="418">
                  <c:v>2.9315285972237901</c:v>
                </c:pt>
                <c:pt idx="419">
                  <c:v>2.88458389597072</c:v>
                </c:pt>
                <c:pt idx="420">
                  <c:v>2.9503067267044001</c:v>
                </c:pt>
                <c:pt idx="421">
                  <c:v>3.0867602716786702</c:v>
                </c:pt>
                <c:pt idx="422">
                  <c:v>3.11420839312192</c:v>
                </c:pt>
                <c:pt idx="423">
                  <c:v>3.0927441676684202</c:v>
                </c:pt>
                <c:pt idx="424">
                  <c:v>3.16813919581258</c:v>
                </c:pt>
                <c:pt idx="425">
                  <c:v>3.0373679442080199</c:v>
                </c:pt>
                <c:pt idx="426">
                  <c:v>3.1362980632692699</c:v>
                </c:pt>
                <c:pt idx="427">
                  <c:v>3.08875155710597</c:v>
                </c:pt>
                <c:pt idx="428">
                  <c:v>3.1047533527179301</c:v>
                </c:pt>
                <c:pt idx="429">
                  <c:v>3.2487531693729399</c:v>
                </c:pt>
                <c:pt idx="430">
                  <c:v>3.3215790488908601</c:v>
                </c:pt>
                <c:pt idx="431">
                  <c:v>3.4842928380251199</c:v>
                </c:pt>
                <c:pt idx="432">
                  <c:v>3.5525732848686502</c:v>
                </c:pt>
                <c:pt idx="433">
                  <c:v>3.51518886735311</c:v>
                </c:pt>
                <c:pt idx="434">
                  <c:v>3.6460815813791099</c:v>
                </c:pt>
                <c:pt idx="435">
                  <c:v>3.71440071084261</c:v>
                </c:pt>
                <c:pt idx="436">
                  <c:v>3.7170944533646901</c:v>
                </c:pt>
                <c:pt idx="437">
                  <c:v>3.8009613610395898</c:v>
                </c:pt>
                <c:pt idx="438">
                  <c:v>3.53790571010529</c:v>
                </c:pt>
                <c:pt idx="439">
                  <c:v>3.6987598889511499</c:v>
                </c:pt>
                <c:pt idx="440">
                  <c:v>3.8493954962908301</c:v>
                </c:pt>
                <c:pt idx="441">
                  <c:v>3.9025076106821799</c:v>
                </c:pt>
                <c:pt idx="442">
                  <c:v>3.9361048590254799</c:v>
                </c:pt>
                <c:pt idx="443">
                  <c:v>3.8591085779669201</c:v>
                </c:pt>
                <c:pt idx="444">
                  <c:v>3.9197017309078501</c:v>
                </c:pt>
                <c:pt idx="445">
                  <c:v>3.9170741479231999</c:v>
                </c:pt>
                <c:pt idx="446">
                  <c:v>3.8451427609461399</c:v>
                </c:pt>
                <c:pt idx="447">
                  <c:v>3.8727989587281102</c:v>
                </c:pt>
                <c:pt idx="448">
                  <c:v>4.0668444205247196</c:v>
                </c:pt>
                <c:pt idx="449">
                  <c:v>4.0742698395710599</c:v>
                </c:pt>
                <c:pt idx="450">
                  <c:v>4.1883154409729197</c:v>
                </c:pt>
                <c:pt idx="451">
                  <c:v>4.2527398907125402</c:v>
                </c:pt>
                <c:pt idx="452">
                  <c:v>4.2979127956328096</c:v>
                </c:pt>
                <c:pt idx="453">
                  <c:v>4.4092993664193703</c:v>
                </c:pt>
                <c:pt idx="454">
                  <c:v>4.4540777391980804</c:v>
                </c:pt>
                <c:pt idx="455">
                  <c:v>4.3667871655655999</c:v>
                </c:pt>
                <c:pt idx="456">
                  <c:v>4.49675331042822</c:v>
                </c:pt>
                <c:pt idx="457">
                  <c:v>4.4728251571058504</c:v>
                </c:pt>
                <c:pt idx="458">
                  <c:v>4.40255741030336</c:v>
                </c:pt>
                <c:pt idx="459">
                  <c:v>4.5335781221470102</c:v>
                </c:pt>
                <c:pt idx="460">
                  <c:v>4.6351653000960402</c:v>
                </c:pt>
                <c:pt idx="461">
                  <c:v>4.6303686294878004</c:v>
                </c:pt>
                <c:pt idx="462">
                  <c:v>4.7226428956235802</c:v>
                </c:pt>
                <c:pt idx="463">
                  <c:v>4.8357707978094204</c:v>
                </c:pt>
                <c:pt idx="464">
                  <c:v>4.8374550142653501</c:v>
                </c:pt>
                <c:pt idx="465">
                  <c:v>4.5519957928941199</c:v>
                </c:pt>
                <c:pt idx="466">
                  <c:v>4.6101103449363903</c:v>
                </c:pt>
                <c:pt idx="467">
                  <c:v>4.6598864850012598</c:v>
                </c:pt>
                <c:pt idx="468">
                  <c:v>4.6096394824357301</c:v>
                </c:pt>
                <c:pt idx="469">
                  <c:v>4.7373556377781396</c:v>
                </c:pt>
                <c:pt idx="470">
                  <c:v>4.7667117243305599</c:v>
                </c:pt>
                <c:pt idx="471">
                  <c:v>4.8588313592222097</c:v>
                </c:pt>
                <c:pt idx="472">
                  <c:v>4.7795317315536501</c:v>
                </c:pt>
                <c:pt idx="473">
                  <c:v>4.7741238570864999</c:v>
                </c:pt>
                <c:pt idx="474">
                  <c:v>4.7664425945995097</c:v>
                </c:pt>
                <c:pt idx="475">
                  <c:v>4.7363093147880599</c:v>
                </c:pt>
                <c:pt idx="476">
                  <c:v>4.8294797802096996</c:v>
                </c:pt>
                <c:pt idx="477">
                  <c:v>4.8995915783864703</c:v>
                </c:pt>
                <c:pt idx="478">
                  <c:v>4.9607887241747903</c:v>
                </c:pt>
                <c:pt idx="479">
                  <c:v>5.1095502637027499</c:v>
                </c:pt>
                <c:pt idx="480">
                  <c:v>5.1209528232955304</c:v>
                </c:pt>
                <c:pt idx="481">
                  <c:v>5.1799335553767696</c:v>
                </c:pt>
                <c:pt idx="482">
                  <c:v>5.2460043026351597</c:v>
                </c:pt>
                <c:pt idx="483">
                  <c:v>5.2022562628787599</c:v>
                </c:pt>
                <c:pt idx="484">
                  <c:v>5.2298147753428399</c:v>
                </c:pt>
                <c:pt idx="485">
                  <c:v>5.3138419789311602</c:v>
                </c:pt>
                <c:pt idx="486">
                  <c:v>5.2077431607460101</c:v>
                </c:pt>
                <c:pt idx="487">
                  <c:v>5.2980665506424502</c:v>
                </c:pt>
                <c:pt idx="488">
                  <c:v>5.3742512104165003</c:v>
                </c:pt>
                <c:pt idx="489">
                  <c:v>5.2940677453410503</c:v>
                </c:pt>
                <c:pt idx="490">
                  <c:v>4.8773513725987696</c:v>
                </c:pt>
                <c:pt idx="491">
                  <c:v>4.7718200752347304</c:v>
                </c:pt>
                <c:pt idx="492">
                  <c:v>4.91207754156778</c:v>
                </c:pt>
                <c:pt idx="493">
                  <c:v>4.5137834249901099</c:v>
                </c:pt>
                <c:pt idx="494">
                  <c:v>4.5508489526275699</c:v>
                </c:pt>
                <c:pt idx="495">
                  <c:v>4.2202858222863098</c:v>
                </c:pt>
                <c:pt idx="496">
                  <c:v>4.20210724671667</c:v>
                </c:pt>
                <c:pt idx="497">
                  <c:v>4.0344278182361899</c:v>
                </c:pt>
                <c:pt idx="498">
                  <c:v>4.1731472744770297</c:v>
                </c:pt>
                <c:pt idx="499">
                  <c:v>4.0157087515392904</c:v>
                </c:pt>
                <c:pt idx="500">
                  <c:v>4.1124322775294901</c:v>
                </c:pt>
                <c:pt idx="501">
                  <c:v>4.2774903596576799</c:v>
                </c:pt>
                <c:pt idx="502">
                  <c:v>4.2749085573743599</c:v>
                </c:pt>
                <c:pt idx="503">
                  <c:v>4.1119508882469802</c:v>
                </c:pt>
                <c:pt idx="504">
                  <c:v>4.18493929016641</c:v>
                </c:pt>
                <c:pt idx="505">
                  <c:v>4.2596892137278104</c:v>
                </c:pt>
                <c:pt idx="506">
                  <c:v>3.9472481984093601</c:v>
                </c:pt>
                <c:pt idx="507">
                  <c:v>3.9010042594783298</c:v>
                </c:pt>
                <c:pt idx="508">
                  <c:v>3.7333011083686398</c:v>
                </c:pt>
                <c:pt idx="509">
                  <c:v>3.87204997967403</c:v>
                </c:pt>
                <c:pt idx="510">
                  <c:v>3.84050865499061</c:v>
                </c:pt>
                <c:pt idx="511">
                  <c:v>4.0007544465387204</c:v>
                </c:pt>
                <c:pt idx="512">
                  <c:v>4.0405944034835599</c:v>
                </c:pt>
                <c:pt idx="513">
                  <c:v>4.1508810941379704</c:v>
                </c:pt>
                <c:pt idx="514">
                  <c:v>4.1160264886992497</c:v>
                </c:pt>
                <c:pt idx="515">
                  <c:v>4.1249466751714596</c:v>
                </c:pt>
                <c:pt idx="516">
                  <c:v>4.3081769051086898</c:v>
                </c:pt>
                <c:pt idx="517">
                  <c:v>4.3716024136395504</c:v>
                </c:pt>
                <c:pt idx="518">
                  <c:v>4.3675055896729598</c:v>
                </c:pt>
                <c:pt idx="519">
                  <c:v>4.4045490412340698</c:v>
                </c:pt>
                <c:pt idx="520">
                  <c:v>4.5134485681986698</c:v>
                </c:pt>
                <c:pt idx="521">
                  <c:v>4.5005523366702702</c:v>
                </c:pt>
                <c:pt idx="522">
                  <c:v>4.52778194824349</c:v>
                </c:pt>
                <c:pt idx="523">
                  <c:v>4.1405031845337703</c:v>
                </c:pt>
                <c:pt idx="524">
                  <c:v>4.1329146947861801</c:v>
                </c:pt>
                <c:pt idx="525">
                  <c:v>3.8565298470072902</c:v>
                </c:pt>
                <c:pt idx="526">
                  <c:v>3.9564435699213898</c:v>
                </c:pt>
                <c:pt idx="527">
                  <c:v>4.1720693858876396</c:v>
                </c:pt>
                <c:pt idx="528">
                  <c:v>4.1931101552633399</c:v>
                </c:pt>
                <c:pt idx="529">
                  <c:v>4.0273749684165301</c:v>
                </c:pt>
                <c:pt idx="530">
                  <c:v>4.1584142314669199</c:v>
                </c:pt>
                <c:pt idx="531">
                  <c:v>4.2150782965072198</c:v>
                </c:pt>
                <c:pt idx="532">
                  <c:v>4.1146811028833197</c:v>
                </c:pt>
                <c:pt idx="533">
                  <c:v>4.0422814101323601</c:v>
                </c:pt>
                <c:pt idx="534">
                  <c:v>4.0496304480568597</c:v>
                </c:pt>
                <c:pt idx="535">
                  <c:v>4.2127551939361503</c:v>
                </c:pt>
                <c:pt idx="536">
                  <c:v>4.1891214261124103</c:v>
                </c:pt>
                <c:pt idx="537">
                  <c:v>4.1763814658119802</c:v>
                </c:pt>
                <c:pt idx="538">
                  <c:v>4.33271833369934</c:v>
                </c:pt>
                <c:pt idx="539">
                  <c:v>4.4959870114585199</c:v>
                </c:pt>
                <c:pt idx="540">
                  <c:v>4.6140149067984897</c:v>
                </c:pt>
                <c:pt idx="541">
                  <c:v>4.6172625478437999</c:v>
                </c:pt>
                <c:pt idx="542">
                  <c:v>4.6684841047292096</c:v>
                </c:pt>
                <c:pt idx="543">
                  <c:v>4.5975241847427197</c:v>
                </c:pt>
                <c:pt idx="544">
                  <c:v>4.64758381809607</c:v>
                </c:pt>
                <c:pt idx="545">
                  <c:v>4.6339644710270802</c:v>
                </c:pt>
                <c:pt idx="546">
                  <c:v>4.5348530620330498</c:v>
                </c:pt>
                <c:pt idx="547">
                  <c:v>4.7161605755307603</c:v>
                </c:pt>
                <c:pt idx="548">
                  <c:v>4.7580653313761703</c:v>
                </c:pt>
                <c:pt idx="549">
                  <c:v>4.7580305165230197</c:v>
                </c:pt>
                <c:pt idx="550">
                  <c:v>4.8933113848735497</c:v>
                </c:pt>
                <c:pt idx="551">
                  <c:v>4.9344068891807904</c:v>
                </c:pt>
                <c:pt idx="552">
                  <c:v>4.8768167023656499</c:v>
                </c:pt>
                <c:pt idx="553">
                  <c:v>4.8605727524675899</c:v>
                </c:pt>
                <c:pt idx="554">
                  <c:v>4.9737783179467199</c:v>
                </c:pt>
                <c:pt idx="555">
                  <c:v>4.9576479562150899</c:v>
                </c:pt>
                <c:pt idx="556">
                  <c:v>5.0206242676389001</c:v>
                </c:pt>
                <c:pt idx="557">
                  <c:v>5.1094105090885602</c:v>
                </c:pt>
                <c:pt idx="558">
                  <c:v>5.1557668538212704</c:v>
                </c:pt>
                <c:pt idx="559">
                  <c:v>5.1039704625108504</c:v>
                </c:pt>
                <c:pt idx="560">
                  <c:v>5.1281559018657497</c:v>
                </c:pt>
                <c:pt idx="561">
                  <c:v>4.9028020466525604</c:v>
                </c:pt>
                <c:pt idx="562">
                  <c:v>4.8605177966123598</c:v>
                </c:pt>
                <c:pt idx="563">
                  <c:v>4.9046005198237301</c:v>
                </c:pt>
                <c:pt idx="564">
                  <c:v>4.8981513894073796</c:v>
                </c:pt>
                <c:pt idx="565">
                  <c:v>4.9693393167945397</c:v>
                </c:pt>
                <c:pt idx="566">
                  <c:v>4.9769108256102497</c:v>
                </c:pt>
                <c:pt idx="567">
                  <c:v>4.9649305943850903</c:v>
                </c:pt>
                <c:pt idx="568">
                  <c:v>4.9723938212199998</c:v>
                </c:pt>
                <c:pt idx="569">
                  <c:v>5.1023170319841196</c:v>
                </c:pt>
                <c:pt idx="570">
                  <c:v>5.1119249145178003</c:v>
                </c:pt>
                <c:pt idx="571">
                  <c:v>5.1461886004381903</c:v>
                </c:pt>
                <c:pt idx="572">
                  <c:v>4.9287324966210901</c:v>
                </c:pt>
                <c:pt idx="573">
                  <c:v>4.6955467318306301</c:v>
                </c:pt>
                <c:pt idx="574">
                  <c:v>4.6748074111747</c:v>
                </c:pt>
                <c:pt idx="575">
                  <c:v>4.6238471096793097</c:v>
                </c:pt>
                <c:pt idx="576">
                  <c:v>4.5777121779929999</c:v>
                </c:pt>
                <c:pt idx="577">
                  <c:v>4.5717930636943702</c:v>
                </c:pt>
                <c:pt idx="578">
                  <c:v>4.6767712450710803</c:v>
                </c:pt>
                <c:pt idx="579">
                  <c:v>4.6732121709999399</c:v>
                </c:pt>
                <c:pt idx="580">
                  <c:v>4.5117112939432404</c:v>
                </c:pt>
                <c:pt idx="581">
                  <c:v>4.5440266944827199</c:v>
                </c:pt>
                <c:pt idx="582">
                  <c:v>4.59723101399823</c:v>
                </c:pt>
                <c:pt idx="583">
                  <c:v>4.6752194220108301</c:v>
                </c:pt>
                <c:pt idx="584">
                  <c:v>4.64704108975313</c:v>
                </c:pt>
                <c:pt idx="585">
                  <c:v>4.6447001361704103</c:v>
                </c:pt>
                <c:pt idx="586">
                  <c:v>4.66428146177849</c:v>
                </c:pt>
                <c:pt idx="587">
                  <c:v>4.6736175716129296</c:v>
                </c:pt>
                <c:pt idx="588">
                  <c:v>4.6653503078284899</c:v>
                </c:pt>
                <c:pt idx="589">
                  <c:v>4.83878745475704</c:v>
                </c:pt>
                <c:pt idx="590">
                  <c:v>4.8799201663717398</c:v>
                </c:pt>
                <c:pt idx="591">
                  <c:v>4.9344302831873197</c:v>
                </c:pt>
                <c:pt idx="592">
                  <c:v>4.9562363192052201</c:v>
                </c:pt>
                <c:pt idx="593">
                  <c:v>4.9805804454938301</c:v>
                </c:pt>
                <c:pt idx="594">
                  <c:v>4.9999975169097697</c:v>
                </c:pt>
                <c:pt idx="595">
                  <c:v>4.9926974943878903</c:v>
                </c:pt>
                <c:pt idx="596">
                  <c:v>4.7479713383436897</c:v>
                </c:pt>
                <c:pt idx="597">
                  <c:v>4.7738001834851103</c:v>
                </c:pt>
                <c:pt idx="598">
                  <c:v>4.9336845420587903</c:v>
                </c:pt>
                <c:pt idx="599">
                  <c:v>4.9455130960179403</c:v>
                </c:pt>
                <c:pt idx="600">
                  <c:v>4.9883724454560996</c:v>
                </c:pt>
                <c:pt idx="601">
                  <c:v>4.9851559747880598</c:v>
                </c:pt>
                <c:pt idx="602">
                  <c:v>4.92634911508559</c:v>
                </c:pt>
                <c:pt idx="603">
                  <c:v>5.0155971308383096</c:v>
                </c:pt>
                <c:pt idx="604">
                  <c:v>5.0011659621697202</c:v>
                </c:pt>
                <c:pt idx="605">
                  <c:v>4.9612707617147098</c:v>
                </c:pt>
                <c:pt idx="606">
                  <c:v>5.0760787944014698</c:v>
                </c:pt>
                <c:pt idx="607">
                  <c:v>5.1389314772310799</c:v>
                </c:pt>
                <c:pt idx="608">
                  <c:v>5.1503876540129196</c:v>
                </c:pt>
                <c:pt idx="609">
                  <c:v>5.1619241202798998</c:v>
                </c:pt>
                <c:pt idx="610">
                  <c:v>5.1580236472905598</c:v>
                </c:pt>
                <c:pt idx="611">
                  <c:v>5.2509616910941697</c:v>
                </c:pt>
                <c:pt idx="612">
                  <c:v>5.2903164926112503</c:v>
                </c:pt>
                <c:pt idx="613">
                  <c:v>5.3246400937748204</c:v>
                </c:pt>
                <c:pt idx="614">
                  <c:v>5.3403151930060702</c:v>
                </c:pt>
                <c:pt idx="615">
                  <c:v>5.3438472784846098</c:v>
                </c:pt>
                <c:pt idx="616">
                  <c:v>5.3137210298547899</c:v>
                </c:pt>
                <c:pt idx="617">
                  <c:v>5.3524207243141504</c:v>
                </c:pt>
                <c:pt idx="618">
                  <c:v>5.3841808858408502</c:v>
                </c:pt>
                <c:pt idx="619">
                  <c:v>5.3993840637909498</c:v>
                </c:pt>
                <c:pt idx="620">
                  <c:v>5.38090910553107</c:v>
                </c:pt>
                <c:pt idx="621">
                  <c:v>5.3628473922294697</c:v>
                </c:pt>
                <c:pt idx="622">
                  <c:v>5.3994508115940496</c:v>
                </c:pt>
                <c:pt idx="623">
                  <c:v>5.4222067266272402</c:v>
                </c:pt>
                <c:pt idx="624">
                  <c:v>5.4393265259388404</c:v>
                </c:pt>
                <c:pt idx="625">
                  <c:v>5.3912796938668102</c:v>
                </c:pt>
                <c:pt idx="626">
                  <c:v>5.4013594595168497</c:v>
                </c:pt>
                <c:pt idx="627">
                  <c:v>5.47004660635322</c:v>
                </c:pt>
                <c:pt idx="628">
                  <c:v>5.2141172636993902</c:v>
                </c:pt>
                <c:pt idx="629">
                  <c:v>5.2082270876658701</c:v>
                </c:pt>
                <c:pt idx="630">
                  <c:v>5.1719017655800403</c:v>
                </c:pt>
                <c:pt idx="631">
                  <c:v>5.0890927416532099</c:v>
                </c:pt>
                <c:pt idx="632">
                  <c:v>5.1442214745383303</c:v>
                </c:pt>
                <c:pt idx="633">
                  <c:v>5.1830788160411796</c:v>
                </c:pt>
                <c:pt idx="634">
                  <c:v>5.2167465277911402</c:v>
                </c:pt>
                <c:pt idx="635">
                  <c:v>5.1903264355669902</c:v>
                </c:pt>
                <c:pt idx="636">
                  <c:v>5.2462362482893896</c:v>
                </c:pt>
                <c:pt idx="637">
                  <c:v>5.29924810475935</c:v>
                </c:pt>
                <c:pt idx="638">
                  <c:v>5.2861106508911897</c:v>
                </c:pt>
                <c:pt idx="639">
                  <c:v>5.20845849519627</c:v>
                </c:pt>
                <c:pt idx="640">
                  <c:v>5.2615383188900502</c:v>
                </c:pt>
                <c:pt idx="641">
                  <c:v>5.3603428732909597</c:v>
                </c:pt>
                <c:pt idx="642">
                  <c:v>5.4048042521036797</c:v>
                </c:pt>
                <c:pt idx="643">
                  <c:v>5.4303836519484303</c:v>
                </c:pt>
                <c:pt idx="644">
                  <c:v>5.4438641135613404</c:v>
                </c:pt>
                <c:pt idx="645">
                  <c:v>5.4581717240830399</c:v>
                </c:pt>
                <c:pt idx="646">
                  <c:v>5.4058871794903496</c:v>
                </c:pt>
                <c:pt idx="647">
                  <c:v>5.4282776025359798</c:v>
                </c:pt>
                <c:pt idx="648">
                  <c:v>5.4635268348604296</c:v>
                </c:pt>
                <c:pt idx="649">
                  <c:v>5.4427612656497999</c:v>
                </c:pt>
                <c:pt idx="650">
                  <c:v>5.4757675449827703</c:v>
                </c:pt>
                <c:pt idx="651">
                  <c:v>5.5114045624733699</c:v>
                </c:pt>
                <c:pt idx="652">
                  <c:v>5.5131204439307</c:v>
                </c:pt>
                <c:pt idx="653">
                  <c:v>5.5264609213213198</c:v>
                </c:pt>
                <c:pt idx="654">
                  <c:v>5.5057139410211704</c:v>
                </c:pt>
                <c:pt idx="655">
                  <c:v>5.5025164112836897</c:v>
                </c:pt>
                <c:pt idx="656">
                  <c:v>5.5377724568874802</c:v>
                </c:pt>
                <c:pt idx="657">
                  <c:v>5.6195994898496799</c:v>
                </c:pt>
                <c:pt idx="658">
                  <c:v>5.63957308651384</c:v>
                </c:pt>
                <c:pt idx="659">
                  <c:v>5.6913597357802299</c:v>
                </c:pt>
                <c:pt idx="660">
                  <c:v>5.6681287330610504</c:v>
                </c:pt>
                <c:pt idx="661">
                  <c:v>5.4912715115777999</c:v>
                </c:pt>
                <c:pt idx="662">
                  <c:v>5.5654808197163801</c:v>
                </c:pt>
                <c:pt idx="663">
                  <c:v>5.5600562798543596</c:v>
                </c:pt>
                <c:pt idx="664">
                  <c:v>5.6393779264291197</c:v>
                </c:pt>
                <c:pt idx="665">
                  <c:v>5.6545892953525101</c:v>
                </c:pt>
                <c:pt idx="666">
                  <c:v>5.6770014862670299</c:v>
                </c:pt>
                <c:pt idx="667">
                  <c:v>5.7120945015492</c:v>
                </c:pt>
                <c:pt idx="668">
                  <c:v>5.7095075188611801</c:v>
                </c:pt>
                <c:pt idx="669">
                  <c:v>5.5823918774997203</c:v>
                </c:pt>
                <c:pt idx="670">
                  <c:v>5.6253374559488201</c:v>
                </c:pt>
                <c:pt idx="671">
                  <c:v>5.6258174464239801</c:v>
                </c:pt>
                <c:pt idx="672">
                  <c:v>5.6674424870835196</c:v>
                </c:pt>
                <c:pt idx="673">
                  <c:v>5.7100716774107303</c:v>
                </c:pt>
                <c:pt idx="674">
                  <c:v>5.8275695295539798</c:v>
                </c:pt>
                <c:pt idx="675">
                  <c:v>5.8809557820780798</c:v>
                </c:pt>
                <c:pt idx="676">
                  <c:v>5.9055933270063701</c:v>
                </c:pt>
                <c:pt idx="677">
                  <c:v>5.9276870167590197</c:v>
                </c:pt>
                <c:pt idx="678">
                  <c:v>5.9231025899178196</c:v>
                </c:pt>
                <c:pt idx="679">
                  <c:v>5.8624425331605501</c:v>
                </c:pt>
                <c:pt idx="680">
                  <c:v>5.9610460417766404</c:v>
                </c:pt>
                <c:pt idx="681">
                  <c:v>5.98217837317498</c:v>
                </c:pt>
                <c:pt idx="682">
                  <c:v>6.0024846844075599</c:v>
                </c:pt>
                <c:pt idx="683">
                  <c:v>5.9762650577269403</c:v>
                </c:pt>
                <c:pt idx="684">
                  <c:v>6.0252786226271997</c:v>
                </c:pt>
                <c:pt idx="685">
                  <c:v>6.0667822424221596</c:v>
                </c:pt>
                <c:pt idx="686">
                  <c:v>6.0502416090946998</c:v>
                </c:pt>
                <c:pt idx="687">
                  <c:v>6.0611557171233299</c:v>
                </c:pt>
                <c:pt idx="688">
                  <c:v>5.9849807603002096</c:v>
                </c:pt>
                <c:pt idx="689">
                  <c:v>5.9931648247510996</c:v>
                </c:pt>
                <c:pt idx="690">
                  <c:v>6.0867496037263802</c:v>
                </c:pt>
                <c:pt idx="691">
                  <c:v>6.0770592796655301</c:v>
                </c:pt>
                <c:pt idx="692">
                  <c:v>6.1418848084434403</c:v>
                </c:pt>
                <c:pt idx="693">
                  <c:v>6.1600469626504397</c:v>
                </c:pt>
                <c:pt idx="694">
                  <c:v>6.1848928759655903</c:v>
                </c:pt>
                <c:pt idx="695">
                  <c:v>6.2394480907749896</c:v>
                </c:pt>
                <c:pt idx="696">
                  <c:v>6.2069545099333903</c:v>
                </c:pt>
                <c:pt idx="697">
                  <c:v>6.3322915848872503</c:v>
                </c:pt>
                <c:pt idx="698">
                  <c:v>6.37080559461804</c:v>
                </c:pt>
                <c:pt idx="699">
                  <c:v>6.40470530971049</c:v>
                </c:pt>
                <c:pt idx="700">
                  <c:v>6.4470739921367803</c:v>
                </c:pt>
                <c:pt idx="701">
                  <c:v>6.4600137663850496</c:v>
                </c:pt>
                <c:pt idx="702">
                  <c:v>6.4522132981444598</c:v>
                </c:pt>
                <c:pt idx="703">
                  <c:v>6.4475827225659801</c:v>
                </c:pt>
                <c:pt idx="704">
                  <c:v>6.49666646007607</c:v>
                </c:pt>
                <c:pt idx="705">
                  <c:v>6.57545396834636</c:v>
                </c:pt>
                <c:pt idx="706">
                  <c:v>6.53432439116437</c:v>
                </c:pt>
                <c:pt idx="707">
                  <c:v>6.48595641080236</c:v>
                </c:pt>
                <c:pt idx="708">
                  <c:v>6.4737074589707699</c:v>
                </c:pt>
                <c:pt idx="709">
                  <c:v>6.4516816968667801</c:v>
                </c:pt>
                <c:pt idx="710">
                  <c:v>6.34026326952144</c:v>
                </c:pt>
                <c:pt idx="711">
                  <c:v>6.3131710162447403</c:v>
                </c:pt>
                <c:pt idx="712">
                  <c:v>6.3532613344357296</c:v>
                </c:pt>
                <c:pt idx="713">
                  <c:v>6.2146100017640098</c:v>
                </c:pt>
                <c:pt idx="714">
                  <c:v>6.18505943260904</c:v>
                </c:pt>
                <c:pt idx="715">
                  <c:v>6.2226767644357803</c:v>
                </c:pt>
                <c:pt idx="716">
                  <c:v>6.3084695342199302</c:v>
                </c:pt>
                <c:pt idx="717">
                  <c:v>6.2732791657763203</c:v>
                </c:pt>
                <c:pt idx="718">
                  <c:v>6.26421808184526</c:v>
                </c:pt>
                <c:pt idx="719">
                  <c:v>5.8943418580792697</c:v>
                </c:pt>
                <c:pt idx="720">
                  <c:v>5.9288046852001104</c:v>
                </c:pt>
                <c:pt idx="721">
                  <c:v>5.9206619673696004</c:v>
                </c:pt>
                <c:pt idx="722">
                  <c:v>6.0016976823465003</c:v>
                </c:pt>
                <c:pt idx="723">
                  <c:v>6.0964755347307102</c:v>
                </c:pt>
                <c:pt idx="724">
                  <c:v>6.1217814955245702</c:v>
                </c:pt>
                <c:pt idx="725">
                  <c:v>6.1374547934801003</c:v>
                </c:pt>
                <c:pt idx="726">
                  <c:v>6.2024713798751998</c:v>
                </c:pt>
                <c:pt idx="727">
                  <c:v>6.20241660368821</c:v>
                </c:pt>
                <c:pt idx="728">
                  <c:v>6.12137679032592</c:v>
                </c:pt>
                <c:pt idx="729">
                  <c:v>6.16462773038519</c:v>
                </c:pt>
                <c:pt idx="730">
                  <c:v>6.2186595177916999</c:v>
                </c:pt>
                <c:pt idx="731">
                  <c:v>6.2087152197339499</c:v>
                </c:pt>
                <c:pt idx="732">
                  <c:v>6.1965843117194801</c:v>
                </c:pt>
                <c:pt idx="733">
                  <c:v>6.2045208490219101</c:v>
                </c:pt>
                <c:pt idx="734">
                  <c:v>6.2862381931329399</c:v>
                </c:pt>
                <c:pt idx="735">
                  <c:v>6.3569022750641198</c:v>
                </c:pt>
                <c:pt idx="736">
                  <c:v>6.3746987419134804</c:v>
                </c:pt>
                <c:pt idx="737">
                  <c:v>6.3295019207462104</c:v>
                </c:pt>
                <c:pt idx="738">
                  <c:v>6.3640920179853202</c:v>
                </c:pt>
                <c:pt idx="739">
                  <c:v>6.3610025030014903</c:v>
                </c:pt>
                <c:pt idx="740">
                  <c:v>6.2710967636930404</c:v>
                </c:pt>
                <c:pt idx="741">
                  <c:v>6.2123174124332801</c:v>
                </c:pt>
                <c:pt idx="742">
                  <c:v>6.0818301134017601</c:v>
                </c:pt>
                <c:pt idx="743">
                  <c:v>5.7621340082576298</c:v>
                </c:pt>
                <c:pt idx="744">
                  <c:v>5.8381898367001899</c:v>
                </c:pt>
                <c:pt idx="745">
                  <c:v>5.8042413438269298</c:v>
                </c:pt>
                <c:pt idx="746">
                  <c:v>5.77019648961386</c:v>
                </c:pt>
                <c:pt idx="747">
                  <c:v>5.8816576670526901</c:v>
                </c:pt>
                <c:pt idx="748">
                  <c:v>5.9515961163489797</c:v>
                </c:pt>
                <c:pt idx="749">
                  <c:v>5.9358898134401104</c:v>
                </c:pt>
                <c:pt idx="750">
                  <c:v>5.9474270650298804</c:v>
                </c:pt>
                <c:pt idx="751">
                  <c:v>5.97753462078441</c:v>
                </c:pt>
                <c:pt idx="752">
                  <c:v>5.9644988587087404</c:v>
                </c:pt>
                <c:pt idx="753">
                  <c:v>6.0550679759408501</c:v>
                </c:pt>
                <c:pt idx="754">
                  <c:v>6.0693467089314899</c:v>
                </c:pt>
                <c:pt idx="755">
                  <c:v>6.1173044073854896</c:v>
                </c:pt>
                <c:pt idx="756">
                  <c:v>6.1834221674713703</c:v>
                </c:pt>
                <c:pt idx="757">
                  <c:v>6.1695940411278203</c:v>
                </c:pt>
                <c:pt idx="758">
                  <c:v>6.2058614496792996</c:v>
                </c:pt>
                <c:pt idx="759">
                  <c:v>6.1895522654045001</c:v>
                </c:pt>
                <c:pt idx="760">
                  <c:v>6.1421682955335202</c:v>
                </c:pt>
                <c:pt idx="761">
                  <c:v>6.1925117838491204</c:v>
                </c:pt>
                <c:pt idx="762">
                  <c:v>6.1343849835321604</c:v>
                </c:pt>
                <c:pt idx="763">
                  <c:v>6.1551566843476397</c:v>
                </c:pt>
                <c:pt idx="764">
                  <c:v>6.2193592958447397</c:v>
                </c:pt>
                <c:pt idx="765">
                  <c:v>6.2523723158254203</c:v>
                </c:pt>
                <c:pt idx="766">
                  <c:v>6.2449547247910697</c:v>
                </c:pt>
                <c:pt idx="767">
                  <c:v>6.2809041719798699</c:v>
                </c:pt>
                <c:pt idx="768">
                  <c:v>6.2335433873985497</c:v>
                </c:pt>
                <c:pt idx="769">
                  <c:v>6.2572244809817699</c:v>
                </c:pt>
                <c:pt idx="770">
                  <c:v>6.2842849888738703</c:v>
                </c:pt>
                <c:pt idx="771">
                  <c:v>6.2344711211333701</c:v>
                </c:pt>
                <c:pt idx="772">
                  <c:v>6.2458379239401198</c:v>
                </c:pt>
                <c:pt idx="773">
                  <c:v>6.33406165899002</c:v>
                </c:pt>
                <c:pt idx="774">
                  <c:v>6.3563607497792898</c:v>
                </c:pt>
                <c:pt idx="775">
                  <c:v>6.3326034267526099</c:v>
                </c:pt>
                <c:pt idx="776">
                  <c:v>6.2975226243485496</c:v>
                </c:pt>
                <c:pt idx="777">
                  <c:v>6.2860867772269602</c:v>
                </c:pt>
                <c:pt idx="778">
                  <c:v>6.3165188824164202</c:v>
                </c:pt>
                <c:pt idx="779">
                  <c:v>6.3091364697918504</c:v>
                </c:pt>
                <c:pt idx="780">
                  <c:v>6.2968858568244102</c:v>
                </c:pt>
                <c:pt idx="781">
                  <c:v>6.3677669389021698</c:v>
                </c:pt>
                <c:pt idx="782">
                  <c:v>6.3354060127042997</c:v>
                </c:pt>
                <c:pt idx="783">
                  <c:v>6.3643215441781598</c:v>
                </c:pt>
                <c:pt idx="784">
                  <c:v>6.3696678534054501</c:v>
                </c:pt>
                <c:pt idx="785">
                  <c:v>6.3207760740769503</c:v>
                </c:pt>
                <c:pt idx="786">
                  <c:v>6.3227218102240199</c:v>
                </c:pt>
                <c:pt idx="787">
                  <c:v>6.3320711959604701</c:v>
                </c:pt>
                <c:pt idx="788">
                  <c:v>6.3049961353403203</c:v>
                </c:pt>
                <c:pt idx="789">
                  <c:v>6.2997178049595499</c:v>
                </c:pt>
                <c:pt idx="790">
                  <c:v>6.2143283759362999</c:v>
                </c:pt>
                <c:pt idx="791">
                  <c:v>6.0307047262388398</c:v>
                </c:pt>
                <c:pt idx="792">
                  <c:v>6.0257047658442904</c:v>
                </c:pt>
                <c:pt idx="793">
                  <c:v>6.1588916546493397</c:v>
                </c:pt>
                <c:pt idx="794">
                  <c:v>6.1926782362886099</c:v>
                </c:pt>
                <c:pt idx="795">
                  <c:v>6.1903751211694802</c:v>
                </c:pt>
                <c:pt idx="796">
                  <c:v>6.0990257747458099</c:v>
                </c:pt>
                <c:pt idx="797">
                  <c:v>6.1489938583944399</c:v>
                </c:pt>
                <c:pt idx="798">
                  <c:v>6.0809509665480403</c:v>
                </c:pt>
                <c:pt idx="799">
                  <c:v>6.0983922454988102</c:v>
                </c:pt>
                <c:pt idx="800">
                  <c:v>5.99050545553406</c:v>
                </c:pt>
                <c:pt idx="801">
                  <c:v>5.8407369838774601</c:v>
                </c:pt>
                <c:pt idx="802">
                  <c:v>5.7496071951072301</c:v>
                </c:pt>
                <c:pt idx="803">
                  <c:v>5.6461110688968397</c:v>
                </c:pt>
                <c:pt idx="804">
                  <c:v>5.58495437996927</c:v>
                </c:pt>
                <c:pt idx="805">
                  <c:v>5.5550406492139404</c:v>
                </c:pt>
                <c:pt idx="806">
                  <c:v>5.33967286824286</c:v>
                </c:pt>
                <c:pt idx="807">
                  <c:v>5.3648893329720702</c:v>
                </c:pt>
                <c:pt idx="808">
                  <c:v>5.3920913636521997</c:v>
                </c:pt>
                <c:pt idx="809">
                  <c:v>5.4357078019504996</c:v>
                </c:pt>
                <c:pt idx="810">
                  <c:v>5.4960689993977496</c:v>
                </c:pt>
                <c:pt idx="811">
                  <c:v>5.5083448814567202</c:v>
                </c:pt>
                <c:pt idx="812">
                  <c:v>5.5091687349114098</c:v>
                </c:pt>
                <c:pt idx="813">
                  <c:v>5.4990880875077996</c:v>
                </c:pt>
                <c:pt idx="814">
                  <c:v>5.4137510346153404</c:v>
                </c:pt>
                <c:pt idx="815">
                  <c:v>5.2928052052147603</c:v>
                </c:pt>
                <c:pt idx="816">
                  <c:v>5.3421389074235703</c:v>
                </c:pt>
                <c:pt idx="817">
                  <c:v>5.2483887375812603</c:v>
                </c:pt>
                <c:pt idx="818">
                  <c:v>5.1850646009451697</c:v>
                </c:pt>
                <c:pt idx="819">
                  <c:v>5.1641296523717504</c:v>
                </c:pt>
                <c:pt idx="820">
                  <c:v>5.1840631241259301</c:v>
                </c:pt>
                <c:pt idx="821">
                  <c:v>5.3126482032736897</c:v>
                </c:pt>
                <c:pt idx="822">
                  <c:v>5.3496262397756302</c:v>
                </c:pt>
                <c:pt idx="823">
                  <c:v>5.3273000369035799</c:v>
                </c:pt>
                <c:pt idx="824">
                  <c:v>5.3230581883363604</c:v>
                </c:pt>
                <c:pt idx="825">
                  <c:v>5.1754938821372098</c:v>
                </c:pt>
                <c:pt idx="826">
                  <c:v>4.9720523647997297</c:v>
                </c:pt>
                <c:pt idx="827">
                  <c:v>4.9999424239779602</c:v>
                </c:pt>
                <c:pt idx="828">
                  <c:v>5.0442520319459199</c:v>
                </c:pt>
                <c:pt idx="829">
                  <c:v>5.0533756464635697</c:v>
                </c:pt>
                <c:pt idx="830">
                  <c:v>5.0382291441539602</c:v>
                </c:pt>
                <c:pt idx="831">
                  <c:v>4.8486599573134104</c:v>
                </c:pt>
                <c:pt idx="832">
                  <c:v>4.9217638440910498</c:v>
                </c:pt>
                <c:pt idx="833">
                  <c:v>4.9822391413659899</c:v>
                </c:pt>
                <c:pt idx="834">
                  <c:v>5.0151517532679604</c:v>
                </c:pt>
                <c:pt idx="835">
                  <c:v>5.14470605523994</c:v>
                </c:pt>
                <c:pt idx="836">
                  <c:v>5.14154676641654</c:v>
                </c:pt>
                <c:pt idx="837">
                  <c:v>5.1515466959033001</c:v>
                </c:pt>
                <c:pt idx="838">
                  <c:v>5.0306135298846399</c:v>
                </c:pt>
                <c:pt idx="839">
                  <c:v>5.1333026530529198</c:v>
                </c:pt>
                <c:pt idx="840">
                  <c:v>5.1676023480712798</c:v>
                </c:pt>
                <c:pt idx="841">
                  <c:v>5.2583656065082396</c:v>
                </c:pt>
                <c:pt idx="842">
                  <c:v>5.2425363623191101</c:v>
                </c:pt>
                <c:pt idx="843">
                  <c:v>5.2852428556917799</c:v>
                </c:pt>
                <c:pt idx="844">
                  <c:v>5.2896829463726496</c:v>
                </c:pt>
                <c:pt idx="845">
                  <c:v>5.2877859813784003</c:v>
                </c:pt>
                <c:pt idx="846">
                  <c:v>5.1683467473017197</c:v>
                </c:pt>
                <c:pt idx="847">
                  <c:v>5.1737517428156199</c:v>
                </c:pt>
                <c:pt idx="848">
                  <c:v>5.2364120316406098</c:v>
                </c:pt>
                <c:pt idx="849">
                  <c:v>5.2525965127126097</c:v>
                </c:pt>
                <c:pt idx="850">
                  <c:v>5.2063249110414098</c:v>
                </c:pt>
                <c:pt idx="851">
                  <c:v>5.23115123702188</c:v>
                </c:pt>
                <c:pt idx="852">
                  <c:v>5.2413634212693596</c:v>
                </c:pt>
                <c:pt idx="853">
                  <c:v>5.2910629597510601</c:v>
                </c:pt>
                <c:pt idx="854">
                  <c:v>5.2852948749112603</c:v>
                </c:pt>
                <c:pt idx="855">
                  <c:v>5.3328988704386697</c:v>
                </c:pt>
                <c:pt idx="856">
                  <c:v>5.3453957989916496</c:v>
                </c:pt>
                <c:pt idx="857">
                  <c:v>5.3877629134161902</c:v>
                </c:pt>
                <c:pt idx="858">
                  <c:v>5.3298799236974297</c:v>
                </c:pt>
                <c:pt idx="859">
                  <c:v>5.2472711258220901</c:v>
                </c:pt>
                <c:pt idx="860">
                  <c:v>5.2316083292527003</c:v>
                </c:pt>
                <c:pt idx="861">
                  <c:v>5.2281473839593202</c:v>
                </c:pt>
                <c:pt idx="862">
                  <c:v>5.1815784578526696</c:v>
                </c:pt>
                <c:pt idx="863">
                  <c:v>4.8219102229932602</c:v>
                </c:pt>
                <c:pt idx="864">
                  <c:v>4.8707930963036397</c:v>
                </c:pt>
                <c:pt idx="865">
                  <c:v>4.92580494314746</c:v>
                </c:pt>
                <c:pt idx="866">
                  <c:v>4.9419970176064201</c:v>
                </c:pt>
                <c:pt idx="867">
                  <c:v>4.9280945461752399</c:v>
                </c:pt>
                <c:pt idx="868">
                  <c:v>4.9599057197214496</c:v>
                </c:pt>
                <c:pt idx="869">
                  <c:v>4.9569071207282303</c:v>
                </c:pt>
                <c:pt idx="870">
                  <c:v>4.9562460430988899</c:v>
                </c:pt>
                <c:pt idx="871">
                  <c:v>5.0688965884812802</c:v>
                </c:pt>
                <c:pt idx="872">
                  <c:v>5.04611497447336</c:v>
                </c:pt>
                <c:pt idx="873">
                  <c:v>5.0651614332234196</c:v>
                </c:pt>
                <c:pt idx="874">
                  <c:v>5.0720483408341801</c:v>
                </c:pt>
                <c:pt idx="875">
                  <c:v>5.0007365829066801</c:v>
                </c:pt>
                <c:pt idx="876">
                  <c:v>5.0540590644196497</c:v>
                </c:pt>
                <c:pt idx="877">
                  <c:v>5.0305396222361596</c:v>
                </c:pt>
                <c:pt idx="878">
                  <c:v>5.0598604239811102</c:v>
                </c:pt>
                <c:pt idx="879">
                  <c:v>5.0836082146209796</c:v>
                </c:pt>
                <c:pt idx="880">
                  <c:v>5.0920156696151997</c:v>
                </c:pt>
                <c:pt idx="881">
                  <c:v>5.0362657367465102</c:v>
                </c:pt>
                <c:pt idx="882">
                  <c:v>4.9770942821555701</c:v>
                </c:pt>
                <c:pt idx="883">
                  <c:v>5.0761086819791998</c:v>
                </c:pt>
                <c:pt idx="884">
                  <c:v>5.1033854922524098</c:v>
                </c:pt>
                <c:pt idx="885">
                  <c:v>5.1591789543561601</c:v>
                </c:pt>
                <c:pt idx="886">
                  <c:v>5.2007804324616398</c:v>
                </c:pt>
                <c:pt idx="887">
                  <c:v>5.1740495728212803</c:v>
                </c:pt>
                <c:pt idx="888">
                  <c:v>5.2253760446751896</c:v>
                </c:pt>
                <c:pt idx="889">
                  <c:v>5.1861213551617098</c:v>
                </c:pt>
                <c:pt idx="890">
                  <c:v>5.18121564627429</c:v>
                </c:pt>
                <c:pt idx="891">
                  <c:v>5.1479049647760098</c:v>
                </c:pt>
                <c:pt idx="892">
                  <c:v>5.2126779850376197</c:v>
                </c:pt>
                <c:pt idx="893">
                  <c:v>5.2943696083799496</c:v>
                </c:pt>
                <c:pt idx="894">
                  <c:v>5.2985318031367497</c:v>
                </c:pt>
                <c:pt idx="895">
                  <c:v>5.2912942005376999</c:v>
                </c:pt>
                <c:pt idx="896">
                  <c:v>5.3444689860313197</c:v>
                </c:pt>
                <c:pt idx="897">
                  <c:v>5.3695429189758999</c:v>
                </c:pt>
                <c:pt idx="898">
                  <c:v>5.4002219396746298</c:v>
                </c:pt>
                <c:pt idx="899">
                  <c:v>5.4087308274879096</c:v>
                </c:pt>
                <c:pt idx="900">
                  <c:v>5.4315229593138401</c:v>
                </c:pt>
                <c:pt idx="901">
                  <c:v>5.4264138727671698</c:v>
                </c:pt>
                <c:pt idx="902">
                  <c:v>5.4519242747422298</c:v>
                </c:pt>
                <c:pt idx="903">
                  <c:v>5.5028023656284901</c:v>
                </c:pt>
                <c:pt idx="904">
                  <c:v>5.4530145953430802</c:v>
                </c:pt>
                <c:pt idx="905">
                  <c:v>5.4855594078666501</c:v>
                </c:pt>
                <c:pt idx="906">
                  <c:v>5.48067687655087</c:v>
                </c:pt>
                <c:pt idx="907">
                  <c:v>5.4547772378213502</c:v>
                </c:pt>
                <c:pt idx="908">
                  <c:v>5.4961464306673697</c:v>
                </c:pt>
                <c:pt idx="909">
                  <c:v>5.4944128314433902</c:v>
                </c:pt>
                <c:pt idx="910">
                  <c:v>5.5480454018323497</c:v>
                </c:pt>
                <c:pt idx="911">
                  <c:v>5.5035583316940704</c:v>
                </c:pt>
                <c:pt idx="912">
                  <c:v>5.5023037295390003</c:v>
                </c:pt>
                <c:pt idx="913">
                  <c:v>5.4280882256466603</c:v>
                </c:pt>
                <c:pt idx="914">
                  <c:v>5.3884005979389498</c:v>
                </c:pt>
                <c:pt idx="915">
                  <c:v>5.4379907269808996</c:v>
                </c:pt>
                <c:pt idx="916">
                  <c:v>5.4053157121511504</c:v>
                </c:pt>
                <c:pt idx="917">
                  <c:v>5.4672250316603996</c:v>
                </c:pt>
                <c:pt idx="918">
                  <c:v>5.5331455452017604</c:v>
                </c:pt>
                <c:pt idx="919">
                  <c:v>5.6172892276708204</c:v>
                </c:pt>
                <c:pt idx="920">
                  <c:v>5.6081640267888</c:v>
                </c:pt>
                <c:pt idx="921">
                  <c:v>5.5960045962480498</c:v>
                </c:pt>
                <c:pt idx="922">
                  <c:v>5.6334749432906301</c:v>
                </c:pt>
                <c:pt idx="923">
                  <c:v>5.4825542569898902</c:v>
                </c:pt>
                <c:pt idx="924">
                  <c:v>5.4938849899705904</c:v>
                </c:pt>
                <c:pt idx="925">
                  <c:v>5.4288664397506299</c:v>
                </c:pt>
                <c:pt idx="926">
                  <c:v>5.3592834851495796</c:v>
                </c:pt>
                <c:pt idx="927">
                  <c:v>5.42567035985725</c:v>
                </c:pt>
                <c:pt idx="928">
                  <c:v>5.4650849276482898</c:v>
                </c:pt>
                <c:pt idx="929">
                  <c:v>5.4143635364428802</c:v>
                </c:pt>
                <c:pt idx="930">
                  <c:v>5.4599971596778296</c:v>
                </c:pt>
                <c:pt idx="931">
                  <c:v>5.4789521477833896</c:v>
                </c:pt>
                <c:pt idx="932">
                  <c:v>5.4392807854726897</c:v>
                </c:pt>
                <c:pt idx="933">
                  <c:v>5.2602467772891703</c:v>
                </c:pt>
                <c:pt idx="934">
                  <c:v>5.31269700881258</c:v>
                </c:pt>
                <c:pt idx="935">
                  <c:v>5.3166243694628799</c:v>
                </c:pt>
                <c:pt idx="936">
                  <c:v>5.2347426383020803</c:v>
                </c:pt>
                <c:pt idx="937">
                  <c:v>5.1983325137814296</c:v>
                </c:pt>
                <c:pt idx="938">
                  <c:v>5.2524495364785304</c:v>
                </c:pt>
                <c:pt idx="939">
                  <c:v>5.2683781164324603</c:v>
                </c:pt>
                <c:pt idx="940">
                  <c:v>5.2999483245866301</c:v>
                </c:pt>
                <c:pt idx="941">
                  <c:v>5.3345914192144699</c:v>
                </c:pt>
                <c:pt idx="942">
                  <c:v>5.3364281785158303</c:v>
                </c:pt>
                <c:pt idx="943">
                  <c:v>5.3191976989906502</c:v>
                </c:pt>
                <c:pt idx="944">
                  <c:v>5.2708370891256502</c:v>
                </c:pt>
                <c:pt idx="945">
                  <c:v>5.2417274908001801</c:v>
                </c:pt>
                <c:pt idx="946">
                  <c:v>5.2150059933792496</c:v>
                </c:pt>
                <c:pt idx="947">
                  <c:v>4.9720470077783601</c:v>
                </c:pt>
                <c:pt idx="948">
                  <c:v>4.9598861749520902</c:v>
                </c:pt>
                <c:pt idx="949">
                  <c:v>4.9366339064371898</c:v>
                </c:pt>
                <c:pt idx="950">
                  <c:v>4.93431325153714</c:v>
                </c:pt>
                <c:pt idx="951">
                  <c:v>4.8494087158455201</c:v>
                </c:pt>
                <c:pt idx="952">
                  <c:v>4.8607292507378501</c:v>
                </c:pt>
                <c:pt idx="953">
                  <c:v>4.8083994753767101</c:v>
                </c:pt>
                <c:pt idx="954">
                  <c:v>4.8723330685378201</c:v>
                </c:pt>
                <c:pt idx="955">
                  <c:v>4.8648103833503598</c:v>
                </c:pt>
                <c:pt idx="956">
                  <c:v>4.8602428657817196</c:v>
                </c:pt>
                <c:pt idx="957">
                  <c:v>4.91030980520339</c:v>
                </c:pt>
                <c:pt idx="958">
                  <c:v>4.8126653978951204</c:v>
                </c:pt>
                <c:pt idx="959">
                  <c:v>4.6518931520659796</c:v>
                </c:pt>
                <c:pt idx="960">
                  <c:v>4.7092526321912302</c:v>
                </c:pt>
                <c:pt idx="961">
                  <c:v>4.7168490951409803</c:v>
                </c:pt>
                <c:pt idx="962">
                  <c:v>4.7730883245033802</c:v>
                </c:pt>
                <c:pt idx="963">
                  <c:v>4.8123620186276703</c:v>
                </c:pt>
                <c:pt idx="964">
                  <c:v>4.7439649392704499</c:v>
                </c:pt>
                <c:pt idx="965">
                  <c:v>4.7778316019771001</c:v>
                </c:pt>
                <c:pt idx="966">
                  <c:v>4.7808899361136001</c:v>
                </c:pt>
                <c:pt idx="967">
                  <c:v>4.7978426713876203</c:v>
                </c:pt>
                <c:pt idx="968">
                  <c:v>4.7595454415791103</c:v>
                </c:pt>
                <c:pt idx="969">
                  <c:v>4.7913120114298096</c:v>
                </c:pt>
                <c:pt idx="970">
                  <c:v>4.7308968794203903</c:v>
                </c:pt>
                <c:pt idx="971">
                  <c:v>4.7162800789433001</c:v>
                </c:pt>
                <c:pt idx="972">
                  <c:v>4.6988159069046898</c:v>
                </c:pt>
                <c:pt idx="973">
                  <c:v>4.6185930516049796</c:v>
                </c:pt>
                <c:pt idx="974">
                  <c:v>4.6740391493929403</c:v>
                </c:pt>
                <c:pt idx="975">
                  <c:v>4.6652048695008501</c:v>
                </c:pt>
                <c:pt idx="976">
                  <c:v>4.6818272900816904</c:v>
                </c:pt>
                <c:pt idx="977">
                  <c:v>4.72249784736408</c:v>
                </c:pt>
                <c:pt idx="978">
                  <c:v>4.75649984154487</c:v>
                </c:pt>
                <c:pt idx="979">
                  <c:v>4.7959459346028099</c:v>
                </c:pt>
                <c:pt idx="980">
                  <c:v>4.7954970069099803</c:v>
                </c:pt>
                <c:pt idx="981">
                  <c:v>4.8048625692524203</c:v>
                </c:pt>
                <c:pt idx="982">
                  <c:v>4.7922811541583998</c:v>
                </c:pt>
                <c:pt idx="983">
                  <c:v>4.79329212039901</c:v>
                </c:pt>
                <c:pt idx="984">
                  <c:v>4.73865431712</c:v>
                </c:pt>
                <c:pt idx="985">
                  <c:v>4.7924674526388902</c:v>
                </c:pt>
                <c:pt idx="986">
                  <c:v>4.7750440966716203</c:v>
                </c:pt>
                <c:pt idx="987">
                  <c:v>4.6396063476160503</c:v>
                </c:pt>
                <c:pt idx="988">
                  <c:v>4.68268503594674</c:v>
                </c:pt>
                <c:pt idx="989">
                  <c:v>4.7016870797624701</c:v>
                </c:pt>
                <c:pt idx="990">
                  <c:v>4.7173352930558901</c:v>
                </c:pt>
                <c:pt idx="991">
                  <c:v>4.7081261836806299</c:v>
                </c:pt>
                <c:pt idx="992">
                  <c:v>4.7180322899713403</c:v>
                </c:pt>
                <c:pt idx="993">
                  <c:v>4.7350493286218303</c:v>
                </c:pt>
                <c:pt idx="994">
                  <c:v>4.7640381475908802</c:v>
                </c:pt>
                <c:pt idx="995">
                  <c:v>4.7493708989190697</c:v>
                </c:pt>
                <c:pt idx="996">
                  <c:v>4.7263840870151999</c:v>
                </c:pt>
                <c:pt idx="997">
                  <c:v>4.6620893596898796</c:v>
                </c:pt>
                <c:pt idx="998">
                  <c:v>4.6588057797118001</c:v>
                </c:pt>
                <c:pt idx="999">
                  <c:v>4.5057621456702499</c:v>
                </c:pt>
                <c:pt idx="1000">
                  <c:v>4.2731615588815801</c:v>
                </c:pt>
                <c:pt idx="1001">
                  <c:v>4.1982670558779898</c:v>
                </c:pt>
                <c:pt idx="1002">
                  <c:v>4.1571279890494601</c:v>
                </c:pt>
                <c:pt idx="1003">
                  <c:v>3.8861508574361099</c:v>
                </c:pt>
                <c:pt idx="1004">
                  <c:v>3.9302851228301101</c:v>
                </c:pt>
                <c:pt idx="1005">
                  <c:v>4.00085456332231</c:v>
                </c:pt>
                <c:pt idx="1006">
                  <c:v>3.89467084940165</c:v>
                </c:pt>
                <c:pt idx="1007">
                  <c:v>4.0033096795021699</c:v>
                </c:pt>
                <c:pt idx="1008">
                  <c:v>3.9912952554001002</c:v>
                </c:pt>
                <c:pt idx="1009">
                  <c:v>3.9957933149017801</c:v>
                </c:pt>
                <c:pt idx="1010">
                  <c:v>4.0560347089444599</c:v>
                </c:pt>
                <c:pt idx="1011">
                  <c:v>4.0765912424761996</c:v>
                </c:pt>
                <c:pt idx="1012">
                  <c:v>4.1856689330149299</c:v>
                </c:pt>
                <c:pt idx="1013">
                  <c:v>4.2080941232472497</c:v>
                </c:pt>
                <c:pt idx="1014">
                  <c:v>4.2069167724405396</c:v>
                </c:pt>
                <c:pt idx="1015">
                  <c:v>4.2798548747042702</c:v>
                </c:pt>
                <c:pt idx="1016">
                  <c:v>4.2631523236554498</c:v>
                </c:pt>
                <c:pt idx="1017">
                  <c:v>4.3030373988588702</c:v>
                </c:pt>
                <c:pt idx="1018">
                  <c:v>4.3479242673456699</c:v>
                </c:pt>
                <c:pt idx="1019">
                  <c:v>4.3379127265109796</c:v>
                </c:pt>
                <c:pt idx="1020">
                  <c:v>4.4045795843203699</c:v>
                </c:pt>
                <c:pt idx="1021">
                  <c:v>4.49695282184177</c:v>
                </c:pt>
                <c:pt idx="1022">
                  <c:v>4.5769609817636603</c:v>
                </c:pt>
                <c:pt idx="1023">
                  <c:v>4.5697726378782599</c:v>
                </c:pt>
                <c:pt idx="1024">
                  <c:v>4.5156281095548998</c:v>
                </c:pt>
                <c:pt idx="1025">
                  <c:v>4.4465247112733799</c:v>
                </c:pt>
                <c:pt idx="1026">
                  <c:v>4.4736329471137504</c:v>
                </c:pt>
                <c:pt idx="1027">
                  <c:v>4.5139858850155097</c:v>
                </c:pt>
                <c:pt idx="1028">
                  <c:v>4.5509623750355503</c:v>
                </c:pt>
                <c:pt idx="1029">
                  <c:v>4.5506834581459001</c:v>
                </c:pt>
                <c:pt idx="1030">
                  <c:v>4.5953036047522602</c:v>
                </c:pt>
                <c:pt idx="1031">
                  <c:v>4.3082236638942604</c:v>
                </c:pt>
                <c:pt idx="1032">
                  <c:v>4.3641486080693497</c:v>
                </c:pt>
                <c:pt idx="1033">
                  <c:v>4.50537733555465</c:v>
                </c:pt>
                <c:pt idx="1034">
                  <c:v>4.5099562720014399</c:v>
                </c:pt>
                <c:pt idx="1035">
                  <c:v>4.5661196887222397</c:v>
                </c:pt>
                <c:pt idx="1036">
                  <c:v>4.6398023442393699</c:v>
                </c:pt>
                <c:pt idx="1037">
                  <c:v>4.66629444675731</c:v>
                </c:pt>
                <c:pt idx="1038">
                  <c:v>4.63437728158911</c:v>
                </c:pt>
                <c:pt idx="1039">
                  <c:v>4.6305435371597996</c:v>
                </c:pt>
                <c:pt idx="1040">
                  <c:v>4.6502702480130198</c:v>
                </c:pt>
                <c:pt idx="1041">
                  <c:v>4.64537056832555</c:v>
                </c:pt>
                <c:pt idx="1042">
                  <c:v>4.7059005247385199</c:v>
                </c:pt>
                <c:pt idx="1043">
                  <c:v>4.6933251749998304</c:v>
                </c:pt>
                <c:pt idx="1044">
                  <c:v>4.6674066159899796</c:v>
                </c:pt>
                <c:pt idx="1045">
                  <c:v>4.6049651010676902</c:v>
                </c:pt>
                <c:pt idx="1046">
                  <c:v>4.4876180520407001</c:v>
                </c:pt>
                <c:pt idx="1047">
                  <c:v>4.5334639031036303</c:v>
                </c:pt>
                <c:pt idx="1048">
                  <c:v>4.5401261995578404</c:v>
                </c:pt>
                <c:pt idx="1049">
                  <c:v>4.4171182124635102</c:v>
                </c:pt>
                <c:pt idx="1050">
                  <c:v>4.4014803838269296</c:v>
                </c:pt>
                <c:pt idx="1051">
                  <c:v>4.5167752588914603</c:v>
                </c:pt>
                <c:pt idx="1052">
                  <c:v>4.5571446739310399</c:v>
                </c:pt>
                <c:pt idx="1053">
                  <c:v>4.4638550135974802</c:v>
                </c:pt>
                <c:pt idx="1054">
                  <c:v>4.4636586267859304</c:v>
                </c:pt>
                <c:pt idx="1055">
                  <c:v>4.4215815545856501</c:v>
                </c:pt>
                <c:pt idx="1056">
                  <c:v>4.4795286939548999</c:v>
                </c:pt>
                <c:pt idx="1057">
                  <c:v>4.4923049832663198</c:v>
                </c:pt>
                <c:pt idx="1058">
                  <c:v>4.5842548662208902</c:v>
                </c:pt>
                <c:pt idx="1059">
                  <c:v>4.6435193649037201</c:v>
                </c:pt>
                <c:pt idx="1060">
                  <c:v>4.6768288098871897</c:v>
                </c:pt>
                <c:pt idx="1061">
                  <c:v>4.7299928262243496</c:v>
                </c:pt>
                <c:pt idx="1062">
                  <c:v>4.6532563900925696</c:v>
                </c:pt>
                <c:pt idx="1063">
                  <c:v>4.6027107491035597</c:v>
                </c:pt>
                <c:pt idx="1064">
                  <c:v>4.6729030521907404</c:v>
                </c:pt>
                <c:pt idx="1065">
                  <c:v>4.6464745489995902</c:v>
                </c:pt>
                <c:pt idx="1066">
                  <c:v>4.6569722501976196</c:v>
                </c:pt>
                <c:pt idx="1067">
                  <c:v>4.6899567851303399</c:v>
                </c:pt>
                <c:pt idx="1068">
                  <c:v>4.7640133854995304</c:v>
                </c:pt>
                <c:pt idx="1069">
                  <c:v>4.7989328410320704</c:v>
                </c:pt>
                <c:pt idx="1070">
                  <c:v>4.7465182913866002</c:v>
                </c:pt>
                <c:pt idx="1071">
                  <c:v>4.7587048903194002</c:v>
                </c:pt>
                <c:pt idx="1072">
                  <c:v>4.7402706338437897</c:v>
                </c:pt>
                <c:pt idx="1073">
                  <c:v>4.6855226059813804</c:v>
                </c:pt>
                <c:pt idx="1074">
                  <c:v>4.6449402374289397</c:v>
                </c:pt>
                <c:pt idx="1075">
                  <c:v>4.4095766819281499</c:v>
                </c:pt>
                <c:pt idx="1076">
                  <c:v>4.5005291933971003</c:v>
                </c:pt>
                <c:pt idx="1077">
                  <c:v>4.46845114000587</c:v>
                </c:pt>
                <c:pt idx="1078">
                  <c:v>4.4598292484991404</c:v>
                </c:pt>
                <c:pt idx="1079">
                  <c:v>4.5338827958419303</c:v>
                </c:pt>
                <c:pt idx="1080">
                  <c:v>4.5552550313264701</c:v>
                </c:pt>
                <c:pt idx="1081">
                  <c:v>4.4974710549392398</c:v>
                </c:pt>
                <c:pt idx="1082">
                  <c:v>4.4462623097627301</c:v>
                </c:pt>
                <c:pt idx="1083">
                  <c:v>4.4282407904293599</c:v>
                </c:pt>
                <c:pt idx="1084">
                  <c:v>4.4635557546394402</c:v>
                </c:pt>
                <c:pt idx="1085">
                  <c:v>4.3717289317695496</c:v>
                </c:pt>
                <c:pt idx="1086">
                  <c:v>4.3586031491253001</c:v>
                </c:pt>
                <c:pt idx="1087">
                  <c:v>4.2179352756261697</c:v>
                </c:pt>
                <c:pt idx="1088">
                  <c:v>3.8770745035841401</c:v>
                </c:pt>
                <c:pt idx="1089">
                  <c:v>3.9099872139857701</c:v>
                </c:pt>
                <c:pt idx="1090">
                  <c:v>3.7863533835945402</c:v>
                </c:pt>
                <c:pt idx="1091">
                  <c:v>3.85292354196396</c:v>
                </c:pt>
                <c:pt idx="1092">
                  <c:v>3.8633411597046701</c:v>
                </c:pt>
                <c:pt idx="1093">
                  <c:v>3.9269164393734801</c:v>
                </c:pt>
                <c:pt idx="1094">
                  <c:v>3.92628146638397</c:v>
                </c:pt>
                <c:pt idx="1095">
                  <c:v>3.8964718407952699</c:v>
                </c:pt>
                <c:pt idx="1096">
                  <c:v>4.0102826948343298</c:v>
                </c:pt>
                <c:pt idx="1097">
                  <c:v>3.9626247525279799</c:v>
                </c:pt>
                <c:pt idx="1098">
                  <c:v>4.0504760533072499</c:v>
                </c:pt>
                <c:pt idx="1099">
                  <c:v>3.96834688549243</c:v>
                </c:pt>
                <c:pt idx="1100">
                  <c:v>3.8629082815033202</c:v>
                </c:pt>
                <c:pt idx="1101">
                  <c:v>3.8937113792608802</c:v>
                </c:pt>
                <c:pt idx="1102">
                  <c:v>3.9787709929867199</c:v>
                </c:pt>
                <c:pt idx="1103">
                  <c:v>4.0212860301921998</c:v>
                </c:pt>
                <c:pt idx="1104">
                  <c:v>3.9104196372683302</c:v>
                </c:pt>
                <c:pt idx="1105">
                  <c:v>4.0176491621391799</c:v>
                </c:pt>
                <c:pt idx="1106">
                  <c:v>4.0303723937577303</c:v>
                </c:pt>
                <c:pt idx="1107">
                  <c:v>4.0340620375313803</c:v>
                </c:pt>
                <c:pt idx="1108">
                  <c:v>4.0631433493251503</c:v>
                </c:pt>
                <c:pt idx="1109">
                  <c:v>4.0538633880979003</c:v>
                </c:pt>
                <c:pt idx="1110">
                  <c:v>4.0014040461119</c:v>
                </c:pt>
                <c:pt idx="1111">
                  <c:v>4.0487695788626104</c:v>
                </c:pt>
                <c:pt idx="1112">
                  <c:v>4.0788895888583001</c:v>
                </c:pt>
                <c:pt idx="1113">
                  <c:v>4.1521450605645898</c:v>
                </c:pt>
                <c:pt idx="1114">
                  <c:v>4.1666028368418404</c:v>
                </c:pt>
                <c:pt idx="1115">
                  <c:v>4.1886984832896799</c:v>
                </c:pt>
                <c:pt idx="1116">
                  <c:v>4.16811144261625</c:v>
                </c:pt>
                <c:pt idx="1117">
                  <c:v>4.0919297670279198</c:v>
                </c:pt>
                <c:pt idx="1118">
                  <c:v>4.1152562861323201</c:v>
                </c:pt>
                <c:pt idx="1119">
                  <c:v>4.0548266217234099</c:v>
                </c:pt>
                <c:pt idx="1120">
                  <c:v>3.9225800471643901</c:v>
                </c:pt>
                <c:pt idx="1121">
                  <c:v>3.8837746112733802</c:v>
                </c:pt>
                <c:pt idx="1122">
                  <c:v>3.8045053920026799</c:v>
                </c:pt>
                <c:pt idx="1123">
                  <c:v>3.9065251368666098</c:v>
                </c:pt>
                <c:pt idx="1124">
                  <c:v>3.8491736600464699</c:v>
                </c:pt>
                <c:pt idx="1125">
                  <c:v>3.9341613712168901</c:v>
                </c:pt>
                <c:pt idx="1126">
                  <c:v>3.9614020340088998</c:v>
                </c:pt>
                <c:pt idx="1127">
                  <c:v>3.9683052731880299</c:v>
                </c:pt>
                <c:pt idx="1128">
                  <c:v>3.9776736054965398</c:v>
                </c:pt>
                <c:pt idx="1129">
                  <c:v>3.9053400971610599</c:v>
                </c:pt>
                <c:pt idx="1130">
                  <c:v>3.8669294444481102</c:v>
                </c:pt>
                <c:pt idx="1131">
                  <c:v>3.7850676585427099</c:v>
                </c:pt>
                <c:pt idx="1132">
                  <c:v>3.8009183477819399</c:v>
                </c:pt>
                <c:pt idx="1133">
                  <c:v>3.8380656637348398</c:v>
                </c:pt>
                <c:pt idx="1134">
                  <c:v>3.7823499820283502</c:v>
                </c:pt>
                <c:pt idx="1135">
                  <c:v>3.8127221944464602</c:v>
                </c:pt>
                <c:pt idx="1136">
                  <c:v>3.7998619303287402</c:v>
                </c:pt>
                <c:pt idx="1137">
                  <c:v>3.8694612728076798</c:v>
                </c:pt>
                <c:pt idx="1138">
                  <c:v>3.8784937993725901</c:v>
                </c:pt>
                <c:pt idx="1139">
                  <c:v>3.85697475659325</c:v>
                </c:pt>
                <c:pt idx="1140">
                  <c:v>3.7900645527735599</c:v>
                </c:pt>
                <c:pt idx="1141">
                  <c:v>3.7477416285204401</c:v>
                </c:pt>
                <c:pt idx="1142">
                  <c:v>3.7334042305968902</c:v>
                </c:pt>
                <c:pt idx="1143">
                  <c:v>3.7907802099206802</c:v>
                </c:pt>
                <c:pt idx="1144">
                  <c:v>3.7540596285912602</c:v>
                </c:pt>
                <c:pt idx="1145">
                  <c:v>3.7492400684132701</c:v>
                </c:pt>
                <c:pt idx="1146">
                  <c:v>3.76935234757687</c:v>
                </c:pt>
                <c:pt idx="1147">
                  <c:v>3.69156992252314</c:v>
                </c:pt>
                <c:pt idx="1148">
                  <c:v>3.71640567379491</c:v>
                </c:pt>
                <c:pt idx="1149">
                  <c:v>3.72620576396322</c:v>
                </c:pt>
                <c:pt idx="1150">
                  <c:v>3.7659187209414502</c:v>
                </c:pt>
                <c:pt idx="1151">
                  <c:v>3.7283482641319301</c:v>
                </c:pt>
                <c:pt idx="1152">
                  <c:v>3.66636393906869</c:v>
                </c:pt>
                <c:pt idx="1153">
                  <c:v>3.7393661487182999</c:v>
                </c:pt>
                <c:pt idx="1154">
                  <c:v>3.7832387474662199</c:v>
                </c:pt>
                <c:pt idx="1155">
                  <c:v>3.7844036784541899</c:v>
                </c:pt>
                <c:pt idx="1156">
                  <c:v>3.82012687233243</c:v>
                </c:pt>
                <c:pt idx="1157">
                  <c:v>3.8115967770524901</c:v>
                </c:pt>
                <c:pt idx="1158">
                  <c:v>3.82162248710187</c:v>
                </c:pt>
                <c:pt idx="1159">
                  <c:v>3.7300819898340598</c:v>
                </c:pt>
                <c:pt idx="1160">
                  <c:v>3.7663126540924399</c:v>
                </c:pt>
                <c:pt idx="1161">
                  <c:v>3.6321705983881398</c:v>
                </c:pt>
                <c:pt idx="1162">
                  <c:v>3.66188300782605</c:v>
                </c:pt>
                <c:pt idx="1163">
                  <c:v>3.7009415729658199</c:v>
                </c:pt>
                <c:pt idx="1164">
                  <c:v>3.3952756629087202</c:v>
                </c:pt>
                <c:pt idx="1165">
                  <c:v>3.36199249892179</c:v>
                </c:pt>
                <c:pt idx="1166">
                  <c:v>3.33760222645143</c:v>
                </c:pt>
                <c:pt idx="1167">
                  <c:v>3.2788817839782101</c:v>
                </c:pt>
                <c:pt idx="1168">
                  <c:v>3.3213539146857598</c:v>
                </c:pt>
                <c:pt idx="1169">
                  <c:v>3.2202037284684102</c:v>
                </c:pt>
                <c:pt idx="1170">
                  <c:v>3.2826570735111802</c:v>
                </c:pt>
                <c:pt idx="1171">
                  <c:v>3.4549600559531002</c:v>
                </c:pt>
                <c:pt idx="1172">
                  <c:v>3.4410765304818498</c:v>
                </c:pt>
                <c:pt idx="1173">
                  <c:v>3.4587301815067599</c:v>
                </c:pt>
                <c:pt idx="1174">
                  <c:v>3.42892670069797</c:v>
                </c:pt>
                <c:pt idx="1175">
                  <c:v>3.4574516714976098</c:v>
                </c:pt>
                <c:pt idx="1176">
                  <c:v>3.4112243392391099</c:v>
                </c:pt>
                <c:pt idx="1177">
                  <c:v>3.4730109979494399</c:v>
                </c:pt>
                <c:pt idx="1178">
                  <c:v>3.5315962481736398</c:v>
                </c:pt>
                <c:pt idx="1179">
                  <c:v>3.5511207147968999</c:v>
                </c:pt>
                <c:pt idx="1180">
                  <c:v>3.6411460507947702</c:v>
                </c:pt>
                <c:pt idx="1181">
                  <c:v>3.69399772025207</c:v>
                </c:pt>
                <c:pt idx="1182">
                  <c:v>3.6716769521803601</c:v>
                </c:pt>
                <c:pt idx="1183">
                  <c:v>3.67206267123521</c:v>
                </c:pt>
                <c:pt idx="1184">
                  <c:v>3.6996539278509699</c:v>
                </c:pt>
                <c:pt idx="1185">
                  <c:v>3.7017927502354402</c:v>
                </c:pt>
                <c:pt idx="1186">
                  <c:v>3.8297621005085598</c:v>
                </c:pt>
                <c:pt idx="1187">
                  <c:v>3.9208172676550999</c:v>
                </c:pt>
                <c:pt idx="1188">
                  <c:v>3.9283475309826801</c:v>
                </c:pt>
                <c:pt idx="1189">
                  <c:v>4.0235621517761704</c:v>
                </c:pt>
                <c:pt idx="1190">
                  <c:v>4.06626094100901</c:v>
                </c:pt>
                <c:pt idx="1191">
                  <c:v>4.0916405543015903</c:v>
                </c:pt>
                <c:pt idx="1192">
                  <c:v>3.9688778084666398</c:v>
                </c:pt>
                <c:pt idx="1193">
                  <c:v>4.0221321647222998</c:v>
                </c:pt>
                <c:pt idx="1194">
                  <c:v>4.0347042742165096</c:v>
                </c:pt>
                <c:pt idx="1195">
                  <c:v>3.8192449542662898</c:v>
                </c:pt>
                <c:pt idx="1196">
                  <c:v>3.80556957964281</c:v>
                </c:pt>
                <c:pt idx="1197">
                  <c:v>3.8513180251427999</c:v>
                </c:pt>
                <c:pt idx="1198">
                  <c:v>3.8896862208879099</c:v>
                </c:pt>
                <c:pt idx="1199">
                  <c:v>3.7749072367601402</c:v>
                </c:pt>
                <c:pt idx="1200">
                  <c:v>3.8074140151012399</c:v>
                </c:pt>
                <c:pt idx="1201">
                  <c:v>3.9330765371709302</c:v>
                </c:pt>
                <c:pt idx="1202">
                  <c:v>3.9805135139722401</c:v>
                </c:pt>
                <c:pt idx="1203">
                  <c:v>3.9450908583455702</c:v>
                </c:pt>
                <c:pt idx="1204">
                  <c:v>3.8785332091831202</c:v>
                </c:pt>
                <c:pt idx="1205">
                  <c:v>3.8935515447541902</c:v>
                </c:pt>
                <c:pt idx="1206">
                  <c:v>3.83454789532226</c:v>
                </c:pt>
                <c:pt idx="1207">
                  <c:v>3.88715793209307</c:v>
                </c:pt>
                <c:pt idx="1208">
                  <c:v>3.8955717810547399</c:v>
                </c:pt>
                <c:pt idx="1209">
                  <c:v>3.92836435149963</c:v>
                </c:pt>
                <c:pt idx="1210">
                  <c:v>3.81224256228476</c:v>
                </c:pt>
                <c:pt idx="1211">
                  <c:v>3.83161013184661</c:v>
                </c:pt>
                <c:pt idx="1212">
                  <c:v>3.8038924269529599</c:v>
                </c:pt>
                <c:pt idx="1213">
                  <c:v>3.7616206657914502</c:v>
                </c:pt>
                <c:pt idx="1214">
                  <c:v>3.7950744805358898</c:v>
                </c:pt>
                <c:pt idx="1215">
                  <c:v>3.77270265032206</c:v>
                </c:pt>
                <c:pt idx="1216">
                  <c:v>3.8165519419998701</c:v>
                </c:pt>
                <c:pt idx="1217">
                  <c:v>3.77629169580876</c:v>
                </c:pt>
                <c:pt idx="1218">
                  <c:v>3.7872492840257399</c:v>
                </c:pt>
                <c:pt idx="1219">
                  <c:v>3.7111447503499999</c:v>
                </c:pt>
                <c:pt idx="1220">
                  <c:v>3.6993296165001399</c:v>
                </c:pt>
                <c:pt idx="1221">
                  <c:v>3.7156820204083698</c:v>
                </c:pt>
                <c:pt idx="1222">
                  <c:v>3.6973185147691199</c:v>
                </c:pt>
                <c:pt idx="1223">
                  <c:v>3.79095484340636</c:v>
                </c:pt>
                <c:pt idx="1224">
                  <c:v>3.8742993834156101</c:v>
                </c:pt>
                <c:pt idx="1225">
                  <c:v>3.87388064437368</c:v>
                </c:pt>
                <c:pt idx="1226">
                  <c:v>3.88704430848792</c:v>
                </c:pt>
                <c:pt idx="1227">
                  <c:v>3.8888774112478801</c:v>
                </c:pt>
                <c:pt idx="1228">
                  <c:v>3.92297995710374</c:v>
                </c:pt>
                <c:pt idx="1229">
                  <c:v>3.8974749771272701</c:v>
                </c:pt>
                <c:pt idx="1230">
                  <c:v>3.9412517778267899</c:v>
                </c:pt>
                <c:pt idx="1231">
                  <c:v>3.9291037382538199</c:v>
                </c:pt>
                <c:pt idx="1232">
                  <c:v>3.87259936755677</c:v>
                </c:pt>
                <c:pt idx="1233">
                  <c:v>3.88499075483722</c:v>
                </c:pt>
                <c:pt idx="1234">
                  <c:v>3.9123161146855798</c:v>
                </c:pt>
                <c:pt idx="1235">
                  <c:v>3.88486638572732</c:v>
                </c:pt>
                <c:pt idx="1236">
                  <c:v>3.8964890479379899</c:v>
                </c:pt>
                <c:pt idx="1237">
                  <c:v>3.9148022362273101</c:v>
                </c:pt>
                <c:pt idx="1238">
                  <c:v>3.8603222067318401</c:v>
                </c:pt>
                <c:pt idx="1239">
                  <c:v>3.81756989721725</c:v>
                </c:pt>
                <c:pt idx="1240">
                  <c:v>3.7084768359762901</c:v>
                </c:pt>
                <c:pt idx="1241">
                  <c:v>3.6415038868669698</c:v>
                </c:pt>
                <c:pt idx="1242">
                  <c:v>3.5440000975345098</c:v>
                </c:pt>
                <c:pt idx="1243">
                  <c:v>3.6541205936728001</c:v>
                </c:pt>
                <c:pt idx="1244">
                  <c:v>3.7585672781653598</c:v>
                </c:pt>
                <c:pt idx="1245">
                  <c:v>3.82468464659165</c:v>
                </c:pt>
                <c:pt idx="1246">
                  <c:v>3.8977659894837799</c:v>
                </c:pt>
                <c:pt idx="1247">
                  <c:v>3.9186956254507899</c:v>
                </c:pt>
                <c:pt idx="1248">
                  <c:v>3.9311909558776299</c:v>
                </c:pt>
                <c:pt idx="1249">
                  <c:v>4.0675959632211001</c:v>
                </c:pt>
                <c:pt idx="1250">
                  <c:v>4.0910244031401701</c:v>
                </c:pt>
                <c:pt idx="1251">
                  <c:v>4.1168291541082898</c:v>
                </c:pt>
                <c:pt idx="1252">
                  <c:v>4.1062969323233798</c:v>
                </c:pt>
                <c:pt idx="1253">
                  <c:v>4.1929846782899496</c:v>
                </c:pt>
                <c:pt idx="1254">
                  <c:v>4.3860161493540604</c:v>
                </c:pt>
                <c:pt idx="1255">
                  <c:v>4.3669167507947604</c:v>
                </c:pt>
                <c:pt idx="1256">
                  <c:v>4.3601306829488804</c:v>
                </c:pt>
                <c:pt idx="1257">
                  <c:v>4.40069856598417</c:v>
                </c:pt>
                <c:pt idx="1258">
                  <c:v>4.4167723886402399</c:v>
                </c:pt>
                <c:pt idx="1259">
                  <c:v>4.4875277141638996</c:v>
                </c:pt>
                <c:pt idx="1260">
                  <c:v>4.6114722584438903</c:v>
                </c:pt>
                <c:pt idx="1261">
                  <c:v>4.7276185864461597</c:v>
                </c:pt>
                <c:pt idx="1262">
                  <c:v>4.8347322634071901</c:v>
                </c:pt>
                <c:pt idx="1263">
                  <c:v>4.5870485600351998</c:v>
                </c:pt>
                <c:pt idx="1264">
                  <c:v>4.8047277253260203</c:v>
                </c:pt>
                <c:pt idx="1265">
                  <c:v>4.8911266864705301</c:v>
                </c:pt>
                <c:pt idx="1266">
                  <c:v>4.80558696762757</c:v>
                </c:pt>
                <c:pt idx="1267">
                  <c:v>4.6487626178516201</c:v>
                </c:pt>
                <c:pt idx="1268">
                  <c:v>4.7428738367210901</c:v>
                </c:pt>
                <c:pt idx="1269">
                  <c:v>4.8439355635687296</c:v>
                </c:pt>
                <c:pt idx="1270">
                  <c:v>4.8648023875364901</c:v>
                </c:pt>
                <c:pt idx="1271">
                  <c:v>4.8843841691952301</c:v>
                </c:pt>
                <c:pt idx="1272">
                  <c:v>4.9452700797114604</c:v>
                </c:pt>
                <c:pt idx="1273">
                  <c:v>4.9801778697390198</c:v>
                </c:pt>
                <c:pt idx="1274">
                  <c:v>4.9520328129102804</c:v>
                </c:pt>
                <c:pt idx="1275">
                  <c:v>4.8236050193637299</c:v>
                </c:pt>
                <c:pt idx="1276">
                  <c:v>4.8677811131337201</c:v>
                </c:pt>
                <c:pt idx="1277">
                  <c:v>4.8055996413702298</c:v>
                </c:pt>
                <c:pt idx="1278">
                  <c:v>4.9079480514043698</c:v>
                </c:pt>
                <c:pt idx="1279">
                  <c:v>5.0775911749453098</c:v>
                </c:pt>
                <c:pt idx="1280">
                  <c:v>5.1112400407808298</c:v>
                </c:pt>
                <c:pt idx="1281">
                  <c:v>5.1783905892856801</c:v>
                </c:pt>
                <c:pt idx="1282">
                  <c:v>5.2007424781227201</c:v>
                </c:pt>
                <c:pt idx="1283">
                  <c:v>5.1952210669361403</c:v>
                </c:pt>
                <c:pt idx="1284">
                  <c:v>5.2403166392930096</c:v>
                </c:pt>
                <c:pt idx="1285">
                  <c:v>5.2474784696220604</c:v>
                </c:pt>
                <c:pt idx="1286">
                  <c:v>5.1802781822672204</c:v>
                </c:pt>
                <c:pt idx="1287">
                  <c:v>5.1866083811545201</c:v>
                </c:pt>
                <c:pt idx="1288">
                  <c:v>5.1496217657585701</c:v>
                </c:pt>
                <c:pt idx="1289">
                  <c:v>5.2441267841055099</c:v>
                </c:pt>
                <c:pt idx="1290">
                  <c:v>5.3049043536636198</c:v>
                </c:pt>
                <c:pt idx="1291">
                  <c:v>5.2776791492010497</c:v>
                </c:pt>
                <c:pt idx="1292">
                  <c:v>5.31706095944695</c:v>
                </c:pt>
                <c:pt idx="1293">
                  <c:v>5.2593561017502397</c:v>
                </c:pt>
                <c:pt idx="1294">
                  <c:v>5.1415267466821604</c:v>
                </c:pt>
                <c:pt idx="1295">
                  <c:v>5.2042159151049399</c:v>
                </c:pt>
                <c:pt idx="1296">
                  <c:v>4.97520922939204</c:v>
                </c:pt>
                <c:pt idx="1297">
                  <c:v>4.9237885840564601</c:v>
                </c:pt>
                <c:pt idx="1298">
                  <c:v>4.7074498393447204</c:v>
                </c:pt>
                <c:pt idx="1299">
                  <c:v>4.7685804583614901</c:v>
                </c:pt>
                <c:pt idx="1300">
                  <c:v>4.4071539960149604</c:v>
                </c:pt>
                <c:pt idx="1301">
                  <c:v>4.5003229893688097</c:v>
                </c:pt>
                <c:pt idx="1302">
                  <c:v>4.5223335163615497</c:v>
                </c:pt>
                <c:pt idx="1303">
                  <c:v>4.5128970311144796</c:v>
                </c:pt>
                <c:pt idx="1304">
                  <c:v>4.6631997932921498</c:v>
                </c:pt>
                <c:pt idx="1305">
                  <c:v>4.6593507683873101</c:v>
                </c:pt>
                <c:pt idx="1306">
                  <c:v>4.6374189563058303</c:v>
                </c:pt>
                <c:pt idx="1307">
                  <c:v>4.7367383226354196</c:v>
                </c:pt>
                <c:pt idx="1308">
                  <c:v>4.7786364699198103</c:v>
                </c:pt>
                <c:pt idx="1309">
                  <c:v>4.5999152831102101</c:v>
                </c:pt>
                <c:pt idx="1310">
                  <c:v>4.5959843080510101</c:v>
                </c:pt>
                <c:pt idx="1311">
                  <c:v>4.6694841801035798</c:v>
                </c:pt>
                <c:pt idx="1312">
                  <c:v>4.6516155211416601</c:v>
                </c:pt>
                <c:pt idx="1313">
                  <c:v>4.5273276813987096</c:v>
                </c:pt>
                <c:pt idx="1314">
                  <c:v>4.50473010486765</c:v>
                </c:pt>
                <c:pt idx="1315">
                  <c:v>4.63753801424967</c:v>
                </c:pt>
                <c:pt idx="1316">
                  <c:v>4.6492130771619804</c:v>
                </c:pt>
                <c:pt idx="1317">
                  <c:v>4.6883717567687402</c:v>
                </c:pt>
                <c:pt idx="1318">
                  <c:v>4.66684610157834</c:v>
                </c:pt>
                <c:pt idx="1319">
                  <c:v>4.6767366311814502</c:v>
                </c:pt>
                <c:pt idx="1320">
                  <c:v>4.5974355640142699</c:v>
                </c:pt>
                <c:pt idx="1321">
                  <c:v>4.5225126719125601</c:v>
                </c:pt>
                <c:pt idx="1322">
                  <c:v>4.5506592164987998</c:v>
                </c:pt>
                <c:pt idx="1323">
                  <c:v>4.43115251959492</c:v>
                </c:pt>
                <c:pt idx="1324">
                  <c:v>4.4812875328368902</c:v>
                </c:pt>
                <c:pt idx="1325">
                  <c:v>4.6373053875642203</c:v>
                </c:pt>
                <c:pt idx="1326">
                  <c:v>4.6392207772899203</c:v>
                </c:pt>
                <c:pt idx="1327">
                  <c:v>4.6947180368156802</c:v>
                </c:pt>
                <c:pt idx="1328">
                  <c:v>4.5790885754641897</c:v>
                </c:pt>
                <c:pt idx="1329">
                  <c:v>4.5941745197967299</c:v>
                </c:pt>
                <c:pt idx="1330">
                  <c:v>4.5835114508232104</c:v>
                </c:pt>
                <c:pt idx="1331">
                  <c:v>4.6417841756708302</c:v>
                </c:pt>
                <c:pt idx="1332">
                  <c:v>4.6897755266353798</c:v>
                </c:pt>
                <c:pt idx="1333">
                  <c:v>4.8358485017559696</c:v>
                </c:pt>
                <c:pt idx="1334">
                  <c:v>4.8410999990196002</c:v>
                </c:pt>
                <c:pt idx="1335">
                  <c:v>4.81236545359803</c:v>
                </c:pt>
                <c:pt idx="1336">
                  <c:v>4.8220440561541302</c:v>
                </c:pt>
                <c:pt idx="1337">
                  <c:v>4.8423681883097904</c:v>
                </c:pt>
                <c:pt idx="1338">
                  <c:v>4.7676564737728997</c:v>
                </c:pt>
                <c:pt idx="1339">
                  <c:v>4.8966462015429402</c:v>
                </c:pt>
                <c:pt idx="1340">
                  <c:v>4.8970097914894204</c:v>
                </c:pt>
                <c:pt idx="1341">
                  <c:v>4.8544510349859999</c:v>
                </c:pt>
                <c:pt idx="1342">
                  <c:v>4.8408531076836097</c:v>
                </c:pt>
                <c:pt idx="1343">
                  <c:v>4.8563722953609103</c:v>
                </c:pt>
                <c:pt idx="1344">
                  <c:v>4.6784947505010601</c:v>
                </c:pt>
                <c:pt idx="1345">
                  <c:v>4.7096916568369096</c:v>
                </c:pt>
                <c:pt idx="1346">
                  <c:v>4.6824734759136204</c:v>
                </c:pt>
                <c:pt idx="1347">
                  <c:v>4.70308571650044</c:v>
                </c:pt>
                <c:pt idx="1348">
                  <c:v>4.7210549765059104</c:v>
                </c:pt>
                <c:pt idx="1349">
                  <c:v>4.7610876419378796</c:v>
                </c:pt>
                <c:pt idx="1350">
                  <c:v>4.7829093124937501</c:v>
                </c:pt>
                <c:pt idx="1351">
                  <c:v>4.7864255312973496</c:v>
                </c:pt>
                <c:pt idx="1352">
                  <c:v>4.6965050182227497</c:v>
                </c:pt>
                <c:pt idx="1353">
                  <c:v>4.7246135757798999</c:v>
                </c:pt>
                <c:pt idx="1354">
                  <c:v>4.5663552669338401</c:v>
                </c:pt>
                <c:pt idx="1355">
                  <c:v>4.6454255093411598</c:v>
                </c:pt>
                <c:pt idx="1356">
                  <c:v>4.7095687218668996</c:v>
                </c:pt>
                <c:pt idx="1357">
                  <c:v>4.7207164816560701</c:v>
                </c:pt>
                <c:pt idx="1358">
                  <c:v>4.7234803467578601</c:v>
                </c:pt>
                <c:pt idx="1359">
                  <c:v>4.7219688392865402</c:v>
                </c:pt>
                <c:pt idx="1360">
                  <c:v>4.7473213813025197</c:v>
                </c:pt>
                <c:pt idx="1361">
                  <c:v>4.7152579197525002</c:v>
                </c:pt>
                <c:pt idx="1362">
                  <c:v>4.7155465148392999</c:v>
                </c:pt>
                <c:pt idx="1363">
                  <c:v>4.6327956632307297</c:v>
                </c:pt>
                <c:pt idx="1364">
                  <c:v>4.5923662298046697</c:v>
                </c:pt>
                <c:pt idx="1365">
                  <c:v>4.4314577891240701</c:v>
                </c:pt>
                <c:pt idx="1366">
                  <c:v>4.4220887394435398</c:v>
                </c:pt>
                <c:pt idx="1367">
                  <c:v>4.44435814213025</c:v>
                </c:pt>
                <c:pt idx="1368">
                  <c:v>4.3888375304206404</c:v>
                </c:pt>
                <c:pt idx="1369">
                  <c:v>4.4571806596224901</c:v>
                </c:pt>
                <c:pt idx="1370">
                  <c:v>4.4288988944762204</c:v>
                </c:pt>
                <c:pt idx="1371">
                  <c:v>4.4608567767266196</c:v>
                </c:pt>
                <c:pt idx="1372">
                  <c:v>4.4687184679120397</c:v>
                </c:pt>
                <c:pt idx="1373">
                  <c:v>4.4856710660866597</c:v>
                </c:pt>
                <c:pt idx="1374">
                  <c:v>4.6152994396618396</c:v>
                </c:pt>
                <c:pt idx="1375">
                  <c:v>4.6355573571145001</c:v>
                </c:pt>
                <c:pt idx="1376">
                  <c:v>4.6410096288810196</c:v>
                </c:pt>
                <c:pt idx="1377">
                  <c:v>4.6667330067967097</c:v>
                </c:pt>
                <c:pt idx="1378">
                  <c:v>4.6513327241789497</c:v>
                </c:pt>
                <c:pt idx="1379">
                  <c:v>4.61901655012917</c:v>
                </c:pt>
                <c:pt idx="1380">
                  <c:v>4.7096304300829797</c:v>
                </c:pt>
                <c:pt idx="1381">
                  <c:v>4.7144963403837599</c:v>
                </c:pt>
                <c:pt idx="1382">
                  <c:v>4.7125324133235198</c:v>
                </c:pt>
                <c:pt idx="1383">
                  <c:v>4.6263271838775104</c:v>
                </c:pt>
                <c:pt idx="1384">
                  <c:v>4.7448211043495299</c:v>
                </c:pt>
                <c:pt idx="1385">
                  <c:v>4.7799692325485399</c:v>
                </c:pt>
                <c:pt idx="1386">
                  <c:v>4.8170919223976503</c:v>
                </c:pt>
                <c:pt idx="1387">
                  <c:v>4.8582511297652999</c:v>
                </c:pt>
                <c:pt idx="1388">
                  <c:v>4.8806851010767396</c:v>
                </c:pt>
                <c:pt idx="1389">
                  <c:v>4.9773613703319697</c:v>
                </c:pt>
                <c:pt idx="1390">
                  <c:v>4.9971857192327001</c:v>
                </c:pt>
                <c:pt idx="1391">
                  <c:v>4.9760105657748799</c:v>
                </c:pt>
                <c:pt idx="1392">
                  <c:v>5.0083739903325197</c:v>
                </c:pt>
                <c:pt idx="1393">
                  <c:v>5.0283778984643996</c:v>
                </c:pt>
                <c:pt idx="1394">
                  <c:v>4.9209269223773999</c:v>
                </c:pt>
                <c:pt idx="1395">
                  <c:v>4.9369225758411304</c:v>
                </c:pt>
                <c:pt idx="1396">
                  <c:v>4.99850892190873</c:v>
                </c:pt>
                <c:pt idx="1397">
                  <c:v>5.0060388587738602</c:v>
                </c:pt>
                <c:pt idx="1398">
                  <c:v>4.9740264912648797</c:v>
                </c:pt>
                <c:pt idx="1399">
                  <c:v>4.9882458087369503</c:v>
                </c:pt>
                <c:pt idx="1400">
                  <c:v>4.8802703814435002</c:v>
                </c:pt>
                <c:pt idx="1401">
                  <c:v>4.7347467671413899</c:v>
                </c:pt>
                <c:pt idx="1402">
                  <c:v>4.7927652671094796</c:v>
                </c:pt>
                <c:pt idx="1403">
                  <c:v>4.7405914401413902</c:v>
                </c:pt>
                <c:pt idx="1404">
                  <c:v>4.7670206332993104</c:v>
                </c:pt>
                <c:pt idx="1405">
                  <c:v>4.8285671059961697</c:v>
                </c:pt>
                <c:pt idx="1406">
                  <c:v>4.8832767269902702</c:v>
                </c:pt>
                <c:pt idx="1407">
                  <c:v>4.8942954993183596</c:v>
                </c:pt>
                <c:pt idx="1408">
                  <c:v>4.969749130846</c:v>
                </c:pt>
                <c:pt idx="1409">
                  <c:v>4.9279801662793998</c:v>
                </c:pt>
                <c:pt idx="1410">
                  <c:v>4.8858286383794898</c:v>
                </c:pt>
                <c:pt idx="1411">
                  <c:v>4.8760473668086401</c:v>
                </c:pt>
                <c:pt idx="1412">
                  <c:v>4.8131308599298501</c:v>
                </c:pt>
                <c:pt idx="1413">
                  <c:v>4.8192162450408702</c:v>
                </c:pt>
                <c:pt idx="1414">
                  <c:v>4.8735619580836103</c:v>
                </c:pt>
                <c:pt idx="1415">
                  <c:v>4.8645952865471802</c:v>
                </c:pt>
                <c:pt idx="1416">
                  <c:v>4.8705904446049999</c:v>
                </c:pt>
                <c:pt idx="1417">
                  <c:v>4.9021384728906696</c:v>
                </c:pt>
                <c:pt idx="1418">
                  <c:v>4.9729029783624004</c:v>
                </c:pt>
                <c:pt idx="1419">
                  <c:v>4.8853903250255604</c:v>
                </c:pt>
                <c:pt idx="1420">
                  <c:v>4.8086767285590097</c:v>
                </c:pt>
                <c:pt idx="1421">
                  <c:v>4.7413116330006799</c:v>
                </c:pt>
                <c:pt idx="1422">
                  <c:v>4.7971041376057002</c:v>
                </c:pt>
                <c:pt idx="1423">
                  <c:v>4.7963129658057602</c:v>
                </c:pt>
                <c:pt idx="1424">
                  <c:v>4.7855465413506</c:v>
                </c:pt>
                <c:pt idx="1425">
                  <c:v>4.7322278230274097</c:v>
                </c:pt>
                <c:pt idx="1426">
                  <c:v>4.7651493501730098</c:v>
                </c:pt>
                <c:pt idx="1427">
                  <c:v>4.7547480535676403</c:v>
                </c:pt>
                <c:pt idx="1428">
                  <c:v>4.6252535070928298</c:v>
                </c:pt>
                <c:pt idx="1429">
                  <c:v>4.6529678683942599</c:v>
                </c:pt>
                <c:pt idx="1430">
                  <c:v>4.6392123396711096</c:v>
                </c:pt>
                <c:pt idx="1431">
                  <c:v>4.6600963850453496</c:v>
                </c:pt>
                <c:pt idx="1432">
                  <c:v>4.5835925959747801</c:v>
                </c:pt>
                <c:pt idx="1433">
                  <c:v>4.61862881224177</c:v>
                </c:pt>
                <c:pt idx="1434">
                  <c:v>4.70212754971989</c:v>
                </c:pt>
                <c:pt idx="1435">
                  <c:v>4.6780387561612597</c:v>
                </c:pt>
                <c:pt idx="1436">
                  <c:v>4.6858961901471901</c:v>
                </c:pt>
                <c:pt idx="1437">
                  <c:v>4.6510642499469803</c:v>
                </c:pt>
                <c:pt idx="1438">
                  <c:v>4.6344481979749501</c:v>
                </c:pt>
                <c:pt idx="1439">
                  <c:v>4.6331363094468099</c:v>
                </c:pt>
                <c:pt idx="1440">
                  <c:v>4.61421818351835</c:v>
                </c:pt>
                <c:pt idx="1441">
                  <c:v>4.5999861222457801</c:v>
                </c:pt>
                <c:pt idx="1442">
                  <c:v>4.6121963700495003</c:v>
                </c:pt>
                <c:pt idx="1443">
                  <c:v>4.6216413184103704</c:v>
                </c:pt>
                <c:pt idx="1444">
                  <c:v>4.6614554840318601</c:v>
                </c:pt>
                <c:pt idx="1445">
                  <c:v>4.6837600374270796</c:v>
                </c:pt>
                <c:pt idx="1446">
                  <c:v>4.7206015331100204</c:v>
                </c:pt>
                <c:pt idx="1447">
                  <c:v>4.7479979809750397</c:v>
                </c:pt>
                <c:pt idx="1448">
                  <c:v>4.7589761877803998</c:v>
                </c:pt>
                <c:pt idx="1449">
                  <c:v>4.7850839478915601</c:v>
                </c:pt>
                <c:pt idx="1450">
                  <c:v>4.7745023932237602</c:v>
                </c:pt>
                <c:pt idx="1451">
                  <c:v>4.7599333956022196</c:v>
                </c:pt>
                <c:pt idx="1452">
                  <c:v>4.8083014953512304</c:v>
                </c:pt>
                <c:pt idx="1453">
                  <c:v>4.88288864874316</c:v>
                </c:pt>
                <c:pt idx="1454">
                  <c:v>4.9346755887711398</c:v>
                </c:pt>
                <c:pt idx="1455">
                  <c:v>4.9560241383313901</c:v>
                </c:pt>
                <c:pt idx="1456">
                  <c:v>5.0096893621636598</c:v>
                </c:pt>
                <c:pt idx="1457">
                  <c:v>4.9763962977500702</c:v>
                </c:pt>
                <c:pt idx="1458">
                  <c:v>4.8689361615018596</c:v>
                </c:pt>
                <c:pt idx="1459">
                  <c:v>4.96386424948615</c:v>
                </c:pt>
                <c:pt idx="1460">
                  <c:v>4.9740951327341003</c:v>
                </c:pt>
                <c:pt idx="1461">
                  <c:v>5.0318375020175097</c:v>
                </c:pt>
                <c:pt idx="1462">
                  <c:v>5.0016565057367401</c:v>
                </c:pt>
                <c:pt idx="1463">
                  <c:v>5.0156492747562096</c:v>
                </c:pt>
                <c:pt idx="1464">
                  <c:v>5.0406508924877</c:v>
                </c:pt>
                <c:pt idx="1465">
                  <c:v>5.1301186370734797</c:v>
                </c:pt>
                <c:pt idx="1466">
                  <c:v>5.1542208131298199</c:v>
                </c:pt>
                <c:pt idx="1467">
                  <c:v>5.1937338025452702</c:v>
                </c:pt>
                <c:pt idx="1468">
                  <c:v>5.2586159547854798</c:v>
                </c:pt>
                <c:pt idx="1469">
                  <c:v>5.1874731090219903</c:v>
                </c:pt>
                <c:pt idx="1470">
                  <c:v>5.2646151381366604</c:v>
                </c:pt>
                <c:pt idx="1471">
                  <c:v>5.24181686556265</c:v>
                </c:pt>
                <c:pt idx="1472">
                  <c:v>5.2762104467962496</c:v>
                </c:pt>
                <c:pt idx="1473">
                  <c:v>5.2882845513230796</c:v>
                </c:pt>
                <c:pt idx="1474">
                  <c:v>5.23667754007616</c:v>
                </c:pt>
                <c:pt idx="1475">
                  <c:v>5.1929671245479403</c:v>
                </c:pt>
                <c:pt idx="1476">
                  <c:v>5.1623339966475204</c:v>
                </c:pt>
                <c:pt idx="1477">
                  <c:v>5.2001020550954902</c:v>
                </c:pt>
                <c:pt idx="1478">
                  <c:v>5.1401514753337496</c:v>
                </c:pt>
                <c:pt idx="1479">
                  <c:v>5.1192753448871802</c:v>
                </c:pt>
                <c:pt idx="1480">
                  <c:v>4.9463892468278896</c:v>
                </c:pt>
                <c:pt idx="1481">
                  <c:v>4.4828615169716901</c:v>
                </c:pt>
                <c:pt idx="1482">
                  <c:v>4.3772696097488604</c:v>
                </c:pt>
                <c:pt idx="1483">
                  <c:v>4.5077742825241698</c:v>
                </c:pt>
                <c:pt idx="1484">
                  <c:v>4.6123640705936397</c:v>
                </c:pt>
                <c:pt idx="1485">
                  <c:v>4.6766700086538799</c:v>
                </c:pt>
                <c:pt idx="1486">
                  <c:v>4.7664245810457899</c:v>
                </c:pt>
                <c:pt idx="1487">
                  <c:v>4.7277137894770496</c:v>
                </c:pt>
                <c:pt idx="1488">
                  <c:v>4.8001767155127197</c:v>
                </c:pt>
                <c:pt idx="1489">
                  <c:v>4.7362086427312899</c:v>
                </c:pt>
                <c:pt idx="1490">
                  <c:v>4.7381605762808503</c:v>
                </c:pt>
                <c:pt idx="1491">
                  <c:v>4.9032472920586301</c:v>
                </c:pt>
                <c:pt idx="1492">
                  <c:v>4.9953004170747697</c:v>
                </c:pt>
                <c:pt idx="1493">
                  <c:v>4.9806590707325604</c:v>
                </c:pt>
                <c:pt idx="1494">
                  <c:v>5.08136018697666</c:v>
                </c:pt>
                <c:pt idx="1495">
                  <c:v>5.1298607826820799</c:v>
                </c:pt>
                <c:pt idx="1496">
                  <c:v>5.1897290157668898</c:v>
                </c:pt>
                <c:pt idx="1497">
                  <c:v>5.1553789547185298</c:v>
                </c:pt>
                <c:pt idx="1498">
                  <c:v>5.1278749173195601</c:v>
                </c:pt>
                <c:pt idx="1499">
                  <c:v>5.1524281180060099</c:v>
                </c:pt>
                <c:pt idx="1500">
                  <c:v>4.8650651102801703</c:v>
                </c:pt>
                <c:pt idx="1501">
                  <c:v>5.0836241394505501</c:v>
                </c:pt>
                <c:pt idx="1502">
                  <c:v>5.1498219258398796</c:v>
                </c:pt>
                <c:pt idx="1503">
                  <c:v>5.2240964085929198</c:v>
                </c:pt>
                <c:pt idx="1504">
                  <c:v>5.3402364445060497</c:v>
                </c:pt>
                <c:pt idx="1505">
                  <c:v>5.3660343968817701</c:v>
                </c:pt>
                <c:pt idx="1506">
                  <c:v>5.2305336628688002</c:v>
                </c:pt>
                <c:pt idx="1507">
                  <c:v>5.3417565519344796</c:v>
                </c:pt>
                <c:pt idx="1508">
                  <c:v>5.3369394586514698</c:v>
                </c:pt>
                <c:pt idx="1509">
                  <c:v>5.2518443846989804</c:v>
                </c:pt>
                <c:pt idx="1510">
                  <c:v>5.1969795690373699</c:v>
                </c:pt>
                <c:pt idx="1511">
                  <c:v>5.0446170861827397</c:v>
                </c:pt>
                <c:pt idx="1512">
                  <c:v>5.0280709115722404</c:v>
                </c:pt>
                <c:pt idx="1513">
                  <c:v>4.9544190470805303</c:v>
                </c:pt>
                <c:pt idx="1514">
                  <c:v>5.0058449524283697</c:v>
                </c:pt>
                <c:pt idx="1515">
                  <c:v>5.1007179729332401</c:v>
                </c:pt>
                <c:pt idx="1516">
                  <c:v>4.9479995319869596</c:v>
                </c:pt>
                <c:pt idx="1517">
                  <c:v>5.0443084644094096</c:v>
                </c:pt>
                <c:pt idx="1518">
                  <c:v>5.1537603194021298</c:v>
                </c:pt>
                <c:pt idx="1519">
                  <c:v>5.0879191915491804</c:v>
                </c:pt>
                <c:pt idx="1520">
                  <c:v>5.0695521347232004</c:v>
                </c:pt>
                <c:pt idx="1521">
                  <c:v>4.9569257660025601</c:v>
                </c:pt>
                <c:pt idx="1522">
                  <c:v>4.9523950983643301</c:v>
                </c:pt>
                <c:pt idx="1523">
                  <c:v>4.9227718840930104</c:v>
                </c:pt>
                <c:pt idx="1524">
                  <c:v>5.0127907191786196</c:v>
                </c:pt>
                <c:pt idx="1525">
                  <c:v>4.9917379488267803</c:v>
                </c:pt>
                <c:pt idx="1526">
                  <c:v>5.1412598353267303</c:v>
                </c:pt>
                <c:pt idx="1527">
                  <c:v>5.2010801864202296</c:v>
                </c:pt>
                <c:pt idx="1528">
                  <c:v>5.2414559324751</c:v>
                </c:pt>
                <c:pt idx="1529">
                  <c:v>5.1159252897881</c:v>
                </c:pt>
                <c:pt idx="1530">
                  <c:v>5.0707649579103897</c:v>
                </c:pt>
                <c:pt idx="1531">
                  <c:v>5.1509710138287996</c:v>
                </c:pt>
                <c:pt idx="1532">
                  <c:v>5.0990128581285799</c:v>
                </c:pt>
                <c:pt idx="1533">
                  <c:v>5.1096466643688601</c:v>
                </c:pt>
                <c:pt idx="1534">
                  <c:v>5.0902306398263502</c:v>
                </c:pt>
                <c:pt idx="1535">
                  <c:v>5.1398987151906796</c:v>
                </c:pt>
                <c:pt idx="1536">
                  <c:v>5.1247893699558302</c:v>
                </c:pt>
                <c:pt idx="1537">
                  <c:v>5.1688237510866397</c:v>
                </c:pt>
                <c:pt idx="1538">
                  <c:v>5.1532559649482996</c:v>
                </c:pt>
                <c:pt idx="1539">
                  <c:v>5.0571908914375401</c:v>
                </c:pt>
                <c:pt idx="1540">
                  <c:v>4.9891481720453701</c:v>
                </c:pt>
                <c:pt idx="1541">
                  <c:v>4.8479097803310696</c:v>
                </c:pt>
                <c:pt idx="1542">
                  <c:v>4.8321330932972</c:v>
                </c:pt>
                <c:pt idx="1543">
                  <c:v>4.9210355747849004</c:v>
                </c:pt>
                <c:pt idx="1544">
                  <c:v>4.9975917867683997</c:v>
                </c:pt>
                <c:pt idx="1545">
                  <c:v>4.9719917318469902</c:v>
                </c:pt>
                <c:pt idx="1546">
                  <c:v>5.0239509106388498</c:v>
                </c:pt>
                <c:pt idx="1547">
                  <c:v>5.0185506387457899</c:v>
                </c:pt>
                <c:pt idx="1548">
                  <c:v>4.9998592197123903</c:v>
                </c:pt>
                <c:pt idx="1549">
                  <c:v>5.0207094142109501</c:v>
                </c:pt>
                <c:pt idx="1550">
                  <c:v>4.9857810990240097</c:v>
                </c:pt>
                <c:pt idx="1551">
                  <c:v>4.9905850583075004</c:v>
                </c:pt>
                <c:pt idx="1552">
                  <c:v>4.9736180564365</c:v>
                </c:pt>
                <c:pt idx="1553">
                  <c:v>5.0314578126754803</c:v>
                </c:pt>
                <c:pt idx="1554">
                  <c:v>5.0106090174015101</c:v>
                </c:pt>
                <c:pt idx="1555">
                  <c:v>4.9826138173813304</c:v>
                </c:pt>
                <c:pt idx="1556">
                  <c:v>4.9287058028868804</c:v>
                </c:pt>
                <c:pt idx="1557">
                  <c:v>4.9419815624061796</c:v>
                </c:pt>
                <c:pt idx="1558">
                  <c:v>5.0357296922150301</c:v>
                </c:pt>
                <c:pt idx="1559">
                  <c:v>5.0476275558402097</c:v>
                </c:pt>
                <c:pt idx="1560">
                  <c:v>5.0258744369799704</c:v>
                </c:pt>
                <c:pt idx="1561">
                  <c:v>5.0561124914068101</c:v>
                </c:pt>
                <c:pt idx="1562">
                  <c:v>5.1674598461745402</c:v>
                </c:pt>
                <c:pt idx="1563">
                  <c:v>5.21723495669118</c:v>
                </c:pt>
                <c:pt idx="1564">
                  <c:v>5.2371086755049099</c:v>
                </c:pt>
                <c:pt idx="1565">
                  <c:v>5.2793133271155801</c:v>
                </c:pt>
                <c:pt idx="1566">
                  <c:v>5.26732224852935</c:v>
                </c:pt>
                <c:pt idx="1567">
                  <c:v>5.24053053814868</c:v>
                </c:pt>
                <c:pt idx="1568">
                  <c:v>5.2682977723744298</c:v>
                </c:pt>
                <c:pt idx="1569">
                  <c:v>5.2356646944662097</c:v>
                </c:pt>
                <c:pt idx="1570">
                  <c:v>5.2202197275686597</c:v>
                </c:pt>
                <c:pt idx="1571">
                  <c:v>5.2163116846563096</c:v>
                </c:pt>
                <c:pt idx="1572">
                  <c:v>5.2148483336478204</c:v>
                </c:pt>
                <c:pt idx="1573">
                  <c:v>5.2816241679057097</c:v>
                </c:pt>
                <c:pt idx="1574">
                  <c:v>5.3001359146788998</c:v>
                </c:pt>
                <c:pt idx="1575">
                  <c:v>5.2951565026767398</c:v>
                </c:pt>
                <c:pt idx="1576">
                  <c:v>5.3039290119248204</c:v>
                </c:pt>
                <c:pt idx="1577">
                  <c:v>5.3033299806360699</c:v>
                </c:pt>
                <c:pt idx="1578">
                  <c:v>5.2869955991421804</c:v>
                </c:pt>
                <c:pt idx="1579">
                  <c:v>5.2647705075514404</c:v>
                </c:pt>
                <c:pt idx="1580">
                  <c:v>5.22813873760491</c:v>
                </c:pt>
                <c:pt idx="1581">
                  <c:v>5.2979729709927499</c:v>
                </c:pt>
                <c:pt idx="1582">
                  <c:v>5.3104774278992801</c:v>
                </c:pt>
                <c:pt idx="1583">
                  <c:v>5.3771818365312303</c:v>
                </c:pt>
                <c:pt idx="1584">
                  <c:v>5.4448066779857198</c:v>
                </c:pt>
                <c:pt idx="1585">
                  <c:v>5.6308687318895299</c:v>
                </c:pt>
                <c:pt idx="1586">
                  <c:v>5.6684236700622401</c:v>
                </c:pt>
                <c:pt idx="1587">
                  <c:v>5.7718090291528501</c:v>
                </c:pt>
                <c:pt idx="1588">
                  <c:v>5.9071316436628498</c:v>
                </c:pt>
                <c:pt idx="1589">
                  <c:v>5.8385051522328899</c:v>
                </c:pt>
                <c:pt idx="1590">
                  <c:v>6.04115821858547</c:v>
                </c:pt>
                <c:pt idx="1591">
                  <c:v>6.0534785806168196</c:v>
                </c:pt>
                <c:pt idx="1592">
                  <c:v>5.9155022872177199</c:v>
                </c:pt>
                <c:pt idx="1593">
                  <c:v>5.6955788966747898</c:v>
                </c:pt>
                <c:pt idx="1594">
                  <c:v>5.7155336103519598</c:v>
                </c:pt>
                <c:pt idx="1595">
                  <c:v>5.9331066469897999</c:v>
                </c:pt>
                <c:pt idx="1596">
                  <c:v>5.9426604251430399</c:v>
                </c:pt>
                <c:pt idx="1597">
                  <c:v>5.9504770549214303</c:v>
                </c:pt>
                <c:pt idx="1598">
                  <c:v>5.9361095867249798</c:v>
                </c:pt>
                <c:pt idx="1599">
                  <c:v>5.74323897832444</c:v>
                </c:pt>
                <c:pt idx="1600">
                  <c:v>5.7568644918712897</c:v>
                </c:pt>
                <c:pt idx="1601">
                  <c:v>5.8388995929221803</c:v>
                </c:pt>
                <c:pt idx="1602">
                  <c:v>5.9473017990296198</c:v>
                </c:pt>
                <c:pt idx="1603">
                  <c:v>5.9562763733434601</c:v>
                </c:pt>
                <c:pt idx="1604">
                  <c:v>6.0284841011829204</c:v>
                </c:pt>
                <c:pt idx="1605">
                  <c:v>6.19572993626441</c:v>
                </c:pt>
                <c:pt idx="1606">
                  <c:v>6.1657424123082203</c:v>
                </c:pt>
                <c:pt idx="1607">
                  <c:v>6.2362040521910602</c:v>
                </c:pt>
                <c:pt idx="1608">
                  <c:v>6.2219797093425901</c:v>
                </c:pt>
                <c:pt idx="1609">
                  <c:v>6.1368492905792502</c:v>
                </c:pt>
                <c:pt idx="1610">
                  <c:v>6.2198684389013001</c:v>
                </c:pt>
                <c:pt idx="1611">
                  <c:v>6.0979124901994499</c:v>
                </c:pt>
                <c:pt idx="1612">
                  <c:v>6.0982741890002004</c:v>
                </c:pt>
                <c:pt idx="1613">
                  <c:v>6.1627484516589899</c:v>
                </c:pt>
                <c:pt idx="1614">
                  <c:v>6.1996054552059601</c:v>
                </c:pt>
                <c:pt idx="1615">
                  <c:v>6.2949461210000601</c:v>
                </c:pt>
                <c:pt idx="1616">
                  <c:v>6.34224915694627</c:v>
                </c:pt>
                <c:pt idx="1617">
                  <c:v>6.2784974729205301</c:v>
                </c:pt>
                <c:pt idx="1618">
                  <c:v>6.2297900470088496</c:v>
                </c:pt>
                <c:pt idx="1619">
                  <c:v>6.27397509362671</c:v>
                </c:pt>
                <c:pt idx="1620">
                  <c:v>6.3067890307388996</c:v>
                </c:pt>
                <c:pt idx="1621">
                  <c:v>6.3564158048270896</c:v>
                </c:pt>
                <c:pt idx="1622">
                  <c:v>6.2482509778257604</c:v>
                </c:pt>
                <c:pt idx="1623">
                  <c:v>6.3766544688003997</c:v>
                </c:pt>
                <c:pt idx="1624">
                  <c:v>6.3871174914896498</c:v>
                </c:pt>
                <c:pt idx="1625">
                  <c:v>6.3908993585979701</c:v>
                </c:pt>
                <c:pt idx="1626">
                  <c:v>6.4485657655576896</c:v>
                </c:pt>
                <c:pt idx="1627">
                  <c:v>6.54080030065046</c:v>
                </c:pt>
                <c:pt idx="1628">
                  <c:v>6.4905740567462802</c:v>
                </c:pt>
                <c:pt idx="1629">
                  <c:v>6.5641341158711297</c:v>
                </c:pt>
                <c:pt idx="1630">
                  <c:v>6.5598130954030598</c:v>
                </c:pt>
                <c:pt idx="1631">
                  <c:v>6.6935438169666899</c:v>
                </c:pt>
                <c:pt idx="1632">
                  <c:v>6.5523837148781201</c:v>
                </c:pt>
                <c:pt idx="1633">
                  <c:v>6.1554266465914003</c:v>
                </c:pt>
                <c:pt idx="1634">
                  <c:v>6.2621678295195</c:v>
                </c:pt>
                <c:pt idx="1635">
                  <c:v>6.4089651633833098</c:v>
                </c:pt>
                <c:pt idx="1636">
                  <c:v>6.3852866512794497</c:v>
                </c:pt>
                <c:pt idx="1637">
                  <c:v>6.3367154042484204</c:v>
                </c:pt>
                <c:pt idx="1638">
                  <c:v>6.3655036518078196</c:v>
                </c:pt>
                <c:pt idx="1639">
                  <c:v>6.4373453411182302</c:v>
                </c:pt>
                <c:pt idx="1640">
                  <c:v>6.4284944398670003</c:v>
                </c:pt>
                <c:pt idx="1641">
                  <c:v>6.3315940141535201</c:v>
                </c:pt>
                <c:pt idx="1642">
                  <c:v>6.38501953949301</c:v>
                </c:pt>
                <c:pt idx="1643">
                  <c:v>6.1906456972625898</c:v>
                </c:pt>
                <c:pt idx="1644">
                  <c:v>6.1583393902335803</c:v>
                </c:pt>
                <c:pt idx="1645">
                  <c:v>6.0410083472192904</c:v>
                </c:pt>
                <c:pt idx="1646">
                  <c:v>6.0852801233024003</c:v>
                </c:pt>
                <c:pt idx="1647">
                  <c:v>6.0756523042803803</c:v>
                </c:pt>
                <c:pt idx="1648">
                  <c:v>6.2668486995985502</c:v>
                </c:pt>
                <c:pt idx="1649">
                  <c:v>6.4608510103517904</c:v>
                </c:pt>
                <c:pt idx="1650">
                  <c:v>6.4817721134029602</c:v>
                </c:pt>
                <c:pt idx="1651">
                  <c:v>6.4480628829256101</c:v>
                </c:pt>
                <c:pt idx="1652">
                  <c:v>6.4511208321298898</c:v>
                </c:pt>
                <c:pt idx="1653">
                  <c:v>6.4851919119439003</c:v>
                </c:pt>
                <c:pt idx="1654">
                  <c:v>6.4668147211001097</c:v>
                </c:pt>
                <c:pt idx="1655">
                  <c:v>6.5422298832764696</c:v>
                </c:pt>
                <c:pt idx="1656">
                  <c:v>6.4651748100790396</c:v>
                </c:pt>
                <c:pt idx="1657">
                  <c:v>6.4790508245318899</c:v>
                </c:pt>
                <c:pt idx="1658">
                  <c:v>6.4189798864964898</c:v>
                </c:pt>
                <c:pt idx="1659">
                  <c:v>6.4533309195770698</c:v>
                </c:pt>
                <c:pt idx="1660">
                  <c:v>6.4285719290914303</c:v>
                </c:pt>
                <c:pt idx="1661">
                  <c:v>6.4419529860388902</c:v>
                </c:pt>
                <c:pt idx="1662">
                  <c:v>6.4388841375005299</c:v>
                </c:pt>
                <c:pt idx="1663">
                  <c:v>6.2259773407016601</c:v>
                </c:pt>
                <c:pt idx="1664">
                  <c:v>6.2580141333480199</c:v>
                </c:pt>
                <c:pt idx="1665">
                  <c:v>6.3970128151947696</c:v>
                </c:pt>
                <c:pt idx="1666">
                  <c:v>6.3735217477220001</c:v>
                </c:pt>
                <c:pt idx="1667">
                  <c:v>6.48407089543708</c:v>
                </c:pt>
                <c:pt idx="1668">
                  <c:v>6.4104088876762901</c:v>
                </c:pt>
                <c:pt idx="1669">
                  <c:v>6.5382390715241696</c:v>
                </c:pt>
                <c:pt idx="1670">
                  <c:v>6.4923583169544399</c:v>
                </c:pt>
                <c:pt idx="1671">
                  <c:v>6.44082619414809</c:v>
                </c:pt>
                <c:pt idx="1672">
                  <c:v>6.4726225951557304</c:v>
                </c:pt>
                <c:pt idx="1673">
                  <c:v>6.4751643606748699</c:v>
                </c:pt>
                <c:pt idx="1674">
                  <c:v>6.5404500596681103</c:v>
                </c:pt>
                <c:pt idx="1675">
                  <c:v>6.5101955857032801</c:v>
                </c:pt>
                <c:pt idx="1676">
                  <c:v>6.5657339633730398</c:v>
                </c:pt>
                <c:pt idx="1677">
                  <c:v>6.5773202468825698</c:v>
                </c:pt>
                <c:pt idx="1678">
                  <c:v>6.6097619262084804</c:v>
                </c:pt>
                <c:pt idx="1679">
                  <c:v>6.6105971562883497</c:v>
                </c:pt>
                <c:pt idx="1680">
                  <c:v>6.61130243671409</c:v>
                </c:pt>
                <c:pt idx="1681">
                  <c:v>6.53775229229832</c:v>
                </c:pt>
                <c:pt idx="1682">
                  <c:v>6.5068976526596503</c:v>
                </c:pt>
                <c:pt idx="1683">
                  <c:v>6.4961118978027104</c:v>
                </c:pt>
                <c:pt idx="1684">
                  <c:v>6.4929617336945702</c:v>
                </c:pt>
                <c:pt idx="1685">
                  <c:v>6.5727865992330203</c:v>
                </c:pt>
                <c:pt idx="1686">
                  <c:v>6.5839308483781798</c:v>
                </c:pt>
                <c:pt idx="1687">
                  <c:v>6.58528202065283</c:v>
                </c:pt>
                <c:pt idx="1688">
                  <c:v>6.6059193160409402</c:v>
                </c:pt>
                <c:pt idx="1689">
                  <c:v>6.5735954228667399</c:v>
                </c:pt>
                <c:pt idx="1690">
                  <c:v>6.5489911629900499</c:v>
                </c:pt>
                <c:pt idx="1691">
                  <c:v>6.4272844906077298</c:v>
                </c:pt>
                <c:pt idx="1692">
                  <c:v>6.4345425769361704</c:v>
                </c:pt>
                <c:pt idx="1693">
                  <c:v>6.3068790387376996</c:v>
                </c:pt>
                <c:pt idx="1694">
                  <c:v>6.3439979335855998</c:v>
                </c:pt>
                <c:pt idx="1695">
                  <c:v>6.299491462272</c:v>
                </c:pt>
                <c:pt idx="1696">
                  <c:v>6.1957159387425698</c:v>
                </c:pt>
                <c:pt idx="1697">
                  <c:v>6.2419271013289697</c:v>
                </c:pt>
                <c:pt idx="1698">
                  <c:v>6.2023468833143403</c:v>
                </c:pt>
                <c:pt idx="1699">
                  <c:v>6.2421473042229101</c:v>
                </c:pt>
                <c:pt idx="1700">
                  <c:v>6.1160235931861697</c:v>
                </c:pt>
                <c:pt idx="1701">
                  <c:v>6.1240067896282202</c:v>
                </c:pt>
                <c:pt idx="1702">
                  <c:v>5.9728775426465903</c:v>
                </c:pt>
                <c:pt idx="1703">
                  <c:v>6.0366834805747898</c:v>
                </c:pt>
                <c:pt idx="1704">
                  <c:v>5.9517743932224496</c:v>
                </c:pt>
                <c:pt idx="1705">
                  <c:v>5.9456240403040503</c:v>
                </c:pt>
                <c:pt idx="1706">
                  <c:v>5.9541126631918004</c:v>
                </c:pt>
                <c:pt idx="1707">
                  <c:v>6.0172930593238201</c:v>
                </c:pt>
                <c:pt idx="1708">
                  <c:v>6.0738910096762897</c:v>
                </c:pt>
                <c:pt idx="1709">
                  <c:v>6.0145051457019596</c:v>
                </c:pt>
                <c:pt idx="1710">
                  <c:v>5.8949219369050398</c:v>
                </c:pt>
                <c:pt idx="1711">
                  <c:v>5.6613258261813604</c:v>
                </c:pt>
                <c:pt idx="1712">
                  <c:v>5.6552469099486702</c:v>
                </c:pt>
                <c:pt idx="1713">
                  <c:v>5.4645956857283098</c:v>
                </c:pt>
                <c:pt idx="1714">
                  <c:v>5.4837040485529602</c:v>
                </c:pt>
                <c:pt idx="1715">
                  <c:v>5.3431833848354202</c:v>
                </c:pt>
                <c:pt idx="1716">
                  <c:v>5.3843158005789098</c:v>
                </c:pt>
                <c:pt idx="1717">
                  <c:v>5.5315130468684703</c:v>
                </c:pt>
                <c:pt idx="1718">
                  <c:v>5.6397710558121901</c:v>
                </c:pt>
                <c:pt idx="1719">
                  <c:v>5.7251533924362201</c:v>
                </c:pt>
                <c:pt idx="1720">
                  <c:v>5.7338720273246002</c:v>
                </c:pt>
                <c:pt idx="1721">
                  <c:v>5.7582105903496297</c:v>
                </c:pt>
                <c:pt idx="1722">
                  <c:v>5.6724193641666503</c:v>
                </c:pt>
                <c:pt idx="1723">
                  <c:v>5.5188802401631598</c:v>
                </c:pt>
                <c:pt idx="1724">
                  <c:v>5.4920675223195001</c:v>
                </c:pt>
                <c:pt idx="1725">
                  <c:v>5.4997335288610198</c:v>
                </c:pt>
                <c:pt idx="1726">
                  <c:v>5.4886025008002601</c:v>
                </c:pt>
                <c:pt idx="1727">
                  <c:v>5.3859205017100003</c:v>
                </c:pt>
                <c:pt idx="1728">
                  <c:v>5.3541414080271901</c:v>
                </c:pt>
                <c:pt idx="1729">
                  <c:v>5.3401316945607196</c:v>
                </c:pt>
                <c:pt idx="1730">
                  <c:v>5.2381385626328596</c:v>
                </c:pt>
                <c:pt idx="1731">
                  <c:v>5.1253434829491598</c:v>
                </c:pt>
                <c:pt idx="1732">
                  <c:v>5.0862651589731396</c:v>
                </c:pt>
                <c:pt idx="1733">
                  <c:v>5.0586084551702104</c:v>
                </c:pt>
                <c:pt idx="1734">
                  <c:v>5.1341584908073301</c:v>
                </c:pt>
                <c:pt idx="1735">
                  <c:v>5.1709604025084204</c:v>
                </c:pt>
                <c:pt idx="1736">
                  <c:v>5.3573750890117902</c:v>
                </c:pt>
                <c:pt idx="1737">
                  <c:v>5.5547256694764</c:v>
                </c:pt>
                <c:pt idx="1738">
                  <c:v>5.6622403269844002</c:v>
                </c:pt>
                <c:pt idx="1739">
                  <c:v>5.6166440969348104</c:v>
                </c:pt>
                <c:pt idx="1740">
                  <c:v>5.6776544329993204</c:v>
                </c:pt>
                <c:pt idx="1741">
                  <c:v>5.6271640262717302</c:v>
                </c:pt>
                <c:pt idx="1742">
                  <c:v>5.6823876579951902</c:v>
                </c:pt>
                <c:pt idx="1743">
                  <c:v>5.8070207915552698</c:v>
                </c:pt>
                <c:pt idx="1744">
                  <c:v>5.7648606832858302</c:v>
                </c:pt>
                <c:pt idx="1745">
                  <c:v>5.8276737535882601</c:v>
                </c:pt>
                <c:pt idx="1746">
                  <c:v>5.8295584701095597</c:v>
                </c:pt>
                <c:pt idx="1747">
                  <c:v>5.9265482446947999</c:v>
                </c:pt>
                <c:pt idx="1748">
                  <c:v>5.8906113085940701</c:v>
                </c:pt>
                <c:pt idx="1749">
                  <c:v>5.7629669750948702</c:v>
                </c:pt>
                <c:pt idx="1750">
                  <c:v>5.6439432727641297</c:v>
                </c:pt>
                <c:pt idx="1751">
                  <c:v>5.7548084044746801</c:v>
                </c:pt>
                <c:pt idx="1752">
                  <c:v>5.7714897251894497</c:v>
                </c:pt>
                <c:pt idx="1753">
                  <c:v>5.7887525405076596</c:v>
                </c:pt>
                <c:pt idx="1754">
                  <c:v>5.9197902345937701</c:v>
                </c:pt>
                <c:pt idx="1755">
                  <c:v>5.9510981431551402</c:v>
                </c:pt>
                <c:pt idx="1756">
                  <c:v>5.9338932544191598</c:v>
                </c:pt>
                <c:pt idx="1757">
                  <c:v>5.93936909604178</c:v>
                </c:pt>
                <c:pt idx="1758">
                  <c:v>6.0232123672667903</c:v>
                </c:pt>
                <c:pt idx="1759">
                  <c:v>5.9427199621304103</c:v>
                </c:pt>
                <c:pt idx="1760">
                  <c:v>5.9266043222093101</c:v>
                </c:pt>
                <c:pt idx="1761">
                  <c:v>5.8969488114236404</c:v>
                </c:pt>
                <c:pt idx="1762">
                  <c:v>5.96137196511126</c:v>
                </c:pt>
                <c:pt idx="1763">
                  <c:v>5.9579373915864302</c:v>
                </c:pt>
                <c:pt idx="1764">
                  <c:v>5.8628233061939197</c:v>
                </c:pt>
                <c:pt idx="1765">
                  <c:v>5.91694529238789</c:v>
                </c:pt>
                <c:pt idx="1766">
                  <c:v>5.9010656641644603</c:v>
                </c:pt>
                <c:pt idx="1767">
                  <c:v>5.9227838667036501</c:v>
                </c:pt>
                <c:pt idx="1768">
                  <c:v>6.01531994893028</c:v>
                </c:pt>
                <c:pt idx="1769">
                  <c:v>6.0744914525632403</c:v>
                </c:pt>
                <c:pt idx="1770">
                  <c:v>5.9912448827836604</c:v>
                </c:pt>
                <c:pt idx="1771">
                  <c:v>6.0216452080959204</c:v>
                </c:pt>
                <c:pt idx="1772">
                  <c:v>5.9739908551273402</c:v>
                </c:pt>
                <c:pt idx="1773">
                  <c:v>5.9277691143918698</c:v>
                </c:pt>
                <c:pt idx="1774">
                  <c:v>6.0165171028566498</c:v>
                </c:pt>
                <c:pt idx="1775">
                  <c:v>6.02004482338213</c:v>
                </c:pt>
                <c:pt idx="1776">
                  <c:v>6.1648281291537401</c:v>
                </c:pt>
                <c:pt idx="1777">
                  <c:v>6.2145561374152596</c:v>
                </c:pt>
                <c:pt idx="1778">
                  <c:v>6.1723912244865797</c:v>
                </c:pt>
                <c:pt idx="1779">
                  <c:v>6.1472026689628301</c:v>
                </c:pt>
                <c:pt idx="1780">
                  <c:v>6.1750429483188896</c:v>
                </c:pt>
                <c:pt idx="1781">
                  <c:v>6.0845536911111102</c:v>
                </c:pt>
                <c:pt idx="1782">
                  <c:v>6.0413830358624896</c:v>
                </c:pt>
                <c:pt idx="1783">
                  <c:v>5.98137743730162</c:v>
                </c:pt>
                <c:pt idx="1784">
                  <c:v>5.9767585182984204</c:v>
                </c:pt>
                <c:pt idx="1785">
                  <c:v>5.9729758600235998</c:v>
                </c:pt>
                <c:pt idx="1786">
                  <c:v>5.9102341191009096</c:v>
                </c:pt>
                <c:pt idx="1787">
                  <c:v>5.9443510007443603</c:v>
                </c:pt>
                <c:pt idx="1788">
                  <c:v>5.9510789298879496</c:v>
                </c:pt>
                <c:pt idx="1789">
                  <c:v>5.9995471432974403</c:v>
                </c:pt>
                <c:pt idx="1790">
                  <c:v>6.0416823788318199</c:v>
                </c:pt>
                <c:pt idx="1791">
                  <c:v>6.0989731183015303</c:v>
                </c:pt>
                <c:pt idx="1792">
                  <c:v>6.0973366316201698</c:v>
                </c:pt>
                <c:pt idx="1793">
                  <c:v>6.1764133108724604</c:v>
                </c:pt>
                <c:pt idx="1794">
                  <c:v>6.0347026035242601</c:v>
                </c:pt>
                <c:pt idx="1795">
                  <c:v>6.0753544095187504</c:v>
                </c:pt>
                <c:pt idx="1796">
                  <c:v>6.0803258885584004</c:v>
                </c:pt>
                <c:pt idx="1797">
                  <c:v>6.0627160812659397</c:v>
                </c:pt>
                <c:pt idx="1798">
                  <c:v>6.1176022206669796</c:v>
                </c:pt>
                <c:pt idx="1799">
                  <c:v>6.1668863323465501</c:v>
                </c:pt>
                <c:pt idx="1800">
                  <c:v>6.1834770806198396</c:v>
                </c:pt>
                <c:pt idx="1801">
                  <c:v>6.2406682100977697</c:v>
                </c:pt>
                <c:pt idx="1802">
                  <c:v>6.2753875543651203</c:v>
                </c:pt>
                <c:pt idx="1803">
                  <c:v>6.2561918257065097</c:v>
                </c:pt>
                <c:pt idx="1804">
                  <c:v>6.3218841747893002</c:v>
                </c:pt>
                <c:pt idx="1805">
                  <c:v>6.3908940444794897</c:v>
                </c:pt>
                <c:pt idx="1806">
                  <c:v>6.3781958081818999</c:v>
                </c:pt>
                <c:pt idx="1807">
                  <c:v>6.39834711777615</c:v>
                </c:pt>
                <c:pt idx="1808">
                  <c:v>6.3847534947614699</c:v>
                </c:pt>
                <c:pt idx="1809">
                  <c:v>6.4356240086993699</c:v>
                </c:pt>
                <c:pt idx="1810">
                  <c:v>6.4902358824173803</c:v>
                </c:pt>
                <c:pt idx="1811">
                  <c:v>6.5424919457338397</c:v>
                </c:pt>
                <c:pt idx="1812">
                  <c:v>6.55041263771807</c:v>
                </c:pt>
                <c:pt idx="1813">
                  <c:v>6.5317816393059998</c:v>
                </c:pt>
                <c:pt idx="1814">
                  <c:v>6.4864085475597202</c:v>
                </c:pt>
                <c:pt idx="1815">
                  <c:v>6.4566589267339696</c:v>
                </c:pt>
                <c:pt idx="1816">
                  <c:v>6.4626840707190301</c:v>
                </c:pt>
                <c:pt idx="1817">
                  <c:v>6.5249116705941299</c:v>
                </c:pt>
                <c:pt idx="1818">
                  <c:v>6.5973378010710899</c:v>
                </c:pt>
                <c:pt idx="1819">
                  <c:v>6.6481183091271596</c:v>
                </c:pt>
                <c:pt idx="1820">
                  <c:v>6.65310969897806</c:v>
                </c:pt>
                <c:pt idx="1821">
                  <c:v>6.6375436145810003</c:v>
                </c:pt>
                <c:pt idx="1822">
                  <c:v>6.6150410072886396</c:v>
                </c:pt>
                <c:pt idx="1823">
                  <c:v>6.6427790151418602</c:v>
                </c:pt>
                <c:pt idx="1824">
                  <c:v>6.5771933473854096</c:v>
                </c:pt>
                <c:pt idx="1825">
                  <c:v>6.6337716378292999</c:v>
                </c:pt>
                <c:pt idx="1826">
                  <c:v>6.5442414303791798</c:v>
                </c:pt>
                <c:pt idx="1827">
                  <c:v>6.5665752334938698</c:v>
                </c:pt>
                <c:pt idx="1828">
                  <c:v>6.67983133896624</c:v>
                </c:pt>
                <c:pt idx="1829">
                  <c:v>6.69365136577757</c:v>
                </c:pt>
                <c:pt idx="1830">
                  <c:v>6.7162564508937503</c:v>
                </c:pt>
                <c:pt idx="1831">
                  <c:v>6.6548269890971401</c:v>
                </c:pt>
                <c:pt idx="1832">
                  <c:v>6.7062758075034399</c:v>
                </c:pt>
                <c:pt idx="1833">
                  <c:v>6.7890559336228602</c:v>
                </c:pt>
                <c:pt idx="1834">
                  <c:v>6.84043868643493</c:v>
                </c:pt>
                <c:pt idx="1835">
                  <c:v>6.7783449549608896</c:v>
                </c:pt>
                <c:pt idx="1836">
                  <c:v>6.6702940266521598</c:v>
                </c:pt>
                <c:pt idx="1837">
                  <c:v>6.65733096251659</c:v>
                </c:pt>
                <c:pt idx="1838">
                  <c:v>6.6650659588417396</c:v>
                </c:pt>
                <c:pt idx="1839">
                  <c:v>6.6916953628084999</c:v>
                </c:pt>
                <c:pt idx="1840">
                  <c:v>6.7837153306494899</c:v>
                </c:pt>
                <c:pt idx="1841">
                  <c:v>6.8205120877435901</c:v>
                </c:pt>
                <c:pt idx="1842">
                  <c:v>6.7228748889869401</c:v>
                </c:pt>
                <c:pt idx="1843">
                  <c:v>6.6405996871795798</c:v>
                </c:pt>
                <c:pt idx="1844">
                  <c:v>6.5280895638212799</c:v>
                </c:pt>
                <c:pt idx="1845">
                  <c:v>6.33953341293455</c:v>
                </c:pt>
                <c:pt idx="1846">
                  <c:v>6.4953989417962603</c:v>
                </c:pt>
                <c:pt idx="1847">
                  <c:v>6.5866817241782103</c:v>
                </c:pt>
                <c:pt idx="1848">
                  <c:v>6.7196692714205</c:v>
                </c:pt>
                <c:pt idx="1849">
                  <c:v>6.7497081598381099</c:v>
                </c:pt>
                <c:pt idx="1850">
                  <c:v>6.7951371160832998</c:v>
                </c:pt>
                <c:pt idx="1851">
                  <c:v>6.7455136395170499</c:v>
                </c:pt>
                <c:pt idx="1852">
                  <c:v>6.7357922727380402</c:v>
                </c:pt>
                <c:pt idx="1853">
                  <c:v>6.83280688895975</c:v>
                </c:pt>
                <c:pt idx="1854">
                  <c:v>6.9316749792935699</c:v>
                </c:pt>
                <c:pt idx="1855">
                  <c:v>6.9744072176322804</c:v>
                </c:pt>
                <c:pt idx="1856">
                  <c:v>6.9856826156223297</c:v>
                </c:pt>
                <c:pt idx="1857">
                  <c:v>6.9968863065179496</c:v>
                </c:pt>
                <c:pt idx="1858">
                  <c:v>7.0180144332068997</c:v>
                </c:pt>
                <c:pt idx="1859">
                  <c:v>6.8495801916717101</c:v>
                </c:pt>
                <c:pt idx="1860">
                  <c:v>6.94001066229022</c:v>
                </c:pt>
                <c:pt idx="1861">
                  <c:v>6.9124838859280802</c:v>
                </c:pt>
                <c:pt idx="1862">
                  <c:v>6.8722906720227499</c:v>
                </c:pt>
                <c:pt idx="1863">
                  <c:v>7.0690042284000398</c:v>
                </c:pt>
                <c:pt idx="1864">
                  <c:v>7.1045989821509004</c:v>
                </c:pt>
                <c:pt idx="1865">
                  <c:v>7.1803770106947198</c:v>
                </c:pt>
                <c:pt idx="1866">
                  <c:v>7.1650621235621204</c:v>
                </c:pt>
                <c:pt idx="1867">
                  <c:v>7.1188279131716801</c:v>
                </c:pt>
                <c:pt idx="1868">
                  <c:v>7.0975158248730903</c:v>
                </c:pt>
                <c:pt idx="1869">
                  <c:v>7.1063691383766603</c:v>
                </c:pt>
                <c:pt idx="1870">
                  <c:v>7.1148058973131398</c:v>
                </c:pt>
                <c:pt idx="1871">
                  <c:v>7.1608400623425696</c:v>
                </c:pt>
                <c:pt idx="1872">
                  <c:v>7.2188497627086496</c:v>
                </c:pt>
                <c:pt idx="1873">
                  <c:v>7.2998871402923502</c:v>
                </c:pt>
                <c:pt idx="1874">
                  <c:v>7.3596791356267497</c:v>
                </c:pt>
                <c:pt idx="1875">
                  <c:v>7.4746547825654899</c:v>
                </c:pt>
                <c:pt idx="1876">
                  <c:v>7.4658559419905099</c:v>
                </c:pt>
                <c:pt idx="1877">
                  <c:v>7.3851949274575803</c:v>
                </c:pt>
                <c:pt idx="1878">
                  <c:v>7.4489537354598196</c:v>
                </c:pt>
                <c:pt idx="1879">
                  <c:v>7.3592480853963602</c:v>
                </c:pt>
                <c:pt idx="1880">
                  <c:v>7.4383989976007898</c:v>
                </c:pt>
                <c:pt idx="1881">
                  <c:v>7.38833822255891</c:v>
                </c:pt>
                <c:pt idx="1882">
                  <c:v>7.33944968134072</c:v>
                </c:pt>
                <c:pt idx="1883">
                  <c:v>7.3412778905023899</c:v>
                </c:pt>
                <c:pt idx="1884">
                  <c:v>7.4183818665569801</c:v>
                </c:pt>
                <c:pt idx="1885">
                  <c:v>7.2673356195132497</c:v>
                </c:pt>
                <c:pt idx="1886">
                  <c:v>7.0296001791956897</c:v>
                </c:pt>
                <c:pt idx="1887">
                  <c:v>7.0679935869163604</c:v>
                </c:pt>
                <c:pt idx="1888">
                  <c:v>6.8830561070331902</c:v>
                </c:pt>
                <c:pt idx="1889">
                  <c:v>7.0548254036034601</c:v>
                </c:pt>
                <c:pt idx="1890">
                  <c:v>7.2681559445491404</c:v>
                </c:pt>
                <c:pt idx="1891">
                  <c:v>7.26139647040696</c:v>
                </c:pt>
                <c:pt idx="1892">
                  <c:v>7.1869421168788197</c:v>
                </c:pt>
                <c:pt idx="1893">
                  <c:v>7.1909627570454999</c:v>
                </c:pt>
                <c:pt idx="1894">
                  <c:v>7.2283351568499601</c:v>
                </c:pt>
                <c:pt idx="1895">
                  <c:v>7.1363514572158797</c:v>
                </c:pt>
                <c:pt idx="1896">
                  <c:v>7.2026592445067399</c:v>
                </c:pt>
                <c:pt idx="1897">
                  <c:v>7.1844127461739502</c:v>
                </c:pt>
                <c:pt idx="1898">
                  <c:v>7.1335530941912202</c:v>
                </c:pt>
                <c:pt idx="1899">
                  <c:v>7.0568254214049198</c:v>
                </c:pt>
                <c:pt idx="1900">
                  <c:v>6.9883016446857704</c:v>
                </c:pt>
                <c:pt idx="1901">
                  <c:v>7.0023140567996496</c:v>
                </c:pt>
                <c:pt idx="1902">
                  <c:v>6.9593043448187704</c:v>
                </c:pt>
                <c:pt idx="1903">
                  <c:v>6.7949659182429496</c:v>
                </c:pt>
                <c:pt idx="1904">
                  <c:v>6.7002234247048804</c:v>
                </c:pt>
                <c:pt idx="1905">
                  <c:v>6.8326101047132202</c:v>
                </c:pt>
                <c:pt idx="1906">
                  <c:v>6.9158826175519703</c:v>
                </c:pt>
                <c:pt idx="1907">
                  <c:v>6.8045290382820101</c:v>
                </c:pt>
                <c:pt idx="1908">
                  <c:v>6.8789894237074698</c:v>
                </c:pt>
                <c:pt idx="1909">
                  <c:v>6.9653974760076398</c:v>
                </c:pt>
                <c:pt idx="1910">
                  <c:v>6.98291788244115</c:v>
                </c:pt>
                <c:pt idx="1911">
                  <c:v>7.0475971841798497</c:v>
                </c:pt>
                <c:pt idx="1912">
                  <c:v>7.1158204900219104</c:v>
                </c:pt>
                <c:pt idx="1913">
                  <c:v>7.1813150824438603</c:v>
                </c:pt>
                <c:pt idx="1914">
                  <c:v>7.2545951416142502</c:v>
                </c:pt>
                <c:pt idx="1915">
                  <c:v>7.3138724619743201</c:v>
                </c:pt>
                <c:pt idx="1916">
                  <c:v>7.4585098707424997</c:v>
                </c:pt>
                <c:pt idx="1917">
                  <c:v>7.4069222417657397</c:v>
                </c:pt>
                <c:pt idx="1918">
                  <c:v>7.5264621185369398</c:v>
                </c:pt>
                <c:pt idx="1919">
                  <c:v>7.4299670486991998</c:v>
                </c:pt>
                <c:pt idx="1920">
                  <c:v>7.5307236601273697</c:v>
                </c:pt>
                <c:pt idx="1921">
                  <c:v>7.5580892301957903</c:v>
                </c:pt>
                <c:pt idx="1922">
                  <c:v>7.6075522766586303</c:v>
                </c:pt>
                <c:pt idx="1923">
                  <c:v>7.6659344776252798</c:v>
                </c:pt>
                <c:pt idx="1924">
                  <c:v>7.6937002420931204</c:v>
                </c:pt>
                <c:pt idx="1925">
                  <c:v>7.6510504039895704</c:v>
                </c:pt>
                <c:pt idx="1926">
                  <c:v>7.6110632013516302</c:v>
                </c:pt>
                <c:pt idx="1927">
                  <c:v>7.7253395466360901</c:v>
                </c:pt>
                <c:pt idx="1928">
                  <c:v>7.8915484902401998</c:v>
                </c:pt>
                <c:pt idx="1929">
                  <c:v>7.8104876985029597</c:v>
                </c:pt>
                <c:pt idx="1930">
                  <c:v>7.8191668560107104</c:v>
                </c:pt>
                <c:pt idx="1931">
                  <c:v>7.66501549051819</c:v>
                </c:pt>
                <c:pt idx="1932">
                  <c:v>7.6595413019705401</c:v>
                </c:pt>
                <c:pt idx="1933">
                  <c:v>7.7123221664016599</c:v>
                </c:pt>
                <c:pt idx="1934">
                  <c:v>7.7687839000681196</c:v>
                </c:pt>
                <c:pt idx="1935">
                  <c:v>7.8425990982406999</c:v>
                </c:pt>
                <c:pt idx="1936">
                  <c:v>7.8603802606060498</c:v>
                </c:pt>
                <c:pt idx="1937">
                  <c:v>7.9642833059121099</c:v>
                </c:pt>
                <c:pt idx="1938">
                  <c:v>8.0215718609656399</c:v>
                </c:pt>
                <c:pt idx="1939">
                  <c:v>8.1221979279395207</c:v>
                </c:pt>
                <c:pt idx="1940">
                  <c:v>8.1408430216066492</c:v>
                </c:pt>
                <c:pt idx="1941">
                  <c:v>8.1410153030051102</c:v>
                </c:pt>
                <c:pt idx="1942">
                  <c:v>8.3221391679197403</c:v>
                </c:pt>
                <c:pt idx="1943">
                  <c:v>8.2988526083040206</c:v>
                </c:pt>
                <c:pt idx="1944">
                  <c:v>8.1659039358330094</c:v>
                </c:pt>
                <c:pt idx="1945">
                  <c:v>8.0070932104790398</c:v>
                </c:pt>
                <c:pt idx="1946">
                  <c:v>8.1005330886552205</c:v>
                </c:pt>
                <c:pt idx="1947">
                  <c:v>8.1573982782762808</c:v>
                </c:pt>
                <c:pt idx="1948">
                  <c:v>8.1845854506174494</c:v>
                </c:pt>
                <c:pt idx="1949">
                  <c:v>8.2801951660103494</c:v>
                </c:pt>
                <c:pt idx="1950">
                  <c:v>8.2936920413153494</c:v>
                </c:pt>
                <c:pt idx="1951">
                  <c:v>8.5164632124414403</c:v>
                </c:pt>
                <c:pt idx="1952">
                  <c:v>8.4483883591178692</c:v>
                </c:pt>
                <c:pt idx="1953">
                  <c:v>8.5607783584613006</c:v>
                </c:pt>
                <c:pt idx="1954">
                  <c:v>8.3810283189396007</c:v>
                </c:pt>
                <c:pt idx="1955">
                  <c:v>8.4890416383449008</c:v>
                </c:pt>
                <c:pt idx="1956">
                  <c:v>8.5225360255787201</c:v>
                </c:pt>
                <c:pt idx="1957">
                  <c:v>8.6757768251022096</c:v>
                </c:pt>
                <c:pt idx="1958">
                  <c:v>8.6867896658454207</c:v>
                </c:pt>
                <c:pt idx="1959">
                  <c:v>8.5662502394153499</c:v>
                </c:pt>
                <c:pt idx="1960">
                  <c:v>8.7459869766682505</c:v>
                </c:pt>
                <c:pt idx="1961">
                  <c:v>8.5225839544878692</c:v>
                </c:pt>
                <c:pt idx="1962">
                  <c:v>8.6530996576692392</c:v>
                </c:pt>
                <c:pt idx="1963">
                  <c:v>8.3672002422382405</c:v>
                </c:pt>
                <c:pt idx="1964">
                  <c:v>8.3532551157079595</c:v>
                </c:pt>
                <c:pt idx="1965">
                  <c:v>8.2685273897017808</c:v>
                </c:pt>
                <c:pt idx="1966">
                  <c:v>7.8993862353100397</c:v>
                </c:pt>
                <c:pt idx="1967">
                  <c:v>7.9754743306471703</c:v>
                </c:pt>
                <c:pt idx="1968">
                  <c:v>7.6543943181884897</c:v>
                </c:pt>
                <c:pt idx="1969">
                  <c:v>7.8864260472738801</c:v>
                </c:pt>
                <c:pt idx="1970">
                  <c:v>8.0042445723666997</c:v>
                </c:pt>
                <c:pt idx="1971">
                  <c:v>8.2032998243350708</c:v>
                </c:pt>
                <c:pt idx="1972">
                  <c:v>8.2999531942408193</c:v>
                </c:pt>
                <c:pt idx="1973">
                  <c:v>8.2796580989037007</c:v>
                </c:pt>
                <c:pt idx="1974">
                  <c:v>8.1162348989925306</c:v>
                </c:pt>
                <c:pt idx="1975">
                  <c:v>8.2110077385083606</c:v>
                </c:pt>
                <c:pt idx="1976">
                  <c:v>8.1922122064867207</c:v>
                </c:pt>
                <c:pt idx="1977">
                  <c:v>8.3529174212702308</c:v>
                </c:pt>
                <c:pt idx="1978">
                  <c:v>8.3009703946339908</c:v>
                </c:pt>
                <c:pt idx="1979">
                  <c:v>8.3779108581255404</c:v>
                </c:pt>
                <c:pt idx="1980">
                  <c:v>8.5441448088888698</c:v>
                </c:pt>
                <c:pt idx="1981">
                  <c:v>8.4749481494847299</c:v>
                </c:pt>
                <c:pt idx="1982">
                  <c:v>8.5800147571269001</c:v>
                </c:pt>
                <c:pt idx="1983">
                  <c:v>8.3775449514353397</c:v>
                </c:pt>
                <c:pt idx="1984">
                  <c:v>8.4660391545581799</c:v>
                </c:pt>
                <c:pt idx="1985">
                  <c:v>8.4044581014083093</c:v>
                </c:pt>
                <c:pt idx="1986">
                  <c:v>8.5312637852375701</c:v>
                </c:pt>
                <c:pt idx="1987">
                  <c:v>8.6385775750798004</c:v>
                </c:pt>
                <c:pt idx="1988">
                  <c:v>8.6520298389772599</c:v>
                </c:pt>
                <c:pt idx="1989">
                  <c:v>8.5397505705930392</c:v>
                </c:pt>
                <c:pt idx="1990">
                  <c:v>8.4907009143723204</c:v>
                </c:pt>
                <c:pt idx="1991">
                  <c:v>8.2213451575940297</c:v>
                </c:pt>
                <c:pt idx="1992">
                  <c:v>8.1089206760139803</c:v>
                </c:pt>
                <c:pt idx="1993">
                  <c:v>8.2525877169461204</c:v>
                </c:pt>
                <c:pt idx="1994">
                  <c:v>8.3182566350823208</c:v>
                </c:pt>
                <c:pt idx="1995">
                  <c:v>8.1005119060873891</c:v>
                </c:pt>
                <c:pt idx="1996">
                  <c:v>7.6986989123119001</c:v>
                </c:pt>
                <c:pt idx="1997">
                  <c:v>7.9713165071090302</c:v>
                </c:pt>
                <c:pt idx="1998">
                  <c:v>8.08548723147738</c:v>
                </c:pt>
                <c:pt idx="1999">
                  <c:v>8.2506685942601496</c:v>
                </c:pt>
                <c:pt idx="2000">
                  <c:v>8.42160063698004</c:v>
                </c:pt>
                <c:pt idx="2001">
                  <c:v>8.4152157906595502</c:v>
                </c:pt>
                <c:pt idx="2002">
                  <c:v>8.3952686655129298</c:v>
                </c:pt>
                <c:pt idx="2003">
                  <c:v>8.2792715605773495</c:v>
                </c:pt>
                <c:pt idx="2004">
                  <c:v>8.3399791004414698</c:v>
                </c:pt>
                <c:pt idx="2005">
                  <c:v>8.3219378279588394</c:v>
                </c:pt>
                <c:pt idx="2006">
                  <c:v>8.2215620953292898</c:v>
                </c:pt>
                <c:pt idx="2007">
                  <c:v>8.3042322116664202</c:v>
                </c:pt>
                <c:pt idx="2008">
                  <c:v>8.3763968078833102</c:v>
                </c:pt>
                <c:pt idx="2009">
                  <c:v>8.2920079679818492</c:v>
                </c:pt>
                <c:pt idx="2010">
                  <c:v>8.4874359896743599</c:v>
                </c:pt>
                <c:pt idx="2011">
                  <c:v>8.2656383693327093</c:v>
                </c:pt>
                <c:pt idx="2012">
                  <c:v>8.1771384031398995</c:v>
                </c:pt>
                <c:pt idx="2013">
                  <c:v>7.9868414276273203</c:v>
                </c:pt>
                <c:pt idx="2014">
                  <c:v>8.1780544884627098</c:v>
                </c:pt>
                <c:pt idx="2015">
                  <c:v>8.0279321806410806</c:v>
                </c:pt>
                <c:pt idx="2016">
                  <c:v>8.0663934253866998</c:v>
                </c:pt>
                <c:pt idx="2017">
                  <c:v>7.8447350658390196</c:v>
                </c:pt>
                <c:pt idx="2018">
                  <c:v>7.9379656745634204</c:v>
                </c:pt>
                <c:pt idx="2019">
                  <c:v>8.0027321095452599</c:v>
                </c:pt>
                <c:pt idx="2020">
                  <c:v>7.9883350000767601</c:v>
                </c:pt>
                <c:pt idx="2021">
                  <c:v>7.68309415239945</c:v>
                </c:pt>
                <c:pt idx="2022">
                  <c:v>7.6255258545942901</c:v>
                </c:pt>
                <c:pt idx="2023">
                  <c:v>7.0002282594914602</c:v>
                </c:pt>
                <c:pt idx="2024">
                  <c:v>6.6943857839166601</c:v>
                </c:pt>
                <c:pt idx="2025">
                  <c:v>6.7970744336624502</c:v>
                </c:pt>
                <c:pt idx="2026">
                  <c:v>6.6293500861019403</c:v>
                </c:pt>
                <c:pt idx="2027">
                  <c:v>6.9453399141088896</c:v>
                </c:pt>
                <c:pt idx="2028">
                  <c:v>7.0560262574275203</c:v>
                </c:pt>
                <c:pt idx="2029">
                  <c:v>7.0128109991102496</c:v>
                </c:pt>
                <c:pt idx="2030">
                  <c:v>7.1749376665102798</c:v>
                </c:pt>
                <c:pt idx="2031">
                  <c:v>7.2879992051235396</c:v>
                </c:pt>
                <c:pt idx="2032">
                  <c:v>7.2681873522126397</c:v>
                </c:pt>
                <c:pt idx="2033">
                  <c:v>7.3648331535069502</c:v>
                </c:pt>
                <c:pt idx="2034">
                  <c:v>7.4326997949161697</c:v>
                </c:pt>
                <c:pt idx="2035">
                  <c:v>7.4761569859695198</c:v>
                </c:pt>
                <c:pt idx="2036">
                  <c:v>7.4314777973146304</c:v>
                </c:pt>
                <c:pt idx="2037">
                  <c:v>7.5543362965652996</c:v>
                </c:pt>
                <c:pt idx="2038">
                  <c:v>7.6341852266740098</c:v>
                </c:pt>
                <c:pt idx="2039">
                  <c:v>7.69570545918919</c:v>
                </c:pt>
                <c:pt idx="2040">
                  <c:v>7.8209722165022004</c:v>
                </c:pt>
                <c:pt idx="2041">
                  <c:v>7.4734821876952999</c:v>
                </c:pt>
                <c:pt idx="2042">
                  <c:v>7.6552962536364202</c:v>
                </c:pt>
                <c:pt idx="2043">
                  <c:v>7.6829003461392098</c:v>
                </c:pt>
                <c:pt idx="2044">
                  <c:v>7.7058807969631697</c:v>
                </c:pt>
                <c:pt idx="2045">
                  <c:v>7.7568151586753098</c:v>
                </c:pt>
                <c:pt idx="2046">
                  <c:v>7.8135375814599302</c:v>
                </c:pt>
                <c:pt idx="2047">
                  <c:v>7.8884254195839096</c:v>
                </c:pt>
                <c:pt idx="2048">
                  <c:v>7.9711072142169899</c:v>
                </c:pt>
                <c:pt idx="2049">
                  <c:v>8.1097813935086602</c:v>
                </c:pt>
                <c:pt idx="2050">
                  <c:v>8.0284192117446391</c:v>
                </c:pt>
                <c:pt idx="2051">
                  <c:v>7.9924459655020099</c:v>
                </c:pt>
                <c:pt idx="2052">
                  <c:v>7.8064030231533996</c:v>
                </c:pt>
                <c:pt idx="2053">
                  <c:v>7.9201870556307101</c:v>
                </c:pt>
                <c:pt idx="2054">
                  <c:v>7.9614659717528697</c:v>
                </c:pt>
                <c:pt idx="2055">
                  <c:v>7.9458906465941901</c:v>
                </c:pt>
                <c:pt idx="2056">
                  <c:v>7.9301398845143298</c:v>
                </c:pt>
                <c:pt idx="2057">
                  <c:v>8.0365117923518206</c:v>
                </c:pt>
                <c:pt idx="2058">
                  <c:v>8.0291471010014899</c:v>
                </c:pt>
                <c:pt idx="2059">
                  <c:v>8.15075012514599</c:v>
                </c:pt>
                <c:pt idx="2060">
                  <c:v>8.1625126237405308</c:v>
                </c:pt>
                <c:pt idx="2061">
                  <c:v>8.0648110497720609</c:v>
                </c:pt>
                <c:pt idx="2062">
                  <c:v>8.2096642249773897</c:v>
                </c:pt>
                <c:pt idx="2063">
                  <c:v>8.2896698144873202</c:v>
                </c:pt>
                <c:pt idx="2064">
                  <c:v>8.3652297920457102</c:v>
                </c:pt>
                <c:pt idx="2065">
                  <c:v>8.5278375008374105</c:v>
                </c:pt>
                <c:pt idx="2066">
                  <c:v>8.3634741028569604</c:v>
                </c:pt>
                <c:pt idx="2067">
                  <c:v>8.3944807803731099</c:v>
                </c:pt>
                <c:pt idx="2068">
                  <c:v>8.3913266266290005</c:v>
                </c:pt>
                <c:pt idx="2069">
                  <c:v>8.4064143286110706</c:v>
                </c:pt>
                <c:pt idx="2070">
                  <c:v>8.3122584364674701</c:v>
                </c:pt>
                <c:pt idx="2071">
                  <c:v>8.2786962374289104</c:v>
                </c:pt>
                <c:pt idx="2072">
                  <c:v>8.3044810169805992</c:v>
                </c:pt>
                <c:pt idx="2073">
                  <c:v>8.3971259239066303</c:v>
                </c:pt>
                <c:pt idx="2074">
                  <c:v>8.3528323173951602</c:v>
                </c:pt>
                <c:pt idx="2075">
                  <c:v>8.1877862738365899</c:v>
                </c:pt>
                <c:pt idx="2076">
                  <c:v>8.3588986080492393</c:v>
                </c:pt>
                <c:pt idx="2077">
                  <c:v>8.4117126936587301</c:v>
                </c:pt>
                <c:pt idx="2078">
                  <c:v>8.2161485178882607</c:v>
                </c:pt>
                <c:pt idx="2079">
                  <c:v>8.5102204144321902</c:v>
                </c:pt>
                <c:pt idx="2080">
                  <c:v>8.6400548382302294</c:v>
                </c:pt>
                <c:pt idx="2081">
                  <c:v>8.6839561256529798</c:v>
                </c:pt>
                <c:pt idx="2082">
                  <c:v>8.6803708462442604</c:v>
                </c:pt>
                <c:pt idx="2083">
                  <c:v>8.7163203499098305</c:v>
                </c:pt>
                <c:pt idx="2084">
                  <c:v>8.6597756284827803</c:v>
                </c:pt>
                <c:pt idx="2085">
                  <c:v>8.7475854868053808</c:v>
                </c:pt>
                <c:pt idx="2086">
                  <c:v>8.8544702513735007</c:v>
                </c:pt>
                <c:pt idx="2087">
                  <c:v>8.9448583494317795</c:v>
                </c:pt>
                <c:pt idx="2088">
                  <c:v>8.92262088610833</c:v>
                </c:pt>
                <c:pt idx="2089">
                  <c:v>8.9673723927295708</c:v>
                </c:pt>
                <c:pt idx="2090">
                  <c:v>8.5572408244248006</c:v>
                </c:pt>
                <c:pt idx="2091">
                  <c:v>8.5559330051144205</c:v>
                </c:pt>
                <c:pt idx="2092">
                  <c:v>8.7304750021288999</c:v>
                </c:pt>
                <c:pt idx="2093">
                  <c:v>8.7922919294472894</c:v>
                </c:pt>
                <c:pt idx="2094">
                  <c:v>8.9270393392420697</c:v>
                </c:pt>
                <c:pt idx="2095">
                  <c:v>8.9787835325569496</c:v>
                </c:pt>
                <c:pt idx="2096">
                  <c:v>9.0479168394115899</c:v>
                </c:pt>
                <c:pt idx="2097">
                  <c:v>9.1482184577863297</c:v>
                </c:pt>
                <c:pt idx="2098">
                  <c:v>9.1308067450843495</c:v>
                </c:pt>
                <c:pt idx="2099">
                  <c:v>9.15627525731324</c:v>
                </c:pt>
                <c:pt idx="2100">
                  <c:v>9.23905811318064</c:v>
                </c:pt>
                <c:pt idx="2101">
                  <c:v>9.2462239383888392</c:v>
                </c:pt>
                <c:pt idx="2102">
                  <c:v>9.2758459961321602</c:v>
                </c:pt>
                <c:pt idx="2103">
                  <c:v>9.1493833752241809</c:v>
                </c:pt>
                <c:pt idx="2104">
                  <c:v>9.1982011410994904</c:v>
                </c:pt>
                <c:pt idx="2105">
                  <c:v>9.2622449497275792</c:v>
                </c:pt>
                <c:pt idx="2106">
                  <c:v>9.0127039906148205</c:v>
                </c:pt>
                <c:pt idx="2107">
                  <c:v>8.9374795388836201</c:v>
                </c:pt>
                <c:pt idx="2108">
                  <c:v>8.8666120718356094</c:v>
                </c:pt>
                <c:pt idx="2109">
                  <c:v>8.9891765716459897</c:v>
                </c:pt>
                <c:pt idx="2110">
                  <c:v>8.9995878436998709</c:v>
                </c:pt>
                <c:pt idx="2111">
                  <c:v>8.7475606071974905</c:v>
                </c:pt>
                <c:pt idx="2112">
                  <c:v>8.7423092494741095</c:v>
                </c:pt>
                <c:pt idx="2113">
                  <c:v>8.9374330855501398</c:v>
                </c:pt>
                <c:pt idx="2114">
                  <c:v>8.9854028129665799</c:v>
                </c:pt>
                <c:pt idx="2115">
                  <c:v>9.0408768636051704</c:v>
                </c:pt>
                <c:pt idx="2116">
                  <c:v>9.0618326646063299</c:v>
                </c:pt>
                <c:pt idx="2117">
                  <c:v>8.9607522852762695</c:v>
                </c:pt>
                <c:pt idx="2118">
                  <c:v>8.91307593300197</c:v>
                </c:pt>
                <c:pt idx="2119">
                  <c:v>8.9781015079946602</c:v>
                </c:pt>
                <c:pt idx="2120">
                  <c:v>8.9382497737425393</c:v>
                </c:pt>
                <c:pt idx="2121">
                  <c:v>8.7313702675424594</c:v>
                </c:pt>
                <c:pt idx="2122">
                  <c:v>8.4816618209138106</c:v>
                </c:pt>
                <c:pt idx="2123">
                  <c:v>8.3461634409683203</c:v>
                </c:pt>
                <c:pt idx="2124">
                  <c:v>8.5180901503843405</c:v>
                </c:pt>
                <c:pt idx="2125">
                  <c:v>8.59191215701175</c:v>
                </c:pt>
                <c:pt idx="2126">
                  <c:v>8.5469606133362994</c:v>
                </c:pt>
                <c:pt idx="2127">
                  <c:v>8.3554610123272397</c:v>
                </c:pt>
                <c:pt idx="2128">
                  <c:v>8.1639520194298196</c:v>
                </c:pt>
                <c:pt idx="2129">
                  <c:v>8.3944969659978899</c:v>
                </c:pt>
                <c:pt idx="2130">
                  <c:v>8.2242776327551095</c:v>
                </c:pt>
                <c:pt idx="2131">
                  <c:v>8.1335391440792399</c:v>
                </c:pt>
                <c:pt idx="2132">
                  <c:v>8.0280897572220002</c:v>
                </c:pt>
                <c:pt idx="2133">
                  <c:v>7.8926473710831999</c:v>
                </c:pt>
                <c:pt idx="2134">
                  <c:v>7.9304132963207996</c:v>
                </c:pt>
                <c:pt idx="2135">
                  <c:v>8.1515559038213308</c:v>
                </c:pt>
                <c:pt idx="2136">
                  <c:v>8.2822575645236505</c:v>
                </c:pt>
                <c:pt idx="2137">
                  <c:v>8.4547165646607105</c:v>
                </c:pt>
                <c:pt idx="2138">
                  <c:v>8.6671091549591992</c:v>
                </c:pt>
                <c:pt idx="2139">
                  <c:v>8.6980039380504106</c:v>
                </c:pt>
                <c:pt idx="2140">
                  <c:v>8.6647913828209795</c:v>
                </c:pt>
                <c:pt idx="2141">
                  <c:v>8.6472310629604099</c:v>
                </c:pt>
                <c:pt idx="2142">
                  <c:v>8.6598695039433693</c:v>
                </c:pt>
                <c:pt idx="2143">
                  <c:v>8.5209031885009505</c:v>
                </c:pt>
                <c:pt idx="2144">
                  <c:v>8.4765193688792202</c:v>
                </c:pt>
                <c:pt idx="2145">
                  <c:v>8.6769209269603405</c:v>
                </c:pt>
                <c:pt idx="2146">
                  <c:v>8.6841616619690303</c:v>
                </c:pt>
                <c:pt idx="2147">
                  <c:v>8.3569896109155</c:v>
                </c:pt>
                <c:pt idx="2148">
                  <c:v>8.5134413503659605</c:v>
                </c:pt>
                <c:pt idx="2149">
                  <c:v>8.7277270837611898</c:v>
                </c:pt>
                <c:pt idx="2150">
                  <c:v>8.8298194276316497</c:v>
                </c:pt>
                <c:pt idx="2151">
                  <c:v>8.8682493348642595</c:v>
                </c:pt>
                <c:pt idx="2152">
                  <c:v>8.9764109986351794</c:v>
                </c:pt>
                <c:pt idx="2153">
                  <c:v>9.0900015596139507</c:v>
                </c:pt>
                <c:pt idx="2154">
                  <c:v>9.1053320013943608</c:v>
                </c:pt>
                <c:pt idx="2155">
                  <c:v>9.1226450265765706</c:v>
                </c:pt>
                <c:pt idx="2156">
                  <c:v>9.1312908221351599</c:v>
                </c:pt>
                <c:pt idx="2157">
                  <c:v>9.1692178924531298</c:v>
                </c:pt>
                <c:pt idx="2158">
                  <c:v>9.1746590242220591</c:v>
                </c:pt>
                <c:pt idx="2159">
                  <c:v>9.3085300917536404</c:v>
                </c:pt>
                <c:pt idx="2160">
                  <c:v>9.3574049436162792</c:v>
                </c:pt>
                <c:pt idx="2161">
                  <c:v>9.4356266820739698</c:v>
                </c:pt>
                <c:pt idx="2162">
                  <c:v>9.3685987086254396</c:v>
                </c:pt>
                <c:pt idx="2163">
                  <c:v>9.3952014149872092</c:v>
                </c:pt>
                <c:pt idx="2164">
                  <c:v>9.3163409876598102</c:v>
                </c:pt>
                <c:pt idx="2165">
                  <c:v>9.2141714561765902</c:v>
                </c:pt>
                <c:pt idx="2166">
                  <c:v>9.2643212309006504</c:v>
                </c:pt>
                <c:pt idx="2167">
                  <c:v>9.1894130957576206</c:v>
                </c:pt>
                <c:pt idx="2168">
                  <c:v>9.14661412539221</c:v>
                </c:pt>
                <c:pt idx="2169">
                  <c:v>9.3279957924974006</c:v>
                </c:pt>
                <c:pt idx="2170">
                  <c:v>9.3207648373468501</c:v>
                </c:pt>
                <c:pt idx="2171">
                  <c:v>9.38414622612712</c:v>
                </c:pt>
                <c:pt idx="2172">
                  <c:v>9.5146212868732007</c:v>
                </c:pt>
                <c:pt idx="2173">
                  <c:v>9.5840740063085192</c:v>
                </c:pt>
                <c:pt idx="2174">
                  <c:v>9.4988225107234303</c:v>
                </c:pt>
                <c:pt idx="2175">
                  <c:v>9.5138707092539008</c:v>
                </c:pt>
                <c:pt idx="2176">
                  <c:v>9.4970134497519894</c:v>
                </c:pt>
                <c:pt idx="2177">
                  <c:v>9.4423970675830002</c:v>
                </c:pt>
                <c:pt idx="2178">
                  <c:v>9.4462985472905991</c:v>
                </c:pt>
                <c:pt idx="2179">
                  <c:v>9.4674251918922696</c:v>
                </c:pt>
                <c:pt idx="2180">
                  <c:v>9.46251336681655</c:v>
                </c:pt>
                <c:pt idx="2181">
                  <c:v>9.5145451846928992</c:v>
                </c:pt>
                <c:pt idx="2182">
                  <c:v>9.3826922273045295</c:v>
                </c:pt>
                <c:pt idx="2183">
                  <c:v>9.15302242559682</c:v>
                </c:pt>
                <c:pt idx="2184">
                  <c:v>9.15142587631777</c:v>
                </c:pt>
                <c:pt idx="2185">
                  <c:v>9.08145168376487</c:v>
                </c:pt>
                <c:pt idx="2186">
                  <c:v>8.9380155465403401</c:v>
                </c:pt>
                <c:pt idx="2187">
                  <c:v>8.9446605972456794</c:v>
                </c:pt>
                <c:pt idx="2188">
                  <c:v>9.0814923887374999</c:v>
                </c:pt>
                <c:pt idx="2189">
                  <c:v>9.09540490538377</c:v>
                </c:pt>
                <c:pt idx="2190">
                  <c:v>8.9447141222040401</c:v>
                </c:pt>
                <c:pt idx="2191">
                  <c:v>8.8955190642231301</c:v>
                </c:pt>
                <c:pt idx="2192">
                  <c:v>8.9931869623164609</c:v>
                </c:pt>
                <c:pt idx="2193">
                  <c:v>9.2504192514792791</c:v>
                </c:pt>
                <c:pt idx="2194">
                  <c:v>9.3424639212805403</c:v>
                </c:pt>
                <c:pt idx="2195">
                  <c:v>9.3670632854404001</c:v>
                </c:pt>
                <c:pt idx="2196">
                  <c:v>9.3190919533962404</c:v>
                </c:pt>
                <c:pt idx="2197">
                  <c:v>9.3859435950383201</c:v>
                </c:pt>
                <c:pt idx="2198">
                  <c:v>9.3488111383862496</c:v>
                </c:pt>
                <c:pt idx="2199">
                  <c:v>9.2428520235518494</c:v>
                </c:pt>
                <c:pt idx="2200">
                  <c:v>9.2684250647644504</c:v>
                </c:pt>
                <c:pt idx="2201">
                  <c:v>9.2753264932922903</c:v>
                </c:pt>
                <c:pt idx="2202">
                  <c:v>9.3908896042290699</c:v>
                </c:pt>
                <c:pt idx="2203">
                  <c:v>9.3669044284883896</c:v>
                </c:pt>
                <c:pt idx="2204">
                  <c:v>9.4520417422510494</c:v>
                </c:pt>
                <c:pt idx="2205">
                  <c:v>9.5060843684413694</c:v>
                </c:pt>
                <c:pt idx="2206">
                  <c:v>9.5822296554402495</c:v>
                </c:pt>
                <c:pt idx="2207">
                  <c:v>9.7844725429363493</c:v>
                </c:pt>
                <c:pt idx="2208">
                  <c:v>9.8649478175589902</c:v>
                </c:pt>
                <c:pt idx="2209">
                  <c:v>10.0566523579026</c:v>
                </c:pt>
                <c:pt idx="2210">
                  <c:v>10.113379507609899</c:v>
                </c:pt>
                <c:pt idx="2211">
                  <c:v>10.141630014261301</c:v>
                </c:pt>
                <c:pt idx="2212">
                  <c:v>10.177154256985199</c:v>
                </c:pt>
                <c:pt idx="2213">
                  <c:v>10.275248004554999</c:v>
                </c:pt>
                <c:pt idx="2214">
                  <c:v>10.2512838869583</c:v>
                </c:pt>
                <c:pt idx="2215">
                  <c:v>10.3465838286444</c:v>
                </c:pt>
                <c:pt idx="2216">
                  <c:v>10.3697017858458</c:v>
                </c:pt>
                <c:pt idx="2217">
                  <c:v>10.4830768452233</c:v>
                </c:pt>
                <c:pt idx="2218">
                  <c:v>10.491652226211</c:v>
                </c:pt>
                <c:pt idx="2219">
                  <c:v>10.5505779743083</c:v>
                </c:pt>
                <c:pt idx="2220">
                  <c:v>10.2594710078329</c:v>
                </c:pt>
                <c:pt idx="2221">
                  <c:v>10.2472028830431</c:v>
                </c:pt>
                <c:pt idx="2222">
                  <c:v>10.335537472006401</c:v>
                </c:pt>
                <c:pt idx="2223">
                  <c:v>10.3701729270512</c:v>
                </c:pt>
                <c:pt idx="2224">
                  <c:v>10.408243186164</c:v>
                </c:pt>
                <c:pt idx="2225">
                  <c:v>10.393876906487201</c:v>
                </c:pt>
                <c:pt idx="2226">
                  <c:v>10.377405502273801</c:v>
                </c:pt>
                <c:pt idx="2227">
                  <c:v>10.248409719538699</c:v>
                </c:pt>
                <c:pt idx="2228">
                  <c:v>10.3745173561167</c:v>
                </c:pt>
                <c:pt idx="2229">
                  <c:v>10.4987768175375</c:v>
                </c:pt>
                <c:pt idx="2230">
                  <c:v>10.487660864520301</c:v>
                </c:pt>
                <c:pt idx="2231">
                  <c:v>10.4653286596046</c:v>
                </c:pt>
                <c:pt idx="2232">
                  <c:v>10.462872887527899</c:v>
                </c:pt>
                <c:pt idx="2233">
                  <c:v>10.250631839485999</c:v>
                </c:pt>
                <c:pt idx="2234">
                  <c:v>10.412062546482099</c:v>
                </c:pt>
                <c:pt idx="2235">
                  <c:v>10.505011803936</c:v>
                </c:pt>
                <c:pt idx="2236">
                  <c:v>10.372384960465</c:v>
                </c:pt>
                <c:pt idx="2237">
                  <c:v>10.3491352853524</c:v>
                </c:pt>
                <c:pt idx="2238">
                  <c:v>10.179424720332699</c:v>
                </c:pt>
                <c:pt idx="2239">
                  <c:v>10.3102269854911</c:v>
                </c:pt>
                <c:pt idx="2240">
                  <c:v>10.1447657414448</c:v>
                </c:pt>
                <c:pt idx="2241">
                  <c:v>10.2296781164483</c:v>
                </c:pt>
                <c:pt idx="2242">
                  <c:v>10.194380016570401</c:v>
                </c:pt>
                <c:pt idx="2243">
                  <c:v>10.401121551963399</c:v>
                </c:pt>
                <c:pt idx="2244">
                  <c:v>10.5124774469669</c:v>
                </c:pt>
                <c:pt idx="2245">
                  <c:v>10.4749239607955</c:v>
                </c:pt>
                <c:pt idx="2246">
                  <c:v>10.500544765256601</c:v>
                </c:pt>
                <c:pt idx="2247">
                  <c:v>10.493378066771101</c:v>
                </c:pt>
                <c:pt idx="2248">
                  <c:v>10.3900191131079</c:v>
                </c:pt>
                <c:pt idx="2249">
                  <c:v>10.296027759591899</c:v>
                </c:pt>
                <c:pt idx="2250">
                  <c:v>10.1715867340698</c:v>
                </c:pt>
                <c:pt idx="2251">
                  <c:v>10.2739970262055</c:v>
                </c:pt>
                <c:pt idx="2252">
                  <c:v>10.3508594907161</c:v>
                </c:pt>
                <c:pt idx="2253">
                  <c:v>10.1783017842645</c:v>
                </c:pt>
                <c:pt idx="2254">
                  <c:v>10.113345647471499</c:v>
                </c:pt>
                <c:pt idx="2255">
                  <c:v>10.2174212070636</c:v>
                </c:pt>
                <c:pt idx="2256">
                  <c:v>10.040287283802201</c:v>
                </c:pt>
                <c:pt idx="2257">
                  <c:v>10.0381794299487</c:v>
                </c:pt>
                <c:pt idx="2258">
                  <c:v>10.167729731602099</c:v>
                </c:pt>
                <c:pt idx="2259">
                  <c:v>10.1516683047938</c:v>
                </c:pt>
                <c:pt idx="2260">
                  <c:v>10.175391807937601</c:v>
                </c:pt>
                <c:pt idx="2261">
                  <c:v>10.1603627741347</c:v>
                </c:pt>
                <c:pt idx="2262">
                  <c:v>10.0653408667833</c:v>
                </c:pt>
                <c:pt idx="2263">
                  <c:v>10.0230597617205</c:v>
                </c:pt>
                <c:pt idx="2264">
                  <c:v>9.9222866530837699</c:v>
                </c:pt>
                <c:pt idx="2265">
                  <c:v>9.6395031220092608</c:v>
                </c:pt>
                <c:pt idx="2266">
                  <c:v>9.63761413431933</c:v>
                </c:pt>
                <c:pt idx="2267">
                  <c:v>9.4093039322429206</c:v>
                </c:pt>
                <c:pt idx="2268">
                  <c:v>9.5622467292803996</c:v>
                </c:pt>
                <c:pt idx="2269">
                  <c:v>9.5827562280598109</c:v>
                </c:pt>
                <c:pt idx="2270">
                  <c:v>9.8407006130751107</c:v>
                </c:pt>
                <c:pt idx="2271">
                  <c:v>9.9655384003417797</c:v>
                </c:pt>
                <c:pt idx="2272">
                  <c:v>9.9167443975720495</c:v>
                </c:pt>
                <c:pt idx="2273">
                  <c:v>9.9425080674088608</c:v>
                </c:pt>
                <c:pt idx="2274">
                  <c:v>9.7667083179909593</c:v>
                </c:pt>
                <c:pt idx="2275">
                  <c:v>9.85448883202438</c:v>
                </c:pt>
                <c:pt idx="2276">
                  <c:v>9.9818890172943995</c:v>
                </c:pt>
                <c:pt idx="2277">
                  <c:v>9.9150884395433696</c:v>
                </c:pt>
                <c:pt idx="2278">
                  <c:v>9.9963845985964497</c:v>
                </c:pt>
                <c:pt idx="2279">
                  <c:v>9.9473672939835502</c:v>
                </c:pt>
                <c:pt idx="2280">
                  <c:v>10.1305470763704</c:v>
                </c:pt>
                <c:pt idx="2281">
                  <c:v>10.2100963502798</c:v>
                </c:pt>
                <c:pt idx="2282">
                  <c:v>10.2102575684121</c:v>
                </c:pt>
                <c:pt idx="2283">
                  <c:v>10.2876226283724</c:v>
                </c:pt>
                <c:pt idx="2284">
                  <c:v>10.2356378942733</c:v>
                </c:pt>
                <c:pt idx="2285">
                  <c:v>10.2827537886653</c:v>
                </c:pt>
                <c:pt idx="2286">
                  <c:v>10.296184472691699</c:v>
                </c:pt>
                <c:pt idx="2287">
                  <c:v>10.3171233479899</c:v>
                </c:pt>
                <c:pt idx="2288">
                  <c:v>10.217847341736899</c:v>
                </c:pt>
                <c:pt idx="2289">
                  <c:v>10.259894075690299</c:v>
                </c:pt>
                <c:pt idx="2290">
                  <c:v>10.221954148268299</c:v>
                </c:pt>
                <c:pt idx="2291">
                  <c:v>10.2543672612201</c:v>
                </c:pt>
                <c:pt idx="2292">
                  <c:v>10.356020049964799</c:v>
                </c:pt>
                <c:pt idx="2293">
                  <c:v>10.4401767411949</c:v>
                </c:pt>
                <c:pt idx="2294">
                  <c:v>10.2352058619294</c:v>
                </c:pt>
                <c:pt idx="2295">
                  <c:v>10.310221309419401</c:v>
                </c:pt>
                <c:pt idx="2296">
                  <c:v>10.281113071421901</c:v>
                </c:pt>
                <c:pt idx="2297">
                  <c:v>10.2848411695389</c:v>
                </c:pt>
                <c:pt idx="2298">
                  <c:v>10.405074394641099</c:v>
                </c:pt>
                <c:pt idx="2299">
                  <c:v>10.472612244879301</c:v>
                </c:pt>
                <c:pt idx="2300">
                  <c:v>10.4710466335035</c:v>
                </c:pt>
                <c:pt idx="2301">
                  <c:v>10.436693409912699</c:v>
                </c:pt>
                <c:pt idx="2302">
                  <c:v>10.4754788206189</c:v>
                </c:pt>
                <c:pt idx="2303">
                  <c:v>10.453570426633499</c:v>
                </c:pt>
                <c:pt idx="2304">
                  <c:v>10.370975874627501</c:v>
                </c:pt>
                <c:pt idx="2305">
                  <c:v>10.277725742480699</c:v>
                </c:pt>
                <c:pt idx="2306">
                  <c:v>10.133181652488201</c:v>
                </c:pt>
                <c:pt idx="2307">
                  <c:v>10.404651376936</c:v>
                </c:pt>
                <c:pt idx="2308">
                  <c:v>10.423814335197999</c:v>
                </c:pt>
                <c:pt idx="2309">
                  <c:v>10.5991150069854</c:v>
                </c:pt>
                <c:pt idx="2310">
                  <c:v>10.7406451625325</c:v>
                </c:pt>
                <c:pt idx="2311">
                  <c:v>10.772921413455601</c:v>
                </c:pt>
                <c:pt idx="2312">
                  <c:v>10.8746170656201</c:v>
                </c:pt>
                <c:pt idx="2313">
                  <c:v>10.8293578395011</c:v>
                </c:pt>
                <c:pt idx="2314">
                  <c:v>10.8663245353184</c:v>
                </c:pt>
                <c:pt idx="2315">
                  <c:v>10.845305059643801</c:v>
                </c:pt>
                <c:pt idx="2316">
                  <c:v>10.851755288797699</c:v>
                </c:pt>
                <c:pt idx="2317">
                  <c:v>10.9550391229719</c:v>
                </c:pt>
                <c:pt idx="2318">
                  <c:v>10.853654457215301</c:v>
                </c:pt>
                <c:pt idx="2319">
                  <c:v>10.9390619054717</c:v>
                </c:pt>
                <c:pt idx="2320">
                  <c:v>10.9654167902147</c:v>
                </c:pt>
                <c:pt idx="2321">
                  <c:v>10.9876335847745</c:v>
                </c:pt>
                <c:pt idx="2322">
                  <c:v>11.018333582927999</c:v>
                </c:pt>
                <c:pt idx="2323">
                  <c:v>11.0198837249931</c:v>
                </c:pt>
                <c:pt idx="2324">
                  <c:v>10.910607889482</c:v>
                </c:pt>
                <c:pt idx="2325">
                  <c:v>10.857083957262599</c:v>
                </c:pt>
                <c:pt idx="2326">
                  <c:v>10.902922431284299</c:v>
                </c:pt>
                <c:pt idx="2327">
                  <c:v>11.0914850327529</c:v>
                </c:pt>
                <c:pt idx="2328">
                  <c:v>11.112241010636099</c:v>
                </c:pt>
                <c:pt idx="2329">
                  <c:v>11.0551840198228</c:v>
                </c:pt>
                <c:pt idx="2330">
                  <c:v>11.1089034114322</c:v>
                </c:pt>
                <c:pt idx="2331">
                  <c:v>11.1980249876526</c:v>
                </c:pt>
                <c:pt idx="2332">
                  <c:v>11.137875849538601</c:v>
                </c:pt>
                <c:pt idx="2333">
                  <c:v>11.1497153781058</c:v>
                </c:pt>
                <c:pt idx="2334">
                  <c:v>11.0754321864523</c:v>
                </c:pt>
                <c:pt idx="2335">
                  <c:v>11.052040620886499</c:v>
                </c:pt>
                <c:pt idx="2336">
                  <c:v>10.9991326786164</c:v>
                </c:pt>
                <c:pt idx="2337">
                  <c:v>11.0290467901415</c:v>
                </c:pt>
                <c:pt idx="2338">
                  <c:v>10.924785870879299</c:v>
                </c:pt>
                <c:pt idx="2339">
                  <c:v>10.992782291912301</c:v>
                </c:pt>
                <c:pt idx="2340">
                  <c:v>10.8538183349718</c:v>
                </c:pt>
                <c:pt idx="2341">
                  <c:v>10.9264347768754</c:v>
                </c:pt>
                <c:pt idx="2342">
                  <c:v>10.8898625070451</c:v>
                </c:pt>
                <c:pt idx="2343">
                  <c:v>10.80012084945</c:v>
                </c:pt>
                <c:pt idx="2344">
                  <c:v>11.0091325944099</c:v>
                </c:pt>
                <c:pt idx="2345">
                  <c:v>10.9288595103927</c:v>
                </c:pt>
                <c:pt idx="2346">
                  <c:v>10.915083790889501</c:v>
                </c:pt>
                <c:pt idx="2347">
                  <c:v>10.8892564073738</c:v>
                </c:pt>
                <c:pt idx="2348">
                  <c:v>10.7761366563526</c:v>
                </c:pt>
                <c:pt idx="2349">
                  <c:v>10.698717683462799</c:v>
                </c:pt>
                <c:pt idx="2350">
                  <c:v>10.4924711546642</c:v>
                </c:pt>
                <c:pt idx="2351">
                  <c:v>10.6081112976866</c:v>
                </c:pt>
                <c:pt idx="2352">
                  <c:v>11.0999834839835</c:v>
                </c:pt>
                <c:pt idx="2353">
                  <c:v>11.2254741750486</c:v>
                </c:pt>
                <c:pt idx="2354">
                  <c:v>11.186612423490701</c:v>
                </c:pt>
                <c:pt idx="2355">
                  <c:v>11.193177726307299</c:v>
                </c:pt>
                <c:pt idx="2356">
                  <c:v>11.364257532047301</c:v>
                </c:pt>
                <c:pt idx="2357">
                  <c:v>11.3298630081408</c:v>
                </c:pt>
                <c:pt idx="2358">
                  <c:v>11.412489816749</c:v>
                </c:pt>
                <c:pt idx="2359">
                  <c:v>11.237077419691101</c:v>
                </c:pt>
                <c:pt idx="2360">
                  <c:v>11.2518208408073</c:v>
                </c:pt>
                <c:pt idx="2361">
                  <c:v>11.316156837477701</c:v>
                </c:pt>
                <c:pt idx="2362">
                  <c:v>11.278521467085699</c:v>
                </c:pt>
                <c:pt idx="2363">
                  <c:v>11.1704454151993</c:v>
                </c:pt>
                <c:pt idx="2364">
                  <c:v>11.0603447202714</c:v>
                </c:pt>
                <c:pt idx="2365">
                  <c:v>11.064743339399801</c:v>
                </c:pt>
                <c:pt idx="2366">
                  <c:v>11.262631105610501</c:v>
                </c:pt>
                <c:pt idx="2367">
                  <c:v>11.117216044835001</c:v>
                </c:pt>
                <c:pt idx="2368">
                  <c:v>11.0507649366688</c:v>
                </c:pt>
                <c:pt idx="2369">
                  <c:v>10.9839593949527</c:v>
                </c:pt>
                <c:pt idx="2370">
                  <c:v>11.204578275963099</c:v>
                </c:pt>
                <c:pt idx="2371">
                  <c:v>11.176598886891499</c:v>
                </c:pt>
                <c:pt idx="2372">
                  <c:v>11.142740842752501</c:v>
                </c:pt>
                <c:pt idx="2373">
                  <c:v>11.180674524026999</c:v>
                </c:pt>
                <c:pt idx="2374">
                  <c:v>11.3371073047007</c:v>
                </c:pt>
                <c:pt idx="2375">
                  <c:v>11.2403653203516</c:v>
                </c:pt>
                <c:pt idx="2376">
                  <c:v>11.2225661568781</c:v>
                </c:pt>
                <c:pt idx="2377">
                  <c:v>11.214427942205701</c:v>
                </c:pt>
                <c:pt idx="2378">
                  <c:v>11.2516994477695</c:v>
                </c:pt>
                <c:pt idx="2379">
                  <c:v>11.122925288826901</c:v>
                </c:pt>
                <c:pt idx="2380">
                  <c:v>11.1217395386092</c:v>
                </c:pt>
                <c:pt idx="2381">
                  <c:v>11.109895438929501</c:v>
                </c:pt>
                <c:pt idx="2382">
                  <c:v>10.916239937703001</c:v>
                </c:pt>
                <c:pt idx="2383">
                  <c:v>10.8649320394379</c:v>
                </c:pt>
                <c:pt idx="2384">
                  <c:v>10.801496915968899</c:v>
                </c:pt>
                <c:pt idx="2385">
                  <c:v>10.543362597212999</c:v>
                </c:pt>
                <c:pt idx="2386">
                  <c:v>10.969617571093</c:v>
                </c:pt>
                <c:pt idx="2387">
                  <c:v>11.186303331432001</c:v>
                </c:pt>
                <c:pt idx="2388">
                  <c:v>11.1814549494673</c:v>
                </c:pt>
                <c:pt idx="2389">
                  <c:v>11.3064557626116</c:v>
                </c:pt>
                <c:pt idx="2390">
                  <c:v>11.434827042761301</c:v>
                </c:pt>
                <c:pt idx="2391">
                  <c:v>11.437066650199</c:v>
                </c:pt>
                <c:pt idx="2392">
                  <c:v>11.5543214095732</c:v>
                </c:pt>
                <c:pt idx="2393">
                  <c:v>11.4707178553939</c:v>
                </c:pt>
                <c:pt idx="2394">
                  <c:v>11.597962503671701</c:v>
                </c:pt>
                <c:pt idx="2395">
                  <c:v>11.7994289605147</c:v>
                </c:pt>
                <c:pt idx="2396">
                  <c:v>11.892698141212801</c:v>
                </c:pt>
                <c:pt idx="2397">
                  <c:v>11.918615525224</c:v>
                </c:pt>
                <c:pt idx="2398">
                  <c:v>11.8456865168727</c:v>
                </c:pt>
                <c:pt idx="2399">
                  <c:v>11.851830517584199</c:v>
                </c:pt>
                <c:pt idx="2400">
                  <c:v>12.0244630843164</c:v>
                </c:pt>
                <c:pt idx="2401">
                  <c:v>12.0380779776997</c:v>
                </c:pt>
                <c:pt idx="2402">
                  <c:v>12.114210896544099</c:v>
                </c:pt>
                <c:pt idx="2403">
                  <c:v>12.0801311250999</c:v>
                </c:pt>
                <c:pt idx="2404">
                  <c:v>12.1901672534421</c:v>
                </c:pt>
                <c:pt idx="2405">
                  <c:v>12.344018193947999</c:v>
                </c:pt>
                <c:pt idx="2406">
                  <c:v>12.2750981417601</c:v>
                </c:pt>
                <c:pt idx="2407">
                  <c:v>12.203092062887499</c:v>
                </c:pt>
                <c:pt idx="2408">
                  <c:v>12.3106157672522</c:v>
                </c:pt>
                <c:pt idx="2409">
                  <c:v>12.161494122467801</c:v>
                </c:pt>
                <c:pt idx="2410">
                  <c:v>12.165641605763801</c:v>
                </c:pt>
                <c:pt idx="2411">
                  <c:v>12.323038892452001</c:v>
                </c:pt>
                <c:pt idx="2412">
                  <c:v>12.2700601933642</c:v>
                </c:pt>
                <c:pt idx="2413">
                  <c:v>12.202313180839599</c:v>
                </c:pt>
                <c:pt idx="2414">
                  <c:v>12.261571649926999</c:v>
                </c:pt>
                <c:pt idx="2415">
                  <c:v>12.327028794016901</c:v>
                </c:pt>
                <c:pt idx="2416">
                  <c:v>12.150433804431801</c:v>
                </c:pt>
                <c:pt idx="2417">
                  <c:v>12.2579953759973</c:v>
                </c:pt>
                <c:pt idx="2418">
                  <c:v>12.1883008472443</c:v>
                </c:pt>
                <c:pt idx="2419">
                  <c:v>11.9035075586823</c:v>
                </c:pt>
                <c:pt idx="2420">
                  <c:v>12.0266570454971</c:v>
                </c:pt>
                <c:pt idx="2421">
                  <c:v>12.1370675658307</c:v>
                </c:pt>
                <c:pt idx="2422">
                  <c:v>12.130998762426501</c:v>
                </c:pt>
                <c:pt idx="2423">
                  <c:v>12.148926275953301</c:v>
                </c:pt>
                <c:pt idx="2424">
                  <c:v>12.1543384511629</c:v>
                </c:pt>
                <c:pt idx="2425">
                  <c:v>12.0217040985226</c:v>
                </c:pt>
                <c:pt idx="2426">
                  <c:v>12.071787886310901</c:v>
                </c:pt>
                <c:pt idx="2427">
                  <c:v>12.037932066461799</c:v>
                </c:pt>
                <c:pt idx="2428">
                  <c:v>12.1386204641499</c:v>
                </c:pt>
                <c:pt idx="2429">
                  <c:v>11.9014766461022</c:v>
                </c:pt>
                <c:pt idx="2430">
                  <c:v>11.7777660333473</c:v>
                </c:pt>
                <c:pt idx="2431">
                  <c:v>11.631667692886699</c:v>
                </c:pt>
                <c:pt idx="2432">
                  <c:v>11.7207230477996</c:v>
                </c:pt>
                <c:pt idx="2433">
                  <c:v>11.9489518100266</c:v>
                </c:pt>
                <c:pt idx="2434">
                  <c:v>12.179230004417199</c:v>
                </c:pt>
                <c:pt idx="2435">
                  <c:v>12.378516823809701</c:v>
                </c:pt>
                <c:pt idx="2436">
                  <c:v>12.338333234271399</c:v>
                </c:pt>
                <c:pt idx="2437">
                  <c:v>12.3658085933127</c:v>
                </c:pt>
                <c:pt idx="2438">
                  <c:v>12.1396252876955</c:v>
                </c:pt>
                <c:pt idx="2439">
                  <c:v>11.940441563081199</c:v>
                </c:pt>
                <c:pt idx="2440">
                  <c:v>12.047000812704599</c:v>
                </c:pt>
                <c:pt idx="2441">
                  <c:v>11.9410600381319</c:v>
                </c:pt>
                <c:pt idx="2442">
                  <c:v>12.1079006725978</c:v>
                </c:pt>
                <c:pt idx="2443">
                  <c:v>11.936061424107001</c:v>
                </c:pt>
                <c:pt idx="2444">
                  <c:v>11.8905364242334</c:v>
                </c:pt>
                <c:pt idx="2445">
                  <c:v>11.8803225779876</c:v>
                </c:pt>
                <c:pt idx="2446">
                  <c:v>11.6242383487269</c:v>
                </c:pt>
                <c:pt idx="2447">
                  <c:v>11.4647233095376</c:v>
                </c:pt>
                <c:pt idx="2448">
                  <c:v>11.334689252557499</c:v>
                </c:pt>
                <c:pt idx="2449">
                  <c:v>10.602477691909799</c:v>
                </c:pt>
                <c:pt idx="2450">
                  <c:v>10.443091207032699</c:v>
                </c:pt>
                <c:pt idx="2451">
                  <c:v>10.629744239481401</c:v>
                </c:pt>
                <c:pt idx="2452">
                  <c:v>11.087731905365301</c:v>
                </c:pt>
                <c:pt idx="2453">
                  <c:v>11.1320653658394</c:v>
                </c:pt>
                <c:pt idx="2454">
                  <c:v>10.6396837030704</c:v>
                </c:pt>
                <c:pt idx="2455">
                  <c:v>10.232151298226</c:v>
                </c:pt>
                <c:pt idx="2456">
                  <c:v>9.6281640372828505</c:v>
                </c:pt>
                <c:pt idx="2457">
                  <c:v>9.3863845859818102</c:v>
                </c:pt>
                <c:pt idx="2458">
                  <c:v>8.8481532982370492</c:v>
                </c:pt>
                <c:pt idx="2459">
                  <c:v>7.7743904882315302</c:v>
                </c:pt>
                <c:pt idx="2460">
                  <c:v>7.6083449395060097</c:v>
                </c:pt>
                <c:pt idx="2461">
                  <c:v>7.0543415661130302</c:v>
                </c:pt>
                <c:pt idx="2462">
                  <c:v>7.73894526742371</c:v>
                </c:pt>
                <c:pt idx="2463">
                  <c:v>8.1847760733999504</c:v>
                </c:pt>
                <c:pt idx="2464">
                  <c:v>8.3736094732234694</c:v>
                </c:pt>
                <c:pt idx="2465">
                  <c:v>8.6608636268869592</c:v>
                </c:pt>
                <c:pt idx="2466">
                  <c:v>8.9852857099872807</c:v>
                </c:pt>
                <c:pt idx="2467">
                  <c:v>9.3799276426459404</c:v>
                </c:pt>
                <c:pt idx="2468">
                  <c:v>9.6467472753310393</c:v>
                </c:pt>
                <c:pt idx="2469">
                  <c:v>9.9653305879910103</c:v>
                </c:pt>
                <c:pt idx="2470">
                  <c:v>9.0678903771253001</c:v>
                </c:pt>
                <c:pt idx="2471">
                  <c:v>9.4554643681879007</c:v>
                </c:pt>
                <c:pt idx="2472">
                  <c:v>9.5744534147005602</c:v>
                </c:pt>
                <c:pt idx="2473">
                  <c:v>9.5416646078757701</c:v>
                </c:pt>
                <c:pt idx="2474">
                  <c:v>9.2834295409552308</c:v>
                </c:pt>
                <c:pt idx="2475">
                  <c:v>9.4859082790174103</c:v>
                </c:pt>
                <c:pt idx="2476">
                  <c:v>9.4890338408691992</c:v>
                </c:pt>
                <c:pt idx="2477">
                  <c:v>9.5660814512569097</c:v>
                </c:pt>
                <c:pt idx="2478">
                  <c:v>9.7652918044537103</c:v>
                </c:pt>
                <c:pt idx="2479">
                  <c:v>9.9818494977679109</c:v>
                </c:pt>
                <c:pt idx="2480">
                  <c:v>9.9871282332126707</c:v>
                </c:pt>
                <c:pt idx="2481">
                  <c:v>9.9542077630679699</c:v>
                </c:pt>
                <c:pt idx="2482">
                  <c:v>10.1786917789287</c:v>
                </c:pt>
                <c:pt idx="2483">
                  <c:v>10.4644880020636</c:v>
                </c:pt>
                <c:pt idx="2484">
                  <c:v>10.494132914461099</c:v>
                </c:pt>
                <c:pt idx="2485">
                  <c:v>10.6900517697296</c:v>
                </c:pt>
                <c:pt idx="2486">
                  <c:v>10.7385657792081</c:v>
                </c:pt>
                <c:pt idx="2487">
                  <c:v>10.5395963496919</c:v>
                </c:pt>
                <c:pt idx="2488">
                  <c:v>10.261808218679301</c:v>
                </c:pt>
                <c:pt idx="2489">
                  <c:v>10.2961677321289</c:v>
                </c:pt>
                <c:pt idx="2490">
                  <c:v>9.9949109425745402</c:v>
                </c:pt>
                <c:pt idx="2491">
                  <c:v>10.292879416160099</c:v>
                </c:pt>
                <c:pt idx="2492">
                  <c:v>10.4562311405282</c:v>
                </c:pt>
                <c:pt idx="2493">
                  <c:v>10.7128341324318</c:v>
                </c:pt>
                <c:pt idx="2494">
                  <c:v>10.778103040046</c:v>
                </c:pt>
                <c:pt idx="2495">
                  <c:v>10.6964110692931</c:v>
                </c:pt>
                <c:pt idx="2496">
                  <c:v>10.286993402987401</c:v>
                </c:pt>
                <c:pt idx="2497">
                  <c:v>10.4715330093539</c:v>
                </c:pt>
                <c:pt idx="2498">
                  <c:v>10.234062756156201</c:v>
                </c:pt>
                <c:pt idx="2499">
                  <c:v>10.252229801216</c:v>
                </c:pt>
                <c:pt idx="2500">
                  <c:v>10.2000573524241</c:v>
                </c:pt>
                <c:pt idx="2501">
                  <c:v>9.4487745702249395</c:v>
                </c:pt>
                <c:pt idx="2502">
                  <c:v>8.5617567641521202</c:v>
                </c:pt>
                <c:pt idx="2503">
                  <c:v>9.2802858824372603</c:v>
                </c:pt>
                <c:pt idx="2504">
                  <c:v>9.2327243661504994</c:v>
                </c:pt>
                <c:pt idx="2505">
                  <c:v>9.1865204953802593</c:v>
                </c:pt>
                <c:pt idx="2506">
                  <c:v>9.0555154049501301</c:v>
                </c:pt>
                <c:pt idx="2507">
                  <c:v>9.2712415349610193</c:v>
                </c:pt>
                <c:pt idx="2508">
                  <c:v>9.53009583248617</c:v>
                </c:pt>
                <c:pt idx="2509">
                  <c:v>9.6408043695060304</c:v>
                </c:pt>
                <c:pt idx="2510">
                  <c:v>9.71008845180428</c:v>
                </c:pt>
                <c:pt idx="2511">
                  <c:v>10.049773245629</c:v>
                </c:pt>
                <c:pt idx="2512">
                  <c:v>10.0069203125241</c:v>
                </c:pt>
                <c:pt idx="2513">
                  <c:v>10.259078811355099</c:v>
                </c:pt>
                <c:pt idx="2514">
                  <c:v>10.3688351850553</c:v>
                </c:pt>
                <c:pt idx="2515">
                  <c:v>10.2377006927892</c:v>
                </c:pt>
                <c:pt idx="2516">
                  <c:v>10.3708797328794</c:v>
                </c:pt>
                <c:pt idx="2517">
                  <c:v>10.202312692715299</c:v>
                </c:pt>
                <c:pt idx="2518">
                  <c:v>9.9402575567207094</c:v>
                </c:pt>
                <c:pt idx="2519">
                  <c:v>10.073399213050299</c:v>
                </c:pt>
                <c:pt idx="2520">
                  <c:v>10.0443277726334</c:v>
                </c:pt>
                <c:pt idx="2521">
                  <c:v>10.188022836694</c:v>
                </c:pt>
                <c:pt idx="2522">
                  <c:v>10.334508191961501</c:v>
                </c:pt>
                <c:pt idx="2523">
                  <c:v>10.305860021667099</c:v>
                </c:pt>
                <c:pt idx="2524">
                  <c:v>10.1583020460334</c:v>
                </c:pt>
                <c:pt idx="2525">
                  <c:v>10.2358031020543</c:v>
                </c:pt>
                <c:pt idx="2526">
                  <c:v>10.039721810571301</c:v>
                </c:pt>
                <c:pt idx="2527">
                  <c:v>9.9485604206125107</c:v>
                </c:pt>
                <c:pt idx="2528">
                  <c:v>9.9820041806943696</c:v>
                </c:pt>
                <c:pt idx="2529">
                  <c:v>9.8418012231577805</c:v>
                </c:pt>
                <c:pt idx="2530">
                  <c:v>9.8922491626576807</c:v>
                </c:pt>
                <c:pt idx="2531">
                  <c:v>9.7743666300105598</c:v>
                </c:pt>
                <c:pt idx="2532">
                  <c:v>9.84947147426886</c:v>
                </c:pt>
                <c:pt idx="2533">
                  <c:v>9.5537155861836602</c:v>
                </c:pt>
                <c:pt idx="2534">
                  <c:v>9.3188748126950607</c:v>
                </c:pt>
                <c:pt idx="2535">
                  <c:v>9.0798068860409007</c:v>
                </c:pt>
                <c:pt idx="2536">
                  <c:v>8.5639244430203707</c:v>
                </c:pt>
                <c:pt idx="2537">
                  <c:v>8.92898862033163</c:v>
                </c:pt>
                <c:pt idx="2538">
                  <c:v>8.9487422295854095</c:v>
                </c:pt>
                <c:pt idx="2539">
                  <c:v>9.1574752366523402</c:v>
                </c:pt>
                <c:pt idx="2540">
                  <c:v>9.1306261370753905</c:v>
                </c:pt>
                <c:pt idx="2541">
                  <c:v>9.1306668523029106</c:v>
                </c:pt>
                <c:pt idx="2542">
                  <c:v>9.0220643974929207</c:v>
                </c:pt>
                <c:pt idx="2543">
                  <c:v>9.2238993668153508</c:v>
                </c:pt>
                <c:pt idx="2544">
                  <c:v>9.2823779112335103</c:v>
                </c:pt>
                <c:pt idx="2545">
                  <c:v>9.1015406071456102</c:v>
                </c:pt>
                <c:pt idx="2546">
                  <c:v>9.0792696448742394</c:v>
                </c:pt>
                <c:pt idx="2547">
                  <c:v>8.6949330613431606</c:v>
                </c:pt>
                <c:pt idx="2548">
                  <c:v>8.7812058129729706</c:v>
                </c:pt>
                <c:pt idx="2549">
                  <c:v>9.0822804001983002</c:v>
                </c:pt>
                <c:pt idx="2550">
                  <c:v>8.9759644745406604</c:v>
                </c:pt>
                <c:pt idx="2551">
                  <c:v>9.0001596184211792</c:v>
                </c:pt>
                <c:pt idx="2552">
                  <c:v>9.0694924480926709</c:v>
                </c:pt>
                <c:pt idx="2553">
                  <c:v>9.1721601237850194</c:v>
                </c:pt>
                <c:pt idx="2554">
                  <c:v>9.0909465750516301</c:v>
                </c:pt>
                <c:pt idx="2555">
                  <c:v>8.7796045676403391</c:v>
                </c:pt>
                <c:pt idx="2556">
                  <c:v>8.9258237000384995</c:v>
                </c:pt>
                <c:pt idx="2557">
                  <c:v>8.6535986154433306</c:v>
                </c:pt>
                <c:pt idx="2558">
                  <c:v>8.7693893044179205</c:v>
                </c:pt>
                <c:pt idx="2559">
                  <c:v>8.6732545693606706</c:v>
                </c:pt>
                <c:pt idx="2560">
                  <c:v>9.0087254148179206</c:v>
                </c:pt>
                <c:pt idx="2561">
                  <c:v>9.0042043172939596</c:v>
                </c:pt>
                <c:pt idx="2562">
                  <c:v>8.8284664493718097</c:v>
                </c:pt>
                <c:pt idx="2563">
                  <c:v>8.8603183105718699</c:v>
                </c:pt>
                <c:pt idx="2564">
                  <c:v>8.8231372286724596</c:v>
                </c:pt>
                <c:pt idx="2565">
                  <c:v>8.7507134805814903</c:v>
                </c:pt>
                <c:pt idx="2566">
                  <c:v>8.8161317790527693</c:v>
                </c:pt>
                <c:pt idx="2567">
                  <c:v>8.9083632356097109</c:v>
                </c:pt>
                <c:pt idx="2568">
                  <c:v>8.8070973119462206</c:v>
                </c:pt>
                <c:pt idx="2569">
                  <c:v>8.6649349107209908</c:v>
                </c:pt>
                <c:pt idx="2570">
                  <c:v>8.7548747989674691</c:v>
                </c:pt>
                <c:pt idx="2571">
                  <c:v>8.9106128962885798</c:v>
                </c:pt>
                <c:pt idx="2572">
                  <c:v>8.9735968387981409</c:v>
                </c:pt>
                <c:pt idx="2573">
                  <c:v>9.0517507905066008</c:v>
                </c:pt>
                <c:pt idx="2574">
                  <c:v>9.3001417526518004</c:v>
                </c:pt>
                <c:pt idx="2575">
                  <c:v>9.34208209402445</c:v>
                </c:pt>
                <c:pt idx="2576">
                  <c:v>9.2128287510001208</c:v>
                </c:pt>
                <c:pt idx="2577">
                  <c:v>8.9759589460140994</c:v>
                </c:pt>
                <c:pt idx="2578">
                  <c:v>9.2028282969308499</c:v>
                </c:pt>
                <c:pt idx="2579">
                  <c:v>9.2075925499632891</c:v>
                </c:pt>
                <c:pt idx="2580">
                  <c:v>9.2071136313862603</c:v>
                </c:pt>
                <c:pt idx="2581">
                  <c:v>9.1524574935357794</c:v>
                </c:pt>
                <c:pt idx="2582">
                  <c:v>9.1056507575246499</c:v>
                </c:pt>
                <c:pt idx="2583">
                  <c:v>9.1937839414401701</c:v>
                </c:pt>
                <c:pt idx="2584">
                  <c:v>9.1964960192824297</c:v>
                </c:pt>
                <c:pt idx="2585">
                  <c:v>9.2683773647996794</c:v>
                </c:pt>
                <c:pt idx="2586">
                  <c:v>9.21457862165256</c:v>
                </c:pt>
                <c:pt idx="2587">
                  <c:v>9.1670736764339509</c:v>
                </c:pt>
                <c:pt idx="2588">
                  <c:v>9.0160517638325004</c:v>
                </c:pt>
                <c:pt idx="2589">
                  <c:v>9.0029007852618506</c:v>
                </c:pt>
                <c:pt idx="2590">
                  <c:v>8.8554582443914907</c:v>
                </c:pt>
                <c:pt idx="2591">
                  <c:v>8.7612905550359397</c:v>
                </c:pt>
                <c:pt idx="2592">
                  <c:v>8.9324665703294297</c:v>
                </c:pt>
                <c:pt idx="2593">
                  <c:v>8.82231521182349</c:v>
                </c:pt>
                <c:pt idx="2594">
                  <c:v>8.9002705436786602</c:v>
                </c:pt>
                <c:pt idx="2595">
                  <c:v>9.0034645281997197</c:v>
                </c:pt>
                <c:pt idx="2596">
                  <c:v>9.1853306651331099</c:v>
                </c:pt>
                <c:pt idx="2597">
                  <c:v>9.0724527387092309</c:v>
                </c:pt>
                <c:pt idx="2598">
                  <c:v>9.1314944444617296</c:v>
                </c:pt>
                <c:pt idx="2599">
                  <c:v>9.0386475846433694</c:v>
                </c:pt>
                <c:pt idx="2600">
                  <c:v>9.1460867020191099</c:v>
                </c:pt>
                <c:pt idx="2601">
                  <c:v>8.9506690376391695</c:v>
                </c:pt>
                <c:pt idx="2602">
                  <c:v>8.9891843327494403</c:v>
                </c:pt>
                <c:pt idx="2603">
                  <c:v>9.08247394729554</c:v>
                </c:pt>
                <c:pt idx="2604">
                  <c:v>9.0275456896366109</c:v>
                </c:pt>
                <c:pt idx="2605">
                  <c:v>9.0099143788391505</c:v>
                </c:pt>
                <c:pt idx="2606">
                  <c:v>8.9122646481078398</c:v>
                </c:pt>
                <c:pt idx="2607">
                  <c:v>8.7886223985387009</c:v>
                </c:pt>
                <c:pt idx="2608">
                  <c:v>9.0415048934242996</c:v>
                </c:pt>
                <c:pt idx="2609">
                  <c:v>9.0021289557924895</c:v>
                </c:pt>
                <c:pt idx="2610">
                  <c:v>9.0201534138316806</c:v>
                </c:pt>
                <c:pt idx="2611">
                  <c:v>9.2939629849090792</c:v>
                </c:pt>
                <c:pt idx="2612">
                  <c:v>9.4266600473876192</c:v>
                </c:pt>
                <c:pt idx="2613">
                  <c:v>9.6888249194772307</c:v>
                </c:pt>
                <c:pt idx="2614">
                  <c:v>10.180078129306001</c:v>
                </c:pt>
                <c:pt idx="2615">
                  <c:v>11.4129852786716</c:v>
                </c:pt>
                <c:pt idx="2616">
                  <c:v>12.482171221243201</c:v>
                </c:pt>
                <c:pt idx="2617">
                  <c:v>11.163413997637299</c:v>
                </c:pt>
                <c:pt idx="2618">
                  <c:v>11.287472155052299</c:v>
                </c:pt>
                <c:pt idx="2619">
                  <c:v>10.813876954575001</c:v>
                </c:pt>
                <c:pt idx="2620">
                  <c:v>11.1950135458176</c:v>
                </c:pt>
                <c:pt idx="2621">
                  <c:v>11.077355938867701</c:v>
                </c:pt>
                <c:pt idx="2622">
                  <c:v>11.201215598928499</c:v>
                </c:pt>
                <c:pt idx="2623">
                  <c:v>11.194919794989801</c:v>
                </c:pt>
                <c:pt idx="2624">
                  <c:v>11.556906132030299</c:v>
                </c:pt>
                <c:pt idx="2625">
                  <c:v>11.8885235336045</c:v>
                </c:pt>
                <c:pt idx="2626">
                  <c:v>12.000077280487201</c:v>
                </c:pt>
                <c:pt idx="2627">
                  <c:v>12.0769632556808</c:v>
                </c:pt>
                <c:pt idx="2628">
                  <c:v>12.1691779703684</c:v>
                </c:pt>
                <c:pt idx="2629">
                  <c:v>12.4747349028871</c:v>
                </c:pt>
                <c:pt idx="2630">
                  <c:v>12.935357867546299</c:v>
                </c:pt>
                <c:pt idx="2631">
                  <c:v>12.7200923248921</c:v>
                </c:pt>
                <c:pt idx="2632">
                  <c:v>12.7077081140296</c:v>
                </c:pt>
                <c:pt idx="2633">
                  <c:v>12.915751085174399</c:v>
                </c:pt>
                <c:pt idx="2634">
                  <c:v>12.4164184782185</c:v>
                </c:pt>
                <c:pt idx="2635">
                  <c:v>12.7484790198856</c:v>
                </c:pt>
                <c:pt idx="2636">
                  <c:v>13.132177904482701</c:v>
                </c:pt>
                <c:pt idx="2637">
                  <c:v>13.316446409721101</c:v>
                </c:pt>
                <c:pt idx="2638">
                  <c:v>13.718304722148799</c:v>
                </c:pt>
                <c:pt idx="2639">
                  <c:v>13.7159611827107</c:v>
                </c:pt>
                <c:pt idx="2640">
                  <c:v>14.0057757422517</c:v>
                </c:pt>
                <c:pt idx="2641">
                  <c:v>13.9379220468168</c:v>
                </c:pt>
                <c:pt idx="2642">
                  <c:v>14.025235595868599</c:v>
                </c:pt>
                <c:pt idx="2643">
                  <c:v>13.6181137056554</c:v>
                </c:pt>
                <c:pt idx="2644">
                  <c:v>13.456419042603899</c:v>
                </c:pt>
                <c:pt idx="2645">
                  <c:v>13.1267486618814</c:v>
                </c:pt>
                <c:pt idx="2646">
                  <c:v>13.4341526718219</c:v>
                </c:pt>
                <c:pt idx="2647">
                  <c:v>13.830653699448099</c:v>
                </c:pt>
                <c:pt idx="2648">
                  <c:v>13.992098270681099</c:v>
                </c:pt>
                <c:pt idx="2649">
                  <c:v>13.506801389115401</c:v>
                </c:pt>
                <c:pt idx="2650">
                  <c:v>13.888705652125999</c:v>
                </c:pt>
                <c:pt idx="2651">
                  <c:v>13.749030548939899</c:v>
                </c:pt>
                <c:pt idx="2652">
                  <c:v>13.888035871970599</c:v>
                </c:pt>
                <c:pt idx="2653">
                  <c:v>14.0331450217633</c:v>
                </c:pt>
                <c:pt idx="2654">
                  <c:v>14.2363786377447</c:v>
                </c:pt>
                <c:pt idx="2655">
                  <c:v>14.592698839742001</c:v>
                </c:pt>
                <c:pt idx="2656">
                  <c:v>14.688602552852201</c:v>
                </c:pt>
                <c:pt idx="2657">
                  <c:v>14.457196411406301</c:v>
                </c:pt>
                <c:pt idx="2658">
                  <c:v>14.675498701013799</c:v>
                </c:pt>
                <c:pt idx="2659">
                  <c:v>14.754744986304001</c:v>
                </c:pt>
                <c:pt idx="2660">
                  <c:v>14.7440821402304</c:v>
                </c:pt>
                <c:pt idx="2661">
                  <c:v>14.8144146762892</c:v>
                </c:pt>
                <c:pt idx="2662">
                  <c:v>15.0188268730767</c:v>
                </c:pt>
                <c:pt idx="2663">
                  <c:v>15.258900078724301</c:v>
                </c:pt>
                <c:pt idx="2664">
                  <c:v>15.0722644797206</c:v>
                </c:pt>
                <c:pt idx="2665">
                  <c:v>15.0714835727918</c:v>
                </c:pt>
                <c:pt idx="2666">
                  <c:v>14.2465599606649</c:v>
                </c:pt>
                <c:pt idx="2667">
                  <c:v>14.2405274397283</c:v>
                </c:pt>
                <c:pt idx="2668">
                  <c:v>14.247743796941601</c:v>
                </c:pt>
                <c:pt idx="2669">
                  <c:v>14.4597950863755</c:v>
                </c:pt>
                <c:pt idx="2670">
                  <c:v>13.5886478477053</c:v>
                </c:pt>
                <c:pt idx="2671">
                  <c:v>13.621849064274</c:v>
                </c:pt>
                <c:pt idx="2672">
                  <c:v>13.1955195008569</c:v>
                </c:pt>
                <c:pt idx="2673">
                  <c:v>13.4085850616963</c:v>
                </c:pt>
                <c:pt idx="2674">
                  <c:v>13.5924639094981</c:v>
                </c:pt>
                <c:pt idx="2675">
                  <c:v>13.3423179919583</c:v>
                </c:pt>
                <c:pt idx="2676">
                  <c:v>13.119131257117299</c:v>
                </c:pt>
                <c:pt idx="2677">
                  <c:v>12.9737785411592</c:v>
                </c:pt>
                <c:pt idx="2678">
                  <c:v>12.420596542034</c:v>
                </c:pt>
                <c:pt idx="2679">
                  <c:v>12.3688222017916</c:v>
                </c:pt>
                <c:pt idx="2680">
                  <c:v>12.775937670798699</c:v>
                </c:pt>
                <c:pt idx="2681">
                  <c:v>12.7851416628459</c:v>
                </c:pt>
                <c:pt idx="2682">
                  <c:v>12.8670717550277</c:v>
                </c:pt>
                <c:pt idx="2683">
                  <c:v>12.4323859407494</c:v>
                </c:pt>
                <c:pt idx="2684">
                  <c:v>12.478704606209201</c:v>
                </c:pt>
                <c:pt idx="2685">
                  <c:v>13.191214352427201</c:v>
                </c:pt>
                <c:pt idx="2686">
                  <c:v>13.1712443101709</c:v>
                </c:pt>
                <c:pt idx="2687">
                  <c:v>13.267381481206</c:v>
                </c:pt>
                <c:pt idx="2688">
                  <c:v>13.226770216472</c:v>
                </c:pt>
                <c:pt idx="2689">
                  <c:v>13.4015774586193</c:v>
                </c:pt>
                <c:pt idx="2690">
                  <c:v>13.3113681041185</c:v>
                </c:pt>
                <c:pt idx="2691">
                  <c:v>13.1426529482703</c:v>
                </c:pt>
                <c:pt idx="2692">
                  <c:v>13.158648589592699</c:v>
                </c:pt>
                <c:pt idx="2693">
                  <c:v>13.2916049210162</c:v>
                </c:pt>
                <c:pt idx="2694">
                  <c:v>13.190430909102901</c:v>
                </c:pt>
                <c:pt idx="2695">
                  <c:v>13.418385409879001</c:v>
                </c:pt>
                <c:pt idx="2696">
                  <c:v>13.7115178655918</c:v>
                </c:pt>
                <c:pt idx="2697">
                  <c:v>13.9079028357356</c:v>
                </c:pt>
                <c:pt idx="2698">
                  <c:v>14.2906737150737</c:v>
                </c:pt>
                <c:pt idx="2699">
                  <c:v>14.284916757266</c:v>
                </c:pt>
                <c:pt idx="2700">
                  <c:v>14.3820001791902</c:v>
                </c:pt>
                <c:pt idx="2701">
                  <c:v>14.1799614533679</c:v>
                </c:pt>
                <c:pt idx="2702">
                  <c:v>14.224115460645599</c:v>
                </c:pt>
                <c:pt idx="2703">
                  <c:v>14.514172979159101</c:v>
                </c:pt>
                <c:pt idx="2704">
                  <c:v>14.1207114727519</c:v>
                </c:pt>
                <c:pt idx="2705">
                  <c:v>14.433711670227099</c:v>
                </c:pt>
                <c:pt idx="2706">
                  <c:v>14.605899689590499</c:v>
                </c:pt>
                <c:pt idx="2707">
                  <c:v>14.6434441232444</c:v>
                </c:pt>
                <c:pt idx="2708">
                  <c:v>14.7329410205217</c:v>
                </c:pt>
                <c:pt idx="2709">
                  <c:v>14.683786496975101</c:v>
                </c:pt>
                <c:pt idx="2710">
                  <c:v>14.8989549048455</c:v>
                </c:pt>
                <c:pt idx="2711">
                  <c:v>14.9178015552665</c:v>
                </c:pt>
                <c:pt idx="2712">
                  <c:v>14.483940536892099</c:v>
                </c:pt>
                <c:pt idx="2713">
                  <c:v>14.6485310314805</c:v>
                </c:pt>
                <c:pt idx="2714">
                  <c:v>14.936842949063699</c:v>
                </c:pt>
                <c:pt idx="2715">
                  <c:v>14.943696390836999</c:v>
                </c:pt>
                <c:pt idx="2716">
                  <c:v>15.154386058982601</c:v>
                </c:pt>
                <c:pt idx="2717">
                  <c:v>15.106204819403301</c:v>
                </c:pt>
                <c:pt idx="2718">
                  <c:v>15.3055916402264</c:v>
                </c:pt>
                <c:pt idx="2719">
                  <c:v>15.3946535136424</c:v>
                </c:pt>
                <c:pt idx="2720">
                  <c:v>15.497961606026299</c:v>
                </c:pt>
                <c:pt idx="2721">
                  <c:v>15.4021733433386</c:v>
                </c:pt>
                <c:pt idx="2722">
                  <c:v>15.720420303152901</c:v>
                </c:pt>
                <c:pt idx="2723">
                  <c:v>15.857167292472401</c:v>
                </c:pt>
                <c:pt idx="2724">
                  <c:v>15.972023303503301</c:v>
                </c:pt>
                <c:pt idx="2725">
                  <c:v>15.824728683770401</c:v>
                </c:pt>
                <c:pt idx="2726">
                  <c:v>15.8150208353896</c:v>
                </c:pt>
                <c:pt idx="2727">
                  <c:v>15.5619942180229</c:v>
                </c:pt>
                <c:pt idx="2728">
                  <c:v>15.128712613792899</c:v>
                </c:pt>
                <c:pt idx="2729">
                  <c:v>15.1447161129657</c:v>
                </c:pt>
                <c:pt idx="2730">
                  <c:v>15.4194984883939</c:v>
                </c:pt>
                <c:pt idx="2731">
                  <c:v>15.281789981801801</c:v>
                </c:pt>
                <c:pt idx="2732">
                  <c:v>14.9548699741819</c:v>
                </c:pt>
                <c:pt idx="2733">
                  <c:v>14.742455592568099</c:v>
                </c:pt>
                <c:pt idx="2734">
                  <c:v>15.014189547384399</c:v>
                </c:pt>
                <c:pt idx="2735">
                  <c:v>15.049945817320999</c:v>
                </c:pt>
                <c:pt idx="2736">
                  <c:v>15.071671304525299</c:v>
                </c:pt>
                <c:pt idx="2737">
                  <c:v>13.0329326146438</c:v>
                </c:pt>
                <c:pt idx="2738">
                  <c:v>13.1902545286913</c:v>
                </c:pt>
                <c:pt idx="2739">
                  <c:v>13.6770600979203</c:v>
                </c:pt>
                <c:pt idx="2740">
                  <c:v>14.1720715303743</c:v>
                </c:pt>
                <c:pt idx="2741">
                  <c:v>14.256884733794699</c:v>
                </c:pt>
                <c:pt idx="2742">
                  <c:v>14.601961753148499</c:v>
                </c:pt>
                <c:pt idx="2743">
                  <c:v>14.6551779831464</c:v>
                </c:pt>
                <c:pt idx="2744">
                  <c:v>14.3965514985978</c:v>
                </c:pt>
                <c:pt idx="2745">
                  <c:v>14.5936091777788</c:v>
                </c:pt>
                <c:pt idx="2746">
                  <c:v>14.549083654209999</c:v>
                </c:pt>
                <c:pt idx="2747">
                  <c:v>14.772720268794499</c:v>
                </c:pt>
                <c:pt idx="2748">
                  <c:v>14.839050799637199</c:v>
                </c:pt>
                <c:pt idx="2749">
                  <c:v>14.8993976129734</c:v>
                </c:pt>
                <c:pt idx="2750">
                  <c:v>14.7655184720733</c:v>
                </c:pt>
                <c:pt idx="2751">
                  <c:v>14.769781835724601</c:v>
                </c:pt>
                <c:pt idx="2752">
                  <c:v>14.537737149617801</c:v>
                </c:pt>
                <c:pt idx="2753">
                  <c:v>14.761146031742101</c:v>
                </c:pt>
                <c:pt idx="2754">
                  <c:v>14.946663047303501</c:v>
                </c:pt>
                <c:pt idx="2755">
                  <c:v>15.423087214159001</c:v>
                </c:pt>
                <c:pt idx="2756">
                  <c:v>15.6168155972039</c:v>
                </c:pt>
                <c:pt idx="2757">
                  <c:v>15.8743750143777</c:v>
                </c:pt>
                <c:pt idx="2758">
                  <c:v>15.783708682695799</c:v>
                </c:pt>
                <c:pt idx="2759">
                  <c:v>15.9851055708007</c:v>
                </c:pt>
                <c:pt idx="2760">
                  <c:v>15.9250935619687</c:v>
                </c:pt>
                <c:pt idx="2761">
                  <c:v>15.945687277251899</c:v>
                </c:pt>
                <c:pt idx="2762">
                  <c:v>15.990149712982999</c:v>
                </c:pt>
                <c:pt idx="2763">
                  <c:v>16.081258490049301</c:v>
                </c:pt>
                <c:pt idx="2764">
                  <c:v>16.347142340370699</c:v>
                </c:pt>
                <c:pt idx="2765">
                  <c:v>16.650267001005801</c:v>
                </c:pt>
                <c:pt idx="2766">
                  <c:v>16.540430884659202</c:v>
                </c:pt>
                <c:pt idx="2767">
                  <c:v>16.253841456352099</c:v>
                </c:pt>
                <c:pt idx="2768">
                  <c:v>16.084488423619799</c:v>
                </c:pt>
                <c:pt idx="2769">
                  <c:v>16.317344758501999</c:v>
                </c:pt>
                <c:pt idx="2770">
                  <c:v>16.44624106573</c:v>
                </c:pt>
                <c:pt idx="2771">
                  <c:v>16.377277194461001</c:v>
                </c:pt>
                <c:pt idx="2772">
                  <c:v>16.687229238256201</c:v>
                </c:pt>
                <c:pt idx="2773">
                  <c:v>16.415783961805602</c:v>
                </c:pt>
                <c:pt idx="2774">
                  <c:v>16.6092948805743</c:v>
                </c:pt>
                <c:pt idx="2775">
                  <c:v>16.801796373886798</c:v>
                </c:pt>
                <c:pt idx="2776">
                  <c:v>16.836301897691801</c:v>
                </c:pt>
                <c:pt idx="2777">
                  <c:v>16.963500448893701</c:v>
                </c:pt>
                <c:pt idx="2778">
                  <c:v>17.214420551486999</c:v>
                </c:pt>
                <c:pt idx="2779">
                  <c:v>17.076995210311502</c:v>
                </c:pt>
                <c:pt idx="2780">
                  <c:v>17.2184337960751</c:v>
                </c:pt>
                <c:pt idx="2781">
                  <c:v>17.3123731726077</c:v>
                </c:pt>
                <c:pt idx="2782">
                  <c:v>16.962671037091798</c:v>
                </c:pt>
                <c:pt idx="2783">
                  <c:v>17.178032501878501</c:v>
                </c:pt>
                <c:pt idx="2784">
                  <c:v>17.138205010368502</c:v>
                </c:pt>
                <c:pt idx="2785">
                  <c:v>17.040340547916401</c:v>
                </c:pt>
                <c:pt idx="2786">
                  <c:v>16.6938114495752</c:v>
                </c:pt>
                <c:pt idx="2787">
                  <c:v>16.577800105061801</c:v>
                </c:pt>
                <c:pt idx="2788">
                  <c:v>16.9646678951963</c:v>
                </c:pt>
                <c:pt idx="2789">
                  <c:v>17.337865533556901</c:v>
                </c:pt>
                <c:pt idx="2790">
                  <c:v>17.426930855577002</c:v>
                </c:pt>
                <c:pt idx="2791">
                  <c:v>17.4751036230187</c:v>
                </c:pt>
                <c:pt idx="2792">
                  <c:v>17.579948608664399</c:v>
                </c:pt>
                <c:pt idx="2793">
                  <c:v>17.840641394826001</c:v>
                </c:pt>
                <c:pt idx="2794">
                  <c:v>17.9259166688277</c:v>
                </c:pt>
                <c:pt idx="2795">
                  <c:v>17.926822100605701</c:v>
                </c:pt>
                <c:pt idx="2796">
                  <c:v>18.015408023197001</c:v>
                </c:pt>
                <c:pt idx="2797">
                  <c:v>17.766926293915599</c:v>
                </c:pt>
                <c:pt idx="2798">
                  <c:v>18.003836525858201</c:v>
                </c:pt>
                <c:pt idx="2799">
                  <c:v>18.189390595305401</c:v>
                </c:pt>
                <c:pt idx="2800">
                  <c:v>18.1846577924779</c:v>
                </c:pt>
                <c:pt idx="2801">
                  <c:v>18.2476538256198</c:v>
                </c:pt>
                <c:pt idx="2802">
                  <c:v>18.277157916326502</c:v>
                </c:pt>
                <c:pt idx="2803">
                  <c:v>18.499490695506999</c:v>
                </c:pt>
                <c:pt idx="2804">
                  <c:v>18.279986847477801</c:v>
                </c:pt>
                <c:pt idx="2805">
                  <c:v>18.4333909928521</c:v>
                </c:pt>
                <c:pt idx="2806">
                  <c:v>18.562466378926501</c:v>
                </c:pt>
                <c:pt idx="2807">
                  <c:v>18.627875816441101</c:v>
                </c:pt>
                <c:pt idx="2808">
                  <c:v>18.965902669211999</c:v>
                </c:pt>
                <c:pt idx="2809">
                  <c:v>19.013189885862801</c:v>
                </c:pt>
                <c:pt idx="2810">
                  <c:v>18.8849760362965</c:v>
                </c:pt>
                <c:pt idx="2811">
                  <c:v>19.125654628948901</c:v>
                </c:pt>
                <c:pt idx="2812">
                  <c:v>19.209326620079398</c:v>
                </c:pt>
                <c:pt idx="2813">
                  <c:v>19.389161610756101</c:v>
                </c:pt>
                <c:pt idx="2814">
                  <c:v>19.3789634161466</c:v>
                </c:pt>
                <c:pt idx="2815">
                  <c:v>19.3297629694794</c:v>
                </c:pt>
                <c:pt idx="2816">
                  <c:v>19.091911665296902</c:v>
                </c:pt>
                <c:pt idx="2817">
                  <c:v>19.362013448614299</c:v>
                </c:pt>
                <c:pt idx="2818">
                  <c:v>19.605171634153699</c:v>
                </c:pt>
                <c:pt idx="2819">
                  <c:v>19.809914757544401</c:v>
                </c:pt>
                <c:pt idx="2820">
                  <c:v>19.951354217735702</c:v>
                </c:pt>
                <c:pt idx="2821">
                  <c:v>19.960119411843099</c:v>
                </c:pt>
                <c:pt idx="2822">
                  <c:v>20.035264358384801</c:v>
                </c:pt>
                <c:pt idx="2823">
                  <c:v>20.329254042219599</c:v>
                </c:pt>
                <c:pt idx="2824">
                  <c:v>20.262117673317402</c:v>
                </c:pt>
                <c:pt idx="2825">
                  <c:v>20.23867875298</c:v>
                </c:pt>
                <c:pt idx="2826">
                  <c:v>19.728716265559299</c:v>
                </c:pt>
                <c:pt idx="2827">
                  <c:v>20.0548779112885</c:v>
                </c:pt>
                <c:pt idx="2828">
                  <c:v>20.3920644868717</c:v>
                </c:pt>
                <c:pt idx="2829">
                  <c:v>20.636823193922201</c:v>
                </c:pt>
                <c:pt idx="2830">
                  <c:v>20.772879141916299</c:v>
                </c:pt>
                <c:pt idx="2831">
                  <c:v>20.7505943638321</c:v>
                </c:pt>
                <c:pt idx="2832">
                  <c:v>20.699322675337299</c:v>
                </c:pt>
                <c:pt idx="2833">
                  <c:v>20.7700615217753</c:v>
                </c:pt>
                <c:pt idx="2834">
                  <c:v>20.899861806277698</c:v>
                </c:pt>
                <c:pt idx="2835">
                  <c:v>20.209368209723699</c:v>
                </c:pt>
                <c:pt idx="2836">
                  <c:v>20.206511693544101</c:v>
                </c:pt>
                <c:pt idx="2837">
                  <c:v>20.0931651896415</c:v>
                </c:pt>
              </c:numCache>
            </c:numRef>
          </c:val>
          <c:smooth val="0"/>
          <c:extLst xmlns:c16r2="http://schemas.microsoft.com/office/drawing/2015/06/chart">
            <c:ext xmlns:c16="http://schemas.microsoft.com/office/drawing/2014/chart" uri="{C3380CC4-5D6E-409C-BE32-E72D297353CC}">
              <c16:uniqueId val="{00000000-7C1F-4143-9E09-A88F7E2A9BA6}"/>
            </c:ext>
          </c:extLst>
        </c:ser>
        <c:ser>
          <c:idx val="1"/>
          <c:order val="1"/>
          <c:tx>
            <c:strRef>
              <c:f>Sheet1!$C$1</c:f>
              <c:strCache>
                <c:ptCount val="1"/>
                <c:pt idx="0">
                  <c:v>第二组</c:v>
                </c:pt>
              </c:strCache>
            </c:strRef>
          </c:tx>
          <c:spPr>
            <a:ln w="28575" cap="rnd">
              <a:solidFill>
                <a:schemeClr val="accent2"/>
              </a:solidFill>
              <a:round/>
            </a:ln>
            <a:effectLst/>
          </c:spPr>
          <c:marker>
            <c:symbol val="none"/>
          </c:marker>
          <c:cat>
            <c:numRef>
              <c:f>Sheet1!$A$2:$A$2839</c:f>
              <c:numCache>
                <c:formatCode>yyyy\-mm\-dd</c:formatCode>
                <c:ptCount val="2838"/>
                <c:pt idx="0">
                  <c:v>41639</c:v>
                </c:pt>
                <c:pt idx="1">
                  <c:v>41641</c:v>
                </c:pt>
                <c:pt idx="2">
                  <c:v>41642</c:v>
                </c:pt>
                <c:pt idx="3">
                  <c:v>41645</c:v>
                </c:pt>
                <c:pt idx="4">
                  <c:v>41646</c:v>
                </c:pt>
                <c:pt idx="5">
                  <c:v>41647</c:v>
                </c:pt>
                <c:pt idx="6">
                  <c:v>41648</c:v>
                </c:pt>
                <c:pt idx="7">
                  <c:v>41649</c:v>
                </c:pt>
                <c:pt idx="8">
                  <c:v>41652</c:v>
                </c:pt>
                <c:pt idx="9">
                  <c:v>41653</c:v>
                </c:pt>
                <c:pt idx="10">
                  <c:v>41654</c:v>
                </c:pt>
                <c:pt idx="11">
                  <c:v>41655</c:v>
                </c:pt>
                <c:pt idx="12">
                  <c:v>41656</c:v>
                </c:pt>
                <c:pt idx="13">
                  <c:v>41659</c:v>
                </c:pt>
                <c:pt idx="14">
                  <c:v>41660</c:v>
                </c:pt>
                <c:pt idx="15">
                  <c:v>41661</c:v>
                </c:pt>
                <c:pt idx="16">
                  <c:v>41662</c:v>
                </c:pt>
                <c:pt idx="17">
                  <c:v>41663</c:v>
                </c:pt>
                <c:pt idx="18">
                  <c:v>41666</c:v>
                </c:pt>
                <c:pt idx="19">
                  <c:v>41667</c:v>
                </c:pt>
                <c:pt idx="20">
                  <c:v>41668</c:v>
                </c:pt>
                <c:pt idx="21">
                  <c:v>41669</c:v>
                </c:pt>
                <c:pt idx="22">
                  <c:v>41677</c:v>
                </c:pt>
                <c:pt idx="23">
                  <c:v>41680</c:v>
                </c:pt>
                <c:pt idx="24">
                  <c:v>41681</c:v>
                </c:pt>
                <c:pt idx="25">
                  <c:v>41682</c:v>
                </c:pt>
                <c:pt idx="26">
                  <c:v>41683</c:v>
                </c:pt>
                <c:pt idx="27">
                  <c:v>41684</c:v>
                </c:pt>
                <c:pt idx="28">
                  <c:v>41687</c:v>
                </c:pt>
                <c:pt idx="29">
                  <c:v>41688</c:v>
                </c:pt>
                <c:pt idx="30">
                  <c:v>41689</c:v>
                </c:pt>
                <c:pt idx="31">
                  <c:v>41690</c:v>
                </c:pt>
                <c:pt idx="32">
                  <c:v>41691</c:v>
                </c:pt>
                <c:pt idx="33">
                  <c:v>41694</c:v>
                </c:pt>
                <c:pt idx="34">
                  <c:v>41695</c:v>
                </c:pt>
                <c:pt idx="35">
                  <c:v>41696</c:v>
                </c:pt>
                <c:pt idx="36">
                  <c:v>41697</c:v>
                </c:pt>
                <c:pt idx="37">
                  <c:v>41698</c:v>
                </c:pt>
                <c:pt idx="38">
                  <c:v>41701</c:v>
                </c:pt>
                <c:pt idx="39">
                  <c:v>41702</c:v>
                </c:pt>
                <c:pt idx="40">
                  <c:v>41703</c:v>
                </c:pt>
                <c:pt idx="41">
                  <c:v>41704</c:v>
                </c:pt>
                <c:pt idx="42">
                  <c:v>41705</c:v>
                </c:pt>
                <c:pt idx="43">
                  <c:v>41708</c:v>
                </c:pt>
                <c:pt idx="44">
                  <c:v>41709</c:v>
                </c:pt>
                <c:pt idx="45">
                  <c:v>41710</c:v>
                </c:pt>
                <c:pt idx="46">
                  <c:v>41711</c:v>
                </c:pt>
                <c:pt idx="47">
                  <c:v>41712</c:v>
                </c:pt>
                <c:pt idx="48">
                  <c:v>41715</c:v>
                </c:pt>
                <c:pt idx="49">
                  <c:v>41716</c:v>
                </c:pt>
                <c:pt idx="50">
                  <c:v>41717</c:v>
                </c:pt>
                <c:pt idx="51">
                  <c:v>41718</c:v>
                </c:pt>
                <c:pt idx="52">
                  <c:v>41719</c:v>
                </c:pt>
                <c:pt idx="53">
                  <c:v>41722</c:v>
                </c:pt>
                <c:pt idx="54">
                  <c:v>41723</c:v>
                </c:pt>
                <c:pt idx="55">
                  <c:v>41724</c:v>
                </c:pt>
                <c:pt idx="56">
                  <c:v>41725</c:v>
                </c:pt>
                <c:pt idx="57">
                  <c:v>41726</c:v>
                </c:pt>
                <c:pt idx="58">
                  <c:v>41729</c:v>
                </c:pt>
                <c:pt idx="59">
                  <c:v>41730</c:v>
                </c:pt>
                <c:pt idx="60">
                  <c:v>41731</c:v>
                </c:pt>
                <c:pt idx="61">
                  <c:v>41732</c:v>
                </c:pt>
                <c:pt idx="62">
                  <c:v>41733</c:v>
                </c:pt>
                <c:pt idx="63">
                  <c:v>41737</c:v>
                </c:pt>
                <c:pt idx="64">
                  <c:v>41738</c:v>
                </c:pt>
                <c:pt idx="65">
                  <c:v>41739</c:v>
                </c:pt>
                <c:pt idx="66">
                  <c:v>41740</c:v>
                </c:pt>
                <c:pt idx="67">
                  <c:v>41743</c:v>
                </c:pt>
                <c:pt idx="68">
                  <c:v>41744</c:v>
                </c:pt>
                <c:pt idx="69">
                  <c:v>41745</c:v>
                </c:pt>
                <c:pt idx="70">
                  <c:v>41746</c:v>
                </c:pt>
                <c:pt idx="71">
                  <c:v>41747</c:v>
                </c:pt>
                <c:pt idx="72">
                  <c:v>41750</c:v>
                </c:pt>
                <c:pt idx="73">
                  <c:v>41751</c:v>
                </c:pt>
                <c:pt idx="74">
                  <c:v>41752</c:v>
                </c:pt>
                <c:pt idx="75">
                  <c:v>41753</c:v>
                </c:pt>
                <c:pt idx="76">
                  <c:v>41754</c:v>
                </c:pt>
                <c:pt idx="77">
                  <c:v>41757</c:v>
                </c:pt>
                <c:pt idx="78">
                  <c:v>41758</c:v>
                </c:pt>
                <c:pt idx="79">
                  <c:v>41759</c:v>
                </c:pt>
                <c:pt idx="80">
                  <c:v>41764</c:v>
                </c:pt>
                <c:pt idx="81">
                  <c:v>41765</c:v>
                </c:pt>
                <c:pt idx="82">
                  <c:v>41766</c:v>
                </c:pt>
                <c:pt idx="83">
                  <c:v>41767</c:v>
                </c:pt>
                <c:pt idx="84">
                  <c:v>41768</c:v>
                </c:pt>
                <c:pt idx="85">
                  <c:v>41771</c:v>
                </c:pt>
                <c:pt idx="86">
                  <c:v>41772</c:v>
                </c:pt>
                <c:pt idx="87">
                  <c:v>41773</c:v>
                </c:pt>
                <c:pt idx="88">
                  <c:v>41774</c:v>
                </c:pt>
                <c:pt idx="89">
                  <c:v>41775</c:v>
                </c:pt>
                <c:pt idx="90">
                  <c:v>41778</c:v>
                </c:pt>
                <c:pt idx="91">
                  <c:v>41779</c:v>
                </c:pt>
                <c:pt idx="92">
                  <c:v>41780</c:v>
                </c:pt>
                <c:pt idx="93">
                  <c:v>41781</c:v>
                </c:pt>
                <c:pt idx="94">
                  <c:v>41782</c:v>
                </c:pt>
                <c:pt idx="95">
                  <c:v>41785</c:v>
                </c:pt>
                <c:pt idx="96">
                  <c:v>41786</c:v>
                </c:pt>
                <c:pt idx="97">
                  <c:v>41787</c:v>
                </c:pt>
                <c:pt idx="98">
                  <c:v>41788</c:v>
                </c:pt>
                <c:pt idx="99">
                  <c:v>41789</c:v>
                </c:pt>
                <c:pt idx="100">
                  <c:v>41793</c:v>
                </c:pt>
                <c:pt idx="101">
                  <c:v>41794</c:v>
                </c:pt>
                <c:pt idx="102">
                  <c:v>41795</c:v>
                </c:pt>
                <c:pt idx="103">
                  <c:v>41796</c:v>
                </c:pt>
                <c:pt idx="104">
                  <c:v>41799</c:v>
                </c:pt>
                <c:pt idx="105">
                  <c:v>41800</c:v>
                </c:pt>
                <c:pt idx="106">
                  <c:v>41801</c:v>
                </c:pt>
                <c:pt idx="107">
                  <c:v>41802</c:v>
                </c:pt>
                <c:pt idx="108">
                  <c:v>41803</c:v>
                </c:pt>
                <c:pt idx="109">
                  <c:v>41806</c:v>
                </c:pt>
                <c:pt idx="110">
                  <c:v>41807</c:v>
                </c:pt>
                <c:pt idx="111">
                  <c:v>41808</c:v>
                </c:pt>
                <c:pt idx="112">
                  <c:v>41809</c:v>
                </c:pt>
                <c:pt idx="113">
                  <c:v>41810</c:v>
                </c:pt>
                <c:pt idx="114">
                  <c:v>41813</c:v>
                </c:pt>
                <c:pt idx="115">
                  <c:v>41814</c:v>
                </c:pt>
                <c:pt idx="116">
                  <c:v>41815</c:v>
                </c:pt>
                <c:pt idx="117">
                  <c:v>41816</c:v>
                </c:pt>
                <c:pt idx="118">
                  <c:v>41817</c:v>
                </c:pt>
                <c:pt idx="119">
                  <c:v>41820</c:v>
                </c:pt>
                <c:pt idx="120">
                  <c:v>41821</c:v>
                </c:pt>
                <c:pt idx="121">
                  <c:v>41822</c:v>
                </c:pt>
                <c:pt idx="122">
                  <c:v>41823</c:v>
                </c:pt>
                <c:pt idx="123">
                  <c:v>41824</c:v>
                </c:pt>
                <c:pt idx="124">
                  <c:v>41827</c:v>
                </c:pt>
                <c:pt idx="125">
                  <c:v>41828</c:v>
                </c:pt>
                <c:pt idx="126">
                  <c:v>41829</c:v>
                </c:pt>
                <c:pt idx="127">
                  <c:v>41830</c:v>
                </c:pt>
                <c:pt idx="128">
                  <c:v>41831</c:v>
                </c:pt>
                <c:pt idx="129">
                  <c:v>41834</c:v>
                </c:pt>
                <c:pt idx="130">
                  <c:v>41835</c:v>
                </c:pt>
                <c:pt idx="131">
                  <c:v>41836</c:v>
                </c:pt>
                <c:pt idx="132">
                  <c:v>41837</c:v>
                </c:pt>
                <c:pt idx="133">
                  <c:v>41838</c:v>
                </c:pt>
                <c:pt idx="134">
                  <c:v>41841</c:v>
                </c:pt>
                <c:pt idx="135">
                  <c:v>41842</c:v>
                </c:pt>
                <c:pt idx="136">
                  <c:v>41843</c:v>
                </c:pt>
                <c:pt idx="137">
                  <c:v>41844</c:v>
                </c:pt>
                <c:pt idx="138">
                  <c:v>41845</c:v>
                </c:pt>
                <c:pt idx="139">
                  <c:v>41848</c:v>
                </c:pt>
                <c:pt idx="140">
                  <c:v>41849</c:v>
                </c:pt>
                <c:pt idx="141">
                  <c:v>41850</c:v>
                </c:pt>
                <c:pt idx="142">
                  <c:v>41851</c:v>
                </c:pt>
                <c:pt idx="143">
                  <c:v>41852</c:v>
                </c:pt>
                <c:pt idx="144">
                  <c:v>41855</c:v>
                </c:pt>
                <c:pt idx="145">
                  <c:v>41856</c:v>
                </c:pt>
                <c:pt idx="146">
                  <c:v>41857</c:v>
                </c:pt>
                <c:pt idx="147">
                  <c:v>41858</c:v>
                </c:pt>
                <c:pt idx="148">
                  <c:v>41859</c:v>
                </c:pt>
                <c:pt idx="149">
                  <c:v>41862</c:v>
                </c:pt>
                <c:pt idx="150">
                  <c:v>41863</c:v>
                </c:pt>
                <c:pt idx="151">
                  <c:v>41864</c:v>
                </c:pt>
                <c:pt idx="152">
                  <c:v>41865</c:v>
                </c:pt>
                <c:pt idx="153">
                  <c:v>41866</c:v>
                </c:pt>
                <c:pt idx="154">
                  <c:v>41869</c:v>
                </c:pt>
                <c:pt idx="155">
                  <c:v>41870</c:v>
                </c:pt>
                <c:pt idx="156">
                  <c:v>41871</c:v>
                </c:pt>
                <c:pt idx="157">
                  <c:v>41872</c:v>
                </c:pt>
                <c:pt idx="158">
                  <c:v>41873</c:v>
                </c:pt>
                <c:pt idx="159">
                  <c:v>41876</c:v>
                </c:pt>
                <c:pt idx="160">
                  <c:v>41877</c:v>
                </c:pt>
                <c:pt idx="161">
                  <c:v>41878</c:v>
                </c:pt>
                <c:pt idx="162">
                  <c:v>41879</c:v>
                </c:pt>
                <c:pt idx="163">
                  <c:v>41880</c:v>
                </c:pt>
                <c:pt idx="164">
                  <c:v>41883</c:v>
                </c:pt>
                <c:pt idx="165">
                  <c:v>41884</c:v>
                </c:pt>
                <c:pt idx="166">
                  <c:v>41885</c:v>
                </c:pt>
                <c:pt idx="167">
                  <c:v>41886</c:v>
                </c:pt>
                <c:pt idx="168">
                  <c:v>41887</c:v>
                </c:pt>
                <c:pt idx="169">
                  <c:v>41891</c:v>
                </c:pt>
                <c:pt idx="170">
                  <c:v>41892</c:v>
                </c:pt>
                <c:pt idx="171">
                  <c:v>41893</c:v>
                </c:pt>
                <c:pt idx="172">
                  <c:v>41894</c:v>
                </c:pt>
                <c:pt idx="173">
                  <c:v>41897</c:v>
                </c:pt>
                <c:pt idx="174">
                  <c:v>41898</c:v>
                </c:pt>
                <c:pt idx="175">
                  <c:v>41899</c:v>
                </c:pt>
                <c:pt idx="176">
                  <c:v>41900</c:v>
                </c:pt>
                <c:pt idx="177">
                  <c:v>41901</c:v>
                </c:pt>
                <c:pt idx="178">
                  <c:v>41904</c:v>
                </c:pt>
                <c:pt idx="179">
                  <c:v>41905</c:v>
                </c:pt>
                <c:pt idx="180">
                  <c:v>41906</c:v>
                </c:pt>
                <c:pt idx="181">
                  <c:v>41907</c:v>
                </c:pt>
                <c:pt idx="182">
                  <c:v>41908</c:v>
                </c:pt>
                <c:pt idx="183">
                  <c:v>41911</c:v>
                </c:pt>
                <c:pt idx="184">
                  <c:v>41912</c:v>
                </c:pt>
                <c:pt idx="185">
                  <c:v>41920</c:v>
                </c:pt>
                <c:pt idx="186">
                  <c:v>41921</c:v>
                </c:pt>
                <c:pt idx="187">
                  <c:v>41922</c:v>
                </c:pt>
                <c:pt idx="188">
                  <c:v>41925</c:v>
                </c:pt>
                <c:pt idx="189">
                  <c:v>41926</c:v>
                </c:pt>
                <c:pt idx="190">
                  <c:v>41927</c:v>
                </c:pt>
                <c:pt idx="191">
                  <c:v>41928</c:v>
                </c:pt>
                <c:pt idx="192">
                  <c:v>41929</c:v>
                </c:pt>
                <c:pt idx="193">
                  <c:v>41932</c:v>
                </c:pt>
                <c:pt idx="194">
                  <c:v>41933</c:v>
                </c:pt>
                <c:pt idx="195">
                  <c:v>41934</c:v>
                </c:pt>
                <c:pt idx="196">
                  <c:v>41935</c:v>
                </c:pt>
                <c:pt idx="197">
                  <c:v>41936</c:v>
                </c:pt>
                <c:pt idx="198">
                  <c:v>41939</c:v>
                </c:pt>
                <c:pt idx="199">
                  <c:v>41940</c:v>
                </c:pt>
                <c:pt idx="200">
                  <c:v>41941</c:v>
                </c:pt>
                <c:pt idx="201">
                  <c:v>41942</c:v>
                </c:pt>
                <c:pt idx="202">
                  <c:v>41943</c:v>
                </c:pt>
                <c:pt idx="203">
                  <c:v>41946</c:v>
                </c:pt>
                <c:pt idx="204">
                  <c:v>41947</c:v>
                </c:pt>
                <c:pt idx="205">
                  <c:v>41948</c:v>
                </c:pt>
                <c:pt idx="206">
                  <c:v>41949</c:v>
                </c:pt>
                <c:pt idx="207">
                  <c:v>41950</c:v>
                </c:pt>
                <c:pt idx="208">
                  <c:v>41953</c:v>
                </c:pt>
                <c:pt idx="209">
                  <c:v>41954</c:v>
                </c:pt>
                <c:pt idx="210">
                  <c:v>41955</c:v>
                </c:pt>
                <c:pt idx="211">
                  <c:v>41956</c:v>
                </c:pt>
                <c:pt idx="212">
                  <c:v>41957</c:v>
                </c:pt>
                <c:pt idx="213">
                  <c:v>41960</c:v>
                </c:pt>
                <c:pt idx="214">
                  <c:v>41961</c:v>
                </c:pt>
                <c:pt idx="215">
                  <c:v>41962</c:v>
                </c:pt>
                <c:pt idx="216">
                  <c:v>41963</c:v>
                </c:pt>
                <c:pt idx="217">
                  <c:v>41964</c:v>
                </c:pt>
                <c:pt idx="218">
                  <c:v>41967</c:v>
                </c:pt>
                <c:pt idx="219">
                  <c:v>41968</c:v>
                </c:pt>
                <c:pt idx="220">
                  <c:v>41969</c:v>
                </c:pt>
                <c:pt idx="221">
                  <c:v>41970</c:v>
                </c:pt>
                <c:pt idx="222">
                  <c:v>41971</c:v>
                </c:pt>
                <c:pt idx="223">
                  <c:v>41974</c:v>
                </c:pt>
                <c:pt idx="224">
                  <c:v>41975</c:v>
                </c:pt>
                <c:pt idx="225">
                  <c:v>41976</c:v>
                </c:pt>
                <c:pt idx="226">
                  <c:v>41977</c:v>
                </c:pt>
                <c:pt idx="227">
                  <c:v>41978</c:v>
                </c:pt>
                <c:pt idx="228">
                  <c:v>41981</c:v>
                </c:pt>
                <c:pt idx="229">
                  <c:v>41982</c:v>
                </c:pt>
                <c:pt idx="230">
                  <c:v>41983</c:v>
                </c:pt>
                <c:pt idx="231">
                  <c:v>41984</c:v>
                </c:pt>
                <c:pt idx="232">
                  <c:v>41985</c:v>
                </c:pt>
                <c:pt idx="233">
                  <c:v>41988</c:v>
                </c:pt>
                <c:pt idx="234">
                  <c:v>41989</c:v>
                </c:pt>
                <c:pt idx="235">
                  <c:v>41990</c:v>
                </c:pt>
                <c:pt idx="236">
                  <c:v>41991</c:v>
                </c:pt>
                <c:pt idx="237">
                  <c:v>41992</c:v>
                </c:pt>
                <c:pt idx="238">
                  <c:v>41995</c:v>
                </c:pt>
                <c:pt idx="239">
                  <c:v>41996</c:v>
                </c:pt>
                <c:pt idx="240">
                  <c:v>41997</c:v>
                </c:pt>
                <c:pt idx="241">
                  <c:v>41998</c:v>
                </c:pt>
                <c:pt idx="242">
                  <c:v>41999</c:v>
                </c:pt>
                <c:pt idx="243">
                  <c:v>42002</c:v>
                </c:pt>
                <c:pt idx="244">
                  <c:v>42003</c:v>
                </c:pt>
                <c:pt idx="245">
                  <c:v>42004</c:v>
                </c:pt>
                <c:pt idx="246">
                  <c:v>42009</c:v>
                </c:pt>
                <c:pt idx="247">
                  <c:v>42010</c:v>
                </c:pt>
                <c:pt idx="248">
                  <c:v>42011</c:v>
                </c:pt>
                <c:pt idx="249">
                  <c:v>42012</c:v>
                </c:pt>
                <c:pt idx="250">
                  <c:v>42013</c:v>
                </c:pt>
                <c:pt idx="251">
                  <c:v>42016</c:v>
                </c:pt>
                <c:pt idx="252">
                  <c:v>42017</c:v>
                </c:pt>
                <c:pt idx="253">
                  <c:v>42018</c:v>
                </c:pt>
                <c:pt idx="254">
                  <c:v>42019</c:v>
                </c:pt>
                <c:pt idx="255">
                  <c:v>42020</c:v>
                </c:pt>
                <c:pt idx="256">
                  <c:v>42023</c:v>
                </c:pt>
                <c:pt idx="257">
                  <c:v>42024</c:v>
                </c:pt>
                <c:pt idx="258">
                  <c:v>42025</c:v>
                </c:pt>
                <c:pt idx="259">
                  <c:v>42026</c:v>
                </c:pt>
                <c:pt idx="260">
                  <c:v>42027</c:v>
                </c:pt>
                <c:pt idx="261">
                  <c:v>42030</c:v>
                </c:pt>
                <c:pt idx="262">
                  <c:v>42031</c:v>
                </c:pt>
                <c:pt idx="263">
                  <c:v>42032</c:v>
                </c:pt>
                <c:pt idx="264">
                  <c:v>42033</c:v>
                </c:pt>
                <c:pt idx="265">
                  <c:v>42034</c:v>
                </c:pt>
                <c:pt idx="266">
                  <c:v>42037</c:v>
                </c:pt>
                <c:pt idx="267">
                  <c:v>42038</c:v>
                </c:pt>
                <c:pt idx="268">
                  <c:v>42039</c:v>
                </c:pt>
                <c:pt idx="269">
                  <c:v>42040</c:v>
                </c:pt>
                <c:pt idx="270">
                  <c:v>42041</c:v>
                </c:pt>
                <c:pt idx="271">
                  <c:v>42044</c:v>
                </c:pt>
                <c:pt idx="272">
                  <c:v>42045</c:v>
                </c:pt>
                <c:pt idx="273">
                  <c:v>42046</c:v>
                </c:pt>
                <c:pt idx="274">
                  <c:v>42047</c:v>
                </c:pt>
                <c:pt idx="275">
                  <c:v>42048</c:v>
                </c:pt>
                <c:pt idx="276">
                  <c:v>42051</c:v>
                </c:pt>
                <c:pt idx="277">
                  <c:v>42052</c:v>
                </c:pt>
                <c:pt idx="278">
                  <c:v>42060</c:v>
                </c:pt>
                <c:pt idx="279">
                  <c:v>42061</c:v>
                </c:pt>
                <c:pt idx="280">
                  <c:v>42062</c:v>
                </c:pt>
                <c:pt idx="281">
                  <c:v>42065</c:v>
                </c:pt>
                <c:pt idx="282">
                  <c:v>42066</c:v>
                </c:pt>
                <c:pt idx="283">
                  <c:v>42067</c:v>
                </c:pt>
                <c:pt idx="284">
                  <c:v>42068</c:v>
                </c:pt>
                <c:pt idx="285">
                  <c:v>42069</c:v>
                </c:pt>
                <c:pt idx="286">
                  <c:v>42072</c:v>
                </c:pt>
                <c:pt idx="287">
                  <c:v>42073</c:v>
                </c:pt>
                <c:pt idx="288">
                  <c:v>42074</c:v>
                </c:pt>
                <c:pt idx="289">
                  <c:v>42075</c:v>
                </c:pt>
                <c:pt idx="290">
                  <c:v>42076</c:v>
                </c:pt>
                <c:pt idx="291">
                  <c:v>42079</c:v>
                </c:pt>
                <c:pt idx="292">
                  <c:v>42080</c:v>
                </c:pt>
                <c:pt idx="293">
                  <c:v>42081</c:v>
                </c:pt>
                <c:pt idx="294">
                  <c:v>42082</c:v>
                </c:pt>
                <c:pt idx="295">
                  <c:v>42083</c:v>
                </c:pt>
                <c:pt idx="296">
                  <c:v>42086</c:v>
                </c:pt>
                <c:pt idx="297">
                  <c:v>42087</c:v>
                </c:pt>
                <c:pt idx="298">
                  <c:v>42088</c:v>
                </c:pt>
                <c:pt idx="299">
                  <c:v>42089</c:v>
                </c:pt>
                <c:pt idx="300">
                  <c:v>42090</c:v>
                </c:pt>
                <c:pt idx="301">
                  <c:v>42093</c:v>
                </c:pt>
                <c:pt idx="302">
                  <c:v>42094</c:v>
                </c:pt>
                <c:pt idx="303">
                  <c:v>42095</c:v>
                </c:pt>
                <c:pt idx="304">
                  <c:v>42096</c:v>
                </c:pt>
                <c:pt idx="305">
                  <c:v>42097</c:v>
                </c:pt>
                <c:pt idx="306">
                  <c:v>42101</c:v>
                </c:pt>
                <c:pt idx="307">
                  <c:v>42102</c:v>
                </c:pt>
                <c:pt idx="308">
                  <c:v>42103</c:v>
                </c:pt>
                <c:pt idx="309">
                  <c:v>42104</c:v>
                </c:pt>
                <c:pt idx="310">
                  <c:v>42107</c:v>
                </c:pt>
                <c:pt idx="311">
                  <c:v>42108</c:v>
                </c:pt>
                <c:pt idx="312">
                  <c:v>42109</c:v>
                </c:pt>
                <c:pt idx="313">
                  <c:v>42110</c:v>
                </c:pt>
                <c:pt idx="314">
                  <c:v>42111</c:v>
                </c:pt>
                <c:pt idx="315">
                  <c:v>42114</c:v>
                </c:pt>
                <c:pt idx="316">
                  <c:v>42115</c:v>
                </c:pt>
                <c:pt idx="317">
                  <c:v>42116</c:v>
                </c:pt>
                <c:pt idx="318">
                  <c:v>42117</c:v>
                </c:pt>
                <c:pt idx="319">
                  <c:v>42118</c:v>
                </c:pt>
                <c:pt idx="320">
                  <c:v>42121</c:v>
                </c:pt>
                <c:pt idx="321">
                  <c:v>42122</c:v>
                </c:pt>
                <c:pt idx="322">
                  <c:v>42123</c:v>
                </c:pt>
                <c:pt idx="323">
                  <c:v>42124</c:v>
                </c:pt>
                <c:pt idx="324">
                  <c:v>42128</c:v>
                </c:pt>
                <c:pt idx="325">
                  <c:v>42129</c:v>
                </c:pt>
                <c:pt idx="326">
                  <c:v>42130</c:v>
                </c:pt>
                <c:pt idx="327">
                  <c:v>42131</c:v>
                </c:pt>
                <c:pt idx="328">
                  <c:v>42132</c:v>
                </c:pt>
                <c:pt idx="329">
                  <c:v>42135</c:v>
                </c:pt>
                <c:pt idx="330">
                  <c:v>42136</c:v>
                </c:pt>
                <c:pt idx="331">
                  <c:v>42137</c:v>
                </c:pt>
                <c:pt idx="332">
                  <c:v>42138</c:v>
                </c:pt>
                <c:pt idx="333">
                  <c:v>42139</c:v>
                </c:pt>
                <c:pt idx="334">
                  <c:v>42142</c:v>
                </c:pt>
                <c:pt idx="335">
                  <c:v>42143</c:v>
                </c:pt>
                <c:pt idx="336">
                  <c:v>42144</c:v>
                </c:pt>
                <c:pt idx="337">
                  <c:v>42145</c:v>
                </c:pt>
                <c:pt idx="338">
                  <c:v>42146</c:v>
                </c:pt>
                <c:pt idx="339">
                  <c:v>42149</c:v>
                </c:pt>
                <c:pt idx="340">
                  <c:v>42150</c:v>
                </c:pt>
                <c:pt idx="341">
                  <c:v>42151</c:v>
                </c:pt>
                <c:pt idx="342">
                  <c:v>42152</c:v>
                </c:pt>
                <c:pt idx="343">
                  <c:v>42153</c:v>
                </c:pt>
                <c:pt idx="344">
                  <c:v>42156</c:v>
                </c:pt>
                <c:pt idx="345">
                  <c:v>42157</c:v>
                </c:pt>
                <c:pt idx="346">
                  <c:v>42158</c:v>
                </c:pt>
                <c:pt idx="347">
                  <c:v>42159</c:v>
                </c:pt>
                <c:pt idx="348">
                  <c:v>42160</c:v>
                </c:pt>
                <c:pt idx="349">
                  <c:v>42163</c:v>
                </c:pt>
                <c:pt idx="350">
                  <c:v>42164</c:v>
                </c:pt>
                <c:pt idx="351">
                  <c:v>42165</c:v>
                </c:pt>
                <c:pt idx="352">
                  <c:v>42166</c:v>
                </c:pt>
                <c:pt idx="353">
                  <c:v>42167</c:v>
                </c:pt>
                <c:pt idx="354">
                  <c:v>42170</c:v>
                </c:pt>
                <c:pt idx="355">
                  <c:v>42171</c:v>
                </c:pt>
                <c:pt idx="356">
                  <c:v>42172</c:v>
                </c:pt>
                <c:pt idx="357">
                  <c:v>42173</c:v>
                </c:pt>
                <c:pt idx="358">
                  <c:v>42174</c:v>
                </c:pt>
                <c:pt idx="359">
                  <c:v>42178</c:v>
                </c:pt>
                <c:pt idx="360">
                  <c:v>42179</c:v>
                </c:pt>
                <c:pt idx="361">
                  <c:v>42180</c:v>
                </c:pt>
                <c:pt idx="362">
                  <c:v>42181</c:v>
                </c:pt>
                <c:pt idx="363">
                  <c:v>42184</c:v>
                </c:pt>
                <c:pt idx="364">
                  <c:v>42185</c:v>
                </c:pt>
                <c:pt idx="365">
                  <c:v>42186</c:v>
                </c:pt>
                <c:pt idx="366">
                  <c:v>42187</c:v>
                </c:pt>
                <c:pt idx="367">
                  <c:v>42188</c:v>
                </c:pt>
                <c:pt idx="368">
                  <c:v>42191</c:v>
                </c:pt>
                <c:pt idx="369">
                  <c:v>42192</c:v>
                </c:pt>
                <c:pt idx="370">
                  <c:v>42193</c:v>
                </c:pt>
                <c:pt idx="371">
                  <c:v>42194</c:v>
                </c:pt>
                <c:pt idx="372">
                  <c:v>42195</c:v>
                </c:pt>
                <c:pt idx="373">
                  <c:v>42198</c:v>
                </c:pt>
                <c:pt idx="374">
                  <c:v>42199</c:v>
                </c:pt>
                <c:pt idx="375">
                  <c:v>42200</c:v>
                </c:pt>
                <c:pt idx="376">
                  <c:v>42201</c:v>
                </c:pt>
                <c:pt idx="377">
                  <c:v>42202</c:v>
                </c:pt>
                <c:pt idx="378">
                  <c:v>42205</c:v>
                </c:pt>
                <c:pt idx="379">
                  <c:v>42206</c:v>
                </c:pt>
                <c:pt idx="380">
                  <c:v>42207</c:v>
                </c:pt>
                <c:pt idx="381">
                  <c:v>42208</c:v>
                </c:pt>
                <c:pt idx="382">
                  <c:v>42209</c:v>
                </c:pt>
                <c:pt idx="383">
                  <c:v>42212</c:v>
                </c:pt>
                <c:pt idx="384">
                  <c:v>42213</c:v>
                </c:pt>
                <c:pt idx="385">
                  <c:v>42214</c:v>
                </c:pt>
                <c:pt idx="386">
                  <c:v>42215</c:v>
                </c:pt>
                <c:pt idx="387">
                  <c:v>42216</c:v>
                </c:pt>
                <c:pt idx="388">
                  <c:v>42219</c:v>
                </c:pt>
                <c:pt idx="389">
                  <c:v>42220</c:v>
                </c:pt>
                <c:pt idx="390">
                  <c:v>42221</c:v>
                </c:pt>
                <c:pt idx="391">
                  <c:v>42222</c:v>
                </c:pt>
                <c:pt idx="392">
                  <c:v>42223</c:v>
                </c:pt>
                <c:pt idx="393">
                  <c:v>42226</c:v>
                </c:pt>
                <c:pt idx="394">
                  <c:v>42227</c:v>
                </c:pt>
                <c:pt idx="395">
                  <c:v>42228</c:v>
                </c:pt>
                <c:pt idx="396">
                  <c:v>42229</c:v>
                </c:pt>
                <c:pt idx="397">
                  <c:v>42230</c:v>
                </c:pt>
                <c:pt idx="398">
                  <c:v>42233</c:v>
                </c:pt>
                <c:pt idx="399">
                  <c:v>42234</c:v>
                </c:pt>
                <c:pt idx="400">
                  <c:v>42235</c:v>
                </c:pt>
                <c:pt idx="401">
                  <c:v>42236</c:v>
                </c:pt>
                <c:pt idx="402">
                  <c:v>42237</c:v>
                </c:pt>
                <c:pt idx="403">
                  <c:v>42240</c:v>
                </c:pt>
                <c:pt idx="404">
                  <c:v>42241</c:v>
                </c:pt>
                <c:pt idx="405">
                  <c:v>42242</c:v>
                </c:pt>
                <c:pt idx="406">
                  <c:v>42243</c:v>
                </c:pt>
                <c:pt idx="407">
                  <c:v>42244</c:v>
                </c:pt>
                <c:pt idx="408">
                  <c:v>42247</c:v>
                </c:pt>
                <c:pt idx="409">
                  <c:v>42248</c:v>
                </c:pt>
                <c:pt idx="410">
                  <c:v>42249</c:v>
                </c:pt>
                <c:pt idx="411">
                  <c:v>42254</c:v>
                </c:pt>
                <c:pt idx="412">
                  <c:v>42255</c:v>
                </c:pt>
                <c:pt idx="413">
                  <c:v>42256</c:v>
                </c:pt>
                <c:pt idx="414">
                  <c:v>42257</c:v>
                </c:pt>
                <c:pt idx="415">
                  <c:v>42258</c:v>
                </c:pt>
                <c:pt idx="416">
                  <c:v>42261</c:v>
                </c:pt>
                <c:pt idx="417">
                  <c:v>42262</c:v>
                </c:pt>
                <c:pt idx="418">
                  <c:v>42263</c:v>
                </c:pt>
                <c:pt idx="419">
                  <c:v>42264</c:v>
                </c:pt>
                <c:pt idx="420">
                  <c:v>42265</c:v>
                </c:pt>
                <c:pt idx="421">
                  <c:v>42268</c:v>
                </c:pt>
                <c:pt idx="422">
                  <c:v>42269</c:v>
                </c:pt>
                <c:pt idx="423">
                  <c:v>42270</c:v>
                </c:pt>
                <c:pt idx="424">
                  <c:v>42271</c:v>
                </c:pt>
                <c:pt idx="425">
                  <c:v>42272</c:v>
                </c:pt>
                <c:pt idx="426">
                  <c:v>42275</c:v>
                </c:pt>
                <c:pt idx="427">
                  <c:v>42276</c:v>
                </c:pt>
                <c:pt idx="428">
                  <c:v>42277</c:v>
                </c:pt>
                <c:pt idx="429">
                  <c:v>42285</c:v>
                </c:pt>
                <c:pt idx="430">
                  <c:v>42286</c:v>
                </c:pt>
                <c:pt idx="431">
                  <c:v>42289</c:v>
                </c:pt>
                <c:pt idx="432">
                  <c:v>42290</c:v>
                </c:pt>
                <c:pt idx="433">
                  <c:v>42291</c:v>
                </c:pt>
                <c:pt idx="434">
                  <c:v>42292</c:v>
                </c:pt>
                <c:pt idx="435">
                  <c:v>42293</c:v>
                </c:pt>
                <c:pt idx="436">
                  <c:v>42296</c:v>
                </c:pt>
                <c:pt idx="437">
                  <c:v>42297</c:v>
                </c:pt>
                <c:pt idx="438">
                  <c:v>42298</c:v>
                </c:pt>
                <c:pt idx="439">
                  <c:v>42299</c:v>
                </c:pt>
                <c:pt idx="440">
                  <c:v>42300</c:v>
                </c:pt>
                <c:pt idx="441">
                  <c:v>42303</c:v>
                </c:pt>
                <c:pt idx="442">
                  <c:v>42304</c:v>
                </c:pt>
                <c:pt idx="443">
                  <c:v>42305</c:v>
                </c:pt>
                <c:pt idx="444">
                  <c:v>42306</c:v>
                </c:pt>
                <c:pt idx="445">
                  <c:v>42307</c:v>
                </c:pt>
                <c:pt idx="446">
                  <c:v>42310</c:v>
                </c:pt>
                <c:pt idx="447">
                  <c:v>42311</c:v>
                </c:pt>
                <c:pt idx="448">
                  <c:v>42312</c:v>
                </c:pt>
                <c:pt idx="449">
                  <c:v>42313</c:v>
                </c:pt>
                <c:pt idx="450">
                  <c:v>42314</c:v>
                </c:pt>
                <c:pt idx="451">
                  <c:v>42317</c:v>
                </c:pt>
                <c:pt idx="452">
                  <c:v>42318</c:v>
                </c:pt>
                <c:pt idx="453">
                  <c:v>42319</c:v>
                </c:pt>
                <c:pt idx="454">
                  <c:v>42320</c:v>
                </c:pt>
                <c:pt idx="455">
                  <c:v>42321</c:v>
                </c:pt>
                <c:pt idx="456">
                  <c:v>42324</c:v>
                </c:pt>
                <c:pt idx="457">
                  <c:v>42325</c:v>
                </c:pt>
                <c:pt idx="458">
                  <c:v>42326</c:v>
                </c:pt>
                <c:pt idx="459">
                  <c:v>42327</c:v>
                </c:pt>
                <c:pt idx="460">
                  <c:v>42328</c:v>
                </c:pt>
                <c:pt idx="461">
                  <c:v>42331</c:v>
                </c:pt>
                <c:pt idx="462">
                  <c:v>42332</c:v>
                </c:pt>
                <c:pt idx="463">
                  <c:v>42333</c:v>
                </c:pt>
                <c:pt idx="464">
                  <c:v>42334</c:v>
                </c:pt>
                <c:pt idx="465">
                  <c:v>42335</c:v>
                </c:pt>
                <c:pt idx="466">
                  <c:v>42338</c:v>
                </c:pt>
                <c:pt idx="467">
                  <c:v>42339</c:v>
                </c:pt>
                <c:pt idx="468">
                  <c:v>42340</c:v>
                </c:pt>
                <c:pt idx="469">
                  <c:v>42341</c:v>
                </c:pt>
                <c:pt idx="470">
                  <c:v>42342</c:v>
                </c:pt>
                <c:pt idx="471">
                  <c:v>42345</c:v>
                </c:pt>
                <c:pt idx="472">
                  <c:v>42346</c:v>
                </c:pt>
                <c:pt idx="473">
                  <c:v>42347</c:v>
                </c:pt>
                <c:pt idx="474">
                  <c:v>42348</c:v>
                </c:pt>
                <c:pt idx="475">
                  <c:v>42349</c:v>
                </c:pt>
                <c:pt idx="476">
                  <c:v>42352</c:v>
                </c:pt>
                <c:pt idx="477">
                  <c:v>42353</c:v>
                </c:pt>
                <c:pt idx="478">
                  <c:v>42354</c:v>
                </c:pt>
                <c:pt idx="479">
                  <c:v>42355</c:v>
                </c:pt>
                <c:pt idx="480">
                  <c:v>42356</c:v>
                </c:pt>
                <c:pt idx="481">
                  <c:v>42359</c:v>
                </c:pt>
                <c:pt idx="482">
                  <c:v>42360</c:v>
                </c:pt>
                <c:pt idx="483">
                  <c:v>42361</c:v>
                </c:pt>
                <c:pt idx="484">
                  <c:v>42362</c:v>
                </c:pt>
                <c:pt idx="485">
                  <c:v>42363</c:v>
                </c:pt>
                <c:pt idx="486">
                  <c:v>42366</c:v>
                </c:pt>
                <c:pt idx="487">
                  <c:v>42367</c:v>
                </c:pt>
                <c:pt idx="488">
                  <c:v>42368</c:v>
                </c:pt>
                <c:pt idx="489">
                  <c:v>42369</c:v>
                </c:pt>
                <c:pt idx="490">
                  <c:v>42373</c:v>
                </c:pt>
                <c:pt idx="491">
                  <c:v>42374</c:v>
                </c:pt>
                <c:pt idx="492">
                  <c:v>42375</c:v>
                </c:pt>
                <c:pt idx="493">
                  <c:v>42376</c:v>
                </c:pt>
                <c:pt idx="494">
                  <c:v>42377</c:v>
                </c:pt>
                <c:pt idx="495">
                  <c:v>42380</c:v>
                </c:pt>
                <c:pt idx="496">
                  <c:v>42381</c:v>
                </c:pt>
                <c:pt idx="497">
                  <c:v>42382</c:v>
                </c:pt>
                <c:pt idx="498">
                  <c:v>42383</c:v>
                </c:pt>
                <c:pt idx="499">
                  <c:v>42384</c:v>
                </c:pt>
                <c:pt idx="500">
                  <c:v>42387</c:v>
                </c:pt>
                <c:pt idx="501">
                  <c:v>42388</c:v>
                </c:pt>
                <c:pt idx="502">
                  <c:v>42389</c:v>
                </c:pt>
                <c:pt idx="503">
                  <c:v>42390</c:v>
                </c:pt>
                <c:pt idx="504">
                  <c:v>42391</c:v>
                </c:pt>
                <c:pt idx="505">
                  <c:v>42394</c:v>
                </c:pt>
                <c:pt idx="506">
                  <c:v>42395</c:v>
                </c:pt>
                <c:pt idx="507">
                  <c:v>42396</c:v>
                </c:pt>
                <c:pt idx="508">
                  <c:v>42397</c:v>
                </c:pt>
                <c:pt idx="509">
                  <c:v>42398</c:v>
                </c:pt>
                <c:pt idx="510">
                  <c:v>42401</c:v>
                </c:pt>
                <c:pt idx="511">
                  <c:v>42402</c:v>
                </c:pt>
                <c:pt idx="512">
                  <c:v>42403</c:v>
                </c:pt>
                <c:pt idx="513">
                  <c:v>42404</c:v>
                </c:pt>
                <c:pt idx="514">
                  <c:v>42405</c:v>
                </c:pt>
                <c:pt idx="515">
                  <c:v>42415</c:v>
                </c:pt>
                <c:pt idx="516">
                  <c:v>42416</c:v>
                </c:pt>
                <c:pt idx="517">
                  <c:v>42417</c:v>
                </c:pt>
                <c:pt idx="518">
                  <c:v>42418</c:v>
                </c:pt>
                <c:pt idx="519">
                  <c:v>42419</c:v>
                </c:pt>
                <c:pt idx="520">
                  <c:v>42422</c:v>
                </c:pt>
                <c:pt idx="521">
                  <c:v>42423</c:v>
                </c:pt>
                <c:pt idx="522">
                  <c:v>42424</c:v>
                </c:pt>
                <c:pt idx="523">
                  <c:v>42425</c:v>
                </c:pt>
                <c:pt idx="524">
                  <c:v>42426</c:v>
                </c:pt>
                <c:pt idx="525">
                  <c:v>42429</c:v>
                </c:pt>
                <c:pt idx="526">
                  <c:v>42430</c:v>
                </c:pt>
                <c:pt idx="527">
                  <c:v>42431</c:v>
                </c:pt>
                <c:pt idx="528">
                  <c:v>42432</c:v>
                </c:pt>
                <c:pt idx="529">
                  <c:v>42433</c:v>
                </c:pt>
                <c:pt idx="530">
                  <c:v>42436</c:v>
                </c:pt>
                <c:pt idx="531">
                  <c:v>42437</c:v>
                </c:pt>
                <c:pt idx="532">
                  <c:v>42438</c:v>
                </c:pt>
                <c:pt idx="533">
                  <c:v>42439</c:v>
                </c:pt>
                <c:pt idx="534">
                  <c:v>42440</c:v>
                </c:pt>
                <c:pt idx="535">
                  <c:v>42443</c:v>
                </c:pt>
                <c:pt idx="536">
                  <c:v>42444</c:v>
                </c:pt>
                <c:pt idx="537">
                  <c:v>42445</c:v>
                </c:pt>
                <c:pt idx="538">
                  <c:v>42446</c:v>
                </c:pt>
                <c:pt idx="539">
                  <c:v>42447</c:v>
                </c:pt>
                <c:pt idx="540">
                  <c:v>42450</c:v>
                </c:pt>
                <c:pt idx="541">
                  <c:v>42451</c:v>
                </c:pt>
                <c:pt idx="542">
                  <c:v>42452</c:v>
                </c:pt>
                <c:pt idx="543">
                  <c:v>42453</c:v>
                </c:pt>
                <c:pt idx="544">
                  <c:v>42454</c:v>
                </c:pt>
                <c:pt idx="545">
                  <c:v>42457</c:v>
                </c:pt>
                <c:pt idx="546">
                  <c:v>42458</c:v>
                </c:pt>
                <c:pt idx="547">
                  <c:v>42459</c:v>
                </c:pt>
                <c:pt idx="548">
                  <c:v>42460</c:v>
                </c:pt>
                <c:pt idx="549">
                  <c:v>42461</c:v>
                </c:pt>
                <c:pt idx="550">
                  <c:v>42465</c:v>
                </c:pt>
                <c:pt idx="551">
                  <c:v>42466</c:v>
                </c:pt>
                <c:pt idx="552">
                  <c:v>42467</c:v>
                </c:pt>
                <c:pt idx="553">
                  <c:v>42468</c:v>
                </c:pt>
                <c:pt idx="554">
                  <c:v>42471</c:v>
                </c:pt>
                <c:pt idx="555">
                  <c:v>42472</c:v>
                </c:pt>
                <c:pt idx="556">
                  <c:v>42473</c:v>
                </c:pt>
                <c:pt idx="557">
                  <c:v>42474</c:v>
                </c:pt>
                <c:pt idx="558">
                  <c:v>42475</c:v>
                </c:pt>
                <c:pt idx="559">
                  <c:v>42478</c:v>
                </c:pt>
                <c:pt idx="560">
                  <c:v>42479</c:v>
                </c:pt>
                <c:pt idx="561">
                  <c:v>42480</c:v>
                </c:pt>
                <c:pt idx="562">
                  <c:v>42481</c:v>
                </c:pt>
                <c:pt idx="563">
                  <c:v>42482</c:v>
                </c:pt>
                <c:pt idx="564">
                  <c:v>42485</c:v>
                </c:pt>
                <c:pt idx="565">
                  <c:v>42486</c:v>
                </c:pt>
                <c:pt idx="566">
                  <c:v>42487</c:v>
                </c:pt>
                <c:pt idx="567">
                  <c:v>42488</c:v>
                </c:pt>
                <c:pt idx="568">
                  <c:v>42489</c:v>
                </c:pt>
                <c:pt idx="569">
                  <c:v>42493</c:v>
                </c:pt>
                <c:pt idx="570">
                  <c:v>42494</c:v>
                </c:pt>
                <c:pt idx="571">
                  <c:v>42495</c:v>
                </c:pt>
                <c:pt idx="572">
                  <c:v>42496</c:v>
                </c:pt>
                <c:pt idx="573">
                  <c:v>42499</c:v>
                </c:pt>
                <c:pt idx="574">
                  <c:v>42500</c:v>
                </c:pt>
                <c:pt idx="575">
                  <c:v>42501</c:v>
                </c:pt>
                <c:pt idx="576">
                  <c:v>42502</c:v>
                </c:pt>
                <c:pt idx="577">
                  <c:v>42503</c:v>
                </c:pt>
                <c:pt idx="578">
                  <c:v>42506</c:v>
                </c:pt>
                <c:pt idx="579">
                  <c:v>42507</c:v>
                </c:pt>
                <c:pt idx="580">
                  <c:v>42508</c:v>
                </c:pt>
                <c:pt idx="581">
                  <c:v>42509</c:v>
                </c:pt>
                <c:pt idx="582">
                  <c:v>42510</c:v>
                </c:pt>
                <c:pt idx="583">
                  <c:v>42513</c:v>
                </c:pt>
                <c:pt idx="584">
                  <c:v>42514</c:v>
                </c:pt>
                <c:pt idx="585">
                  <c:v>42515</c:v>
                </c:pt>
                <c:pt idx="586">
                  <c:v>42516</c:v>
                </c:pt>
                <c:pt idx="587">
                  <c:v>42517</c:v>
                </c:pt>
                <c:pt idx="588">
                  <c:v>42520</c:v>
                </c:pt>
                <c:pt idx="589">
                  <c:v>42521</c:v>
                </c:pt>
                <c:pt idx="590">
                  <c:v>42522</c:v>
                </c:pt>
                <c:pt idx="591">
                  <c:v>42523</c:v>
                </c:pt>
                <c:pt idx="592">
                  <c:v>42524</c:v>
                </c:pt>
                <c:pt idx="593">
                  <c:v>42527</c:v>
                </c:pt>
                <c:pt idx="594">
                  <c:v>42528</c:v>
                </c:pt>
                <c:pt idx="595">
                  <c:v>42529</c:v>
                </c:pt>
                <c:pt idx="596">
                  <c:v>42534</c:v>
                </c:pt>
                <c:pt idx="597">
                  <c:v>42535</c:v>
                </c:pt>
                <c:pt idx="598">
                  <c:v>42536</c:v>
                </c:pt>
                <c:pt idx="599">
                  <c:v>42537</c:v>
                </c:pt>
                <c:pt idx="600">
                  <c:v>42538</c:v>
                </c:pt>
                <c:pt idx="601">
                  <c:v>42541</c:v>
                </c:pt>
                <c:pt idx="602">
                  <c:v>42542</c:v>
                </c:pt>
                <c:pt idx="603">
                  <c:v>42543</c:v>
                </c:pt>
                <c:pt idx="604">
                  <c:v>42544</c:v>
                </c:pt>
                <c:pt idx="605">
                  <c:v>42545</c:v>
                </c:pt>
                <c:pt idx="606">
                  <c:v>42548</c:v>
                </c:pt>
                <c:pt idx="607">
                  <c:v>42549</c:v>
                </c:pt>
                <c:pt idx="608">
                  <c:v>42550</c:v>
                </c:pt>
                <c:pt idx="609">
                  <c:v>42551</c:v>
                </c:pt>
                <c:pt idx="610">
                  <c:v>42552</c:v>
                </c:pt>
                <c:pt idx="611">
                  <c:v>42555</c:v>
                </c:pt>
                <c:pt idx="612">
                  <c:v>42556</c:v>
                </c:pt>
                <c:pt idx="613">
                  <c:v>42557</c:v>
                </c:pt>
                <c:pt idx="614">
                  <c:v>42558</c:v>
                </c:pt>
                <c:pt idx="615">
                  <c:v>42559</c:v>
                </c:pt>
                <c:pt idx="616">
                  <c:v>42562</c:v>
                </c:pt>
                <c:pt idx="617">
                  <c:v>42563</c:v>
                </c:pt>
                <c:pt idx="618">
                  <c:v>42564</c:v>
                </c:pt>
                <c:pt idx="619">
                  <c:v>42565</c:v>
                </c:pt>
                <c:pt idx="620">
                  <c:v>42566</c:v>
                </c:pt>
                <c:pt idx="621">
                  <c:v>42569</c:v>
                </c:pt>
                <c:pt idx="622">
                  <c:v>42570</c:v>
                </c:pt>
                <c:pt idx="623">
                  <c:v>42571</c:v>
                </c:pt>
                <c:pt idx="624">
                  <c:v>42572</c:v>
                </c:pt>
                <c:pt idx="625">
                  <c:v>42573</c:v>
                </c:pt>
                <c:pt idx="626">
                  <c:v>42576</c:v>
                </c:pt>
                <c:pt idx="627">
                  <c:v>42577</c:v>
                </c:pt>
                <c:pt idx="628">
                  <c:v>42578</c:v>
                </c:pt>
                <c:pt idx="629">
                  <c:v>42579</c:v>
                </c:pt>
                <c:pt idx="630">
                  <c:v>42580</c:v>
                </c:pt>
                <c:pt idx="631">
                  <c:v>42583</c:v>
                </c:pt>
                <c:pt idx="632">
                  <c:v>42584</c:v>
                </c:pt>
                <c:pt idx="633">
                  <c:v>42585</c:v>
                </c:pt>
                <c:pt idx="634">
                  <c:v>42586</c:v>
                </c:pt>
                <c:pt idx="635">
                  <c:v>42587</c:v>
                </c:pt>
                <c:pt idx="636">
                  <c:v>42590</c:v>
                </c:pt>
                <c:pt idx="637">
                  <c:v>42591</c:v>
                </c:pt>
                <c:pt idx="638">
                  <c:v>42592</c:v>
                </c:pt>
                <c:pt idx="639">
                  <c:v>42593</c:v>
                </c:pt>
                <c:pt idx="640">
                  <c:v>42594</c:v>
                </c:pt>
                <c:pt idx="641">
                  <c:v>42597</c:v>
                </c:pt>
                <c:pt idx="642">
                  <c:v>42598</c:v>
                </c:pt>
                <c:pt idx="643">
                  <c:v>42599</c:v>
                </c:pt>
                <c:pt idx="644">
                  <c:v>42600</c:v>
                </c:pt>
                <c:pt idx="645">
                  <c:v>42601</c:v>
                </c:pt>
                <c:pt idx="646">
                  <c:v>42604</c:v>
                </c:pt>
                <c:pt idx="647">
                  <c:v>42605</c:v>
                </c:pt>
                <c:pt idx="648">
                  <c:v>42606</c:v>
                </c:pt>
                <c:pt idx="649">
                  <c:v>42607</c:v>
                </c:pt>
                <c:pt idx="650">
                  <c:v>42608</c:v>
                </c:pt>
                <c:pt idx="651">
                  <c:v>42611</c:v>
                </c:pt>
                <c:pt idx="652">
                  <c:v>42612</c:v>
                </c:pt>
                <c:pt idx="653">
                  <c:v>42613</c:v>
                </c:pt>
                <c:pt idx="654">
                  <c:v>42614</c:v>
                </c:pt>
                <c:pt idx="655">
                  <c:v>42615</c:v>
                </c:pt>
                <c:pt idx="656">
                  <c:v>42618</c:v>
                </c:pt>
                <c:pt idx="657">
                  <c:v>42619</c:v>
                </c:pt>
                <c:pt idx="658">
                  <c:v>42620</c:v>
                </c:pt>
                <c:pt idx="659">
                  <c:v>42621</c:v>
                </c:pt>
                <c:pt idx="660">
                  <c:v>42622</c:v>
                </c:pt>
                <c:pt idx="661">
                  <c:v>42625</c:v>
                </c:pt>
                <c:pt idx="662">
                  <c:v>42626</c:v>
                </c:pt>
                <c:pt idx="663">
                  <c:v>42627</c:v>
                </c:pt>
                <c:pt idx="664">
                  <c:v>42632</c:v>
                </c:pt>
                <c:pt idx="665">
                  <c:v>42633</c:v>
                </c:pt>
                <c:pt idx="666">
                  <c:v>42634</c:v>
                </c:pt>
                <c:pt idx="667">
                  <c:v>42635</c:v>
                </c:pt>
                <c:pt idx="668">
                  <c:v>42636</c:v>
                </c:pt>
                <c:pt idx="669">
                  <c:v>42639</c:v>
                </c:pt>
                <c:pt idx="670">
                  <c:v>42640</c:v>
                </c:pt>
                <c:pt idx="671">
                  <c:v>42641</c:v>
                </c:pt>
                <c:pt idx="672">
                  <c:v>42642</c:v>
                </c:pt>
                <c:pt idx="673">
                  <c:v>42643</c:v>
                </c:pt>
                <c:pt idx="674">
                  <c:v>42653</c:v>
                </c:pt>
                <c:pt idx="675">
                  <c:v>42654</c:v>
                </c:pt>
                <c:pt idx="676">
                  <c:v>42655</c:v>
                </c:pt>
                <c:pt idx="677">
                  <c:v>42656</c:v>
                </c:pt>
                <c:pt idx="678">
                  <c:v>42657</c:v>
                </c:pt>
                <c:pt idx="679">
                  <c:v>42660</c:v>
                </c:pt>
                <c:pt idx="680">
                  <c:v>42661</c:v>
                </c:pt>
                <c:pt idx="681">
                  <c:v>42662</c:v>
                </c:pt>
                <c:pt idx="682">
                  <c:v>42663</c:v>
                </c:pt>
                <c:pt idx="683">
                  <c:v>42664</c:v>
                </c:pt>
                <c:pt idx="684">
                  <c:v>42667</c:v>
                </c:pt>
                <c:pt idx="685">
                  <c:v>42668</c:v>
                </c:pt>
                <c:pt idx="686">
                  <c:v>42669</c:v>
                </c:pt>
                <c:pt idx="687">
                  <c:v>42670</c:v>
                </c:pt>
                <c:pt idx="688">
                  <c:v>42671</c:v>
                </c:pt>
                <c:pt idx="689">
                  <c:v>42674</c:v>
                </c:pt>
                <c:pt idx="690">
                  <c:v>42675</c:v>
                </c:pt>
                <c:pt idx="691">
                  <c:v>42676</c:v>
                </c:pt>
                <c:pt idx="692">
                  <c:v>42677</c:v>
                </c:pt>
                <c:pt idx="693">
                  <c:v>42678</c:v>
                </c:pt>
                <c:pt idx="694">
                  <c:v>42681</c:v>
                </c:pt>
                <c:pt idx="695">
                  <c:v>42682</c:v>
                </c:pt>
                <c:pt idx="696">
                  <c:v>42683</c:v>
                </c:pt>
                <c:pt idx="697">
                  <c:v>42684</c:v>
                </c:pt>
                <c:pt idx="698">
                  <c:v>42685</c:v>
                </c:pt>
                <c:pt idx="699">
                  <c:v>42688</c:v>
                </c:pt>
                <c:pt idx="700">
                  <c:v>42689</c:v>
                </c:pt>
                <c:pt idx="701">
                  <c:v>42690</c:v>
                </c:pt>
                <c:pt idx="702">
                  <c:v>42691</c:v>
                </c:pt>
                <c:pt idx="703">
                  <c:v>42692</c:v>
                </c:pt>
                <c:pt idx="704">
                  <c:v>42695</c:v>
                </c:pt>
                <c:pt idx="705">
                  <c:v>42696</c:v>
                </c:pt>
                <c:pt idx="706">
                  <c:v>42697</c:v>
                </c:pt>
                <c:pt idx="707">
                  <c:v>42698</c:v>
                </c:pt>
                <c:pt idx="708">
                  <c:v>42699</c:v>
                </c:pt>
                <c:pt idx="709">
                  <c:v>42702</c:v>
                </c:pt>
                <c:pt idx="710">
                  <c:v>42703</c:v>
                </c:pt>
                <c:pt idx="711">
                  <c:v>42704</c:v>
                </c:pt>
                <c:pt idx="712">
                  <c:v>42705</c:v>
                </c:pt>
                <c:pt idx="713">
                  <c:v>42706</c:v>
                </c:pt>
                <c:pt idx="714">
                  <c:v>42709</c:v>
                </c:pt>
                <c:pt idx="715">
                  <c:v>42710</c:v>
                </c:pt>
                <c:pt idx="716">
                  <c:v>42711</c:v>
                </c:pt>
                <c:pt idx="717">
                  <c:v>42712</c:v>
                </c:pt>
                <c:pt idx="718">
                  <c:v>42713</c:v>
                </c:pt>
                <c:pt idx="719">
                  <c:v>42716</c:v>
                </c:pt>
                <c:pt idx="720">
                  <c:v>42717</c:v>
                </c:pt>
                <c:pt idx="721">
                  <c:v>42718</c:v>
                </c:pt>
                <c:pt idx="722">
                  <c:v>42719</c:v>
                </c:pt>
                <c:pt idx="723">
                  <c:v>42720</c:v>
                </c:pt>
                <c:pt idx="724">
                  <c:v>42723</c:v>
                </c:pt>
                <c:pt idx="725">
                  <c:v>42724</c:v>
                </c:pt>
                <c:pt idx="726">
                  <c:v>42725</c:v>
                </c:pt>
                <c:pt idx="727">
                  <c:v>42726</c:v>
                </c:pt>
                <c:pt idx="728">
                  <c:v>42727</c:v>
                </c:pt>
                <c:pt idx="729">
                  <c:v>42730</c:v>
                </c:pt>
                <c:pt idx="730">
                  <c:v>42731</c:v>
                </c:pt>
                <c:pt idx="731">
                  <c:v>42732</c:v>
                </c:pt>
                <c:pt idx="732">
                  <c:v>42733</c:v>
                </c:pt>
                <c:pt idx="733">
                  <c:v>42734</c:v>
                </c:pt>
                <c:pt idx="734">
                  <c:v>42738</c:v>
                </c:pt>
                <c:pt idx="735">
                  <c:v>42739</c:v>
                </c:pt>
                <c:pt idx="736">
                  <c:v>42740</c:v>
                </c:pt>
                <c:pt idx="737">
                  <c:v>42741</c:v>
                </c:pt>
                <c:pt idx="738">
                  <c:v>42744</c:v>
                </c:pt>
                <c:pt idx="739">
                  <c:v>42745</c:v>
                </c:pt>
                <c:pt idx="740">
                  <c:v>42746</c:v>
                </c:pt>
                <c:pt idx="741">
                  <c:v>42747</c:v>
                </c:pt>
                <c:pt idx="742">
                  <c:v>42748</c:v>
                </c:pt>
                <c:pt idx="743">
                  <c:v>42751</c:v>
                </c:pt>
                <c:pt idx="744">
                  <c:v>42752</c:v>
                </c:pt>
                <c:pt idx="745">
                  <c:v>42753</c:v>
                </c:pt>
                <c:pt idx="746">
                  <c:v>42754</c:v>
                </c:pt>
                <c:pt idx="747">
                  <c:v>42755</c:v>
                </c:pt>
                <c:pt idx="748">
                  <c:v>42758</c:v>
                </c:pt>
                <c:pt idx="749">
                  <c:v>42759</c:v>
                </c:pt>
                <c:pt idx="750">
                  <c:v>42760</c:v>
                </c:pt>
                <c:pt idx="751">
                  <c:v>42761</c:v>
                </c:pt>
                <c:pt idx="752">
                  <c:v>42769</c:v>
                </c:pt>
                <c:pt idx="753">
                  <c:v>42772</c:v>
                </c:pt>
                <c:pt idx="754">
                  <c:v>42773</c:v>
                </c:pt>
                <c:pt idx="755">
                  <c:v>42774</c:v>
                </c:pt>
                <c:pt idx="756">
                  <c:v>42775</c:v>
                </c:pt>
                <c:pt idx="757">
                  <c:v>42776</c:v>
                </c:pt>
                <c:pt idx="758">
                  <c:v>42779</c:v>
                </c:pt>
                <c:pt idx="759">
                  <c:v>42780</c:v>
                </c:pt>
                <c:pt idx="760">
                  <c:v>42781</c:v>
                </c:pt>
                <c:pt idx="761">
                  <c:v>42782</c:v>
                </c:pt>
                <c:pt idx="762">
                  <c:v>42783</c:v>
                </c:pt>
                <c:pt idx="763">
                  <c:v>42786</c:v>
                </c:pt>
                <c:pt idx="764">
                  <c:v>42787</c:v>
                </c:pt>
                <c:pt idx="765">
                  <c:v>42788</c:v>
                </c:pt>
                <c:pt idx="766">
                  <c:v>42789</c:v>
                </c:pt>
                <c:pt idx="767">
                  <c:v>42790</c:v>
                </c:pt>
                <c:pt idx="768">
                  <c:v>42793</c:v>
                </c:pt>
                <c:pt idx="769">
                  <c:v>42794</c:v>
                </c:pt>
                <c:pt idx="770">
                  <c:v>42795</c:v>
                </c:pt>
                <c:pt idx="771">
                  <c:v>42796</c:v>
                </c:pt>
                <c:pt idx="772">
                  <c:v>42797</c:v>
                </c:pt>
                <c:pt idx="773">
                  <c:v>42800</c:v>
                </c:pt>
                <c:pt idx="774">
                  <c:v>42801</c:v>
                </c:pt>
                <c:pt idx="775">
                  <c:v>42802</c:v>
                </c:pt>
                <c:pt idx="776">
                  <c:v>42803</c:v>
                </c:pt>
                <c:pt idx="777">
                  <c:v>42804</c:v>
                </c:pt>
                <c:pt idx="778">
                  <c:v>42807</c:v>
                </c:pt>
                <c:pt idx="779">
                  <c:v>42808</c:v>
                </c:pt>
                <c:pt idx="780">
                  <c:v>42809</c:v>
                </c:pt>
                <c:pt idx="781">
                  <c:v>42810</c:v>
                </c:pt>
                <c:pt idx="782">
                  <c:v>42811</c:v>
                </c:pt>
                <c:pt idx="783">
                  <c:v>42814</c:v>
                </c:pt>
                <c:pt idx="784">
                  <c:v>42815</c:v>
                </c:pt>
                <c:pt idx="785">
                  <c:v>42816</c:v>
                </c:pt>
                <c:pt idx="786">
                  <c:v>42817</c:v>
                </c:pt>
                <c:pt idx="787">
                  <c:v>42818</c:v>
                </c:pt>
                <c:pt idx="788">
                  <c:v>42821</c:v>
                </c:pt>
                <c:pt idx="789">
                  <c:v>42822</c:v>
                </c:pt>
                <c:pt idx="790">
                  <c:v>42823</c:v>
                </c:pt>
                <c:pt idx="791">
                  <c:v>42824</c:v>
                </c:pt>
                <c:pt idx="792">
                  <c:v>42825</c:v>
                </c:pt>
                <c:pt idx="793">
                  <c:v>42830</c:v>
                </c:pt>
                <c:pt idx="794">
                  <c:v>42831</c:v>
                </c:pt>
                <c:pt idx="795">
                  <c:v>42832</c:v>
                </c:pt>
                <c:pt idx="796">
                  <c:v>42835</c:v>
                </c:pt>
                <c:pt idx="797">
                  <c:v>42836</c:v>
                </c:pt>
                <c:pt idx="798">
                  <c:v>42837</c:v>
                </c:pt>
                <c:pt idx="799">
                  <c:v>42838</c:v>
                </c:pt>
                <c:pt idx="800">
                  <c:v>42839</c:v>
                </c:pt>
                <c:pt idx="801">
                  <c:v>42842</c:v>
                </c:pt>
                <c:pt idx="802">
                  <c:v>42843</c:v>
                </c:pt>
                <c:pt idx="803">
                  <c:v>42844</c:v>
                </c:pt>
                <c:pt idx="804">
                  <c:v>42845</c:v>
                </c:pt>
                <c:pt idx="805">
                  <c:v>42846</c:v>
                </c:pt>
                <c:pt idx="806">
                  <c:v>42849</c:v>
                </c:pt>
                <c:pt idx="807">
                  <c:v>42850</c:v>
                </c:pt>
                <c:pt idx="808">
                  <c:v>42851</c:v>
                </c:pt>
                <c:pt idx="809">
                  <c:v>42852</c:v>
                </c:pt>
                <c:pt idx="810">
                  <c:v>42853</c:v>
                </c:pt>
                <c:pt idx="811">
                  <c:v>42857</c:v>
                </c:pt>
                <c:pt idx="812">
                  <c:v>42858</c:v>
                </c:pt>
                <c:pt idx="813">
                  <c:v>42859</c:v>
                </c:pt>
                <c:pt idx="814">
                  <c:v>42860</c:v>
                </c:pt>
                <c:pt idx="815">
                  <c:v>42863</c:v>
                </c:pt>
                <c:pt idx="816">
                  <c:v>42864</c:v>
                </c:pt>
                <c:pt idx="817">
                  <c:v>42865</c:v>
                </c:pt>
                <c:pt idx="818">
                  <c:v>42866</c:v>
                </c:pt>
                <c:pt idx="819">
                  <c:v>42867</c:v>
                </c:pt>
                <c:pt idx="820">
                  <c:v>42870</c:v>
                </c:pt>
                <c:pt idx="821">
                  <c:v>42871</c:v>
                </c:pt>
                <c:pt idx="822">
                  <c:v>42872</c:v>
                </c:pt>
                <c:pt idx="823">
                  <c:v>42873</c:v>
                </c:pt>
                <c:pt idx="824">
                  <c:v>42874</c:v>
                </c:pt>
                <c:pt idx="825">
                  <c:v>42877</c:v>
                </c:pt>
                <c:pt idx="826">
                  <c:v>42878</c:v>
                </c:pt>
                <c:pt idx="827">
                  <c:v>42879</c:v>
                </c:pt>
                <c:pt idx="828">
                  <c:v>42880</c:v>
                </c:pt>
                <c:pt idx="829">
                  <c:v>42881</c:v>
                </c:pt>
                <c:pt idx="830">
                  <c:v>42886</c:v>
                </c:pt>
                <c:pt idx="831">
                  <c:v>42887</c:v>
                </c:pt>
                <c:pt idx="832">
                  <c:v>42888</c:v>
                </c:pt>
                <c:pt idx="833">
                  <c:v>42891</c:v>
                </c:pt>
                <c:pt idx="834">
                  <c:v>42892</c:v>
                </c:pt>
                <c:pt idx="835">
                  <c:v>42893</c:v>
                </c:pt>
                <c:pt idx="836">
                  <c:v>42894</c:v>
                </c:pt>
                <c:pt idx="837">
                  <c:v>42895</c:v>
                </c:pt>
                <c:pt idx="838">
                  <c:v>42898</c:v>
                </c:pt>
                <c:pt idx="839">
                  <c:v>42899</c:v>
                </c:pt>
                <c:pt idx="840">
                  <c:v>42900</c:v>
                </c:pt>
                <c:pt idx="841">
                  <c:v>42901</c:v>
                </c:pt>
                <c:pt idx="842">
                  <c:v>42902</c:v>
                </c:pt>
                <c:pt idx="843">
                  <c:v>42905</c:v>
                </c:pt>
                <c:pt idx="844">
                  <c:v>42906</c:v>
                </c:pt>
                <c:pt idx="845">
                  <c:v>42907</c:v>
                </c:pt>
                <c:pt idx="846">
                  <c:v>42908</c:v>
                </c:pt>
                <c:pt idx="847">
                  <c:v>42909</c:v>
                </c:pt>
                <c:pt idx="848">
                  <c:v>42912</c:v>
                </c:pt>
                <c:pt idx="849">
                  <c:v>42913</c:v>
                </c:pt>
                <c:pt idx="850">
                  <c:v>42914</c:v>
                </c:pt>
                <c:pt idx="851">
                  <c:v>42915</c:v>
                </c:pt>
                <c:pt idx="852">
                  <c:v>42916</c:v>
                </c:pt>
                <c:pt idx="853">
                  <c:v>42919</c:v>
                </c:pt>
                <c:pt idx="854">
                  <c:v>42920</c:v>
                </c:pt>
                <c:pt idx="855">
                  <c:v>42921</c:v>
                </c:pt>
                <c:pt idx="856">
                  <c:v>42922</c:v>
                </c:pt>
                <c:pt idx="857">
                  <c:v>42923</c:v>
                </c:pt>
                <c:pt idx="858">
                  <c:v>42926</c:v>
                </c:pt>
                <c:pt idx="859">
                  <c:v>42927</c:v>
                </c:pt>
                <c:pt idx="860">
                  <c:v>42928</c:v>
                </c:pt>
                <c:pt idx="861">
                  <c:v>42929</c:v>
                </c:pt>
                <c:pt idx="862">
                  <c:v>42930</c:v>
                </c:pt>
                <c:pt idx="863">
                  <c:v>42933</c:v>
                </c:pt>
                <c:pt idx="864">
                  <c:v>42934</c:v>
                </c:pt>
                <c:pt idx="865">
                  <c:v>42935</c:v>
                </c:pt>
                <c:pt idx="866">
                  <c:v>42936</c:v>
                </c:pt>
                <c:pt idx="867">
                  <c:v>42937</c:v>
                </c:pt>
                <c:pt idx="868">
                  <c:v>42940</c:v>
                </c:pt>
                <c:pt idx="869">
                  <c:v>42941</c:v>
                </c:pt>
                <c:pt idx="870">
                  <c:v>42942</c:v>
                </c:pt>
                <c:pt idx="871">
                  <c:v>42943</c:v>
                </c:pt>
                <c:pt idx="872">
                  <c:v>42944</c:v>
                </c:pt>
                <c:pt idx="873">
                  <c:v>42947</c:v>
                </c:pt>
                <c:pt idx="874">
                  <c:v>42948</c:v>
                </c:pt>
                <c:pt idx="875">
                  <c:v>42949</c:v>
                </c:pt>
                <c:pt idx="876">
                  <c:v>42950</c:v>
                </c:pt>
                <c:pt idx="877">
                  <c:v>42951</c:v>
                </c:pt>
                <c:pt idx="878">
                  <c:v>42954</c:v>
                </c:pt>
                <c:pt idx="879">
                  <c:v>42955</c:v>
                </c:pt>
                <c:pt idx="880">
                  <c:v>42956</c:v>
                </c:pt>
                <c:pt idx="881">
                  <c:v>42957</c:v>
                </c:pt>
                <c:pt idx="882">
                  <c:v>42958</c:v>
                </c:pt>
                <c:pt idx="883">
                  <c:v>42961</c:v>
                </c:pt>
                <c:pt idx="884">
                  <c:v>42962</c:v>
                </c:pt>
                <c:pt idx="885">
                  <c:v>42963</c:v>
                </c:pt>
                <c:pt idx="886">
                  <c:v>42964</c:v>
                </c:pt>
                <c:pt idx="887">
                  <c:v>42965</c:v>
                </c:pt>
                <c:pt idx="888">
                  <c:v>42968</c:v>
                </c:pt>
                <c:pt idx="889">
                  <c:v>42969</c:v>
                </c:pt>
                <c:pt idx="890">
                  <c:v>42970</c:v>
                </c:pt>
                <c:pt idx="891">
                  <c:v>42971</c:v>
                </c:pt>
                <c:pt idx="892">
                  <c:v>42972</c:v>
                </c:pt>
                <c:pt idx="893">
                  <c:v>42975</c:v>
                </c:pt>
                <c:pt idx="894">
                  <c:v>42976</c:v>
                </c:pt>
                <c:pt idx="895">
                  <c:v>42977</c:v>
                </c:pt>
                <c:pt idx="896">
                  <c:v>42978</c:v>
                </c:pt>
                <c:pt idx="897">
                  <c:v>42979</c:v>
                </c:pt>
                <c:pt idx="898">
                  <c:v>42982</c:v>
                </c:pt>
                <c:pt idx="899">
                  <c:v>42983</c:v>
                </c:pt>
                <c:pt idx="900">
                  <c:v>42984</c:v>
                </c:pt>
                <c:pt idx="901">
                  <c:v>42985</c:v>
                </c:pt>
                <c:pt idx="902">
                  <c:v>42986</c:v>
                </c:pt>
                <c:pt idx="903">
                  <c:v>42989</c:v>
                </c:pt>
                <c:pt idx="904">
                  <c:v>42990</c:v>
                </c:pt>
                <c:pt idx="905">
                  <c:v>42991</c:v>
                </c:pt>
                <c:pt idx="906">
                  <c:v>42992</c:v>
                </c:pt>
                <c:pt idx="907">
                  <c:v>42993</c:v>
                </c:pt>
                <c:pt idx="908">
                  <c:v>42996</c:v>
                </c:pt>
                <c:pt idx="909">
                  <c:v>42997</c:v>
                </c:pt>
                <c:pt idx="910">
                  <c:v>42998</c:v>
                </c:pt>
                <c:pt idx="911">
                  <c:v>42999</c:v>
                </c:pt>
                <c:pt idx="912">
                  <c:v>43000</c:v>
                </c:pt>
                <c:pt idx="913">
                  <c:v>43003</c:v>
                </c:pt>
                <c:pt idx="914">
                  <c:v>43004</c:v>
                </c:pt>
                <c:pt idx="915">
                  <c:v>43005</c:v>
                </c:pt>
                <c:pt idx="916">
                  <c:v>43006</c:v>
                </c:pt>
                <c:pt idx="917">
                  <c:v>43007</c:v>
                </c:pt>
                <c:pt idx="918">
                  <c:v>43017</c:v>
                </c:pt>
                <c:pt idx="919">
                  <c:v>43018</c:v>
                </c:pt>
                <c:pt idx="920">
                  <c:v>43019</c:v>
                </c:pt>
                <c:pt idx="921">
                  <c:v>43020</c:v>
                </c:pt>
                <c:pt idx="922">
                  <c:v>43021</c:v>
                </c:pt>
                <c:pt idx="923">
                  <c:v>43024</c:v>
                </c:pt>
                <c:pt idx="924">
                  <c:v>43025</c:v>
                </c:pt>
                <c:pt idx="925">
                  <c:v>43026</c:v>
                </c:pt>
                <c:pt idx="926">
                  <c:v>43027</c:v>
                </c:pt>
                <c:pt idx="927">
                  <c:v>43028</c:v>
                </c:pt>
                <c:pt idx="928">
                  <c:v>43031</c:v>
                </c:pt>
                <c:pt idx="929">
                  <c:v>43032</c:v>
                </c:pt>
                <c:pt idx="930">
                  <c:v>43033</c:v>
                </c:pt>
                <c:pt idx="931">
                  <c:v>43034</c:v>
                </c:pt>
                <c:pt idx="932">
                  <c:v>43035</c:v>
                </c:pt>
                <c:pt idx="933">
                  <c:v>43038</c:v>
                </c:pt>
                <c:pt idx="934">
                  <c:v>43039</c:v>
                </c:pt>
                <c:pt idx="935">
                  <c:v>43040</c:v>
                </c:pt>
                <c:pt idx="936">
                  <c:v>43041</c:v>
                </c:pt>
                <c:pt idx="937">
                  <c:v>43042</c:v>
                </c:pt>
                <c:pt idx="938">
                  <c:v>43045</c:v>
                </c:pt>
                <c:pt idx="939">
                  <c:v>43046</c:v>
                </c:pt>
                <c:pt idx="940">
                  <c:v>43047</c:v>
                </c:pt>
                <c:pt idx="941">
                  <c:v>43048</c:v>
                </c:pt>
                <c:pt idx="942">
                  <c:v>43049</c:v>
                </c:pt>
                <c:pt idx="943">
                  <c:v>43052</c:v>
                </c:pt>
                <c:pt idx="944">
                  <c:v>43053</c:v>
                </c:pt>
                <c:pt idx="945">
                  <c:v>43054</c:v>
                </c:pt>
                <c:pt idx="946">
                  <c:v>43055</c:v>
                </c:pt>
                <c:pt idx="947">
                  <c:v>43056</c:v>
                </c:pt>
                <c:pt idx="948">
                  <c:v>43059</c:v>
                </c:pt>
                <c:pt idx="949">
                  <c:v>43060</c:v>
                </c:pt>
                <c:pt idx="950">
                  <c:v>43061</c:v>
                </c:pt>
                <c:pt idx="951">
                  <c:v>43062</c:v>
                </c:pt>
                <c:pt idx="952">
                  <c:v>43063</c:v>
                </c:pt>
                <c:pt idx="953">
                  <c:v>43066</c:v>
                </c:pt>
                <c:pt idx="954">
                  <c:v>43067</c:v>
                </c:pt>
                <c:pt idx="955">
                  <c:v>43068</c:v>
                </c:pt>
                <c:pt idx="956">
                  <c:v>43069</c:v>
                </c:pt>
                <c:pt idx="957">
                  <c:v>43070</c:v>
                </c:pt>
                <c:pt idx="958">
                  <c:v>43073</c:v>
                </c:pt>
                <c:pt idx="959">
                  <c:v>43074</c:v>
                </c:pt>
                <c:pt idx="960">
                  <c:v>43075</c:v>
                </c:pt>
                <c:pt idx="961">
                  <c:v>43076</c:v>
                </c:pt>
                <c:pt idx="962">
                  <c:v>43077</c:v>
                </c:pt>
                <c:pt idx="963">
                  <c:v>43080</c:v>
                </c:pt>
                <c:pt idx="964">
                  <c:v>43081</c:v>
                </c:pt>
                <c:pt idx="965">
                  <c:v>43082</c:v>
                </c:pt>
                <c:pt idx="966">
                  <c:v>43083</c:v>
                </c:pt>
                <c:pt idx="967">
                  <c:v>43084</c:v>
                </c:pt>
                <c:pt idx="968">
                  <c:v>43087</c:v>
                </c:pt>
                <c:pt idx="969">
                  <c:v>43088</c:v>
                </c:pt>
                <c:pt idx="970">
                  <c:v>43089</c:v>
                </c:pt>
                <c:pt idx="971">
                  <c:v>43090</c:v>
                </c:pt>
                <c:pt idx="972">
                  <c:v>43091</c:v>
                </c:pt>
                <c:pt idx="973">
                  <c:v>43094</c:v>
                </c:pt>
                <c:pt idx="974">
                  <c:v>43095</c:v>
                </c:pt>
                <c:pt idx="975">
                  <c:v>43096</c:v>
                </c:pt>
                <c:pt idx="976">
                  <c:v>43097</c:v>
                </c:pt>
                <c:pt idx="977">
                  <c:v>43098</c:v>
                </c:pt>
                <c:pt idx="978">
                  <c:v>43102</c:v>
                </c:pt>
                <c:pt idx="979">
                  <c:v>43103</c:v>
                </c:pt>
                <c:pt idx="980">
                  <c:v>43104</c:v>
                </c:pt>
                <c:pt idx="981">
                  <c:v>43105</c:v>
                </c:pt>
                <c:pt idx="982">
                  <c:v>43108</c:v>
                </c:pt>
                <c:pt idx="983">
                  <c:v>43109</c:v>
                </c:pt>
                <c:pt idx="984">
                  <c:v>43110</c:v>
                </c:pt>
                <c:pt idx="985">
                  <c:v>43111</c:v>
                </c:pt>
                <c:pt idx="986">
                  <c:v>43112</c:v>
                </c:pt>
                <c:pt idx="987">
                  <c:v>43115</c:v>
                </c:pt>
                <c:pt idx="988">
                  <c:v>43116</c:v>
                </c:pt>
                <c:pt idx="989">
                  <c:v>43117</c:v>
                </c:pt>
                <c:pt idx="990">
                  <c:v>43118</c:v>
                </c:pt>
                <c:pt idx="991">
                  <c:v>43119</c:v>
                </c:pt>
                <c:pt idx="992">
                  <c:v>43122</c:v>
                </c:pt>
                <c:pt idx="993">
                  <c:v>43123</c:v>
                </c:pt>
                <c:pt idx="994">
                  <c:v>43124</c:v>
                </c:pt>
                <c:pt idx="995">
                  <c:v>43125</c:v>
                </c:pt>
                <c:pt idx="996">
                  <c:v>43126</c:v>
                </c:pt>
                <c:pt idx="997">
                  <c:v>43129</c:v>
                </c:pt>
                <c:pt idx="998">
                  <c:v>43130</c:v>
                </c:pt>
                <c:pt idx="999">
                  <c:v>43131</c:v>
                </c:pt>
                <c:pt idx="1000">
                  <c:v>43132</c:v>
                </c:pt>
                <c:pt idx="1001">
                  <c:v>43133</c:v>
                </c:pt>
                <c:pt idx="1002">
                  <c:v>43136</c:v>
                </c:pt>
                <c:pt idx="1003">
                  <c:v>43137</c:v>
                </c:pt>
                <c:pt idx="1004">
                  <c:v>43138</c:v>
                </c:pt>
                <c:pt idx="1005">
                  <c:v>43139</c:v>
                </c:pt>
                <c:pt idx="1006">
                  <c:v>43140</c:v>
                </c:pt>
                <c:pt idx="1007">
                  <c:v>43143</c:v>
                </c:pt>
                <c:pt idx="1008">
                  <c:v>43144</c:v>
                </c:pt>
                <c:pt idx="1009">
                  <c:v>43145</c:v>
                </c:pt>
                <c:pt idx="1010">
                  <c:v>43153</c:v>
                </c:pt>
                <c:pt idx="1011">
                  <c:v>43154</c:v>
                </c:pt>
                <c:pt idx="1012">
                  <c:v>43157</c:v>
                </c:pt>
                <c:pt idx="1013">
                  <c:v>43158</c:v>
                </c:pt>
                <c:pt idx="1014">
                  <c:v>43159</c:v>
                </c:pt>
                <c:pt idx="1015">
                  <c:v>43160</c:v>
                </c:pt>
                <c:pt idx="1016">
                  <c:v>43161</c:v>
                </c:pt>
                <c:pt idx="1017">
                  <c:v>43164</c:v>
                </c:pt>
                <c:pt idx="1018">
                  <c:v>43165</c:v>
                </c:pt>
                <c:pt idx="1019">
                  <c:v>43166</c:v>
                </c:pt>
                <c:pt idx="1020">
                  <c:v>43167</c:v>
                </c:pt>
                <c:pt idx="1021">
                  <c:v>43168</c:v>
                </c:pt>
                <c:pt idx="1022">
                  <c:v>43171</c:v>
                </c:pt>
                <c:pt idx="1023">
                  <c:v>43172</c:v>
                </c:pt>
                <c:pt idx="1024">
                  <c:v>43173</c:v>
                </c:pt>
                <c:pt idx="1025">
                  <c:v>43174</c:v>
                </c:pt>
                <c:pt idx="1026">
                  <c:v>43175</c:v>
                </c:pt>
                <c:pt idx="1027">
                  <c:v>43178</c:v>
                </c:pt>
                <c:pt idx="1028">
                  <c:v>43179</c:v>
                </c:pt>
                <c:pt idx="1029">
                  <c:v>43180</c:v>
                </c:pt>
                <c:pt idx="1030">
                  <c:v>43181</c:v>
                </c:pt>
                <c:pt idx="1031">
                  <c:v>43182</c:v>
                </c:pt>
                <c:pt idx="1032">
                  <c:v>43185</c:v>
                </c:pt>
                <c:pt idx="1033">
                  <c:v>43186</c:v>
                </c:pt>
                <c:pt idx="1034">
                  <c:v>43187</c:v>
                </c:pt>
                <c:pt idx="1035">
                  <c:v>43188</c:v>
                </c:pt>
                <c:pt idx="1036">
                  <c:v>43189</c:v>
                </c:pt>
                <c:pt idx="1037">
                  <c:v>43192</c:v>
                </c:pt>
                <c:pt idx="1038">
                  <c:v>43193</c:v>
                </c:pt>
                <c:pt idx="1039">
                  <c:v>43194</c:v>
                </c:pt>
                <c:pt idx="1040">
                  <c:v>43199</c:v>
                </c:pt>
                <c:pt idx="1041">
                  <c:v>43200</c:v>
                </c:pt>
                <c:pt idx="1042">
                  <c:v>43201</c:v>
                </c:pt>
                <c:pt idx="1043">
                  <c:v>43202</c:v>
                </c:pt>
                <c:pt idx="1044">
                  <c:v>43203</c:v>
                </c:pt>
                <c:pt idx="1045">
                  <c:v>43206</c:v>
                </c:pt>
                <c:pt idx="1046">
                  <c:v>43207</c:v>
                </c:pt>
                <c:pt idx="1047">
                  <c:v>43208</c:v>
                </c:pt>
                <c:pt idx="1048">
                  <c:v>43209</c:v>
                </c:pt>
                <c:pt idx="1049">
                  <c:v>43210</c:v>
                </c:pt>
                <c:pt idx="1050">
                  <c:v>43213</c:v>
                </c:pt>
                <c:pt idx="1051">
                  <c:v>43214</c:v>
                </c:pt>
                <c:pt idx="1052">
                  <c:v>43215</c:v>
                </c:pt>
                <c:pt idx="1053">
                  <c:v>43216</c:v>
                </c:pt>
                <c:pt idx="1054">
                  <c:v>43217</c:v>
                </c:pt>
                <c:pt idx="1055">
                  <c:v>43222</c:v>
                </c:pt>
                <c:pt idx="1056">
                  <c:v>43223</c:v>
                </c:pt>
                <c:pt idx="1057">
                  <c:v>43224</c:v>
                </c:pt>
                <c:pt idx="1058">
                  <c:v>43227</c:v>
                </c:pt>
                <c:pt idx="1059">
                  <c:v>43228</c:v>
                </c:pt>
                <c:pt idx="1060">
                  <c:v>43229</c:v>
                </c:pt>
                <c:pt idx="1061">
                  <c:v>43230</c:v>
                </c:pt>
                <c:pt idx="1062">
                  <c:v>43231</c:v>
                </c:pt>
                <c:pt idx="1063">
                  <c:v>43234</c:v>
                </c:pt>
                <c:pt idx="1064">
                  <c:v>43235</c:v>
                </c:pt>
                <c:pt idx="1065">
                  <c:v>43236</c:v>
                </c:pt>
                <c:pt idx="1066">
                  <c:v>43237</c:v>
                </c:pt>
                <c:pt idx="1067">
                  <c:v>43238</c:v>
                </c:pt>
                <c:pt idx="1068">
                  <c:v>43241</c:v>
                </c:pt>
                <c:pt idx="1069">
                  <c:v>43242</c:v>
                </c:pt>
                <c:pt idx="1070">
                  <c:v>43243</c:v>
                </c:pt>
                <c:pt idx="1071">
                  <c:v>43244</c:v>
                </c:pt>
                <c:pt idx="1072">
                  <c:v>43245</c:v>
                </c:pt>
                <c:pt idx="1073">
                  <c:v>43248</c:v>
                </c:pt>
                <c:pt idx="1074">
                  <c:v>43249</c:v>
                </c:pt>
                <c:pt idx="1075">
                  <c:v>43250</c:v>
                </c:pt>
                <c:pt idx="1076">
                  <c:v>43251</c:v>
                </c:pt>
                <c:pt idx="1077">
                  <c:v>43252</c:v>
                </c:pt>
                <c:pt idx="1078">
                  <c:v>43255</c:v>
                </c:pt>
                <c:pt idx="1079">
                  <c:v>43256</c:v>
                </c:pt>
                <c:pt idx="1080">
                  <c:v>43257</c:v>
                </c:pt>
                <c:pt idx="1081">
                  <c:v>43258</c:v>
                </c:pt>
                <c:pt idx="1082">
                  <c:v>43259</c:v>
                </c:pt>
                <c:pt idx="1083">
                  <c:v>43262</c:v>
                </c:pt>
                <c:pt idx="1084">
                  <c:v>43263</c:v>
                </c:pt>
                <c:pt idx="1085">
                  <c:v>43264</c:v>
                </c:pt>
                <c:pt idx="1086">
                  <c:v>43265</c:v>
                </c:pt>
                <c:pt idx="1087">
                  <c:v>43266</c:v>
                </c:pt>
                <c:pt idx="1088">
                  <c:v>43270</c:v>
                </c:pt>
                <c:pt idx="1089">
                  <c:v>43271</c:v>
                </c:pt>
                <c:pt idx="1090">
                  <c:v>43272</c:v>
                </c:pt>
                <c:pt idx="1091">
                  <c:v>43273</c:v>
                </c:pt>
                <c:pt idx="1092">
                  <c:v>43276</c:v>
                </c:pt>
                <c:pt idx="1093">
                  <c:v>43277</c:v>
                </c:pt>
                <c:pt idx="1094">
                  <c:v>43278</c:v>
                </c:pt>
                <c:pt idx="1095">
                  <c:v>43279</c:v>
                </c:pt>
                <c:pt idx="1096">
                  <c:v>43280</c:v>
                </c:pt>
                <c:pt idx="1097">
                  <c:v>43283</c:v>
                </c:pt>
                <c:pt idx="1098">
                  <c:v>43284</c:v>
                </c:pt>
                <c:pt idx="1099">
                  <c:v>43285</c:v>
                </c:pt>
                <c:pt idx="1100">
                  <c:v>43286</c:v>
                </c:pt>
                <c:pt idx="1101">
                  <c:v>43287</c:v>
                </c:pt>
                <c:pt idx="1102">
                  <c:v>43290</c:v>
                </c:pt>
                <c:pt idx="1103">
                  <c:v>43291</c:v>
                </c:pt>
                <c:pt idx="1104">
                  <c:v>43292</c:v>
                </c:pt>
                <c:pt idx="1105">
                  <c:v>43293</c:v>
                </c:pt>
                <c:pt idx="1106">
                  <c:v>43294</c:v>
                </c:pt>
                <c:pt idx="1107">
                  <c:v>43297</c:v>
                </c:pt>
                <c:pt idx="1108">
                  <c:v>43298</c:v>
                </c:pt>
                <c:pt idx="1109">
                  <c:v>43299</c:v>
                </c:pt>
                <c:pt idx="1110">
                  <c:v>43300</c:v>
                </c:pt>
                <c:pt idx="1111">
                  <c:v>43301</c:v>
                </c:pt>
                <c:pt idx="1112">
                  <c:v>43304</c:v>
                </c:pt>
                <c:pt idx="1113">
                  <c:v>43305</c:v>
                </c:pt>
                <c:pt idx="1114">
                  <c:v>43306</c:v>
                </c:pt>
                <c:pt idx="1115">
                  <c:v>43307</c:v>
                </c:pt>
                <c:pt idx="1116">
                  <c:v>43308</c:v>
                </c:pt>
                <c:pt idx="1117">
                  <c:v>43311</c:v>
                </c:pt>
                <c:pt idx="1118">
                  <c:v>43312</c:v>
                </c:pt>
                <c:pt idx="1119">
                  <c:v>43313</c:v>
                </c:pt>
                <c:pt idx="1120">
                  <c:v>43314</c:v>
                </c:pt>
                <c:pt idx="1121">
                  <c:v>43315</c:v>
                </c:pt>
                <c:pt idx="1122">
                  <c:v>43318</c:v>
                </c:pt>
                <c:pt idx="1123">
                  <c:v>43319</c:v>
                </c:pt>
                <c:pt idx="1124">
                  <c:v>43320</c:v>
                </c:pt>
                <c:pt idx="1125">
                  <c:v>43321</c:v>
                </c:pt>
                <c:pt idx="1126">
                  <c:v>43322</c:v>
                </c:pt>
                <c:pt idx="1127">
                  <c:v>43325</c:v>
                </c:pt>
                <c:pt idx="1128">
                  <c:v>43326</c:v>
                </c:pt>
                <c:pt idx="1129">
                  <c:v>43327</c:v>
                </c:pt>
                <c:pt idx="1130">
                  <c:v>43328</c:v>
                </c:pt>
                <c:pt idx="1131">
                  <c:v>43329</c:v>
                </c:pt>
                <c:pt idx="1132">
                  <c:v>43332</c:v>
                </c:pt>
                <c:pt idx="1133">
                  <c:v>43333</c:v>
                </c:pt>
                <c:pt idx="1134">
                  <c:v>43334</c:v>
                </c:pt>
                <c:pt idx="1135">
                  <c:v>43335</c:v>
                </c:pt>
                <c:pt idx="1136">
                  <c:v>43336</c:v>
                </c:pt>
                <c:pt idx="1137">
                  <c:v>43339</c:v>
                </c:pt>
                <c:pt idx="1138">
                  <c:v>43340</c:v>
                </c:pt>
                <c:pt idx="1139">
                  <c:v>43341</c:v>
                </c:pt>
                <c:pt idx="1140">
                  <c:v>43342</c:v>
                </c:pt>
                <c:pt idx="1141">
                  <c:v>43343</c:v>
                </c:pt>
                <c:pt idx="1142">
                  <c:v>43346</c:v>
                </c:pt>
                <c:pt idx="1143">
                  <c:v>43347</c:v>
                </c:pt>
                <c:pt idx="1144">
                  <c:v>43348</c:v>
                </c:pt>
                <c:pt idx="1145">
                  <c:v>43349</c:v>
                </c:pt>
                <c:pt idx="1146">
                  <c:v>43350</c:v>
                </c:pt>
                <c:pt idx="1147">
                  <c:v>43353</c:v>
                </c:pt>
                <c:pt idx="1148">
                  <c:v>43354</c:v>
                </c:pt>
                <c:pt idx="1149">
                  <c:v>43355</c:v>
                </c:pt>
                <c:pt idx="1150">
                  <c:v>43356</c:v>
                </c:pt>
                <c:pt idx="1151">
                  <c:v>43357</c:v>
                </c:pt>
                <c:pt idx="1152">
                  <c:v>43360</c:v>
                </c:pt>
                <c:pt idx="1153">
                  <c:v>43361</c:v>
                </c:pt>
                <c:pt idx="1154">
                  <c:v>43362</c:v>
                </c:pt>
                <c:pt idx="1155">
                  <c:v>43363</c:v>
                </c:pt>
                <c:pt idx="1156">
                  <c:v>43364</c:v>
                </c:pt>
                <c:pt idx="1157">
                  <c:v>43368</c:v>
                </c:pt>
                <c:pt idx="1158">
                  <c:v>43369</c:v>
                </c:pt>
                <c:pt idx="1159">
                  <c:v>43370</c:v>
                </c:pt>
                <c:pt idx="1160">
                  <c:v>43371</c:v>
                </c:pt>
                <c:pt idx="1161">
                  <c:v>43381</c:v>
                </c:pt>
                <c:pt idx="1162">
                  <c:v>43382</c:v>
                </c:pt>
                <c:pt idx="1163">
                  <c:v>43383</c:v>
                </c:pt>
                <c:pt idx="1164">
                  <c:v>43384</c:v>
                </c:pt>
                <c:pt idx="1165">
                  <c:v>43385</c:v>
                </c:pt>
                <c:pt idx="1166">
                  <c:v>43388</c:v>
                </c:pt>
                <c:pt idx="1167">
                  <c:v>43389</c:v>
                </c:pt>
                <c:pt idx="1168">
                  <c:v>43390</c:v>
                </c:pt>
                <c:pt idx="1169">
                  <c:v>43391</c:v>
                </c:pt>
                <c:pt idx="1170">
                  <c:v>43392</c:v>
                </c:pt>
                <c:pt idx="1171">
                  <c:v>43395</c:v>
                </c:pt>
                <c:pt idx="1172">
                  <c:v>43396</c:v>
                </c:pt>
                <c:pt idx="1173">
                  <c:v>43397</c:v>
                </c:pt>
                <c:pt idx="1174">
                  <c:v>43398</c:v>
                </c:pt>
                <c:pt idx="1175">
                  <c:v>43399</c:v>
                </c:pt>
                <c:pt idx="1176">
                  <c:v>43402</c:v>
                </c:pt>
                <c:pt idx="1177">
                  <c:v>43403</c:v>
                </c:pt>
                <c:pt idx="1178">
                  <c:v>43404</c:v>
                </c:pt>
                <c:pt idx="1179">
                  <c:v>43405</c:v>
                </c:pt>
                <c:pt idx="1180">
                  <c:v>43406</c:v>
                </c:pt>
                <c:pt idx="1181">
                  <c:v>43409</c:v>
                </c:pt>
                <c:pt idx="1182">
                  <c:v>43410</c:v>
                </c:pt>
                <c:pt idx="1183">
                  <c:v>43411</c:v>
                </c:pt>
                <c:pt idx="1184">
                  <c:v>43412</c:v>
                </c:pt>
                <c:pt idx="1185">
                  <c:v>43413</c:v>
                </c:pt>
                <c:pt idx="1186">
                  <c:v>43416</c:v>
                </c:pt>
                <c:pt idx="1187">
                  <c:v>43417</c:v>
                </c:pt>
                <c:pt idx="1188">
                  <c:v>43418</c:v>
                </c:pt>
                <c:pt idx="1189">
                  <c:v>43419</c:v>
                </c:pt>
                <c:pt idx="1190">
                  <c:v>43420</c:v>
                </c:pt>
                <c:pt idx="1191">
                  <c:v>43423</c:v>
                </c:pt>
                <c:pt idx="1192">
                  <c:v>43424</c:v>
                </c:pt>
                <c:pt idx="1193">
                  <c:v>43425</c:v>
                </c:pt>
                <c:pt idx="1194">
                  <c:v>43426</c:v>
                </c:pt>
                <c:pt idx="1195">
                  <c:v>43427</c:v>
                </c:pt>
                <c:pt idx="1196">
                  <c:v>43430</c:v>
                </c:pt>
                <c:pt idx="1197">
                  <c:v>43431</c:v>
                </c:pt>
                <c:pt idx="1198">
                  <c:v>43432</c:v>
                </c:pt>
                <c:pt idx="1199">
                  <c:v>43433</c:v>
                </c:pt>
                <c:pt idx="1200">
                  <c:v>43434</c:v>
                </c:pt>
                <c:pt idx="1201">
                  <c:v>43437</c:v>
                </c:pt>
                <c:pt idx="1202">
                  <c:v>43438</c:v>
                </c:pt>
                <c:pt idx="1203">
                  <c:v>43439</c:v>
                </c:pt>
                <c:pt idx="1204">
                  <c:v>43440</c:v>
                </c:pt>
                <c:pt idx="1205">
                  <c:v>43441</c:v>
                </c:pt>
                <c:pt idx="1206">
                  <c:v>43444</c:v>
                </c:pt>
                <c:pt idx="1207">
                  <c:v>43445</c:v>
                </c:pt>
                <c:pt idx="1208">
                  <c:v>43446</c:v>
                </c:pt>
                <c:pt idx="1209">
                  <c:v>43447</c:v>
                </c:pt>
                <c:pt idx="1210">
                  <c:v>43448</c:v>
                </c:pt>
                <c:pt idx="1211">
                  <c:v>43451</c:v>
                </c:pt>
                <c:pt idx="1212">
                  <c:v>43452</c:v>
                </c:pt>
                <c:pt idx="1213">
                  <c:v>43453</c:v>
                </c:pt>
                <c:pt idx="1214">
                  <c:v>43454</c:v>
                </c:pt>
                <c:pt idx="1215">
                  <c:v>43455</c:v>
                </c:pt>
                <c:pt idx="1216">
                  <c:v>43458</c:v>
                </c:pt>
                <c:pt idx="1217">
                  <c:v>43459</c:v>
                </c:pt>
                <c:pt idx="1218">
                  <c:v>43460</c:v>
                </c:pt>
                <c:pt idx="1219">
                  <c:v>43461</c:v>
                </c:pt>
                <c:pt idx="1220">
                  <c:v>43462</c:v>
                </c:pt>
                <c:pt idx="1221">
                  <c:v>43467</c:v>
                </c:pt>
                <c:pt idx="1222">
                  <c:v>43468</c:v>
                </c:pt>
                <c:pt idx="1223">
                  <c:v>43469</c:v>
                </c:pt>
                <c:pt idx="1224">
                  <c:v>43472</c:v>
                </c:pt>
                <c:pt idx="1225">
                  <c:v>43473</c:v>
                </c:pt>
                <c:pt idx="1226">
                  <c:v>43474</c:v>
                </c:pt>
                <c:pt idx="1227">
                  <c:v>43475</c:v>
                </c:pt>
                <c:pt idx="1228">
                  <c:v>43476</c:v>
                </c:pt>
                <c:pt idx="1229">
                  <c:v>43479</c:v>
                </c:pt>
                <c:pt idx="1230">
                  <c:v>43480</c:v>
                </c:pt>
                <c:pt idx="1231">
                  <c:v>43481</c:v>
                </c:pt>
                <c:pt idx="1232">
                  <c:v>43482</c:v>
                </c:pt>
                <c:pt idx="1233">
                  <c:v>43483</c:v>
                </c:pt>
                <c:pt idx="1234">
                  <c:v>43486</c:v>
                </c:pt>
                <c:pt idx="1235">
                  <c:v>43487</c:v>
                </c:pt>
                <c:pt idx="1236">
                  <c:v>43488</c:v>
                </c:pt>
                <c:pt idx="1237">
                  <c:v>43489</c:v>
                </c:pt>
                <c:pt idx="1238">
                  <c:v>43490</c:v>
                </c:pt>
                <c:pt idx="1239">
                  <c:v>43493</c:v>
                </c:pt>
                <c:pt idx="1240">
                  <c:v>43494</c:v>
                </c:pt>
                <c:pt idx="1241">
                  <c:v>43495</c:v>
                </c:pt>
                <c:pt idx="1242">
                  <c:v>43496</c:v>
                </c:pt>
                <c:pt idx="1243">
                  <c:v>43497</c:v>
                </c:pt>
                <c:pt idx="1244">
                  <c:v>43507</c:v>
                </c:pt>
                <c:pt idx="1245">
                  <c:v>43508</c:v>
                </c:pt>
                <c:pt idx="1246">
                  <c:v>43509</c:v>
                </c:pt>
                <c:pt idx="1247">
                  <c:v>43510</c:v>
                </c:pt>
                <c:pt idx="1248">
                  <c:v>43511</c:v>
                </c:pt>
                <c:pt idx="1249">
                  <c:v>43514</c:v>
                </c:pt>
                <c:pt idx="1250">
                  <c:v>43515</c:v>
                </c:pt>
                <c:pt idx="1251">
                  <c:v>43516</c:v>
                </c:pt>
                <c:pt idx="1252">
                  <c:v>43517</c:v>
                </c:pt>
                <c:pt idx="1253">
                  <c:v>43518</c:v>
                </c:pt>
                <c:pt idx="1254">
                  <c:v>43521</c:v>
                </c:pt>
                <c:pt idx="1255">
                  <c:v>43522</c:v>
                </c:pt>
                <c:pt idx="1256">
                  <c:v>43523</c:v>
                </c:pt>
                <c:pt idx="1257">
                  <c:v>43524</c:v>
                </c:pt>
                <c:pt idx="1258">
                  <c:v>43525</c:v>
                </c:pt>
                <c:pt idx="1259">
                  <c:v>43528</c:v>
                </c:pt>
                <c:pt idx="1260">
                  <c:v>43529</c:v>
                </c:pt>
                <c:pt idx="1261">
                  <c:v>43530</c:v>
                </c:pt>
                <c:pt idx="1262">
                  <c:v>43531</c:v>
                </c:pt>
                <c:pt idx="1263">
                  <c:v>43532</c:v>
                </c:pt>
                <c:pt idx="1264">
                  <c:v>43535</c:v>
                </c:pt>
                <c:pt idx="1265">
                  <c:v>43536</c:v>
                </c:pt>
                <c:pt idx="1266">
                  <c:v>43537</c:v>
                </c:pt>
                <c:pt idx="1267">
                  <c:v>43538</c:v>
                </c:pt>
                <c:pt idx="1268">
                  <c:v>43539</c:v>
                </c:pt>
                <c:pt idx="1269">
                  <c:v>43542</c:v>
                </c:pt>
                <c:pt idx="1270">
                  <c:v>43543</c:v>
                </c:pt>
                <c:pt idx="1271">
                  <c:v>43544</c:v>
                </c:pt>
                <c:pt idx="1272">
                  <c:v>43545</c:v>
                </c:pt>
                <c:pt idx="1273">
                  <c:v>43546</c:v>
                </c:pt>
                <c:pt idx="1274">
                  <c:v>43549</c:v>
                </c:pt>
                <c:pt idx="1275">
                  <c:v>43550</c:v>
                </c:pt>
                <c:pt idx="1276">
                  <c:v>43551</c:v>
                </c:pt>
                <c:pt idx="1277">
                  <c:v>43552</c:v>
                </c:pt>
                <c:pt idx="1278">
                  <c:v>43553</c:v>
                </c:pt>
                <c:pt idx="1279">
                  <c:v>43556</c:v>
                </c:pt>
                <c:pt idx="1280">
                  <c:v>43557</c:v>
                </c:pt>
                <c:pt idx="1281">
                  <c:v>43558</c:v>
                </c:pt>
                <c:pt idx="1282">
                  <c:v>43559</c:v>
                </c:pt>
                <c:pt idx="1283">
                  <c:v>43563</c:v>
                </c:pt>
                <c:pt idx="1284">
                  <c:v>43564</c:v>
                </c:pt>
                <c:pt idx="1285">
                  <c:v>43565</c:v>
                </c:pt>
                <c:pt idx="1286">
                  <c:v>43566</c:v>
                </c:pt>
                <c:pt idx="1287">
                  <c:v>43567</c:v>
                </c:pt>
                <c:pt idx="1288">
                  <c:v>43570</c:v>
                </c:pt>
                <c:pt idx="1289">
                  <c:v>43571</c:v>
                </c:pt>
                <c:pt idx="1290">
                  <c:v>43572</c:v>
                </c:pt>
                <c:pt idx="1291">
                  <c:v>43573</c:v>
                </c:pt>
                <c:pt idx="1292">
                  <c:v>43574</c:v>
                </c:pt>
                <c:pt idx="1293">
                  <c:v>43577</c:v>
                </c:pt>
                <c:pt idx="1294">
                  <c:v>43578</c:v>
                </c:pt>
                <c:pt idx="1295">
                  <c:v>43579</c:v>
                </c:pt>
                <c:pt idx="1296">
                  <c:v>43580</c:v>
                </c:pt>
                <c:pt idx="1297">
                  <c:v>43581</c:v>
                </c:pt>
                <c:pt idx="1298">
                  <c:v>43584</c:v>
                </c:pt>
                <c:pt idx="1299">
                  <c:v>43585</c:v>
                </c:pt>
                <c:pt idx="1300">
                  <c:v>43591</c:v>
                </c:pt>
                <c:pt idx="1301">
                  <c:v>43592</c:v>
                </c:pt>
                <c:pt idx="1302">
                  <c:v>43593</c:v>
                </c:pt>
                <c:pt idx="1303">
                  <c:v>43594</c:v>
                </c:pt>
                <c:pt idx="1304">
                  <c:v>43595</c:v>
                </c:pt>
                <c:pt idx="1305">
                  <c:v>43598</c:v>
                </c:pt>
                <c:pt idx="1306">
                  <c:v>43599</c:v>
                </c:pt>
                <c:pt idx="1307">
                  <c:v>43600</c:v>
                </c:pt>
                <c:pt idx="1308">
                  <c:v>43601</c:v>
                </c:pt>
                <c:pt idx="1309">
                  <c:v>43602</c:v>
                </c:pt>
                <c:pt idx="1310">
                  <c:v>43605</c:v>
                </c:pt>
                <c:pt idx="1311">
                  <c:v>43606</c:v>
                </c:pt>
                <c:pt idx="1312">
                  <c:v>43607</c:v>
                </c:pt>
                <c:pt idx="1313">
                  <c:v>43608</c:v>
                </c:pt>
                <c:pt idx="1314">
                  <c:v>43609</c:v>
                </c:pt>
                <c:pt idx="1315">
                  <c:v>43612</c:v>
                </c:pt>
                <c:pt idx="1316">
                  <c:v>43613</c:v>
                </c:pt>
                <c:pt idx="1317">
                  <c:v>43614</c:v>
                </c:pt>
                <c:pt idx="1318">
                  <c:v>43615</c:v>
                </c:pt>
                <c:pt idx="1319">
                  <c:v>43616</c:v>
                </c:pt>
                <c:pt idx="1320">
                  <c:v>43619</c:v>
                </c:pt>
                <c:pt idx="1321">
                  <c:v>43620</c:v>
                </c:pt>
                <c:pt idx="1322">
                  <c:v>43621</c:v>
                </c:pt>
                <c:pt idx="1323">
                  <c:v>43622</c:v>
                </c:pt>
                <c:pt idx="1324">
                  <c:v>43626</c:v>
                </c:pt>
                <c:pt idx="1325">
                  <c:v>43627</c:v>
                </c:pt>
                <c:pt idx="1326">
                  <c:v>43628</c:v>
                </c:pt>
                <c:pt idx="1327">
                  <c:v>43629</c:v>
                </c:pt>
                <c:pt idx="1328">
                  <c:v>43630</c:v>
                </c:pt>
                <c:pt idx="1329">
                  <c:v>43633</c:v>
                </c:pt>
                <c:pt idx="1330">
                  <c:v>43634</c:v>
                </c:pt>
                <c:pt idx="1331">
                  <c:v>43635</c:v>
                </c:pt>
                <c:pt idx="1332">
                  <c:v>43636</c:v>
                </c:pt>
                <c:pt idx="1333">
                  <c:v>43637</c:v>
                </c:pt>
                <c:pt idx="1334">
                  <c:v>43640</c:v>
                </c:pt>
                <c:pt idx="1335">
                  <c:v>43641</c:v>
                </c:pt>
                <c:pt idx="1336">
                  <c:v>43642</c:v>
                </c:pt>
                <c:pt idx="1337">
                  <c:v>43643</c:v>
                </c:pt>
                <c:pt idx="1338">
                  <c:v>43644</c:v>
                </c:pt>
                <c:pt idx="1339">
                  <c:v>43647</c:v>
                </c:pt>
                <c:pt idx="1340">
                  <c:v>43648</c:v>
                </c:pt>
                <c:pt idx="1341">
                  <c:v>43649</c:v>
                </c:pt>
                <c:pt idx="1342">
                  <c:v>43650</c:v>
                </c:pt>
                <c:pt idx="1343">
                  <c:v>43651</c:v>
                </c:pt>
                <c:pt idx="1344">
                  <c:v>43654</c:v>
                </c:pt>
                <c:pt idx="1345">
                  <c:v>43655</c:v>
                </c:pt>
                <c:pt idx="1346">
                  <c:v>43656</c:v>
                </c:pt>
                <c:pt idx="1347">
                  <c:v>43657</c:v>
                </c:pt>
                <c:pt idx="1348">
                  <c:v>43658</c:v>
                </c:pt>
                <c:pt idx="1349">
                  <c:v>43661</c:v>
                </c:pt>
                <c:pt idx="1350">
                  <c:v>43662</c:v>
                </c:pt>
                <c:pt idx="1351">
                  <c:v>43663</c:v>
                </c:pt>
                <c:pt idx="1352">
                  <c:v>43664</c:v>
                </c:pt>
                <c:pt idx="1353">
                  <c:v>43665</c:v>
                </c:pt>
                <c:pt idx="1354">
                  <c:v>43668</c:v>
                </c:pt>
                <c:pt idx="1355">
                  <c:v>43669</c:v>
                </c:pt>
                <c:pt idx="1356">
                  <c:v>43670</c:v>
                </c:pt>
                <c:pt idx="1357">
                  <c:v>43671</c:v>
                </c:pt>
                <c:pt idx="1358">
                  <c:v>43672</c:v>
                </c:pt>
                <c:pt idx="1359">
                  <c:v>43675</c:v>
                </c:pt>
                <c:pt idx="1360">
                  <c:v>43676</c:v>
                </c:pt>
                <c:pt idx="1361">
                  <c:v>43677</c:v>
                </c:pt>
                <c:pt idx="1362">
                  <c:v>43678</c:v>
                </c:pt>
                <c:pt idx="1363">
                  <c:v>43679</c:v>
                </c:pt>
                <c:pt idx="1364">
                  <c:v>43682</c:v>
                </c:pt>
                <c:pt idx="1365">
                  <c:v>43683</c:v>
                </c:pt>
                <c:pt idx="1366">
                  <c:v>43684</c:v>
                </c:pt>
                <c:pt idx="1367">
                  <c:v>43685</c:v>
                </c:pt>
                <c:pt idx="1368">
                  <c:v>43686</c:v>
                </c:pt>
                <c:pt idx="1369">
                  <c:v>43689</c:v>
                </c:pt>
                <c:pt idx="1370">
                  <c:v>43690</c:v>
                </c:pt>
                <c:pt idx="1371">
                  <c:v>43691</c:v>
                </c:pt>
                <c:pt idx="1372">
                  <c:v>43692</c:v>
                </c:pt>
                <c:pt idx="1373">
                  <c:v>43693</c:v>
                </c:pt>
                <c:pt idx="1374">
                  <c:v>43696</c:v>
                </c:pt>
                <c:pt idx="1375">
                  <c:v>43697</c:v>
                </c:pt>
                <c:pt idx="1376">
                  <c:v>43698</c:v>
                </c:pt>
                <c:pt idx="1377">
                  <c:v>43699</c:v>
                </c:pt>
                <c:pt idx="1378">
                  <c:v>43700</c:v>
                </c:pt>
                <c:pt idx="1379">
                  <c:v>43703</c:v>
                </c:pt>
                <c:pt idx="1380">
                  <c:v>43704</c:v>
                </c:pt>
                <c:pt idx="1381">
                  <c:v>43705</c:v>
                </c:pt>
                <c:pt idx="1382">
                  <c:v>43706</c:v>
                </c:pt>
                <c:pt idx="1383">
                  <c:v>43707</c:v>
                </c:pt>
                <c:pt idx="1384">
                  <c:v>43710</c:v>
                </c:pt>
                <c:pt idx="1385">
                  <c:v>43711</c:v>
                </c:pt>
                <c:pt idx="1386">
                  <c:v>43712</c:v>
                </c:pt>
                <c:pt idx="1387">
                  <c:v>43713</c:v>
                </c:pt>
                <c:pt idx="1388">
                  <c:v>43714</c:v>
                </c:pt>
                <c:pt idx="1389">
                  <c:v>43717</c:v>
                </c:pt>
                <c:pt idx="1390">
                  <c:v>43718</c:v>
                </c:pt>
                <c:pt idx="1391">
                  <c:v>43719</c:v>
                </c:pt>
                <c:pt idx="1392">
                  <c:v>43720</c:v>
                </c:pt>
                <c:pt idx="1393">
                  <c:v>43724</c:v>
                </c:pt>
                <c:pt idx="1394">
                  <c:v>43725</c:v>
                </c:pt>
                <c:pt idx="1395">
                  <c:v>43726</c:v>
                </c:pt>
                <c:pt idx="1396">
                  <c:v>43727</c:v>
                </c:pt>
                <c:pt idx="1397">
                  <c:v>43728</c:v>
                </c:pt>
                <c:pt idx="1398">
                  <c:v>43731</c:v>
                </c:pt>
                <c:pt idx="1399">
                  <c:v>43732</c:v>
                </c:pt>
                <c:pt idx="1400">
                  <c:v>43733</c:v>
                </c:pt>
                <c:pt idx="1401">
                  <c:v>43734</c:v>
                </c:pt>
                <c:pt idx="1402">
                  <c:v>43735</c:v>
                </c:pt>
                <c:pt idx="1403">
                  <c:v>43738</c:v>
                </c:pt>
                <c:pt idx="1404">
                  <c:v>43746</c:v>
                </c:pt>
                <c:pt idx="1405">
                  <c:v>43747</c:v>
                </c:pt>
                <c:pt idx="1406">
                  <c:v>43748</c:v>
                </c:pt>
                <c:pt idx="1407">
                  <c:v>43749</c:v>
                </c:pt>
                <c:pt idx="1408">
                  <c:v>43752</c:v>
                </c:pt>
                <c:pt idx="1409">
                  <c:v>43753</c:v>
                </c:pt>
                <c:pt idx="1410">
                  <c:v>43754</c:v>
                </c:pt>
                <c:pt idx="1411">
                  <c:v>43755</c:v>
                </c:pt>
                <c:pt idx="1412">
                  <c:v>43756</c:v>
                </c:pt>
                <c:pt idx="1413">
                  <c:v>43759</c:v>
                </c:pt>
                <c:pt idx="1414">
                  <c:v>43760</c:v>
                </c:pt>
                <c:pt idx="1415">
                  <c:v>43761</c:v>
                </c:pt>
                <c:pt idx="1416">
                  <c:v>43762</c:v>
                </c:pt>
                <c:pt idx="1417">
                  <c:v>43763</c:v>
                </c:pt>
                <c:pt idx="1418">
                  <c:v>43766</c:v>
                </c:pt>
                <c:pt idx="1419">
                  <c:v>43767</c:v>
                </c:pt>
                <c:pt idx="1420">
                  <c:v>43768</c:v>
                </c:pt>
                <c:pt idx="1421">
                  <c:v>43769</c:v>
                </c:pt>
                <c:pt idx="1422">
                  <c:v>43770</c:v>
                </c:pt>
                <c:pt idx="1423">
                  <c:v>43773</c:v>
                </c:pt>
                <c:pt idx="1424">
                  <c:v>43774</c:v>
                </c:pt>
                <c:pt idx="1425">
                  <c:v>43775</c:v>
                </c:pt>
                <c:pt idx="1426">
                  <c:v>43776</c:v>
                </c:pt>
                <c:pt idx="1427">
                  <c:v>43777</c:v>
                </c:pt>
                <c:pt idx="1428">
                  <c:v>43780</c:v>
                </c:pt>
                <c:pt idx="1429">
                  <c:v>43781</c:v>
                </c:pt>
                <c:pt idx="1430">
                  <c:v>43782</c:v>
                </c:pt>
                <c:pt idx="1431">
                  <c:v>43783</c:v>
                </c:pt>
                <c:pt idx="1432">
                  <c:v>43784</c:v>
                </c:pt>
                <c:pt idx="1433">
                  <c:v>43787</c:v>
                </c:pt>
                <c:pt idx="1434">
                  <c:v>43788</c:v>
                </c:pt>
                <c:pt idx="1435">
                  <c:v>43789</c:v>
                </c:pt>
                <c:pt idx="1436">
                  <c:v>43790</c:v>
                </c:pt>
                <c:pt idx="1437">
                  <c:v>43791</c:v>
                </c:pt>
                <c:pt idx="1438">
                  <c:v>43794</c:v>
                </c:pt>
                <c:pt idx="1439">
                  <c:v>43795</c:v>
                </c:pt>
                <c:pt idx="1440">
                  <c:v>43796</c:v>
                </c:pt>
                <c:pt idx="1441">
                  <c:v>43797</c:v>
                </c:pt>
                <c:pt idx="1442">
                  <c:v>43798</c:v>
                </c:pt>
                <c:pt idx="1443">
                  <c:v>43801</c:v>
                </c:pt>
                <c:pt idx="1444">
                  <c:v>43802</c:v>
                </c:pt>
                <c:pt idx="1445">
                  <c:v>43803</c:v>
                </c:pt>
                <c:pt idx="1446">
                  <c:v>43804</c:v>
                </c:pt>
                <c:pt idx="1447">
                  <c:v>43805</c:v>
                </c:pt>
                <c:pt idx="1448">
                  <c:v>43808</c:v>
                </c:pt>
                <c:pt idx="1449">
                  <c:v>43809</c:v>
                </c:pt>
                <c:pt idx="1450">
                  <c:v>43810</c:v>
                </c:pt>
                <c:pt idx="1451">
                  <c:v>43811</c:v>
                </c:pt>
                <c:pt idx="1452">
                  <c:v>43812</c:v>
                </c:pt>
                <c:pt idx="1453">
                  <c:v>43815</c:v>
                </c:pt>
                <c:pt idx="1454">
                  <c:v>43816</c:v>
                </c:pt>
                <c:pt idx="1455">
                  <c:v>43817</c:v>
                </c:pt>
                <c:pt idx="1456">
                  <c:v>43818</c:v>
                </c:pt>
                <c:pt idx="1457">
                  <c:v>43819</c:v>
                </c:pt>
                <c:pt idx="1458">
                  <c:v>43822</c:v>
                </c:pt>
                <c:pt idx="1459">
                  <c:v>43823</c:v>
                </c:pt>
                <c:pt idx="1460">
                  <c:v>43824</c:v>
                </c:pt>
                <c:pt idx="1461">
                  <c:v>43825</c:v>
                </c:pt>
                <c:pt idx="1462">
                  <c:v>43826</c:v>
                </c:pt>
                <c:pt idx="1463">
                  <c:v>43829</c:v>
                </c:pt>
                <c:pt idx="1464">
                  <c:v>43830</c:v>
                </c:pt>
                <c:pt idx="1465">
                  <c:v>43832</c:v>
                </c:pt>
                <c:pt idx="1466">
                  <c:v>43833</c:v>
                </c:pt>
                <c:pt idx="1467">
                  <c:v>43836</c:v>
                </c:pt>
                <c:pt idx="1468">
                  <c:v>43837</c:v>
                </c:pt>
                <c:pt idx="1469">
                  <c:v>43838</c:v>
                </c:pt>
                <c:pt idx="1470">
                  <c:v>43839</c:v>
                </c:pt>
                <c:pt idx="1471">
                  <c:v>43840</c:v>
                </c:pt>
                <c:pt idx="1472">
                  <c:v>43843</c:v>
                </c:pt>
                <c:pt idx="1473">
                  <c:v>43844</c:v>
                </c:pt>
                <c:pt idx="1474">
                  <c:v>43845</c:v>
                </c:pt>
                <c:pt idx="1475">
                  <c:v>43846</c:v>
                </c:pt>
                <c:pt idx="1476">
                  <c:v>43847</c:v>
                </c:pt>
                <c:pt idx="1477">
                  <c:v>43850</c:v>
                </c:pt>
                <c:pt idx="1478">
                  <c:v>43851</c:v>
                </c:pt>
                <c:pt idx="1479">
                  <c:v>43852</c:v>
                </c:pt>
                <c:pt idx="1480">
                  <c:v>43853</c:v>
                </c:pt>
                <c:pt idx="1481">
                  <c:v>43864</c:v>
                </c:pt>
                <c:pt idx="1482">
                  <c:v>43865</c:v>
                </c:pt>
                <c:pt idx="1483">
                  <c:v>43866</c:v>
                </c:pt>
                <c:pt idx="1484">
                  <c:v>43867</c:v>
                </c:pt>
                <c:pt idx="1485">
                  <c:v>43868</c:v>
                </c:pt>
                <c:pt idx="1486">
                  <c:v>43871</c:v>
                </c:pt>
                <c:pt idx="1487">
                  <c:v>43872</c:v>
                </c:pt>
                <c:pt idx="1488">
                  <c:v>43873</c:v>
                </c:pt>
                <c:pt idx="1489">
                  <c:v>43874</c:v>
                </c:pt>
                <c:pt idx="1490">
                  <c:v>43875</c:v>
                </c:pt>
                <c:pt idx="1491">
                  <c:v>43878</c:v>
                </c:pt>
                <c:pt idx="1492">
                  <c:v>43879</c:v>
                </c:pt>
                <c:pt idx="1493">
                  <c:v>43880</c:v>
                </c:pt>
                <c:pt idx="1494">
                  <c:v>43881</c:v>
                </c:pt>
                <c:pt idx="1495">
                  <c:v>43882</c:v>
                </c:pt>
                <c:pt idx="1496">
                  <c:v>43885</c:v>
                </c:pt>
                <c:pt idx="1497">
                  <c:v>43886</c:v>
                </c:pt>
                <c:pt idx="1498">
                  <c:v>43887</c:v>
                </c:pt>
                <c:pt idx="1499">
                  <c:v>43888</c:v>
                </c:pt>
                <c:pt idx="1500">
                  <c:v>43889</c:v>
                </c:pt>
                <c:pt idx="1501">
                  <c:v>43892</c:v>
                </c:pt>
                <c:pt idx="1502">
                  <c:v>43893</c:v>
                </c:pt>
                <c:pt idx="1503">
                  <c:v>43894</c:v>
                </c:pt>
                <c:pt idx="1504">
                  <c:v>43895</c:v>
                </c:pt>
                <c:pt idx="1505">
                  <c:v>43896</c:v>
                </c:pt>
                <c:pt idx="1506">
                  <c:v>43899</c:v>
                </c:pt>
                <c:pt idx="1507">
                  <c:v>43900</c:v>
                </c:pt>
                <c:pt idx="1508">
                  <c:v>43901</c:v>
                </c:pt>
                <c:pt idx="1509">
                  <c:v>43902</c:v>
                </c:pt>
                <c:pt idx="1510">
                  <c:v>43903</c:v>
                </c:pt>
                <c:pt idx="1511">
                  <c:v>43906</c:v>
                </c:pt>
                <c:pt idx="1512">
                  <c:v>43907</c:v>
                </c:pt>
                <c:pt idx="1513">
                  <c:v>43908</c:v>
                </c:pt>
                <c:pt idx="1514">
                  <c:v>43909</c:v>
                </c:pt>
                <c:pt idx="1515">
                  <c:v>43910</c:v>
                </c:pt>
                <c:pt idx="1516">
                  <c:v>43913</c:v>
                </c:pt>
                <c:pt idx="1517">
                  <c:v>43914</c:v>
                </c:pt>
                <c:pt idx="1518">
                  <c:v>43915</c:v>
                </c:pt>
                <c:pt idx="1519">
                  <c:v>43916</c:v>
                </c:pt>
                <c:pt idx="1520">
                  <c:v>43917</c:v>
                </c:pt>
                <c:pt idx="1521">
                  <c:v>43920</c:v>
                </c:pt>
                <c:pt idx="1522">
                  <c:v>43921</c:v>
                </c:pt>
                <c:pt idx="1523">
                  <c:v>43922</c:v>
                </c:pt>
                <c:pt idx="1524">
                  <c:v>43923</c:v>
                </c:pt>
                <c:pt idx="1525">
                  <c:v>43924</c:v>
                </c:pt>
                <c:pt idx="1526">
                  <c:v>43928</c:v>
                </c:pt>
                <c:pt idx="1527">
                  <c:v>43929</c:v>
                </c:pt>
                <c:pt idx="1528">
                  <c:v>43930</c:v>
                </c:pt>
                <c:pt idx="1529">
                  <c:v>43931</c:v>
                </c:pt>
                <c:pt idx="1530">
                  <c:v>43934</c:v>
                </c:pt>
                <c:pt idx="1531">
                  <c:v>43935</c:v>
                </c:pt>
                <c:pt idx="1532">
                  <c:v>43936</c:v>
                </c:pt>
                <c:pt idx="1533">
                  <c:v>43937</c:v>
                </c:pt>
                <c:pt idx="1534">
                  <c:v>43938</c:v>
                </c:pt>
                <c:pt idx="1535">
                  <c:v>43941</c:v>
                </c:pt>
                <c:pt idx="1536">
                  <c:v>43942</c:v>
                </c:pt>
                <c:pt idx="1537">
                  <c:v>43943</c:v>
                </c:pt>
                <c:pt idx="1538">
                  <c:v>43944</c:v>
                </c:pt>
                <c:pt idx="1539">
                  <c:v>43945</c:v>
                </c:pt>
                <c:pt idx="1540">
                  <c:v>43948</c:v>
                </c:pt>
                <c:pt idx="1541">
                  <c:v>43949</c:v>
                </c:pt>
                <c:pt idx="1542">
                  <c:v>43950</c:v>
                </c:pt>
                <c:pt idx="1543">
                  <c:v>43951</c:v>
                </c:pt>
                <c:pt idx="1544">
                  <c:v>43957</c:v>
                </c:pt>
                <c:pt idx="1545">
                  <c:v>43958</c:v>
                </c:pt>
                <c:pt idx="1546">
                  <c:v>43959</c:v>
                </c:pt>
                <c:pt idx="1547">
                  <c:v>43962</c:v>
                </c:pt>
                <c:pt idx="1548">
                  <c:v>43963</c:v>
                </c:pt>
                <c:pt idx="1549">
                  <c:v>43964</c:v>
                </c:pt>
                <c:pt idx="1550">
                  <c:v>43965</c:v>
                </c:pt>
                <c:pt idx="1551">
                  <c:v>43966</c:v>
                </c:pt>
                <c:pt idx="1552">
                  <c:v>43969</c:v>
                </c:pt>
                <c:pt idx="1553">
                  <c:v>43970</c:v>
                </c:pt>
                <c:pt idx="1554">
                  <c:v>43971</c:v>
                </c:pt>
                <c:pt idx="1555">
                  <c:v>43972</c:v>
                </c:pt>
                <c:pt idx="1556">
                  <c:v>43973</c:v>
                </c:pt>
                <c:pt idx="1557">
                  <c:v>43976</c:v>
                </c:pt>
                <c:pt idx="1558">
                  <c:v>43977</c:v>
                </c:pt>
                <c:pt idx="1559">
                  <c:v>43978</c:v>
                </c:pt>
                <c:pt idx="1560">
                  <c:v>43979</c:v>
                </c:pt>
                <c:pt idx="1561">
                  <c:v>43980</c:v>
                </c:pt>
                <c:pt idx="1562">
                  <c:v>43983</c:v>
                </c:pt>
                <c:pt idx="1563">
                  <c:v>43984</c:v>
                </c:pt>
                <c:pt idx="1564">
                  <c:v>43985</c:v>
                </c:pt>
                <c:pt idx="1565">
                  <c:v>43986</c:v>
                </c:pt>
                <c:pt idx="1566">
                  <c:v>43987</c:v>
                </c:pt>
                <c:pt idx="1567">
                  <c:v>43990</c:v>
                </c:pt>
                <c:pt idx="1568">
                  <c:v>43991</c:v>
                </c:pt>
                <c:pt idx="1569">
                  <c:v>43992</c:v>
                </c:pt>
                <c:pt idx="1570">
                  <c:v>43993</c:v>
                </c:pt>
                <c:pt idx="1571">
                  <c:v>43994</c:v>
                </c:pt>
                <c:pt idx="1572">
                  <c:v>43997</c:v>
                </c:pt>
                <c:pt idx="1573">
                  <c:v>43998</c:v>
                </c:pt>
                <c:pt idx="1574">
                  <c:v>43999</c:v>
                </c:pt>
                <c:pt idx="1575">
                  <c:v>44000</c:v>
                </c:pt>
                <c:pt idx="1576">
                  <c:v>44001</c:v>
                </c:pt>
                <c:pt idx="1577">
                  <c:v>44004</c:v>
                </c:pt>
                <c:pt idx="1578">
                  <c:v>44005</c:v>
                </c:pt>
                <c:pt idx="1579">
                  <c:v>44006</c:v>
                </c:pt>
                <c:pt idx="1580">
                  <c:v>44011</c:v>
                </c:pt>
                <c:pt idx="1581">
                  <c:v>44012</c:v>
                </c:pt>
                <c:pt idx="1582">
                  <c:v>44013</c:v>
                </c:pt>
                <c:pt idx="1583">
                  <c:v>44014</c:v>
                </c:pt>
                <c:pt idx="1584">
                  <c:v>44015</c:v>
                </c:pt>
                <c:pt idx="1585">
                  <c:v>44018</c:v>
                </c:pt>
                <c:pt idx="1586">
                  <c:v>44019</c:v>
                </c:pt>
                <c:pt idx="1587">
                  <c:v>44020</c:v>
                </c:pt>
                <c:pt idx="1588">
                  <c:v>44021</c:v>
                </c:pt>
                <c:pt idx="1589">
                  <c:v>44022</c:v>
                </c:pt>
                <c:pt idx="1590">
                  <c:v>44025</c:v>
                </c:pt>
                <c:pt idx="1591">
                  <c:v>44026</c:v>
                </c:pt>
                <c:pt idx="1592">
                  <c:v>44027</c:v>
                </c:pt>
                <c:pt idx="1593">
                  <c:v>44028</c:v>
                </c:pt>
                <c:pt idx="1594">
                  <c:v>44029</c:v>
                </c:pt>
                <c:pt idx="1595">
                  <c:v>44032</c:v>
                </c:pt>
                <c:pt idx="1596">
                  <c:v>44033</c:v>
                </c:pt>
                <c:pt idx="1597">
                  <c:v>44034</c:v>
                </c:pt>
                <c:pt idx="1598">
                  <c:v>44035</c:v>
                </c:pt>
                <c:pt idx="1599">
                  <c:v>44036</c:v>
                </c:pt>
                <c:pt idx="1600">
                  <c:v>44039</c:v>
                </c:pt>
                <c:pt idx="1601">
                  <c:v>44040</c:v>
                </c:pt>
                <c:pt idx="1602">
                  <c:v>44041</c:v>
                </c:pt>
                <c:pt idx="1603">
                  <c:v>44042</c:v>
                </c:pt>
                <c:pt idx="1604">
                  <c:v>44043</c:v>
                </c:pt>
                <c:pt idx="1605">
                  <c:v>44046</c:v>
                </c:pt>
                <c:pt idx="1606">
                  <c:v>44047</c:v>
                </c:pt>
                <c:pt idx="1607">
                  <c:v>44048</c:v>
                </c:pt>
                <c:pt idx="1608">
                  <c:v>44049</c:v>
                </c:pt>
                <c:pt idx="1609">
                  <c:v>44050</c:v>
                </c:pt>
                <c:pt idx="1610">
                  <c:v>44053</c:v>
                </c:pt>
                <c:pt idx="1611">
                  <c:v>44054</c:v>
                </c:pt>
                <c:pt idx="1612">
                  <c:v>44055</c:v>
                </c:pt>
                <c:pt idx="1613">
                  <c:v>44056</c:v>
                </c:pt>
                <c:pt idx="1614">
                  <c:v>44057</c:v>
                </c:pt>
                <c:pt idx="1615">
                  <c:v>44060</c:v>
                </c:pt>
                <c:pt idx="1616">
                  <c:v>44061</c:v>
                </c:pt>
                <c:pt idx="1617">
                  <c:v>44062</c:v>
                </c:pt>
                <c:pt idx="1618">
                  <c:v>44063</c:v>
                </c:pt>
                <c:pt idx="1619">
                  <c:v>44064</c:v>
                </c:pt>
                <c:pt idx="1620">
                  <c:v>44067</c:v>
                </c:pt>
                <c:pt idx="1621">
                  <c:v>44068</c:v>
                </c:pt>
                <c:pt idx="1622">
                  <c:v>44069</c:v>
                </c:pt>
                <c:pt idx="1623">
                  <c:v>44070</c:v>
                </c:pt>
                <c:pt idx="1624">
                  <c:v>44071</c:v>
                </c:pt>
                <c:pt idx="1625">
                  <c:v>44074</c:v>
                </c:pt>
                <c:pt idx="1626">
                  <c:v>44075</c:v>
                </c:pt>
                <c:pt idx="1627">
                  <c:v>44076</c:v>
                </c:pt>
                <c:pt idx="1628">
                  <c:v>44077</c:v>
                </c:pt>
                <c:pt idx="1629">
                  <c:v>44078</c:v>
                </c:pt>
                <c:pt idx="1630">
                  <c:v>44081</c:v>
                </c:pt>
                <c:pt idx="1631">
                  <c:v>44082</c:v>
                </c:pt>
                <c:pt idx="1632">
                  <c:v>44083</c:v>
                </c:pt>
                <c:pt idx="1633">
                  <c:v>44084</c:v>
                </c:pt>
                <c:pt idx="1634">
                  <c:v>44085</c:v>
                </c:pt>
                <c:pt idx="1635">
                  <c:v>44088</c:v>
                </c:pt>
                <c:pt idx="1636">
                  <c:v>44089</c:v>
                </c:pt>
                <c:pt idx="1637">
                  <c:v>44090</c:v>
                </c:pt>
                <c:pt idx="1638">
                  <c:v>44091</c:v>
                </c:pt>
                <c:pt idx="1639">
                  <c:v>44092</c:v>
                </c:pt>
                <c:pt idx="1640">
                  <c:v>44095</c:v>
                </c:pt>
                <c:pt idx="1641">
                  <c:v>44096</c:v>
                </c:pt>
                <c:pt idx="1642">
                  <c:v>44097</c:v>
                </c:pt>
                <c:pt idx="1643">
                  <c:v>44098</c:v>
                </c:pt>
                <c:pt idx="1644">
                  <c:v>44099</c:v>
                </c:pt>
                <c:pt idx="1645">
                  <c:v>44102</c:v>
                </c:pt>
                <c:pt idx="1646">
                  <c:v>44103</c:v>
                </c:pt>
                <c:pt idx="1647">
                  <c:v>44104</c:v>
                </c:pt>
                <c:pt idx="1648">
                  <c:v>44113</c:v>
                </c:pt>
                <c:pt idx="1649">
                  <c:v>44116</c:v>
                </c:pt>
                <c:pt idx="1650">
                  <c:v>44117</c:v>
                </c:pt>
                <c:pt idx="1651">
                  <c:v>44118</c:v>
                </c:pt>
                <c:pt idx="1652">
                  <c:v>44119</c:v>
                </c:pt>
                <c:pt idx="1653">
                  <c:v>44120</c:v>
                </c:pt>
                <c:pt idx="1654">
                  <c:v>44123</c:v>
                </c:pt>
                <c:pt idx="1655">
                  <c:v>44124</c:v>
                </c:pt>
                <c:pt idx="1656">
                  <c:v>44125</c:v>
                </c:pt>
                <c:pt idx="1657">
                  <c:v>44126</c:v>
                </c:pt>
                <c:pt idx="1658">
                  <c:v>44127</c:v>
                </c:pt>
                <c:pt idx="1659">
                  <c:v>44130</c:v>
                </c:pt>
                <c:pt idx="1660">
                  <c:v>44131</c:v>
                </c:pt>
                <c:pt idx="1661">
                  <c:v>44132</c:v>
                </c:pt>
                <c:pt idx="1662">
                  <c:v>44133</c:v>
                </c:pt>
                <c:pt idx="1663">
                  <c:v>44134</c:v>
                </c:pt>
                <c:pt idx="1664">
                  <c:v>44137</c:v>
                </c:pt>
                <c:pt idx="1665">
                  <c:v>44138</c:v>
                </c:pt>
                <c:pt idx="1666">
                  <c:v>44139</c:v>
                </c:pt>
                <c:pt idx="1667">
                  <c:v>44140</c:v>
                </c:pt>
                <c:pt idx="1668">
                  <c:v>44141</c:v>
                </c:pt>
                <c:pt idx="1669">
                  <c:v>44144</c:v>
                </c:pt>
                <c:pt idx="1670">
                  <c:v>44145</c:v>
                </c:pt>
                <c:pt idx="1671">
                  <c:v>44146</c:v>
                </c:pt>
                <c:pt idx="1672">
                  <c:v>44147</c:v>
                </c:pt>
                <c:pt idx="1673">
                  <c:v>44148</c:v>
                </c:pt>
                <c:pt idx="1674">
                  <c:v>44151</c:v>
                </c:pt>
                <c:pt idx="1675">
                  <c:v>44152</c:v>
                </c:pt>
                <c:pt idx="1676">
                  <c:v>44153</c:v>
                </c:pt>
                <c:pt idx="1677">
                  <c:v>44154</c:v>
                </c:pt>
                <c:pt idx="1678">
                  <c:v>44155</c:v>
                </c:pt>
                <c:pt idx="1679">
                  <c:v>44158</c:v>
                </c:pt>
                <c:pt idx="1680">
                  <c:v>44159</c:v>
                </c:pt>
                <c:pt idx="1681">
                  <c:v>44160</c:v>
                </c:pt>
                <c:pt idx="1682">
                  <c:v>44161</c:v>
                </c:pt>
                <c:pt idx="1683">
                  <c:v>44162</c:v>
                </c:pt>
                <c:pt idx="1684">
                  <c:v>44165</c:v>
                </c:pt>
                <c:pt idx="1685">
                  <c:v>44166</c:v>
                </c:pt>
                <c:pt idx="1686">
                  <c:v>44167</c:v>
                </c:pt>
                <c:pt idx="1687">
                  <c:v>44168</c:v>
                </c:pt>
                <c:pt idx="1688">
                  <c:v>44169</c:v>
                </c:pt>
                <c:pt idx="1689">
                  <c:v>44172</c:v>
                </c:pt>
                <c:pt idx="1690">
                  <c:v>44173</c:v>
                </c:pt>
                <c:pt idx="1691">
                  <c:v>44174</c:v>
                </c:pt>
                <c:pt idx="1692">
                  <c:v>44175</c:v>
                </c:pt>
                <c:pt idx="1693">
                  <c:v>44176</c:v>
                </c:pt>
                <c:pt idx="1694">
                  <c:v>44179</c:v>
                </c:pt>
                <c:pt idx="1695">
                  <c:v>44180</c:v>
                </c:pt>
                <c:pt idx="1696">
                  <c:v>44181</c:v>
                </c:pt>
                <c:pt idx="1697">
                  <c:v>44182</c:v>
                </c:pt>
                <c:pt idx="1698">
                  <c:v>44183</c:v>
                </c:pt>
                <c:pt idx="1699">
                  <c:v>44186</c:v>
                </c:pt>
                <c:pt idx="1700">
                  <c:v>44187</c:v>
                </c:pt>
                <c:pt idx="1701">
                  <c:v>44188</c:v>
                </c:pt>
                <c:pt idx="1702">
                  <c:v>44189</c:v>
                </c:pt>
                <c:pt idx="1703">
                  <c:v>44190</c:v>
                </c:pt>
                <c:pt idx="1704">
                  <c:v>44193</c:v>
                </c:pt>
                <c:pt idx="1705">
                  <c:v>44194</c:v>
                </c:pt>
                <c:pt idx="1706">
                  <c:v>44195</c:v>
                </c:pt>
                <c:pt idx="1707">
                  <c:v>44196</c:v>
                </c:pt>
                <c:pt idx="1708">
                  <c:v>44200</c:v>
                </c:pt>
                <c:pt idx="1709">
                  <c:v>44201</c:v>
                </c:pt>
                <c:pt idx="1710">
                  <c:v>44202</c:v>
                </c:pt>
                <c:pt idx="1711">
                  <c:v>44203</c:v>
                </c:pt>
                <c:pt idx="1712">
                  <c:v>44204</c:v>
                </c:pt>
                <c:pt idx="1713">
                  <c:v>44207</c:v>
                </c:pt>
                <c:pt idx="1714">
                  <c:v>44208</c:v>
                </c:pt>
                <c:pt idx="1715">
                  <c:v>44209</c:v>
                </c:pt>
                <c:pt idx="1716">
                  <c:v>44210</c:v>
                </c:pt>
                <c:pt idx="1717">
                  <c:v>44211</c:v>
                </c:pt>
                <c:pt idx="1718">
                  <c:v>44214</c:v>
                </c:pt>
                <c:pt idx="1719">
                  <c:v>44215</c:v>
                </c:pt>
                <c:pt idx="1720">
                  <c:v>44216</c:v>
                </c:pt>
                <c:pt idx="1721">
                  <c:v>44217</c:v>
                </c:pt>
                <c:pt idx="1722">
                  <c:v>44218</c:v>
                </c:pt>
                <c:pt idx="1723">
                  <c:v>44221</c:v>
                </c:pt>
                <c:pt idx="1724">
                  <c:v>44222</c:v>
                </c:pt>
                <c:pt idx="1725">
                  <c:v>44223</c:v>
                </c:pt>
                <c:pt idx="1726">
                  <c:v>44224</c:v>
                </c:pt>
                <c:pt idx="1727">
                  <c:v>44225</c:v>
                </c:pt>
                <c:pt idx="1728">
                  <c:v>44228</c:v>
                </c:pt>
                <c:pt idx="1729">
                  <c:v>44229</c:v>
                </c:pt>
                <c:pt idx="1730">
                  <c:v>44230</c:v>
                </c:pt>
                <c:pt idx="1731">
                  <c:v>44231</c:v>
                </c:pt>
                <c:pt idx="1732">
                  <c:v>44232</c:v>
                </c:pt>
                <c:pt idx="1733">
                  <c:v>44235</c:v>
                </c:pt>
                <c:pt idx="1734">
                  <c:v>44236</c:v>
                </c:pt>
                <c:pt idx="1735">
                  <c:v>44237</c:v>
                </c:pt>
                <c:pt idx="1736">
                  <c:v>44245</c:v>
                </c:pt>
                <c:pt idx="1737">
                  <c:v>44246</c:v>
                </c:pt>
                <c:pt idx="1738">
                  <c:v>44249</c:v>
                </c:pt>
                <c:pt idx="1739">
                  <c:v>44250</c:v>
                </c:pt>
                <c:pt idx="1740">
                  <c:v>44251</c:v>
                </c:pt>
                <c:pt idx="1741">
                  <c:v>44252</c:v>
                </c:pt>
                <c:pt idx="1742">
                  <c:v>44253</c:v>
                </c:pt>
                <c:pt idx="1743">
                  <c:v>44256</c:v>
                </c:pt>
                <c:pt idx="1744">
                  <c:v>44257</c:v>
                </c:pt>
                <c:pt idx="1745">
                  <c:v>44258</c:v>
                </c:pt>
                <c:pt idx="1746">
                  <c:v>44259</c:v>
                </c:pt>
                <c:pt idx="1747">
                  <c:v>44260</c:v>
                </c:pt>
                <c:pt idx="1748">
                  <c:v>44263</c:v>
                </c:pt>
                <c:pt idx="1749">
                  <c:v>44264</c:v>
                </c:pt>
                <c:pt idx="1750">
                  <c:v>44265</c:v>
                </c:pt>
                <c:pt idx="1751">
                  <c:v>44266</c:v>
                </c:pt>
                <c:pt idx="1752">
                  <c:v>44267</c:v>
                </c:pt>
                <c:pt idx="1753">
                  <c:v>44270</c:v>
                </c:pt>
                <c:pt idx="1754">
                  <c:v>44271</c:v>
                </c:pt>
                <c:pt idx="1755">
                  <c:v>44272</c:v>
                </c:pt>
                <c:pt idx="1756">
                  <c:v>44273</c:v>
                </c:pt>
                <c:pt idx="1757">
                  <c:v>44274</c:v>
                </c:pt>
                <c:pt idx="1758">
                  <c:v>44277</c:v>
                </c:pt>
                <c:pt idx="1759">
                  <c:v>44278</c:v>
                </c:pt>
                <c:pt idx="1760">
                  <c:v>44279</c:v>
                </c:pt>
                <c:pt idx="1761">
                  <c:v>44280</c:v>
                </c:pt>
                <c:pt idx="1762">
                  <c:v>44281</c:v>
                </c:pt>
                <c:pt idx="1763">
                  <c:v>44284</c:v>
                </c:pt>
                <c:pt idx="1764">
                  <c:v>44285</c:v>
                </c:pt>
                <c:pt idx="1765">
                  <c:v>44286</c:v>
                </c:pt>
                <c:pt idx="1766">
                  <c:v>44287</c:v>
                </c:pt>
                <c:pt idx="1767">
                  <c:v>44288</c:v>
                </c:pt>
                <c:pt idx="1768">
                  <c:v>44292</c:v>
                </c:pt>
                <c:pt idx="1769">
                  <c:v>44293</c:v>
                </c:pt>
                <c:pt idx="1770">
                  <c:v>44294</c:v>
                </c:pt>
                <c:pt idx="1771">
                  <c:v>44295</c:v>
                </c:pt>
                <c:pt idx="1772">
                  <c:v>44298</c:v>
                </c:pt>
                <c:pt idx="1773">
                  <c:v>44299</c:v>
                </c:pt>
                <c:pt idx="1774">
                  <c:v>44300</c:v>
                </c:pt>
                <c:pt idx="1775">
                  <c:v>44301</c:v>
                </c:pt>
                <c:pt idx="1776">
                  <c:v>44302</c:v>
                </c:pt>
                <c:pt idx="1777">
                  <c:v>44305</c:v>
                </c:pt>
                <c:pt idx="1778">
                  <c:v>44306</c:v>
                </c:pt>
                <c:pt idx="1779">
                  <c:v>44307</c:v>
                </c:pt>
                <c:pt idx="1780">
                  <c:v>44308</c:v>
                </c:pt>
                <c:pt idx="1781">
                  <c:v>44309</c:v>
                </c:pt>
                <c:pt idx="1782">
                  <c:v>44312</c:v>
                </c:pt>
                <c:pt idx="1783">
                  <c:v>44313</c:v>
                </c:pt>
                <c:pt idx="1784">
                  <c:v>44314</c:v>
                </c:pt>
                <c:pt idx="1785">
                  <c:v>44315</c:v>
                </c:pt>
                <c:pt idx="1786">
                  <c:v>44316</c:v>
                </c:pt>
                <c:pt idx="1787">
                  <c:v>44322</c:v>
                </c:pt>
                <c:pt idx="1788">
                  <c:v>44323</c:v>
                </c:pt>
                <c:pt idx="1789">
                  <c:v>44326</c:v>
                </c:pt>
                <c:pt idx="1790">
                  <c:v>44327</c:v>
                </c:pt>
                <c:pt idx="1791">
                  <c:v>44328</c:v>
                </c:pt>
                <c:pt idx="1792">
                  <c:v>44329</c:v>
                </c:pt>
                <c:pt idx="1793">
                  <c:v>44330</c:v>
                </c:pt>
                <c:pt idx="1794">
                  <c:v>44333</c:v>
                </c:pt>
                <c:pt idx="1795">
                  <c:v>44334</c:v>
                </c:pt>
                <c:pt idx="1796">
                  <c:v>44335</c:v>
                </c:pt>
                <c:pt idx="1797">
                  <c:v>44336</c:v>
                </c:pt>
                <c:pt idx="1798">
                  <c:v>44337</c:v>
                </c:pt>
                <c:pt idx="1799">
                  <c:v>44340</c:v>
                </c:pt>
                <c:pt idx="1800">
                  <c:v>44341</c:v>
                </c:pt>
                <c:pt idx="1801">
                  <c:v>44342</c:v>
                </c:pt>
                <c:pt idx="1802">
                  <c:v>44343</c:v>
                </c:pt>
                <c:pt idx="1803">
                  <c:v>44344</c:v>
                </c:pt>
                <c:pt idx="1804">
                  <c:v>44347</c:v>
                </c:pt>
                <c:pt idx="1805">
                  <c:v>44348</c:v>
                </c:pt>
                <c:pt idx="1806">
                  <c:v>44349</c:v>
                </c:pt>
                <c:pt idx="1807">
                  <c:v>44350</c:v>
                </c:pt>
                <c:pt idx="1808">
                  <c:v>44351</c:v>
                </c:pt>
                <c:pt idx="1809">
                  <c:v>44354</c:v>
                </c:pt>
                <c:pt idx="1810">
                  <c:v>44355</c:v>
                </c:pt>
                <c:pt idx="1811">
                  <c:v>44356</c:v>
                </c:pt>
                <c:pt idx="1812">
                  <c:v>44357</c:v>
                </c:pt>
                <c:pt idx="1813">
                  <c:v>44358</c:v>
                </c:pt>
                <c:pt idx="1814">
                  <c:v>44362</c:v>
                </c:pt>
                <c:pt idx="1815">
                  <c:v>44363</c:v>
                </c:pt>
                <c:pt idx="1816">
                  <c:v>44364</c:v>
                </c:pt>
                <c:pt idx="1817">
                  <c:v>44365</c:v>
                </c:pt>
                <c:pt idx="1818">
                  <c:v>44368</c:v>
                </c:pt>
                <c:pt idx="1819">
                  <c:v>44369</c:v>
                </c:pt>
                <c:pt idx="1820">
                  <c:v>44370</c:v>
                </c:pt>
                <c:pt idx="1821">
                  <c:v>44371</c:v>
                </c:pt>
                <c:pt idx="1822">
                  <c:v>44372</c:v>
                </c:pt>
                <c:pt idx="1823">
                  <c:v>44375</c:v>
                </c:pt>
                <c:pt idx="1824">
                  <c:v>44376</c:v>
                </c:pt>
                <c:pt idx="1825">
                  <c:v>44377</c:v>
                </c:pt>
                <c:pt idx="1826">
                  <c:v>44378</c:v>
                </c:pt>
                <c:pt idx="1827">
                  <c:v>44379</c:v>
                </c:pt>
                <c:pt idx="1828">
                  <c:v>44382</c:v>
                </c:pt>
                <c:pt idx="1829">
                  <c:v>44383</c:v>
                </c:pt>
                <c:pt idx="1830">
                  <c:v>44384</c:v>
                </c:pt>
                <c:pt idx="1831">
                  <c:v>44385</c:v>
                </c:pt>
                <c:pt idx="1832">
                  <c:v>44386</c:v>
                </c:pt>
                <c:pt idx="1833">
                  <c:v>44389</c:v>
                </c:pt>
                <c:pt idx="1834">
                  <c:v>44390</c:v>
                </c:pt>
                <c:pt idx="1835">
                  <c:v>44391</c:v>
                </c:pt>
                <c:pt idx="1836">
                  <c:v>44392</c:v>
                </c:pt>
                <c:pt idx="1837">
                  <c:v>44393</c:v>
                </c:pt>
                <c:pt idx="1838">
                  <c:v>44396</c:v>
                </c:pt>
                <c:pt idx="1839">
                  <c:v>44397</c:v>
                </c:pt>
                <c:pt idx="1840">
                  <c:v>44398</c:v>
                </c:pt>
                <c:pt idx="1841">
                  <c:v>44399</c:v>
                </c:pt>
                <c:pt idx="1842">
                  <c:v>44400</c:v>
                </c:pt>
                <c:pt idx="1843">
                  <c:v>44403</c:v>
                </c:pt>
                <c:pt idx="1844">
                  <c:v>44404</c:v>
                </c:pt>
                <c:pt idx="1845">
                  <c:v>44405</c:v>
                </c:pt>
                <c:pt idx="1846">
                  <c:v>44406</c:v>
                </c:pt>
                <c:pt idx="1847">
                  <c:v>44407</c:v>
                </c:pt>
                <c:pt idx="1848">
                  <c:v>44410</c:v>
                </c:pt>
                <c:pt idx="1849">
                  <c:v>44411</c:v>
                </c:pt>
                <c:pt idx="1850">
                  <c:v>44412</c:v>
                </c:pt>
                <c:pt idx="1851">
                  <c:v>44413</c:v>
                </c:pt>
                <c:pt idx="1852">
                  <c:v>44414</c:v>
                </c:pt>
                <c:pt idx="1853">
                  <c:v>44417</c:v>
                </c:pt>
                <c:pt idx="1854">
                  <c:v>44418</c:v>
                </c:pt>
                <c:pt idx="1855">
                  <c:v>44419</c:v>
                </c:pt>
                <c:pt idx="1856">
                  <c:v>44420</c:v>
                </c:pt>
                <c:pt idx="1857">
                  <c:v>44421</c:v>
                </c:pt>
                <c:pt idx="1858">
                  <c:v>44424</c:v>
                </c:pt>
                <c:pt idx="1859">
                  <c:v>44425</c:v>
                </c:pt>
                <c:pt idx="1860">
                  <c:v>44426</c:v>
                </c:pt>
                <c:pt idx="1861">
                  <c:v>44427</c:v>
                </c:pt>
                <c:pt idx="1862">
                  <c:v>44428</c:v>
                </c:pt>
                <c:pt idx="1863">
                  <c:v>44431</c:v>
                </c:pt>
                <c:pt idx="1864">
                  <c:v>44432</c:v>
                </c:pt>
                <c:pt idx="1865">
                  <c:v>44433</c:v>
                </c:pt>
                <c:pt idx="1866">
                  <c:v>44434</c:v>
                </c:pt>
                <c:pt idx="1867">
                  <c:v>44435</c:v>
                </c:pt>
                <c:pt idx="1868">
                  <c:v>44438</c:v>
                </c:pt>
                <c:pt idx="1869">
                  <c:v>44439</c:v>
                </c:pt>
                <c:pt idx="1870">
                  <c:v>44440</c:v>
                </c:pt>
                <c:pt idx="1871">
                  <c:v>44441</c:v>
                </c:pt>
                <c:pt idx="1872">
                  <c:v>44442</c:v>
                </c:pt>
                <c:pt idx="1873">
                  <c:v>44445</c:v>
                </c:pt>
                <c:pt idx="1874">
                  <c:v>44446</c:v>
                </c:pt>
                <c:pt idx="1875">
                  <c:v>44447</c:v>
                </c:pt>
                <c:pt idx="1876">
                  <c:v>44448</c:v>
                </c:pt>
                <c:pt idx="1877">
                  <c:v>44449</c:v>
                </c:pt>
                <c:pt idx="1878">
                  <c:v>44452</c:v>
                </c:pt>
                <c:pt idx="1879">
                  <c:v>44453</c:v>
                </c:pt>
                <c:pt idx="1880">
                  <c:v>44454</c:v>
                </c:pt>
                <c:pt idx="1881">
                  <c:v>44455</c:v>
                </c:pt>
                <c:pt idx="1882">
                  <c:v>44456</c:v>
                </c:pt>
                <c:pt idx="1883">
                  <c:v>44461</c:v>
                </c:pt>
                <c:pt idx="1884">
                  <c:v>44462</c:v>
                </c:pt>
                <c:pt idx="1885">
                  <c:v>44463</c:v>
                </c:pt>
                <c:pt idx="1886">
                  <c:v>44466</c:v>
                </c:pt>
                <c:pt idx="1887">
                  <c:v>44467</c:v>
                </c:pt>
                <c:pt idx="1888">
                  <c:v>44468</c:v>
                </c:pt>
                <c:pt idx="1889">
                  <c:v>44469</c:v>
                </c:pt>
                <c:pt idx="1890">
                  <c:v>44477</c:v>
                </c:pt>
                <c:pt idx="1891">
                  <c:v>44480</c:v>
                </c:pt>
                <c:pt idx="1892">
                  <c:v>44481</c:v>
                </c:pt>
                <c:pt idx="1893">
                  <c:v>44482</c:v>
                </c:pt>
                <c:pt idx="1894">
                  <c:v>44483</c:v>
                </c:pt>
                <c:pt idx="1895">
                  <c:v>44484</c:v>
                </c:pt>
                <c:pt idx="1896">
                  <c:v>44487</c:v>
                </c:pt>
                <c:pt idx="1897">
                  <c:v>44488</c:v>
                </c:pt>
                <c:pt idx="1898">
                  <c:v>44489</c:v>
                </c:pt>
                <c:pt idx="1899">
                  <c:v>44490</c:v>
                </c:pt>
                <c:pt idx="1900">
                  <c:v>44491</c:v>
                </c:pt>
                <c:pt idx="1901">
                  <c:v>44494</c:v>
                </c:pt>
                <c:pt idx="1902">
                  <c:v>44495</c:v>
                </c:pt>
                <c:pt idx="1903">
                  <c:v>44496</c:v>
                </c:pt>
                <c:pt idx="1904">
                  <c:v>44497</c:v>
                </c:pt>
                <c:pt idx="1905">
                  <c:v>44498</c:v>
                </c:pt>
                <c:pt idx="1906">
                  <c:v>44501</c:v>
                </c:pt>
                <c:pt idx="1907">
                  <c:v>44502</c:v>
                </c:pt>
                <c:pt idx="1908">
                  <c:v>44503</c:v>
                </c:pt>
                <c:pt idx="1909">
                  <c:v>44504</c:v>
                </c:pt>
                <c:pt idx="1910">
                  <c:v>44505</c:v>
                </c:pt>
                <c:pt idx="1911">
                  <c:v>44508</c:v>
                </c:pt>
                <c:pt idx="1912">
                  <c:v>44509</c:v>
                </c:pt>
                <c:pt idx="1913">
                  <c:v>44510</c:v>
                </c:pt>
                <c:pt idx="1914">
                  <c:v>44511</c:v>
                </c:pt>
                <c:pt idx="1915">
                  <c:v>44512</c:v>
                </c:pt>
                <c:pt idx="1916">
                  <c:v>44515</c:v>
                </c:pt>
                <c:pt idx="1917">
                  <c:v>44516</c:v>
                </c:pt>
                <c:pt idx="1918">
                  <c:v>44517</c:v>
                </c:pt>
                <c:pt idx="1919">
                  <c:v>44518</c:v>
                </c:pt>
                <c:pt idx="1920">
                  <c:v>44519</c:v>
                </c:pt>
                <c:pt idx="1921">
                  <c:v>44522</c:v>
                </c:pt>
                <c:pt idx="1922">
                  <c:v>44523</c:v>
                </c:pt>
                <c:pt idx="1923">
                  <c:v>44524</c:v>
                </c:pt>
                <c:pt idx="1924">
                  <c:v>44525</c:v>
                </c:pt>
                <c:pt idx="1925">
                  <c:v>44526</c:v>
                </c:pt>
                <c:pt idx="1926">
                  <c:v>44529</c:v>
                </c:pt>
                <c:pt idx="1927">
                  <c:v>44530</c:v>
                </c:pt>
                <c:pt idx="1928">
                  <c:v>44531</c:v>
                </c:pt>
                <c:pt idx="1929">
                  <c:v>44532</c:v>
                </c:pt>
                <c:pt idx="1930">
                  <c:v>44533</c:v>
                </c:pt>
                <c:pt idx="1931">
                  <c:v>44536</c:v>
                </c:pt>
                <c:pt idx="1932">
                  <c:v>44537</c:v>
                </c:pt>
                <c:pt idx="1933">
                  <c:v>44538</c:v>
                </c:pt>
                <c:pt idx="1934">
                  <c:v>44539</c:v>
                </c:pt>
                <c:pt idx="1935">
                  <c:v>44540</c:v>
                </c:pt>
                <c:pt idx="1936">
                  <c:v>44543</c:v>
                </c:pt>
                <c:pt idx="1937">
                  <c:v>44544</c:v>
                </c:pt>
                <c:pt idx="1938">
                  <c:v>44545</c:v>
                </c:pt>
                <c:pt idx="1939">
                  <c:v>44546</c:v>
                </c:pt>
                <c:pt idx="1940">
                  <c:v>44547</c:v>
                </c:pt>
                <c:pt idx="1941">
                  <c:v>44550</c:v>
                </c:pt>
                <c:pt idx="1942">
                  <c:v>44551</c:v>
                </c:pt>
                <c:pt idx="1943">
                  <c:v>44552</c:v>
                </c:pt>
                <c:pt idx="1944">
                  <c:v>44553</c:v>
                </c:pt>
                <c:pt idx="1945">
                  <c:v>44554</c:v>
                </c:pt>
                <c:pt idx="1946">
                  <c:v>44557</c:v>
                </c:pt>
                <c:pt idx="1947">
                  <c:v>44558</c:v>
                </c:pt>
                <c:pt idx="1948">
                  <c:v>44559</c:v>
                </c:pt>
                <c:pt idx="1949">
                  <c:v>44560</c:v>
                </c:pt>
                <c:pt idx="1950">
                  <c:v>44561</c:v>
                </c:pt>
                <c:pt idx="1951">
                  <c:v>44565</c:v>
                </c:pt>
                <c:pt idx="1952">
                  <c:v>44566</c:v>
                </c:pt>
                <c:pt idx="1953">
                  <c:v>44567</c:v>
                </c:pt>
                <c:pt idx="1954">
                  <c:v>44568</c:v>
                </c:pt>
                <c:pt idx="1955">
                  <c:v>44571</c:v>
                </c:pt>
                <c:pt idx="1956">
                  <c:v>44572</c:v>
                </c:pt>
                <c:pt idx="1957">
                  <c:v>44573</c:v>
                </c:pt>
                <c:pt idx="1958">
                  <c:v>44574</c:v>
                </c:pt>
                <c:pt idx="1959">
                  <c:v>44575</c:v>
                </c:pt>
                <c:pt idx="1960">
                  <c:v>44578</c:v>
                </c:pt>
                <c:pt idx="1961">
                  <c:v>44579</c:v>
                </c:pt>
                <c:pt idx="1962">
                  <c:v>44580</c:v>
                </c:pt>
                <c:pt idx="1963">
                  <c:v>44581</c:v>
                </c:pt>
                <c:pt idx="1964">
                  <c:v>44582</c:v>
                </c:pt>
                <c:pt idx="1965">
                  <c:v>44585</c:v>
                </c:pt>
                <c:pt idx="1966">
                  <c:v>44586</c:v>
                </c:pt>
                <c:pt idx="1967">
                  <c:v>44587</c:v>
                </c:pt>
                <c:pt idx="1968">
                  <c:v>44588</c:v>
                </c:pt>
                <c:pt idx="1969">
                  <c:v>44589</c:v>
                </c:pt>
                <c:pt idx="1970">
                  <c:v>44599</c:v>
                </c:pt>
                <c:pt idx="1971">
                  <c:v>44600</c:v>
                </c:pt>
                <c:pt idx="1972">
                  <c:v>44601</c:v>
                </c:pt>
                <c:pt idx="1973">
                  <c:v>44602</c:v>
                </c:pt>
                <c:pt idx="1974">
                  <c:v>44603</c:v>
                </c:pt>
                <c:pt idx="1975">
                  <c:v>44606</c:v>
                </c:pt>
                <c:pt idx="1976">
                  <c:v>44607</c:v>
                </c:pt>
                <c:pt idx="1977">
                  <c:v>44608</c:v>
                </c:pt>
                <c:pt idx="1978">
                  <c:v>44609</c:v>
                </c:pt>
                <c:pt idx="1979">
                  <c:v>44610</c:v>
                </c:pt>
                <c:pt idx="1980">
                  <c:v>44613</c:v>
                </c:pt>
                <c:pt idx="1981">
                  <c:v>44614</c:v>
                </c:pt>
                <c:pt idx="1982">
                  <c:v>44615</c:v>
                </c:pt>
                <c:pt idx="1983">
                  <c:v>44616</c:v>
                </c:pt>
                <c:pt idx="1984">
                  <c:v>44617</c:v>
                </c:pt>
                <c:pt idx="1985">
                  <c:v>44620</c:v>
                </c:pt>
                <c:pt idx="1986">
                  <c:v>44621</c:v>
                </c:pt>
                <c:pt idx="1987">
                  <c:v>44622</c:v>
                </c:pt>
                <c:pt idx="1988">
                  <c:v>44623</c:v>
                </c:pt>
                <c:pt idx="1989">
                  <c:v>44624</c:v>
                </c:pt>
                <c:pt idx="1990">
                  <c:v>44627</c:v>
                </c:pt>
                <c:pt idx="1991">
                  <c:v>44628</c:v>
                </c:pt>
                <c:pt idx="1992">
                  <c:v>44629</c:v>
                </c:pt>
                <c:pt idx="1993">
                  <c:v>44630</c:v>
                </c:pt>
                <c:pt idx="1994">
                  <c:v>44631</c:v>
                </c:pt>
                <c:pt idx="1995">
                  <c:v>44634</c:v>
                </c:pt>
                <c:pt idx="1996">
                  <c:v>44635</c:v>
                </c:pt>
                <c:pt idx="1997">
                  <c:v>44636</c:v>
                </c:pt>
                <c:pt idx="1998">
                  <c:v>44637</c:v>
                </c:pt>
                <c:pt idx="1999">
                  <c:v>44638</c:v>
                </c:pt>
                <c:pt idx="2000">
                  <c:v>44641</c:v>
                </c:pt>
                <c:pt idx="2001">
                  <c:v>44642</c:v>
                </c:pt>
                <c:pt idx="2002">
                  <c:v>44643</c:v>
                </c:pt>
                <c:pt idx="2003">
                  <c:v>44644</c:v>
                </c:pt>
                <c:pt idx="2004">
                  <c:v>44645</c:v>
                </c:pt>
                <c:pt idx="2005">
                  <c:v>44648</c:v>
                </c:pt>
                <c:pt idx="2006">
                  <c:v>44649</c:v>
                </c:pt>
                <c:pt idx="2007">
                  <c:v>44650</c:v>
                </c:pt>
                <c:pt idx="2008">
                  <c:v>44651</c:v>
                </c:pt>
                <c:pt idx="2009">
                  <c:v>44652</c:v>
                </c:pt>
                <c:pt idx="2010">
                  <c:v>44657</c:v>
                </c:pt>
                <c:pt idx="2011">
                  <c:v>44658</c:v>
                </c:pt>
                <c:pt idx="2012">
                  <c:v>44659</c:v>
                </c:pt>
                <c:pt idx="2013">
                  <c:v>44662</c:v>
                </c:pt>
                <c:pt idx="2014">
                  <c:v>44663</c:v>
                </c:pt>
                <c:pt idx="2015">
                  <c:v>44664</c:v>
                </c:pt>
                <c:pt idx="2016">
                  <c:v>44665</c:v>
                </c:pt>
                <c:pt idx="2017">
                  <c:v>44666</c:v>
                </c:pt>
                <c:pt idx="2018">
                  <c:v>44669</c:v>
                </c:pt>
                <c:pt idx="2019">
                  <c:v>44670</c:v>
                </c:pt>
                <c:pt idx="2020">
                  <c:v>44671</c:v>
                </c:pt>
                <c:pt idx="2021">
                  <c:v>44672</c:v>
                </c:pt>
                <c:pt idx="2022">
                  <c:v>44673</c:v>
                </c:pt>
                <c:pt idx="2023">
                  <c:v>44676</c:v>
                </c:pt>
                <c:pt idx="2024">
                  <c:v>44677</c:v>
                </c:pt>
                <c:pt idx="2025">
                  <c:v>44678</c:v>
                </c:pt>
                <c:pt idx="2026">
                  <c:v>44679</c:v>
                </c:pt>
                <c:pt idx="2027">
                  <c:v>44680</c:v>
                </c:pt>
                <c:pt idx="2028">
                  <c:v>44686</c:v>
                </c:pt>
                <c:pt idx="2029">
                  <c:v>44687</c:v>
                </c:pt>
                <c:pt idx="2030">
                  <c:v>44690</c:v>
                </c:pt>
                <c:pt idx="2031">
                  <c:v>44691</c:v>
                </c:pt>
                <c:pt idx="2032">
                  <c:v>44692</c:v>
                </c:pt>
                <c:pt idx="2033">
                  <c:v>44693</c:v>
                </c:pt>
                <c:pt idx="2034">
                  <c:v>44694</c:v>
                </c:pt>
                <c:pt idx="2035">
                  <c:v>44697</c:v>
                </c:pt>
                <c:pt idx="2036">
                  <c:v>44698</c:v>
                </c:pt>
                <c:pt idx="2037">
                  <c:v>44699</c:v>
                </c:pt>
                <c:pt idx="2038">
                  <c:v>44700</c:v>
                </c:pt>
                <c:pt idx="2039">
                  <c:v>44701</c:v>
                </c:pt>
                <c:pt idx="2040">
                  <c:v>44704</c:v>
                </c:pt>
                <c:pt idx="2041">
                  <c:v>44705</c:v>
                </c:pt>
                <c:pt idx="2042">
                  <c:v>44706</c:v>
                </c:pt>
                <c:pt idx="2043">
                  <c:v>44707</c:v>
                </c:pt>
                <c:pt idx="2044">
                  <c:v>44708</c:v>
                </c:pt>
                <c:pt idx="2045">
                  <c:v>44711</c:v>
                </c:pt>
                <c:pt idx="2046">
                  <c:v>44712</c:v>
                </c:pt>
                <c:pt idx="2047">
                  <c:v>44713</c:v>
                </c:pt>
                <c:pt idx="2048">
                  <c:v>44714</c:v>
                </c:pt>
                <c:pt idx="2049">
                  <c:v>44718</c:v>
                </c:pt>
                <c:pt idx="2050">
                  <c:v>44719</c:v>
                </c:pt>
                <c:pt idx="2051">
                  <c:v>44720</c:v>
                </c:pt>
                <c:pt idx="2052">
                  <c:v>44721</c:v>
                </c:pt>
                <c:pt idx="2053">
                  <c:v>44722</c:v>
                </c:pt>
                <c:pt idx="2054">
                  <c:v>44725</c:v>
                </c:pt>
                <c:pt idx="2055">
                  <c:v>44726</c:v>
                </c:pt>
                <c:pt idx="2056">
                  <c:v>44727</c:v>
                </c:pt>
                <c:pt idx="2057">
                  <c:v>44728</c:v>
                </c:pt>
                <c:pt idx="2058">
                  <c:v>44729</c:v>
                </c:pt>
                <c:pt idx="2059">
                  <c:v>44732</c:v>
                </c:pt>
                <c:pt idx="2060">
                  <c:v>44733</c:v>
                </c:pt>
                <c:pt idx="2061">
                  <c:v>44734</c:v>
                </c:pt>
                <c:pt idx="2062">
                  <c:v>44735</c:v>
                </c:pt>
                <c:pt idx="2063">
                  <c:v>44736</c:v>
                </c:pt>
                <c:pt idx="2064">
                  <c:v>44739</c:v>
                </c:pt>
                <c:pt idx="2065">
                  <c:v>44740</c:v>
                </c:pt>
                <c:pt idx="2066">
                  <c:v>44741</c:v>
                </c:pt>
                <c:pt idx="2067">
                  <c:v>44742</c:v>
                </c:pt>
                <c:pt idx="2068">
                  <c:v>44743</c:v>
                </c:pt>
                <c:pt idx="2069">
                  <c:v>44746</c:v>
                </c:pt>
                <c:pt idx="2070">
                  <c:v>44747</c:v>
                </c:pt>
                <c:pt idx="2071">
                  <c:v>44748</c:v>
                </c:pt>
                <c:pt idx="2072">
                  <c:v>44749</c:v>
                </c:pt>
                <c:pt idx="2073">
                  <c:v>44750</c:v>
                </c:pt>
                <c:pt idx="2074">
                  <c:v>44753</c:v>
                </c:pt>
                <c:pt idx="2075">
                  <c:v>44754</c:v>
                </c:pt>
                <c:pt idx="2076">
                  <c:v>44755</c:v>
                </c:pt>
                <c:pt idx="2077">
                  <c:v>44756</c:v>
                </c:pt>
                <c:pt idx="2078">
                  <c:v>44757</c:v>
                </c:pt>
                <c:pt idx="2079">
                  <c:v>44760</c:v>
                </c:pt>
                <c:pt idx="2080">
                  <c:v>44761</c:v>
                </c:pt>
                <c:pt idx="2081">
                  <c:v>44762</c:v>
                </c:pt>
                <c:pt idx="2082">
                  <c:v>44763</c:v>
                </c:pt>
                <c:pt idx="2083">
                  <c:v>44764</c:v>
                </c:pt>
                <c:pt idx="2084">
                  <c:v>44767</c:v>
                </c:pt>
                <c:pt idx="2085">
                  <c:v>44768</c:v>
                </c:pt>
                <c:pt idx="2086">
                  <c:v>44769</c:v>
                </c:pt>
                <c:pt idx="2087">
                  <c:v>44770</c:v>
                </c:pt>
                <c:pt idx="2088">
                  <c:v>44771</c:v>
                </c:pt>
                <c:pt idx="2089">
                  <c:v>44774</c:v>
                </c:pt>
                <c:pt idx="2090">
                  <c:v>44775</c:v>
                </c:pt>
                <c:pt idx="2091">
                  <c:v>44776</c:v>
                </c:pt>
                <c:pt idx="2092">
                  <c:v>44777</c:v>
                </c:pt>
                <c:pt idx="2093">
                  <c:v>44778</c:v>
                </c:pt>
                <c:pt idx="2094">
                  <c:v>44781</c:v>
                </c:pt>
                <c:pt idx="2095">
                  <c:v>44782</c:v>
                </c:pt>
                <c:pt idx="2096">
                  <c:v>44783</c:v>
                </c:pt>
                <c:pt idx="2097">
                  <c:v>44784</c:v>
                </c:pt>
                <c:pt idx="2098">
                  <c:v>44785</c:v>
                </c:pt>
                <c:pt idx="2099">
                  <c:v>44788</c:v>
                </c:pt>
                <c:pt idx="2100">
                  <c:v>44789</c:v>
                </c:pt>
                <c:pt idx="2101">
                  <c:v>44790</c:v>
                </c:pt>
                <c:pt idx="2102">
                  <c:v>44791</c:v>
                </c:pt>
                <c:pt idx="2103">
                  <c:v>44792</c:v>
                </c:pt>
                <c:pt idx="2104">
                  <c:v>44795</c:v>
                </c:pt>
                <c:pt idx="2105">
                  <c:v>44796</c:v>
                </c:pt>
                <c:pt idx="2106">
                  <c:v>44797</c:v>
                </c:pt>
                <c:pt idx="2107">
                  <c:v>44798</c:v>
                </c:pt>
                <c:pt idx="2108">
                  <c:v>44799</c:v>
                </c:pt>
                <c:pt idx="2109">
                  <c:v>44802</c:v>
                </c:pt>
                <c:pt idx="2110">
                  <c:v>44803</c:v>
                </c:pt>
                <c:pt idx="2111">
                  <c:v>44804</c:v>
                </c:pt>
                <c:pt idx="2112">
                  <c:v>44805</c:v>
                </c:pt>
                <c:pt idx="2113">
                  <c:v>44806</c:v>
                </c:pt>
                <c:pt idx="2114">
                  <c:v>44809</c:v>
                </c:pt>
                <c:pt idx="2115">
                  <c:v>44810</c:v>
                </c:pt>
                <c:pt idx="2116">
                  <c:v>44811</c:v>
                </c:pt>
                <c:pt idx="2117">
                  <c:v>44812</c:v>
                </c:pt>
                <c:pt idx="2118">
                  <c:v>44813</c:v>
                </c:pt>
                <c:pt idx="2119">
                  <c:v>44817</c:v>
                </c:pt>
                <c:pt idx="2120">
                  <c:v>44818</c:v>
                </c:pt>
                <c:pt idx="2121">
                  <c:v>44819</c:v>
                </c:pt>
                <c:pt idx="2122">
                  <c:v>44820</c:v>
                </c:pt>
                <c:pt idx="2123">
                  <c:v>44823</c:v>
                </c:pt>
                <c:pt idx="2124">
                  <c:v>44824</c:v>
                </c:pt>
                <c:pt idx="2125">
                  <c:v>44825</c:v>
                </c:pt>
                <c:pt idx="2126">
                  <c:v>44826</c:v>
                </c:pt>
                <c:pt idx="2127">
                  <c:v>44827</c:v>
                </c:pt>
                <c:pt idx="2128">
                  <c:v>44830</c:v>
                </c:pt>
                <c:pt idx="2129">
                  <c:v>44831</c:v>
                </c:pt>
                <c:pt idx="2130">
                  <c:v>44832</c:v>
                </c:pt>
                <c:pt idx="2131">
                  <c:v>44833</c:v>
                </c:pt>
                <c:pt idx="2132">
                  <c:v>44834</c:v>
                </c:pt>
                <c:pt idx="2133">
                  <c:v>44844</c:v>
                </c:pt>
                <c:pt idx="2134">
                  <c:v>44845</c:v>
                </c:pt>
                <c:pt idx="2135">
                  <c:v>44846</c:v>
                </c:pt>
                <c:pt idx="2136">
                  <c:v>44847</c:v>
                </c:pt>
                <c:pt idx="2137">
                  <c:v>44848</c:v>
                </c:pt>
                <c:pt idx="2138">
                  <c:v>44851</c:v>
                </c:pt>
                <c:pt idx="2139">
                  <c:v>44852</c:v>
                </c:pt>
                <c:pt idx="2140">
                  <c:v>44853</c:v>
                </c:pt>
                <c:pt idx="2141">
                  <c:v>44854</c:v>
                </c:pt>
                <c:pt idx="2142">
                  <c:v>44855</c:v>
                </c:pt>
                <c:pt idx="2143">
                  <c:v>44858</c:v>
                </c:pt>
                <c:pt idx="2144">
                  <c:v>44859</c:v>
                </c:pt>
                <c:pt idx="2145">
                  <c:v>44860</c:v>
                </c:pt>
                <c:pt idx="2146">
                  <c:v>44861</c:v>
                </c:pt>
                <c:pt idx="2147">
                  <c:v>44862</c:v>
                </c:pt>
                <c:pt idx="2148">
                  <c:v>44865</c:v>
                </c:pt>
                <c:pt idx="2149">
                  <c:v>44866</c:v>
                </c:pt>
                <c:pt idx="2150">
                  <c:v>44867</c:v>
                </c:pt>
                <c:pt idx="2151">
                  <c:v>44868</c:v>
                </c:pt>
                <c:pt idx="2152">
                  <c:v>44869</c:v>
                </c:pt>
                <c:pt idx="2153">
                  <c:v>44872</c:v>
                </c:pt>
                <c:pt idx="2154">
                  <c:v>44873</c:v>
                </c:pt>
                <c:pt idx="2155">
                  <c:v>44874</c:v>
                </c:pt>
                <c:pt idx="2156">
                  <c:v>44875</c:v>
                </c:pt>
                <c:pt idx="2157">
                  <c:v>44876</c:v>
                </c:pt>
                <c:pt idx="2158">
                  <c:v>44879</c:v>
                </c:pt>
                <c:pt idx="2159">
                  <c:v>44880</c:v>
                </c:pt>
                <c:pt idx="2160">
                  <c:v>44881</c:v>
                </c:pt>
                <c:pt idx="2161">
                  <c:v>44882</c:v>
                </c:pt>
                <c:pt idx="2162">
                  <c:v>44883</c:v>
                </c:pt>
                <c:pt idx="2163">
                  <c:v>44886</c:v>
                </c:pt>
                <c:pt idx="2164">
                  <c:v>44887</c:v>
                </c:pt>
                <c:pt idx="2165">
                  <c:v>44888</c:v>
                </c:pt>
                <c:pt idx="2166">
                  <c:v>44889</c:v>
                </c:pt>
                <c:pt idx="2167">
                  <c:v>44890</c:v>
                </c:pt>
                <c:pt idx="2168">
                  <c:v>44893</c:v>
                </c:pt>
                <c:pt idx="2169">
                  <c:v>44894</c:v>
                </c:pt>
                <c:pt idx="2170">
                  <c:v>44895</c:v>
                </c:pt>
                <c:pt idx="2171">
                  <c:v>44896</c:v>
                </c:pt>
                <c:pt idx="2172">
                  <c:v>44897</c:v>
                </c:pt>
                <c:pt idx="2173">
                  <c:v>44900</c:v>
                </c:pt>
                <c:pt idx="2174">
                  <c:v>44901</c:v>
                </c:pt>
                <c:pt idx="2175">
                  <c:v>44902</c:v>
                </c:pt>
                <c:pt idx="2176">
                  <c:v>44903</c:v>
                </c:pt>
                <c:pt idx="2177">
                  <c:v>44904</c:v>
                </c:pt>
                <c:pt idx="2178">
                  <c:v>44907</c:v>
                </c:pt>
                <c:pt idx="2179">
                  <c:v>44908</c:v>
                </c:pt>
                <c:pt idx="2180">
                  <c:v>44909</c:v>
                </c:pt>
                <c:pt idx="2181">
                  <c:v>44910</c:v>
                </c:pt>
                <c:pt idx="2182">
                  <c:v>44911</c:v>
                </c:pt>
                <c:pt idx="2183">
                  <c:v>44914</c:v>
                </c:pt>
                <c:pt idx="2184">
                  <c:v>44915</c:v>
                </c:pt>
                <c:pt idx="2185">
                  <c:v>44916</c:v>
                </c:pt>
                <c:pt idx="2186">
                  <c:v>44917</c:v>
                </c:pt>
                <c:pt idx="2187">
                  <c:v>44918</c:v>
                </c:pt>
                <c:pt idx="2188">
                  <c:v>44921</c:v>
                </c:pt>
                <c:pt idx="2189">
                  <c:v>44922</c:v>
                </c:pt>
                <c:pt idx="2190">
                  <c:v>44923</c:v>
                </c:pt>
                <c:pt idx="2191">
                  <c:v>44924</c:v>
                </c:pt>
                <c:pt idx="2192">
                  <c:v>44925</c:v>
                </c:pt>
                <c:pt idx="2193">
                  <c:v>44929</c:v>
                </c:pt>
                <c:pt idx="2194">
                  <c:v>44930</c:v>
                </c:pt>
                <c:pt idx="2195">
                  <c:v>44931</c:v>
                </c:pt>
                <c:pt idx="2196">
                  <c:v>44932</c:v>
                </c:pt>
                <c:pt idx="2197">
                  <c:v>44935</c:v>
                </c:pt>
                <c:pt idx="2198">
                  <c:v>44936</c:v>
                </c:pt>
                <c:pt idx="2199">
                  <c:v>44937</c:v>
                </c:pt>
                <c:pt idx="2200">
                  <c:v>44938</c:v>
                </c:pt>
                <c:pt idx="2201">
                  <c:v>44939</c:v>
                </c:pt>
                <c:pt idx="2202">
                  <c:v>44942</c:v>
                </c:pt>
                <c:pt idx="2203">
                  <c:v>44943</c:v>
                </c:pt>
                <c:pt idx="2204">
                  <c:v>44944</c:v>
                </c:pt>
                <c:pt idx="2205">
                  <c:v>44945</c:v>
                </c:pt>
                <c:pt idx="2206">
                  <c:v>44946</c:v>
                </c:pt>
                <c:pt idx="2207">
                  <c:v>44956</c:v>
                </c:pt>
                <c:pt idx="2208">
                  <c:v>44957</c:v>
                </c:pt>
                <c:pt idx="2209">
                  <c:v>44958</c:v>
                </c:pt>
                <c:pt idx="2210">
                  <c:v>44959</c:v>
                </c:pt>
                <c:pt idx="2211">
                  <c:v>44960</c:v>
                </c:pt>
                <c:pt idx="2212">
                  <c:v>44963</c:v>
                </c:pt>
                <c:pt idx="2213">
                  <c:v>44964</c:v>
                </c:pt>
                <c:pt idx="2214">
                  <c:v>44965</c:v>
                </c:pt>
                <c:pt idx="2215">
                  <c:v>44966</c:v>
                </c:pt>
                <c:pt idx="2216">
                  <c:v>44967</c:v>
                </c:pt>
                <c:pt idx="2217">
                  <c:v>44970</c:v>
                </c:pt>
                <c:pt idx="2218">
                  <c:v>44971</c:v>
                </c:pt>
                <c:pt idx="2219">
                  <c:v>44972</c:v>
                </c:pt>
                <c:pt idx="2220">
                  <c:v>44973</c:v>
                </c:pt>
                <c:pt idx="2221">
                  <c:v>44974</c:v>
                </c:pt>
                <c:pt idx="2222">
                  <c:v>44977</c:v>
                </c:pt>
                <c:pt idx="2223">
                  <c:v>44978</c:v>
                </c:pt>
                <c:pt idx="2224">
                  <c:v>44979</c:v>
                </c:pt>
                <c:pt idx="2225">
                  <c:v>44980</c:v>
                </c:pt>
                <c:pt idx="2226">
                  <c:v>44981</c:v>
                </c:pt>
                <c:pt idx="2227">
                  <c:v>44984</c:v>
                </c:pt>
                <c:pt idx="2228">
                  <c:v>44985</c:v>
                </c:pt>
                <c:pt idx="2229">
                  <c:v>44986</c:v>
                </c:pt>
                <c:pt idx="2230">
                  <c:v>44987</c:v>
                </c:pt>
                <c:pt idx="2231">
                  <c:v>44988</c:v>
                </c:pt>
                <c:pt idx="2232">
                  <c:v>44991</c:v>
                </c:pt>
                <c:pt idx="2233">
                  <c:v>44992</c:v>
                </c:pt>
                <c:pt idx="2234">
                  <c:v>44993</c:v>
                </c:pt>
                <c:pt idx="2235">
                  <c:v>44994</c:v>
                </c:pt>
                <c:pt idx="2236">
                  <c:v>44995</c:v>
                </c:pt>
                <c:pt idx="2237">
                  <c:v>44998</c:v>
                </c:pt>
                <c:pt idx="2238">
                  <c:v>44999</c:v>
                </c:pt>
                <c:pt idx="2239">
                  <c:v>45000</c:v>
                </c:pt>
                <c:pt idx="2240">
                  <c:v>45001</c:v>
                </c:pt>
                <c:pt idx="2241">
                  <c:v>45002</c:v>
                </c:pt>
                <c:pt idx="2242">
                  <c:v>45005</c:v>
                </c:pt>
                <c:pt idx="2243">
                  <c:v>45006</c:v>
                </c:pt>
                <c:pt idx="2244">
                  <c:v>45007</c:v>
                </c:pt>
                <c:pt idx="2245">
                  <c:v>45008</c:v>
                </c:pt>
                <c:pt idx="2246">
                  <c:v>45009</c:v>
                </c:pt>
                <c:pt idx="2247">
                  <c:v>45012</c:v>
                </c:pt>
                <c:pt idx="2248">
                  <c:v>45013</c:v>
                </c:pt>
                <c:pt idx="2249">
                  <c:v>45014</c:v>
                </c:pt>
                <c:pt idx="2250">
                  <c:v>45015</c:v>
                </c:pt>
                <c:pt idx="2251">
                  <c:v>45016</c:v>
                </c:pt>
                <c:pt idx="2252">
                  <c:v>45019</c:v>
                </c:pt>
                <c:pt idx="2253">
                  <c:v>45020</c:v>
                </c:pt>
                <c:pt idx="2254">
                  <c:v>45022</c:v>
                </c:pt>
                <c:pt idx="2255">
                  <c:v>45023</c:v>
                </c:pt>
                <c:pt idx="2256">
                  <c:v>45026</c:v>
                </c:pt>
                <c:pt idx="2257">
                  <c:v>45027</c:v>
                </c:pt>
                <c:pt idx="2258">
                  <c:v>45028</c:v>
                </c:pt>
                <c:pt idx="2259">
                  <c:v>45029</c:v>
                </c:pt>
                <c:pt idx="2260">
                  <c:v>45030</c:v>
                </c:pt>
                <c:pt idx="2261">
                  <c:v>45033</c:v>
                </c:pt>
                <c:pt idx="2262">
                  <c:v>45034</c:v>
                </c:pt>
                <c:pt idx="2263">
                  <c:v>45035</c:v>
                </c:pt>
                <c:pt idx="2264">
                  <c:v>45036</c:v>
                </c:pt>
                <c:pt idx="2265">
                  <c:v>45037</c:v>
                </c:pt>
                <c:pt idx="2266">
                  <c:v>45040</c:v>
                </c:pt>
                <c:pt idx="2267">
                  <c:v>45041</c:v>
                </c:pt>
                <c:pt idx="2268">
                  <c:v>45042</c:v>
                </c:pt>
                <c:pt idx="2269">
                  <c:v>45043</c:v>
                </c:pt>
                <c:pt idx="2270">
                  <c:v>45044</c:v>
                </c:pt>
                <c:pt idx="2271">
                  <c:v>45050</c:v>
                </c:pt>
                <c:pt idx="2272">
                  <c:v>45051</c:v>
                </c:pt>
                <c:pt idx="2273">
                  <c:v>45054</c:v>
                </c:pt>
                <c:pt idx="2274">
                  <c:v>45055</c:v>
                </c:pt>
                <c:pt idx="2275">
                  <c:v>45056</c:v>
                </c:pt>
                <c:pt idx="2276">
                  <c:v>45057</c:v>
                </c:pt>
                <c:pt idx="2277">
                  <c:v>45058</c:v>
                </c:pt>
                <c:pt idx="2278">
                  <c:v>45061</c:v>
                </c:pt>
                <c:pt idx="2279">
                  <c:v>45062</c:v>
                </c:pt>
                <c:pt idx="2280">
                  <c:v>45063</c:v>
                </c:pt>
                <c:pt idx="2281">
                  <c:v>45064</c:v>
                </c:pt>
                <c:pt idx="2282">
                  <c:v>45065</c:v>
                </c:pt>
                <c:pt idx="2283">
                  <c:v>45068</c:v>
                </c:pt>
                <c:pt idx="2284">
                  <c:v>45069</c:v>
                </c:pt>
                <c:pt idx="2285">
                  <c:v>45070</c:v>
                </c:pt>
                <c:pt idx="2286">
                  <c:v>45071</c:v>
                </c:pt>
                <c:pt idx="2287">
                  <c:v>45072</c:v>
                </c:pt>
                <c:pt idx="2288">
                  <c:v>45075</c:v>
                </c:pt>
                <c:pt idx="2289">
                  <c:v>45076</c:v>
                </c:pt>
                <c:pt idx="2290">
                  <c:v>45077</c:v>
                </c:pt>
                <c:pt idx="2291">
                  <c:v>45078</c:v>
                </c:pt>
                <c:pt idx="2292">
                  <c:v>45079</c:v>
                </c:pt>
                <c:pt idx="2293">
                  <c:v>45082</c:v>
                </c:pt>
                <c:pt idx="2294">
                  <c:v>45083</c:v>
                </c:pt>
                <c:pt idx="2295">
                  <c:v>45084</c:v>
                </c:pt>
                <c:pt idx="2296">
                  <c:v>45085</c:v>
                </c:pt>
                <c:pt idx="2297">
                  <c:v>45086</c:v>
                </c:pt>
                <c:pt idx="2298">
                  <c:v>45089</c:v>
                </c:pt>
                <c:pt idx="2299">
                  <c:v>45090</c:v>
                </c:pt>
                <c:pt idx="2300">
                  <c:v>45091</c:v>
                </c:pt>
                <c:pt idx="2301">
                  <c:v>45092</c:v>
                </c:pt>
                <c:pt idx="2302">
                  <c:v>45093</c:v>
                </c:pt>
                <c:pt idx="2303">
                  <c:v>45096</c:v>
                </c:pt>
                <c:pt idx="2304">
                  <c:v>45097</c:v>
                </c:pt>
                <c:pt idx="2305">
                  <c:v>45098</c:v>
                </c:pt>
                <c:pt idx="2306">
                  <c:v>45103</c:v>
                </c:pt>
                <c:pt idx="2307">
                  <c:v>45104</c:v>
                </c:pt>
                <c:pt idx="2308">
                  <c:v>45105</c:v>
                </c:pt>
                <c:pt idx="2309">
                  <c:v>45106</c:v>
                </c:pt>
                <c:pt idx="2310">
                  <c:v>45107</c:v>
                </c:pt>
                <c:pt idx="2311">
                  <c:v>45110</c:v>
                </c:pt>
                <c:pt idx="2312">
                  <c:v>45111</c:v>
                </c:pt>
                <c:pt idx="2313">
                  <c:v>45112</c:v>
                </c:pt>
                <c:pt idx="2314">
                  <c:v>45113</c:v>
                </c:pt>
                <c:pt idx="2315">
                  <c:v>45114</c:v>
                </c:pt>
                <c:pt idx="2316">
                  <c:v>45117</c:v>
                </c:pt>
                <c:pt idx="2317">
                  <c:v>45118</c:v>
                </c:pt>
                <c:pt idx="2318">
                  <c:v>45119</c:v>
                </c:pt>
                <c:pt idx="2319">
                  <c:v>45120</c:v>
                </c:pt>
                <c:pt idx="2320">
                  <c:v>45121</c:v>
                </c:pt>
                <c:pt idx="2321">
                  <c:v>45124</c:v>
                </c:pt>
                <c:pt idx="2322">
                  <c:v>45125</c:v>
                </c:pt>
                <c:pt idx="2323">
                  <c:v>45126</c:v>
                </c:pt>
                <c:pt idx="2324">
                  <c:v>45127</c:v>
                </c:pt>
                <c:pt idx="2325">
                  <c:v>45128</c:v>
                </c:pt>
                <c:pt idx="2326">
                  <c:v>45131</c:v>
                </c:pt>
                <c:pt idx="2327">
                  <c:v>45132</c:v>
                </c:pt>
                <c:pt idx="2328">
                  <c:v>45133</c:v>
                </c:pt>
                <c:pt idx="2329">
                  <c:v>45134</c:v>
                </c:pt>
                <c:pt idx="2330">
                  <c:v>45135</c:v>
                </c:pt>
                <c:pt idx="2331">
                  <c:v>45138</c:v>
                </c:pt>
                <c:pt idx="2332">
                  <c:v>45139</c:v>
                </c:pt>
                <c:pt idx="2333">
                  <c:v>45140</c:v>
                </c:pt>
                <c:pt idx="2334">
                  <c:v>45141</c:v>
                </c:pt>
                <c:pt idx="2335">
                  <c:v>45142</c:v>
                </c:pt>
                <c:pt idx="2336">
                  <c:v>45145</c:v>
                </c:pt>
                <c:pt idx="2337">
                  <c:v>45146</c:v>
                </c:pt>
                <c:pt idx="2338">
                  <c:v>45147</c:v>
                </c:pt>
                <c:pt idx="2339">
                  <c:v>45148</c:v>
                </c:pt>
                <c:pt idx="2340">
                  <c:v>45149</c:v>
                </c:pt>
                <c:pt idx="2341">
                  <c:v>45152</c:v>
                </c:pt>
                <c:pt idx="2342">
                  <c:v>45153</c:v>
                </c:pt>
                <c:pt idx="2343">
                  <c:v>45154</c:v>
                </c:pt>
                <c:pt idx="2344">
                  <c:v>45155</c:v>
                </c:pt>
                <c:pt idx="2345">
                  <c:v>45156</c:v>
                </c:pt>
                <c:pt idx="2346">
                  <c:v>45159</c:v>
                </c:pt>
                <c:pt idx="2347">
                  <c:v>45160</c:v>
                </c:pt>
                <c:pt idx="2348">
                  <c:v>45161</c:v>
                </c:pt>
                <c:pt idx="2349">
                  <c:v>45162</c:v>
                </c:pt>
                <c:pt idx="2350">
                  <c:v>45163</c:v>
                </c:pt>
                <c:pt idx="2351">
                  <c:v>45166</c:v>
                </c:pt>
                <c:pt idx="2352">
                  <c:v>45167</c:v>
                </c:pt>
                <c:pt idx="2353">
                  <c:v>45168</c:v>
                </c:pt>
                <c:pt idx="2354">
                  <c:v>45169</c:v>
                </c:pt>
                <c:pt idx="2355">
                  <c:v>45170</c:v>
                </c:pt>
                <c:pt idx="2356">
                  <c:v>45173</c:v>
                </c:pt>
                <c:pt idx="2357">
                  <c:v>45174</c:v>
                </c:pt>
                <c:pt idx="2358">
                  <c:v>45175</c:v>
                </c:pt>
                <c:pt idx="2359">
                  <c:v>45176</c:v>
                </c:pt>
                <c:pt idx="2360">
                  <c:v>45177</c:v>
                </c:pt>
                <c:pt idx="2361">
                  <c:v>45180</c:v>
                </c:pt>
                <c:pt idx="2362">
                  <c:v>45181</c:v>
                </c:pt>
                <c:pt idx="2363">
                  <c:v>45182</c:v>
                </c:pt>
                <c:pt idx="2364">
                  <c:v>45183</c:v>
                </c:pt>
                <c:pt idx="2365">
                  <c:v>45184</c:v>
                </c:pt>
                <c:pt idx="2366">
                  <c:v>45187</c:v>
                </c:pt>
                <c:pt idx="2367">
                  <c:v>45188</c:v>
                </c:pt>
                <c:pt idx="2368">
                  <c:v>45189</c:v>
                </c:pt>
                <c:pt idx="2369">
                  <c:v>45190</c:v>
                </c:pt>
                <c:pt idx="2370">
                  <c:v>45191</c:v>
                </c:pt>
                <c:pt idx="2371">
                  <c:v>45194</c:v>
                </c:pt>
                <c:pt idx="2372">
                  <c:v>45195</c:v>
                </c:pt>
                <c:pt idx="2373">
                  <c:v>45196</c:v>
                </c:pt>
                <c:pt idx="2374">
                  <c:v>45197</c:v>
                </c:pt>
                <c:pt idx="2375">
                  <c:v>45208</c:v>
                </c:pt>
                <c:pt idx="2376">
                  <c:v>45209</c:v>
                </c:pt>
                <c:pt idx="2377">
                  <c:v>45210</c:v>
                </c:pt>
                <c:pt idx="2378">
                  <c:v>45211</c:v>
                </c:pt>
                <c:pt idx="2379">
                  <c:v>45212</c:v>
                </c:pt>
                <c:pt idx="2380">
                  <c:v>45215</c:v>
                </c:pt>
                <c:pt idx="2381">
                  <c:v>45216</c:v>
                </c:pt>
                <c:pt idx="2382">
                  <c:v>45217</c:v>
                </c:pt>
                <c:pt idx="2383">
                  <c:v>45218</c:v>
                </c:pt>
                <c:pt idx="2384">
                  <c:v>45219</c:v>
                </c:pt>
                <c:pt idx="2385">
                  <c:v>45222</c:v>
                </c:pt>
                <c:pt idx="2386">
                  <c:v>45223</c:v>
                </c:pt>
                <c:pt idx="2387">
                  <c:v>45224</c:v>
                </c:pt>
                <c:pt idx="2388">
                  <c:v>45225</c:v>
                </c:pt>
                <c:pt idx="2389">
                  <c:v>45226</c:v>
                </c:pt>
                <c:pt idx="2390">
                  <c:v>45229</c:v>
                </c:pt>
                <c:pt idx="2391">
                  <c:v>45230</c:v>
                </c:pt>
                <c:pt idx="2392">
                  <c:v>45231</c:v>
                </c:pt>
                <c:pt idx="2393">
                  <c:v>45232</c:v>
                </c:pt>
                <c:pt idx="2394">
                  <c:v>45233</c:v>
                </c:pt>
                <c:pt idx="2395">
                  <c:v>45236</c:v>
                </c:pt>
                <c:pt idx="2396">
                  <c:v>45237</c:v>
                </c:pt>
                <c:pt idx="2397">
                  <c:v>45238</c:v>
                </c:pt>
                <c:pt idx="2398">
                  <c:v>45239</c:v>
                </c:pt>
                <c:pt idx="2399">
                  <c:v>45240</c:v>
                </c:pt>
                <c:pt idx="2400">
                  <c:v>45243</c:v>
                </c:pt>
                <c:pt idx="2401">
                  <c:v>45244</c:v>
                </c:pt>
                <c:pt idx="2402">
                  <c:v>45245</c:v>
                </c:pt>
                <c:pt idx="2403">
                  <c:v>45246</c:v>
                </c:pt>
                <c:pt idx="2404">
                  <c:v>45247</c:v>
                </c:pt>
                <c:pt idx="2405">
                  <c:v>45250</c:v>
                </c:pt>
                <c:pt idx="2406">
                  <c:v>45251</c:v>
                </c:pt>
                <c:pt idx="2407">
                  <c:v>45252</c:v>
                </c:pt>
                <c:pt idx="2408">
                  <c:v>45253</c:v>
                </c:pt>
                <c:pt idx="2409">
                  <c:v>45254</c:v>
                </c:pt>
                <c:pt idx="2410">
                  <c:v>45257</c:v>
                </c:pt>
                <c:pt idx="2411">
                  <c:v>45258</c:v>
                </c:pt>
                <c:pt idx="2412">
                  <c:v>45259</c:v>
                </c:pt>
                <c:pt idx="2413">
                  <c:v>45260</c:v>
                </c:pt>
                <c:pt idx="2414">
                  <c:v>45261</c:v>
                </c:pt>
                <c:pt idx="2415">
                  <c:v>45264</c:v>
                </c:pt>
                <c:pt idx="2416">
                  <c:v>45265</c:v>
                </c:pt>
                <c:pt idx="2417">
                  <c:v>45266</c:v>
                </c:pt>
                <c:pt idx="2418">
                  <c:v>45267</c:v>
                </c:pt>
                <c:pt idx="2419">
                  <c:v>45268</c:v>
                </c:pt>
                <c:pt idx="2420">
                  <c:v>45271</c:v>
                </c:pt>
                <c:pt idx="2421">
                  <c:v>45272</c:v>
                </c:pt>
                <c:pt idx="2422">
                  <c:v>45273</c:v>
                </c:pt>
                <c:pt idx="2423">
                  <c:v>45274</c:v>
                </c:pt>
                <c:pt idx="2424">
                  <c:v>45275</c:v>
                </c:pt>
                <c:pt idx="2425">
                  <c:v>45278</c:v>
                </c:pt>
                <c:pt idx="2426">
                  <c:v>45279</c:v>
                </c:pt>
                <c:pt idx="2427">
                  <c:v>45280</c:v>
                </c:pt>
                <c:pt idx="2428">
                  <c:v>45281</c:v>
                </c:pt>
                <c:pt idx="2429">
                  <c:v>45282</c:v>
                </c:pt>
                <c:pt idx="2430">
                  <c:v>45285</c:v>
                </c:pt>
                <c:pt idx="2431">
                  <c:v>45286</c:v>
                </c:pt>
                <c:pt idx="2432">
                  <c:v>45287</c:v>
                </c:pt>
                <c:pt idx="2433">
                  <c:v>45288</c:v>
                </c:pt>
                <c:pt idx="2434">
                  <c:v>45289</c:v>
                </c:pt>
                <c:pt idx="2435">
                  <c:v>45293</c:v>
                </c:pt>
                <c:pt idx="2436">
                  <c:v>45294</c:v>
                </c:pt>
                <c:pt idx="2437">
                  <c:v>45295</c:v>
                </c:pt>
                <c:pt idx="2438">
                  <c:v>45296</c:v>
                </c:pt>
                <c:pt idx="2439">
                  <c:v>45299</c:v>
                </c:pt>
                <c:pt idx="2440">
                  <c:v>45300</c:v>
                </c:pt>
                <c:pt idx="2441">
                  <c:v>45301</c:v>
                </c:pt>
                <c:pt idx="2442">
                  <c:v>45302</c:v>
                </c:pt>
                <c:pt idx="2443">
                  <c:v>45303</c:v>
                </c:pt>
                <c:pt idx="2444">
                  <c:v>45306</c:v>
                </c:pt>
                <c:pt idx="2445">
                  <c:v>45307</c:v>
                </c:pt>
                <c:pt idx="2446">
                  <c:v>45308</c:v>
                </c:pt>
                <c:pt idx="2447">
                  <c:v>45309</c:v>
                </c:pt>
                <c:pt idx="2448">
                  <c:v>45310</c:v>
                </c:pt>
                <c:pt idx="2449">
                  <c:v>45313</c:v>
                </c:pt>
                <c:pt idx="2450">
                  <c:v>45314</c:v>
                </c:pt>
                <c:pt idx="2451">
                  <c:v>45315</c:v>
                </c:pt>
                <c:pt idx="2452">
                  <c:v>45316</c:v>
                </c:pt>
                <c:pt idx="2453">
                  <c:v>45317</c:v>
                </c:pt>
                <c:pt idx="2454">
                  <c:v>45320</c:v>
                </c:pt>
                <c:pt idx="2455">
                  <c:v>45321</c:v>
                </c:pt>
                <c:pt idx="2456">
                  <c:v>45322</c:v>
                </c:pt>
                <c:pt idx="2457">
                  <c:v>45323</c:v>
                </c:pt>
                <c:pt idx="2458">
                  <c:v>45324</c:v>
                </c:pt>
                <c:pt idx="2459">
                  <c:v>45327</c:v>
                </c:pt>
                <c:pt idx="2460">
                  <c:v>45328</c:v>
                </c:pt>
                <c:pt idx="2461">
                  <c:v>45329</c:v>
                </c:pt>
                <c:pt idx="2462">
                  <c:v>45330</c:v>
                </c:pt>
                <c:pt idx="2463">
                  <c:v>45341</c:v>
                </c:pt>
                <c:pt idx="2464">
                  <c:v>45342</c:v>
                </c:pt>
                <c:pt idx="2465">
                  <c:v>45343</c:v>
                </c:pt>
                <c:pt idx="2466">
                  <c:v>45344</c:v>
                </c:pt>
                <c:pt idx="2467">
                  <c:v>45345</c:v>
                </c:pt>
                <c:pt idx="2468">
                  <c:v>45348</c:v>
                </c:pt>
                <c:pt idx="2469">
                  <c:v>45349</c:v>
                </c:pt>
                <c:pt idx="2470">
                  <c:v>45350</c:v>
                </c:pt>
                <c:pt idx="2471">
                  <c:v>45351</c:v>
                </c:pt>
                <c:pt idx="2472">
                  <c:v>45352</c:v>
                </c:pt>
                <c:pt idx="2473">
                  <c:v>45355</c:v>
                </c:pt>
                <c:pt idx="2474">
                  <c:v>45356</c:v>
                </c:pt>
                <c:pt idx="2475">
                  <c:v>45357</c:v>
                </c:pt>
                <c:pt idx="2476">
                  <c:v>45358</c:v>
                </c:pt>
                <c:pt idx="2477">
                  <c:v>45359</c:v>
                </c:pt>
                <c:pt idx="2478">
                  <c:v>45362</c:v>
                </c:pt>
                <c:pt idx="2479">
                  <c:v>45363</c:v>
                </c:pt>
                <c:pt idx="2480">
                  <c:v>45364</c:v>
                </c:pt>
                <c:pt idx="2481">
                  <c:v>45365</c:v>
                </c:pt>
                <c:pt idx="2482">
                  <c:v>45366</c:v>
                </c:pt>
                <c:pt idx="2483">
                  <c:v>45369</c:v>
                </c:pt>
                <c:pt idx="2484">
                  <c:v>45370</c:v>
                </c:pt>
                <c:pt idx="2485">
                  <c:v>45371</c:v>
                </c:pt>
                <c:pt idx="2486">
                  <c:v>45372</c:v>
                </c:pt>
                <c:pt idx="2487">
                  <c:v>45373</c:v>
                </c:pt>
                <c:pt idx="2488">
                  <c:v>45376</c:v>
                </c:pt>
                <c:pt idx="2489">
                  <c:v>45377</c:v>
                </c:pt>
                <c:pt idx="2490">
                  <c:v>45378</c:v>
                </c:pt>
                <c:pt idx="2491">
                  <c:v>45379</c:v>
                </c:pt>
                <c:pt idx="2492">
                  <c:v>45380</c:v>
                </c:pt>
                <c:pt idx="2493">
                  <c:v>45383</c:v>
                </c:pt>
                <c:pt idx="2494">
                  <c:v>45384</c:v>
                </c:pt>
                <c:pt idx="2495">
                  <c:v>45385</c:v>
                </c:pt>
                <c:pt idx="2496">
                  <c:v>45390</c:v>
                </c:pt>
                <c:pt idx="2497">
                  <c:v>45391</c:v>
                </c:pt>
                <c:pt idx="2498">
                  <c:v>45392</c:v>
                </c:pt>
                <c:pt idx="2499">
                  <c:v>45393</c:v>
                </c:pt>
                <c:pt idx="2500">
                  <c:v>45394</c:v>
                </c:pt>
                <c:pt idx="2501">
                  <c:v>45397</c:v>
                </c:pt>
                <c:pt idx="2502">
                  <c:v>45398</c:v>
                </c:pt>
                <c:pt idx="2503">
                  <c:v>45399</c:v>
                </c:pt>
                <c:pt idx="2504">
                  <c:v>45400</c:v>
                </c:pt>
                <c:pt idx="2505">
                  <c:v>45401</c:v>
                </c:pt>
                <c:pt idx="2506">
                  <c:v>45404</c:v>
                </c:pt>
                <c:pt idx="2507">
                  <c:v>45405</c:v>
                </c:pt>
                <c:pt idx="2508">
                  <c:v>45406</c:v>
                </c:pt>
                <c:pt idx="2509">
                  <c:v>45407</c:v>
                </c:pt>
                <c:pt idx="2510">
                  <c:v>45408</c:v>
                </c:pt>
                <c:pt idx="2511">
                  <c:v>45411</c:v>
                </c:pt>
                <c:pt idx="2512">
                  <c:v>45412</c:v>
                </c:pt>
                <c:pt idx="2513">
                  <c:v>45418</c:v>
                </c:pt>
                <c:pt idx="2514">
                  <c:v>45419</c:v>
                </c:pt>
                <c:pt idx="2515">
                  <c:v>45420</c:v>
                </c:pt>
                <c:pt idx="2516">
                  <c:v>45421</c:v>
                </c:pt>
                <c:pt idx="2517">
                  <c:v>45422</c:v>
                </c:pt>
                <c:pt idx="2518">
                  <c:v>45425</c:v>
                </c:pt>
                <c:pt idx="2519">
                  <c:v>45426</c:v>
                </c:pt>
                <c:pt idx="2520">
                  <c:v>45427</c:v>
                </c:pt>
                <c:pt idx="2521">
                  <c:v>45428</c:v>
                </c:pt>
                <c:pt idx="2522">
                  <c:v>45429</c:v>
                </c:pt>
                <c:pt idx="2523">
                  <c:v>45432</c:v>
                </c:pt>
                <c:pt idx="2524">
                  <c:v>45433</c:v>
                </c:pt>
                <c:pt idx="2525">
                  <c:v>45434</c:v>
                </c:pt>
                <c:pt idx="2526">
                  <c:v>45435</c:v>
                </c:pt>
                <c:pt idx="2527">
                  <c:v>45436</c:v>
                </c:pt>
                <c:pt idx="2528">
                  <c:v>45439</c:v>
                </c:pt>
                <c:pt idx="2529">
                  <c:v>45440</c:v>
                </c:pt>
                <c:pt idx="2530">
                  <c:v>45441</c:v>
                </c:pt>
                <c:pt idx="2531">
                  <c:v>45442</c:v>
                </c:pt>
                <c:pt idx="2532">
                  <c:v>45443</c:v>
                </c:pt>
                <c:pt idx="2533">
                  <c:v>45446</c:v>
                </c:pt>
                <c:pt idx="2534">
                  <c:v>45447</c:v>
                </c:pt>
                <c:pt idx="2535">
                  <c:v>45448</c:v>
                </c:pt>
                <c:pt idx="2536">
                  <c:v>45449</c:v>
                </c:pt>
                <c:pt idx="2537">
                  <c:v>45450</c:v>
                </c:pt>
                <c:pt idx="2538">
                  <c:v>45454</c:v>
                </c:pt>
                <c:pt idx="2539">
                  <c:v>45455</c:v>
                </c:pt>
                <c:pt idx="2540">
                  <c:v>45456</c:v>
                </c:pt>
                <c:pt idx="2541">
                  <c:v>45457</c:v>
                </c:pt>
                <c:pt idx="2542">
                  <c:v>45460</c:v>
                </c:pt>
                <c:pt idx="2543">
                  <c:v>45461</c:v>
                </c:pt>
                <c:pt idx="2544">
                  <c:v>45462</c:v>
                </c:pt>
                <c:pt idx="2545">
                  <c:v>45463</c:v>
                </c:pt>
                <c:pt idx="2546">
                  <c:v>45464</c:v>
                </c:pt>
                <c:pt idx="2547">
                  <c:v>45467</c:v>
                </c:pt>
                <c:pt idx="2548">
                  <c:v>45468</c:v>
                </c:pt>
                <c:pt idx="2549">
                  <c:v>45469</c:v>
                </c:pt>
                <c:pt idx="2550">
                  <c:v>45470</c:v>
                </c:pt>
                <c:pt idx="2551">
                  <c:v>45471</c:v>
                </c:pt>
                <c:pt idx="2552">
                  <c:v>45474</c:v>
                </c:pt>
                <c:pt idx="2553">
                  <c:v>45475</c:v>
                </c:pt>
                <c:pt idx="2554">
                  <c:v>45476</c:v>
                </c:pt>
                <c:pt idx="2555">
                  <c:v>45477</c:v>
                </c:pt>
                <c:pt idx="2556">
                  <c:v>45478</c:v>
                </c:pt>
                <c:pt idx="2557">
                  <c:v>45481</c:v>
                </c:pt>
                <c:pt idx="2558">
                  <c:v>45482</c:v>
                </c:pt>
                <c:pt idx="2559">
                  <c:v>45483</c:v>
                </c:pt>
                <c:pt idx="2560">
                  <c:v>45484</c:v>
                </c:pt>
                <c:pt idx="2561">
                  <c:v>45485</c:v>
                </c:pt>
                <c:pt idx="2562">
                  <c:v>45488</c:v>
                </c:pt>
                <c:pt idx="2563">
                  <c:v>45489</c:v>
                </c:pt>
                <c:pt idx="2564">
                  <c:v>45490</c:v>
                </c:pt>
                <c:pt idx="2565">
                  <c:v>45491</c:v>
                </c:pt>
                <c:pt idx="2566">
                  <c:v>45492</c:v>
                </c:pt>
                <c:pt idx="2567">
                  <c:v>45495</c:v>
                </c:pt>
                <c:pt idx="2568">
                  <c:v>45496</c:v>
                </c:pt>
                <c:pt idx="2569">
                  <c:v>45497</c:v>
                </c:pt>
                <c:pt idx="2570">
                  <c:v>45498</c:v>
                </c:pt>
                <c:pt idx="2571">
                  <c:v>45499</c:v>
                </c:pt>
                <c:pt idx="2572">
                  <c:v>45502</c:v>
                </c:pt>
                <c:pt idx="2573">
                  <c:v>45503</c:v>
                </c:pt>
                <c:pt idx="2574">
                  <c:v>45504</c:v>
                </c:pt>
                <c:pt idx="2575">
                  <c:v>45505</c:v>
                </c:pt>
                <c:pt idx="2576">
                  <c:v>45506</c:v>
                </c:pt>
                <c:pt idx="2577">
                  <c:v>45509</c:v>
                </c:pt>
                <c:pt idx="2578">
                  <c:v>45510</c:v>
                </c:pt>
                <c:pt idx="2579">
                  <c:v>45511</c:v>
                </c:pt>
                <c:pt idx="2580">
                  <c:v>45512</c:v>
                </c:pt>
                <c:pt idx="2581">
                  <c:v>45513</c:v>
                </c:pt>
                <c:pt idx="2582">
                  <c:v>45516</c:v>
                </c:pt>
                <c:pt idx="2583">
                  <c:v>45517</c:v>
                </c:pt>
                <c:pt idx="2584">
                  <c:v>45518</c:v>
                </c:pt>
                <c:pt idx="2585">
                  <c:v>45519</c:v>
                </c:pt>
                <c:pt idx="2586">
                  <c:v>45520</c:v>
                </c:pt>
                <c:pt idx="2587">
                  <c:v>45523</c:v>
                </c:pt>
                <c:pt idx="2588">
                  <c:v>45524</c:v>
                </c:pt>
                <c:pt idx="2589">
                  <c:v>45525</c:v>
                </c:pt>
                <c:pt idx="2590">
                  <c:v>45526</c:v>
                </c:pt>
                <c:pt idx="2591">
                  <c:v>45527</c:v>
                </c:pt>
                <c:pt idx="2592">
                  <c:v>45530</c:v>
                </c:pt>
                <c:pt idx="2593">
                  <c:v>45531</c:v>
                </c:pt>
                <c:pt idx="2594">
                  <c:v>45532</c:v>
                </c:pt>
                <c:pt idx="2595">
                  <c:v>45533</c:v>
                </c:pt>
                <c:pt idx="2596">
                  <c:v>45534</c:v>
                </c:pt>
                <c:pt idx="2597">
                  <c:v>45537</c:v>
                </c:pt>
                <c:pt idx="2598">
                  <c:v>45538</c:v>
                </c:pt>
                <c:pt idx="2599">
                  <c:v>45539</c:v>
                </c:pt>
                <c:pt idx="2600">
                  <c:v>45540</c:v>
                </c:pt>
                <c:pt idx="2601">
                  <c:v>45541</c:v>
                </c:pt>
                <c:pt idx="2602">
                  <c:v>45544</c:v>
                </c:pt>
                <c:pt idx="2603">
                  <c:v>45545</c:v>
                </c:pt>
                <c:pt idx="2604">
                  <c:v>45546</c:v>
                </c:pt>
                <c:pt idx="2605">
                  <c:v>45547</c:v>
                </c:pt>
                <c:pt idx="2606">
                  <c:v>45548</c:v>
                </c:pt>
                <c:pt idx="2607">
                  <c:v>45553</c:v>
                </c:pt>
                <c:pt idx="2608">
                  <c:v>45554</c:v>
                </c:pt>
                <c:pt idx="2609">
                  <c:v>45555</c:v>
                </c:pt>
                <c:pt idx="2610">
                  <c:v>45558</c:v>
                </c:pt>
                <c:pt idx="2611">
                  <c:v>45559</c:v>
                </c:pt>
                <c:pt idx="2612">
                  <c:v>45560</c:v>
                </c:pt>
                <c:pt idx="2613">
                  <c:v>45561</c:v>
                </c:pt>
                <c:pt idx="2614">
                  <c:v>45562</c:v>
                </c:pt>
                <c:pt idx="2615">
                  <c:v>45565</c:v>
                </c:pt>
                <c:pt idx="2616">
                  <c:v>45573</c:v>
                </c:pt>
                <c:pt idx="2617">
                  <c:v>45574</c:v>
                </c:pt>
                <c:pt idx="2618">
                  <c:v>45575</c:v>
                </c:pt>
                <c:pt idx="2619">
                  <c:v>45576</c:v>
                </c:pt>
                <c:pt idx="2620">
                  <c:v>45579</c:v>
                </c:pt>
                <c:pt idx="2621">
                  <c:v>45580</c:v>
                </c:pt>
                <c:pt idx="2622">
                  <c:v>45581</c:v>
                </c:pt>
                <c:pt idx="2623">
                  <c:v>45582</c:v>
                </c:pt>
                <c:pt idx="2624">
                  <c:v>45583</c:v>
                </c:pt>
                <c:pt idx="2625">
                  <c:v>45586</c:v>
                </c:pt>
                <c:pt idx="2626">
                  <c:v>45587</c:v>
                </c:pt>
                <c:pt idx="2627">
                  <c:v>45588</c:v>
                </c:pt>
                <c:pt idx="2628">
                  <c:v>45589</c:v>
                </c:pt>
                <c:pt idx="2629">
                  <c:v>45590</c:v>
                </c:pt>
                <c:pt idx="2630">
                  <c:v>45593</c:v>
                </c:pt>
                <c:pt idx="2631">
                  <c:v>45594</c:v>
                </c:pt>
                <c:pt idx="2632">
                  <c:v>45595</c:v>
                </c:pt>
                <c:pt idx="2633">
                  <c:v>45596</c:v>
                </c:pt>
                <c:pt idx="2634">
                  <c:v>45597</c:v>
                </c:pt>
                <c:pt idx="2635">
                  <c:v>45600</c:v>
                </c:pt>
                <c:pt idx="2636">
                  <c:v>45601</c:v>
                </c:pt>
                <c:pt idx="2637">
                  <c:v>45602</c:v>
                </c:pt>
                <c:pt idx="2638">
                  <c:v>45603</c:v>
                </c:pt>
                <c:pt idx="2639">
                  <c:v>45604</c:v>
                </c:pt>
                <c:pt idx="2640">
                  <c:v>45607</c:v>
                </c:pt>
                <c:pt idx="2641">
                  <c:v>45608</c:v>
                </c:pt>
                <c:pt idx="2642">
                  <c:v>45609</c:v>
                </c:pt>
                <c:pt idx="2643">
                  <c:v>45610</c:v>
                </c:pt>
                <c:pt idx="2644">
                  <c:v>45611</c:v>
                </c:pt>
                <c:pt idx="2645">
                  <c:v>45614</c:v>
                </c:pt>
                <c:pt idx="2646">
                  <c:v>45615</c:v>
                </c:pt>
                <c:pt idx="2647">
                  <c:v>45616</c:v>
                </c:pt>
                <c:pt idx="2648">
                  <c:v>45617</c:v>
                </c:pt>
                <c:pt idx="2649">
                  <c:v>45618</c:v>
                </c:pt>
                <c:pt idx="2650">
                  <c:v>45621</c:v>
                </c:pt>
                <c:pt idx="2651">
                  <c:v>45622</c:v>
                </c:pt>
                <c:pt idx="2652">
                  <c:v>45623</c:v>
                </c:pt>
                <c:pt idx="2653">
                  <c:v>45624</c:v>
                </c:pt>
                <c:pt idx="2654">
                  <c:v>45625</c:v>
                </c:pt>
                <c:pt idx="2655">
                  <c:v>45628</c:v>
                </c:pt>
                <c:pt idx="2656">
                  <c:v>45629</c:v>
                </c:pt>
                <c:pt idx="2657">
                  <c:v>45630</c:v>
                </c:pt>
                <c:pt idx="2658">
                  <c:v>45631</c:v>
                </c:pt>
                <c:pt idx="2659">
                  <c:v>45632</c:v>
                </c:pt>
                <c:pt idx="2660">
                  <c:v>45635</c:v>
                </c:pt>
                <c:pt idx="2661">
                  <c:v>45636</c:v>
                </c:pt>
                <c:pt idx="2662">
                  <c:v>45637</c:v>
                </c:pt>
                <c:pt idx="2663">
                  <c:v>45638</c:v>
                </c:pt>
                <c:pt idx="2664">
                  <c:v>45639</c:v>
                </c:pt>
                <c:pt idx="2665">
                  <c:v>45642</c:v>
                </c:pt>
                <c:pt idx="2666">
                  <c:v>45643</c:v>
                </c:pt>
                <c:pt idx="2667">
                  <c:v>45644</c:v>
                </c:pt>
                <c:pt idx="2668">
                  <c:v>45645</c:v>
                </c:pt>
                <c:pt idx="2669">
                  <c:v>45646</c:v>
                </c:pt>
                <c:pt idx="2670">
                  <c:v>45649</c:v>
                </c:pt>
                <c:pt idx="2671">
                  <c:v>45650</c:v>
                </c:pt>
                <c:pt idx="2672">
                  <c:v>45651</c:v>
                </c:pt>
                <c:pt idx="2673">
                  <c:v>45652</c:v>
                </c:pt>
                <c:pt idx="2674">
                  <c:v>45653</c:v>
                </c:pt>
                <c:pt idx="2675">
                  <c:v>45656</c:v>
                </c:pt>
                <c:pt idx="2676">
                  <c:v>45657</c:v>
                </c:pt>
                <c:pt idx="2677">
                  <c:v>45659</c:v>
                </c:pt>
                <c:pt idx="2678">
                  <c:v>45660</c:v>
                </c:pt>
                <c:pt idx="2679">
                  <c:v>45663</c:v>
                </c:pt>
                <c:pt idx="2680">
                  <c:v>45664</c:v>
                </c:pt>
                <c:pt idx="2681">
                  <c:v>45665</c:v>
                </c:pt>
                <c:pt idx="2682">
                  <c:v>45666</c:v>
                </c:pt>
                <c:pt idx="2683">
                  <c:v>45667</c:v>
                </c:pt>
                <c:pt idx="2684">
                  <c:v>45670</c:v>
                </c:pt>
                <c:pt idx="2685">
                  <c:v>45671</c:v>
                </c:pt>
                <c:pt idx="2686">
                  <c:v>45672</c:v>
                </c:pt>
                <c:pt idx="2687">
                  <c:v>45673</c:v>
                </c:pt>
                <c:pt idx="2688">
                  <c:v>45674</c:v>
                </c:pt>
                <c:pt idx="2689">
                  <c:v>45677</c:v>
                </c:pt>
                <c:pt idx="2690">
                  <c:v>45678</c:v>
                </c:pt>
                <c:pt idx="2691">
                  <c:v>45679</c:v>
                </c:pt>
                <c:pt idx="2692">
                  <c:v>45680</c:v>
                </c:pt>
                <c:pt idx="2693">
                  <c:v>45681</c:v>
                </c:pt>
                <c:pt idx="2694">
                  <c:v>45684</c:v>
                </c:pt>
                <c:pt idx="2695">
                  <c:v>45693</c:v>
                </c:pt>
                <c:pt idx="2696">
                  <c:v>45694</c:v>
                </c:pt>
                <c:pt idx="2697">
                  <c:v>45695</c:v>
                </c:pt>
                <c:pt idx="2698">
                  <c:v>45698</c:v>
                </c:pt>
                <c:pt idx="2699">
                  <c:v>45699</c:v>
                </c:pt>
                <c:pt idx="2700">
                  <c:v>45700</c:v>
                </c:pt>
                <c:pt idx="2701">
                  <c:v>45701</c:v>
                </c:pt>
                <c:pt idx="2702">
                  <c:v>45702</c:v>
                </c:pt>
                <c:pt idx="2703">
                  <c:v>45705</c:v>
                </c:pt>
                <c:pt idx="2704">
                  <c:v>45706</c:v>
                </c:pt>
                <c:pt idx="2705">
                  <c:v>45707</c:v>
                </c:pt>
                <c:pt idx="2706">
                  <c:v>45708</c:v>
                </c:pt>
                <c:pt idx="2707">
                  <c:v>45709</c:v>
                </c:pt>
                <c:pt idx="2708">
                  <c:v>45712</c:v>
                </c:pt>
                <c:pt idx="2709">
                  <c:v>45713</c:v>
                </c:pt>
                <c:pt idx="2710">
                  <c:v>45714</c:v>
                </c:pt>
                <c:pt idx="2711">
                  <c:v>45715</c:v>
                </c:pt>
                <c:pt idx="2712">
                  <c:v>45716</c:v>
                </c:pt>
                <c:pt idx="2713">
                  <c:v>45719</c:v>
                </c:pt>
                <c:pt idx="2714">
                  <c:v>45720</c:v>
                </c:pt>
                <c:pt idx="2715">
                  <c:v>45721</c:v>
                </c:pt>
                <c:pt idx="2716">
                  <c:v>45722</c:v>
                </c:pt>
                <c:pt idx="2717">
                  <c:v>45723</c:v>
                </c:pt>
                <c:pt idx="2718">
                  <c:v>45726</c:v>
                </c:pt>
                <c:pt idx="2719">
                  <c:v>45727</c:v>
                </c:pt>
                <c:pt idx="2720">
                  <c:v>45728</c:v>
                </c:pt>
                <c:pt idx="2721">
                  <c:v>45729</c:v>
                </c:pt>
                <c:pt idx="2722">
                  <c:v>45730</c:v>
                </c:pt>
                <c:pt idx="2723">
                  <c:v>45733</c:v>
                </c:pt>
                <c:pt idx="2724">
                  <c:v>45734</c:v>
                </c:pt>
                <c:pt idx="2725">
                  <c:v>45735</c:v>
                </c:pt>
                <c:pt idx="2726">
                  <c:v>45736</c:v>
                </c:pt>
                <c:pt idx="2727">
                  <c:v>45737</c:v>
                </c:pt>
                <c:pt idx="2728">
                  <c:v>45740</c:v>
                </c:pt>
                <c:pt idx="2729">
                  <c:v>45741</c:v>
                </c:pt>
                <c:pt idx="2730">
                  <c:v>45742</c:v>
                </c:pt>
                <c:pt idx="2731">
                  <c:v>45743</c:v>
                </c:pt>
                <c:pt idx="2732">
                  <c:v>45744</c:v>
                </c:pt>
                <c:pt idx="2733">
                  <c:v>45747</c:v>
                </c:pt>
                <c:pt idx="2734">
                  <c:v>45748</c:v>
                </c:pt>
                <c:pt idx="2735">
                  <c:v>45749</c:v>
                </c:pt>
                <c:pt idx="2736">
                  <c:v>45750</c:v>
                </c:pt>
                <c:pt idx="2737">
                  <c:v>45754</c:v>
                </c:pt>
                <c:pt idx="2738">
                  <c:v>45755</c:v>
                </c:pt>
                <c:pt idx="2739">
                  <c:v>45756</c:v>
                </c:pt>
                <c:pt idx="2740">
                  <c:v>45757</c:v>
                </c:pt>
                <c:pt idx="2741">
                  <c:v>45758</c:v>
                </c:pt>
                <c:pt idx="2742">
                  <c:v>45761</c:v>
                </c:pt>
                <c:pt idx="2743">
                  <c:v>45762</c:v>
                </c:pt>
                <c:pt idx="2744">
                  <c:v>45763</c:v>
                </c:pt>
                <c:pt idx="2745">
                  <c:v>45764</c:v>
                </c:pt>
                <c:pt idx="2746">
                  <c:v>45765</c:v>
                </c:pt>
                <c:pt idx="2747">
                  <c:v>45768</c:v>
                </c:pt>
                <c:pt idx="2748">
                  <c:v>45769</c:v>
                </c:pt>
                <c:pt idx="2749">
                  <c:v>45770</c:v>
                </c:pt>
                <c:pt idx="2750">
                  <c:v>45771</c:v>
                </c:pt>
                <c:pt idx="2751">
                  <c:v>45772</c:v>
                </c:pt>
                <c:pt idx="2752">
                  <c:v>45775</c:v>
                </c:pt>
                <c:pt idx="2753">
                  <c:v>45776</c:v>
                </c:pt>
                <c:pt idx="2754">
                  <c:v>45777</c:v>
                </c:pt>
                <c:pt idx="2755">
                  <c:v>45783</c:v>
                </c:pt>
                <c:pt idx="2756">
                  <c:v>45784</c:v>
                </c:pt>
                <c:pt idx="2757">
                  <c:v>45785</c:v>
                </c:pt>
                <c:pt idx="2758">
                  <c:v>45786</c:v>
                </c:pt>
                <c:pt idx="2759">
                  <c:v>45789</c:v>
                </c:pt>
                <c:pt idx="2760">
                  <c:v>45790</c:v>
                </c:pt>
                <c:pt idx="2761">
                  <c:v>45791</c:v>
                </c:pt>
                <c:pt idx="2762">
                  <c:v>45792</c:v>
                </c:pt>
                <c:pt idx="2763">
                  <c:v>45793</c:v>
                </c:pt>
                <c:pt idx="2764">
                  <c:v>45796</c:v>
                </c:pt>
                <c:pt idx="2765">
                  <c:v>45797</c:v>
                </c:pt>
                <c:pt idx="2766">
                  <c:v>45798</c:v>
                </c:pt>
                <c:pt idx="2767">
                  <c:v>45799</c:v>
                </c:pt>
                <c:pt idx="2768">
                  <c:v>45800</c:v>
                </c:pt>
                <c:pt idx="2769">
                  <c:v>45803</c:v>
                </c:pt>
                <c:pt idx="2770">
                  <c:v>45804</c:v>
                </c:pt>
                <c:pt idx="2771">
                  <c:v>45805</c:v>
                </c:pt>
                <c:pt idx="2772">
                  <c:v>45806</c:v>
                </c:pt>
                <c:pt idx="2773">
                  <c:v>45807</c:v>
                </c:pt>
                <c:pt idx="2774">
                  <c:v>45811</c:v>
                </c:pt>
                <c:pt idx="2775">
                  <c:v>45812</c:v>
                </c:pt>
                <c:pt idx="2776">
                  <c:v>45813</c:v>
                </c:pt>
                <c:pt idx="2777">
                  <c:v>45814</c:v>
                </c:pt>
                <c:pt idx="2778">
                  <c:v>45817</c:v>
                </c:pt>
                <c:pt idx="2779">
                  <c:v>45818</c:v>
                </c:pt>
                <c:pt idx="2780">
                  <c:v>45819</c:v>
                </c:pt>
                <c:pt idx="2781">
                  <c:v>45820</c:v>
                </c:pt>
                <c:pt idx="2782">
                  <c:v>45821</c:v>
                </c:pt>
                <c:pt idx="2783">
                  <c:v>45824</c:v>
                </c:pt>
                <c:pt idx="2784">
                  <c:v>45825</c:v>
                </c:pt>
                <c:pt idx="2785">
                  <c:v>45826</c:v>
                </c:pt>
                <c:pt idx="2786">
                  <c:v>45827</c:v>
                </c:pt>
                <c:pt idx="2787">
                  <c:v>45828</c:v>
                </c:pt>
                <c:pt idx="2788">
                  <c:v>45831</c:v>
                </c:pt>
                <c:pt idx="2789">
                  <c:v>45832</c:v>
                </c:pt>
                <c:pt idx="2790">
                  <c:v>45833</c:v>
                </c:pt>
                <c:pt idx="2791">
                  <c:v>45834</c:v>
                </c:pt>
                <c:pt idx="2792">
                  <c:v>45835</c:v>
                </c:pt>
                <c:pt idx="2793">
                  <c:v>45838</c:v>
                </c:pt>
                <c:pt idx="2794">
                  <c:v>45839</c:v>
                </c:pt>
                <c:pt idx="2795">
                  <c:v>45840</c:v>
                </c:pt>
                <c:pt idx="2796">
                  <c:v>45841</c:v>
                </c:pt>
                <c:pt idx="2797">
                  <c:v>45842</c:v>
                </c:pt>
                <c:pt idx="2798">
                  <c:v>45845</c:v>
                </c:pt>
                <c:pt idx="2799">
                  <c:v>45846</c:v>
                </c:pt>
                <c:pt idx="2800">
                  <c:v>45847</c:v>
                </c:pt>
                <c:pt idx="2801">
                  <c:v>45848</c:v>
                </c:pt>
                <c:pt idx="2802">
                  <c:v>45849</c:v>
                </c:pt>
                <c:pt idx="2803">
                  <c:v>45852</c:v>
                </c:pt>
                <c:pt idx="2804">
                  <c:v>45853</c:v>
                </c:pt>
                <c:pt idx="2805">
                  <c:v>45854</c:v>
                </c:pt>
                <c:pt idx="2806">
                  <c:v>45855</c:v>
                </c:pt>
                <c:pt idx="2807">
                  <c:v>45856</c:v>
                </c:pt>
                <c:pt idx="2808">
                  <c:v>45859</c:v>
                </c:pt>
                <c:pt idx="2809">
                  <c:v>45860</c:v>
                </c:pt>
                <c:pt idx="2810">
                  <c:v>45861</c:v>
                </c:pt>
                <c:pt idx="2811">
                  <c:v>45862</c:v>
                </c:pt>
                <c:pt idx="2812">
                  <c:v>45863</c:v>
                </c:pt>
                <c:pt idx="2813">
                  <c:v>45866</c:v>
                </c:pt>
                <c:pt idx="2814">
                  <c:v>45867</c:v>
                </c:pt>
                <c:pt idx="2815">
                  <c:v>45868</c:v>
                </c:pt>
                <c:pt idx="2816">
                  <c:v>45869</c:v>
                </c:pt>
                <c:pt idx="2817">
                  <c:v>45870</c:v>
                </c:pt>
                <c:pt idx="2818">
                  <c:v>45873</c:v>
                </c:pt>
                <c:pt idx="2819">
                  <c:v>45874</c:v>
                </c:pt>
                <c:pt idx="2820">
                  <c:v>45875</c:v>
                </c:pt>
                <c:pt idx="2821">
                  <c:v>45876</c:v>
                </c:pt>
                <c:pt idx="2822">
                  <c:v>45877</c:v>
                </c:pt>
                <c:pt idx="2823">
                  <c:v>45880</c:v>
                </c:pt>
                <c:pt idx="2824">
                  <c:v>45881</c:v>
                </c:pt>
                <c:pt idx="2825">
                  <c:v>45882</c:v>
                </c:pt>
                <c:pt idx="2826">
                  <c:v>45883</c:v>
                </c:pt>
                <c:pt idx="2827">
                  <c:v>45884</c:v>
                </c:pt>
                <c:pt idx="2828">
                  <c:v>45887</c:v>
                </c:pt>
                <c:pt idx="2829">
                  <c:v>45888</c:v>
                </c:pt>
                <c:pt idx="2830">
                  <c:v>45889</c:v>
                </c:pt>
                <c:pt idx="2831">
                  <c:v>45890</c:v>
                </c:pt>
                <c:pt idx="2832">
                  <c:v>45891</c:v>
                </c:pt>
                <c:pt idx="2833">
                  <c:v>45894</c:v>
                </c:pt>
                <c:pt idx="2834">
                  <c:v>45895</c:v>
                </c:pt>
                <c:pt idx="2835">
                  <c:v>45896</c:v>
                </c:pt>
                <c:pt idx="2836">
                  <c:v>45897</c:v>
                </c:pt>
                <c:pt idx="2837">
                  <c:v>45898</c:v>
                </c:pt>
              </c:numCache>
            </c:numRef>
          </c:cat>
          <c:val>
            <c:numRef>
              <c:f>Sheet1!$C$2:$C$2839</c:f>
              <c:numCache>
                <c:formatCode>0.0000</c:formatCode>
                <c:ptCount val="2838"/>
                <c:pt idx="0">
                  <c:v>1</c:v>
                </c:pt>
                <c:pt idx="1">
                  <c:v>1.0113467858554299</c:v>
                </c:pt>
                <c:pt idx="2">
                  <c:v>1.00569333824105</c:v>
                </c:pt>
                <c:pt idx="3">
                  <c:v>0.97464450142770598</c:v>
                </c:pt>
                <c:pt idx="4">
                  <c:v>0.98202939711941994</c:v>
                </c:pt>
                <c:pt idx="5">
                  <c:v>0.98454296921046702</c:v>
                </c:pt>
                <c:pt idx="6">
                  <c:v>0.96648172338321303</c:v>
                </c:pt>
                <c:pt idx="7">
                  <c:v>0.95188662822329595</c:v>
                </c:pt>
                <c:pt idx="8">
                  <c:v>0.95178645690324304</c:v>
                </c:pt>
                <c:pt idx="9">
                  <c:v>0.97168229532344297</c:v>
                </c:pt>
                <c:pt idx="10">
                  <c:v>0.977861406144237</c:v>
                </c:pt>
                <c:pt idx="11">
                  <c:v>0.979493661030436</c:v>
                </c:pt>
                <c:pt idx="12">
                  <c:v>0.96914424216657202</c:v>
                </c:pt>
                <c:pt idx="13">
                  <c:v>0.96517159943254605</c:v>
                </c:pt>
                <c:pt idx="14">
                  <c:v>0.98059415899046798</c:v>
                </c:pt>
                <c:pt idx="15">
                  <c:v>1.00102273434189</c:v>
                </c:pt>
                <c:pt idx="16">
                  <c:v>1.00662919198212</c:v>
                </c:pt>
                <c:pt idx="17">
                  <c:v>1.0190478254158799</c:v>
                </c:pt>
                <c:pt idx="18">
                  <c:v>1.0143705404489101</c:v>
                </c:pt>
                <c:pt idx="19">
                  <c:v>1.01227546193064</c:v>
                </c:pt>
                <c:pt idx="20">
                  <c:v>1.0216850641238</c:v>
                </c:pt>
                <c:pt idx="21">
                  <c:v>1.0157144682983501</c:v>
                </c:pt>
                <c:pt idx="22">
                  <c:v>1.03583365507203</c:v>
                </c:pt>
                <c:pt idx="23">
                  <c:v>1.0647872561777101</c:v>
                </c:pt>
                <c:pt idx="24">
                  <c:v>1.0710734640272901</c:v>
                </c:pt>
                <c:pt idx="25">
                  <c:v>1.08787816551561</c:v>
                </c:pt>
                <c:pt idx="26">
                  <c:v>1.0710186058432101</c:v>
                </c:pt>
                <c:pt idx="27">
                  <c:v>1.0921721083400899</c:v>
                </c:pt>
                <c:pt idx="28">
                  <c:v>1.1147765038153501</c:v>
                </c:pt>
                <c:pt idx="29">
                  <c:v>1.1145478026728799</c:v>
                </c:pt>
                <c:pt idx="30">
                  <c:v>1.1177577532256</c:v>
                </c:pt>
                <c:pt idx="31">
                  <c:v>1.1007849409928501</c:v>
                </c:pt>
                <c:pt idx="32">
                  <c:v>1.09704053796631</c:v>
                </c:pt>
                <c:pt idx="33">
                  <c:v>1.1027194613690201</c:v>
                </c:pt>
                <c:pt idx="34">
                  <c:v>1.06059815203031</c:v>
                </c:pt>
                <c:pt idx="35">
                  <c:v>1.0688886338892101</c:v>
                </c:pt>
                <c:pt idx="36">
                  <c:v>1.05336695123849</c:v>
                </c:pt>
                <c:pt idx="37">
                  <c:v>1.0644634044344401</c:v>
                </c:pt>
                <c:pt idx="38">
                  <c:v>1.0887483577501</c:v>
                </c:pt>
                <c:pt idx="39">
                  <c:v>1.0892589436186499</c:v>
                </c:pt>
                <c:pt idx="40">
                  <c:v>1.0889631642167199</c:v>
                </c:pt>
                <c:pt idx="41">
                  <c:v>1.09292486726369</c:v>
                </c:pt>
                <c:pt idx="42">
                  <c:v>1.0907107034229699</c:v>
                </c:pt>
                <c:pt idx="43">
                  <c:v>1.0524836450192001</c:v>
                </c:pt>
                <c:pt idx="44">
                  <c:v>1.0524030222196901</c:v>
                </c:pt>
                <c:pt idx="45">
                  <c:v>1.05369485195529</c:v>
                </c:pt>
                <c:pt idx="46">
                  <c:v>1.06411525049633</c:v>
                </c:pt>
                <c:pt idx="47">
                  <c:v>1.0602672343003801</c:v>
                </c:pt>
                <c:pt idx="48">
                  <c:v>1.0846658597165999</c:v>
                </c:pt>
                <c:pt idx="49">
                  <c:v>1.0912820116516799</c:v>
                </c:pt>
                <c:pt idx="50">
                  <c:v>1.0960669122672999</c:v>
                </c:pt>
                <c:pt idx="51">
                  <c:v>1.06910311986565</c:v>
                </c:pt>
                <c:pt idx="52">
                  <c:v>1.09004062384975</c:v>
                </c:pt>
                <c:pt idx="53">
                  <c:v>1.0989319566535001</c:v>
                </c:pt>
                <c:pt idx="54">
                  <c:v>1.10084735182967</c:v>
                </c:pt>
                <c:pt idx="55">
                  <c:v>1.1058126691255601</c:v>
                </c:pt>
                <c:pt idx="56">
                  <c:v>1.0861728030058599</c:v>
                </c:pt>
                <c:pt idx="57">
                  <c:v>1.0609531411592199</c:v>
                </c:pt>
                <c:pt idx="58">
                  <c:v>1.05426068897909</c:v>
                </c:pt>
                <c:pt idx="59">
                  <c:v>1.0704940639729901</c:v>
                </c:pt>
                <c:pt idx="60">
                  <c:v>1.0678633524012699</c:v>
                </c:pt>
                <c:pt idx="61">
                  <c:v>1.0702187600903601</c:v>
                </c:pt>
                <c:pt idx="62">
                  <c:v>1.0827608954217001</c:v>
                </c:pt>
                <c:pt idx="63">
                  <c:v>1.09218046286118</c:v>
                </c:pt>
                <c:pt idx="64">
                  <c:v>1.1026719550773101</c:v>
                </c:pt>
                <c:pt idx="65">
                  <c:v>1.10513092913804</c:v>
                </c:pt>
                <c:pt idx="66">
                  <c:v>1.1005289190320799</c:v>
                </c:pt>
                <c:pt idx="67">
                  <c:v>1.1129657106895099</c:v>
                </c:pt>
                <c:pt idx="68">
                  <c:v>1.1078659795920101</c:v>
                </c:pt>
                <c:pt idx="69">
                  <c:v>1.11217155967298</c:v>
                </c:pt>
                <c:pt idx="70">
                  <c:v>1.1122877690917901</c:v>
                </c:pt>
                <c:pt idx="71">
                  <c:v>1.11616987672102</c:v>
                </c:pt>
                <c:pt idx="72">
                  <c:v>1.0988274632677499</c:v>
                </c:pt>
                <c:pt idx="73">
                  <c:v>1.08993727718054</c:v>
                </c:pt>
                <c:pt idx="74">
                  <c:v>1.08916119760834</c:v>
                </c:pt>
                <c:pt idx="75">
                  <c:v>1.07981249957916</c:v>
                </c:pt>
                <c:pt idx="76">
                  <c:v>1.05724289982094</c:v>
                </c:pt>
                <c:pt idx="77">
                  <c:v>1.0213408035460101</c:v>
                </c:pt>
                <c:pt idx="78">
                  <c:v>1.0346430826459301</c:v>
                </c:pt>
                <c:pt idx="79">
                  <c:v>1.0452401955692701</c:v>
                </c:pt>
                <c:pt idx="80">
                  <c:v>1.05778011521407</c:v>
                </c:pt>
                <c:pt idx="81">
                  <c:v>1.0656092620683799</c:v>
                </c:pt>
                <c:pt idx="82">
                  <c:v>1.0488894593096401</c:v>
                </c:pt>
                <c:pt idx="83">
                  <c:v>1.0498658269454799</c:v>
                </c:pt>
                <c:pt idx="84">
                  <c:v>1.04101691020698</c:v>
                </c:pt>
                <c:pt idx="85">
                  <c:v>1.06538383906514</c:v>
                </c:pt>
                <c:pt idx="86">
                  <c:v>1.0648454035422501</c:v>
                </c:pt>
                <c:pt idx="87">
                  <c:v>1.0662896943356499</c:v>
                </c:pt>
                <c:pt idx="88">
                  <c:v>1.0464852997396401</c:v>
                </c:pt>
                <c:pt idx="89">
                  <c:v>1.0446230938165699</c:v>
                </c:pt>
                <c:pt idx="90">
                  <c:v>1.04237423999328</c:v>
                </c:pt>
                <c:pt idx="91">
                  <c:v>1.04780598154783</c:v>
                </c:pt>
                <c:pt idx="92">
                  <c:v>1.0588047217751999</c:v>
                </c:pt>
                <c:pt idx="93">
                  <c:v>1.0577883243648101</c:v>
                </c:pt>
                <c:pt idx="94">
                  <c:v>1.0673851215279999</c:v>
                </c:pt>
                <c:pt idx="95">
                  <c:v>1.0799996723180001</c:v>
                </c:pt>
                <c:pt idx="96">
                  <c:v>1.0767333228415501</c:v>
                </c:pt>
                <c:pt idx="97">
                  <c:v>1.0867173399196901</c:v>
                </c:pt>
                <c:pt idx="98">
                  <c:v>1.07320593423245</c:v>
                </c:pt>
                <c:pt idx="99">
                  <c:v>1.07633856481956</c:v>
                </c:pt>
                <c:pt idx="100">
                  <c:v>1.0765834830676</c:v>
                </c:pt>
                <c:pt idx="101">
                  <c:v>1.0710161451003899</c:v>
                </c:pt>
                <c:pt idx="102">
                  <c:v>1.08321471494215</c:v>
                </c:pt>
                <c:pt idx="103">
                  <c:v>1.08154499773031</c:v>
                </c:pt>
                <c:pt idx="104">
                  <c:v>1.07651247083283</c:v>
                </c:pt>
                <c:pt idx="105">
                  <c:v>1.09050936281974</c:v>
                </c:pt>
                <c:pt idx="106">
                  <c:v>1.0962725583011399</c:v>
                </c:pt>
                <c:pt idx="107">
                  <c:v>1.0950707510483599</c:v>
                </c:pt>
                <c:pt idx="108">
                  <c:v>1.10653911897166</c:v>
                </c:pt>
                <c:pt idx="109">
                  <c:v>1.1133414569239699</c:v>
                </c:pt>
                <c:pt idx="110">
                  <c:v>1.1053012989015001</c:v>
                </c:pt>
                <c:pt idx="111">
                  <c:v>1.09640502414476</c:v>
                </c:pt>
                <c:pt idx="112">
                  <c:v>1.0673835714130799</c:v>
                </c:pt>
                <c:pt idx="113">
                  <c:v>1.0806435283686799</c:v>
                </c:pt>
                <c:pt idx="114">
                  <c:v>1.0918209919809501</c:v>
                </c:pt>
                <c:pt idx="115">
                  <c:v>1.10002810809846</c:v>
                </c:pt>
                <c:pt idx="116">
                  <c:v>1.09749904691931</c:v>
                </c:pt>
                <c:pt idx="117">
                  <c:v>1.1146150493340501</c:v>
                </c:pt>
                <c:pt idx="118">
                  <c:v>1.1240359981193999</c:v>
                </c:pt>
                <c:pt idx="119">
                  <c:v>1.1362896033230101</c:v>
                </c:pt>
                <c:pt idx="120">
                  <c:v>1.1427129812982499</c:v>
                </c:pt>
                <c:pt idx="121">
                  <c:v>1.1497602399259901</c:v>
                </c:pt>
                <c:pt idx="122">
                  <c:v>1.1559518970059699</c:v>
                </c:pt>
                <c:pt idx="123">
                  <c:v>1.15766071933762</c:v>
                </c:pt>
                <c:pt idx="124">
                  <c:v>1.15976194491229</c:v>
                </c:pt>
                <c:pt idx="125">
                  <c:v>1.17061132096661</c:v>
                </c:pt>
                <c:pt idx="126">
                  <c:v>1.1533869379466599</c:v>
                </c:pt>
                <c:pt idx="127">
                  <c:v>1.1581159348066601</c:v>
                </c:pt>
                <c:pt idx="128">
                  <c:v>1.16869382442088</c:v>
                </c:pt>
                <c:pt idx="129">
                  <c:v>1.1864407391237299</c:v>
                </c:pt>
                <c:pt idx="130">
                  <c:v>1.1845011085602399</c:v>
                </c:pt>
                <c:pt idx="131">
                  <c:v>1.17275905584532</c:v>
                </c:pt>
                <c:pt idx="132">
                  <c:v>1.17073542938396</c:v>
                </c:pt>
                <c:pt idx="133">
                  <c:v>1.17116761567993</c:v>
                </c:pt>
                <c:pt idx="134">
                  <c:v>1.16521097075942</c:v>
                </c:pt>
                <c:pt idx="135">
                  <c:v>1.17989422763075</c:v>
                </c:pt>
                <c:pt idx="136">
                  <c:v>1.16741660657229</c:v>
                </c:pt>
                <c:pt idx="137">
                  <c:v>1.1624244936580901</c:v>
                </c:pt>
                <c:pt idx="138">
                  <c:v>1.1724923171774999</c:v>
                </c:pt>
                <c:pt idx="139">
                  <c:v>1.1924239705309101</c:v>
                </c:pt>
                <c:pt idx="140">
                  <c:v>1.2054736645079001</c:v>
                </c:pt>
                <c:pt idx="141">
                  <c:v>1.21384324064181</c:v>
                </c:pt>
                <c:pt idx="142">
                  <c:v>1.22295933085695</c:v>
                </c:pt>
                <c:pt idx="143">
                  <c:v>1.20865915372553</c:v>
                </c:pt>
                <c:pt idx="144">
                  <c:v>1.2284357511152499</c:v>
                </c:pt>
                <c:pt idx="145">
                  <c:v>1.23902961549835</c:v>
                </c:pt>
                <c:pt idx="146">
                  <c:v>1.2442183372010001</c:v>
                </c:pt>
                <c:pt idx="147">
                  <c:v>1.2350622512985301</c:v>
                </c:pt>
                <c:pt idx="148">
                  <c:v>1.24650734964462</c:v>
                </c:pt>
                <c:pt idx="149">
                  <c:v>1.26561036475821</c:v>
                </c:pt>
                <c:pt idx="150">
                  <c:v>1.2728174533246499</c:v>
                </c:pt>
                <c:pt idx="151">
                  <c:v>1.27558162649635</c:v>
                </c:pt>
                <c:pt idx="152">
                  <c:v>1.2718755607411301</c:v>
                </c:pt>
                <c:pt idx="153">
                  <c:v>1.28619529447299</c:v>
                </c:pt>
                <c:pt idx="154">
                  <c:v>1.30628420652001</c:v>
                </c:pt>
                <c:pt idx="155">
                  <c:v>1.31201939557966</c:v>
                </c:pt>
                <c:pt idx="156">
                  <c:v>1.31065236034501</c:v>
                </c:pt>
                <c:pt idx="157">
                  <c:v>1.31129614363763</c:v>
                </c:pt>
                <c:pt idx="158">
                  <c:v>1.3206704533273399</c:v>
                </c:pt>
                <c:pt idx="159">
                  <c:v>1.3130935034570801</c:v>
                </c:pt>
                <c:pt idx="160">
                  <c:v>1.2845115399884199</c:v>
                </c:pt>
                <c:pt idx="161">
                  <c:v>1.29178568171079</c:v>
                </c:pt>
                <c:pt idx="162">
                  <c:v>1.28332984825188</c:v>
                </c:pt>
                <c:pt idx="163">
                  <c:v>1.29747423464875</c:v>
                </c:pt>
                <c:pt idx="164">
                  <c:v>1.3202006021047501</c:v>
                </c:pt>
                <c:pt idx="165">
                  <c:v>1.3406802406167</c:v>
                </c:pt>
                <c:pt idx="166">
                  <c:v>1.35363607796066</c:v>
                </c:pt>
                <c:pt idx="167">
                  <c:v>1.36914600432125</c:v>
                </c:pt>
                <c:pt idx="168">
                  <c:v>1.37560189776049</c:v>
                </c:pt>
                <c:pt idx="169">
                  <c:v>1.38580494315182</c:v>
                </c:pt>
                <c:pt idx="170">
                  <c:v>1.3972519009802999</c:v>
                </c:pt>
                <c:pt idx="171">
                  <c:v>1.39542820882619</c:v>
                </c:pt>
                <c:pt idx="172">
                  <c:v>1.4140298152962401</c:v>
                </c:pt>
                <c:pt idx="173">
                  <c:v>1.43239609283653</c:v>
                </c:pt>
                <c:pt idx="174">
                  <c:v>1.3834630100808101</c:v>
                </c:pt>
                <c:pt idx="175">
                  <c:v>1.3971646710186501</c:v>
                </c:pt>
                <c:pt idx="176">
                  <c:v>1.41177982751917</c:v>
                </c:pt>
                <c:pt idx="177">
                  <c:v>1.4283203080220599</c:v>
                </c:pt>
                <c:pt idx="178">
                  <c:v>1.41326645569868</c:v>
                </c:pt>
                <c:pt idx="179">
                  <c:v>1.43358273229044</c:v>
                </c:pt>
                <c:pt idx="180">
                  <c:v>1.4534033241603601</c:v>
                </c:pt>
                <c:pt idx="181">
                  <c:v>1.4553650183436899</c:v>
                </c:pt>
                <c:pt idx="182">
                  <c:v>1.4667783685078299</c:v>
                </c:pt>
                <c:pt idx="183">
                  <c:v>1.4847523782287999</c:v>
                </c:pt>
                <c:pt idx="184">
                  <c:v>1.4939039609493701</c:v>
                </c:pt>
                <c:pt idx="185">
                  <c:v>1.51528224473396</c:v>
                </c:pt>
                <c:pt idx="186">
                  <c:v>1.5227314535688401</c:v>
                </c:pt>
                <c:pt idx="187">
                  <c:v>1.5201130222711099</c:v>
                </c:pt>
                <c:pt idx="188">
                  <c:v>1.52483189019695</c:v>
                </c:pt>
                <c:pt idx="189">
                  <c:v>1.52296625864076</c:v>
                </c:pt>
                <c:pt idx="190">
                  <c:v>1.5268112139052701</c:v>
                </c:pt>
                <c:pt idx="191">
                  <c:v>1.5052054377895101</c:v>
                </c:pt>
                <c:pt idx="192">
                  <c:v>1.48609303098082</c:v>
                </c:pt>
                <c:pt idx="193">
                  <c:v>1.50928131042777</c:v>
                </c:pt>
                <c:pt idx="194">
                  <c:v>1.49943672249363</c:v>
                </c:pt>
                <c:pt idx="195">
                  <c:v>1.47903897088669</c:v>
                </c:pt>
                <c:pt idx="196">
                  <c:v>1.4516265909763599</c:v>
                </c:pt>
                <c:pt idx="197">
                  <c:v>1.45447936802984</c:v>
                </c:pt>
                <c:pt idx="198">
                  <c:v>1.4698583488460399</c:v>
                </c:pt>
                <c:pt idx="199">
                  <c:v>1.5087471478419401</c:v>
                </c:pt>
                <c:pt idx="200">
                  <c:v>1.5299297364714499</c:v>
                </c:pt>
                <c:pt idx="201">
                  <c:v>1.5325757391177</c:v>
                </c:pt>
                <c:pt idx="202">
                  <c:v>1.5287376977015401</c:v>
                </c:pt>
                <c:pt idx="203">
                  <c:v>1.55027216957878</c:v>
                </c:pt>
                <c:pt idx="204">
                  <c:v>1.54537576504382</c:v>
                </c:pt>
                <c:pt idx="205">
                  <c:v>1.5460943068687001</c:v>
                </c:pt>
                <c:pt idx="206">
                  <c:v>1.5582058470068501</c:v>
                </c:pt>
                <c:pt idx="207">
                  <c:v>1.5410880633392701</c:v>
                </c:pt>
                <c:pt idx="208">
                  <c:v>1.5531120649860299</c:v>
                </c:pt>
                <c:pt idx="209">
                  <c:v>1.5007211673266501</c:v>
                </c:pt>
                <c:pt idx="210">
                  <c:v>1.5252962581079801</c:v>
                </c:pt>
                <c:pt idx="211">
                  <c:v>1.50460107135864</c:v>
                </c:pt>
                <c:pt idx="212">
                  <c:v>1.49856092747838</c:v>
                </c:pt>
                <c:pt idx="213">
                  <c:v>1.51938931888924</c:v>
                </c:pt>
                <c:pt idx="214">
                  <c:v>1.52679680375794</c:v>
                </c:pt>
                <c:pt idx="215">
                  <c:v>1.53925004777638</c:v>
                </c:pt>
                <c:pt idx="216">
                  <c:v>1.538516054849</c:v>
                </c:pt>
                <c:pt idx="217">
                  <c:v>1.55199225536707</c:v>
                </c:pt>
                <c:pt idx="218">
                  <c:v>1.5647738996790499</c:v>
                </c:pt>
                <c:pt idx="219">
                  <c:v>1.58527120755242</c:v>
                </c:pt>
                <c:pt idx="220">
                  <c:v>1.59496883613558</c:v>
                </c:pt>
                <c:pt idx="221">
                  <c:v>1.6069223192719</c:v>
                </c:pt>
                <c:pt idx="222">
                  <c:v>1.60406091861677</c:v>
                </c:pt>
                <c:pt idx="223">
                  <c:v>1.58585579113908</c:v>
                </c:pt>
                <c:pt idx="224">
                  <c:v>1.6020688773493901</c:v>
                </c:pt>
                <c:pt idx="225">
                  <c:v>1.61457657595153</c:v>
                </c:pt>
                <c:pt idx="226">
                  <c:v>1.6307067818557499</c:v>
                </c:pt>
                <c:pt idx="227">
                  <c:v>1.58005162552848</c:v>
                </c:pt>
                <c:pt idx="228">
                  <c:v>1.57547842140776</c:v>
                </c:pt>
                <c:pt idx="229">
                  <c:v>1.5084597371647801</c:v>
                </c:pt>
                <c:pt idx="230">
                  <c:v>1.5529012558731301</c:v>
                </c:pt>
                <c:pt idx="231">
                  <c:v>1.5772492992187701</c:v>
                </c:pt>
                <c:pt idx="232">
                  <c:v>1.59786277639888</c:v>
                </c:pt>
                <c:pt idx="233">
                  <c:v>1.62361205115816</c:v>
                </c:pt>
                <c:pt idx="234">
                  <c:v>1.61766438314322</c:v>
                </c:pt>
                <c:pt idx="235">
                  <c:v>1.5987804368090499</c:v>
                </c:pt>
                <c:pt idx="236">
                  <c:v>1.5920529382125299</c:v>
                </c:pt>
                <c:pt idx="237">
                  <c:v>1.5678332170123801</c:v>
                </c:pt>
                <c:pt idx="238">
                  <c:v>1.49158901417491</c:v>
                </c:pt>
                <c:pt idx="239">
                  <c:v>1.47106565148302</c:v>
                </c:pt>
                <c:pt idx="240">
                  <c:v>1.50532433167004</c:v>
                </c:pt>
                <c:pt idx="241">
                  <c:v>1.5218892901043499</c:v>
                </c:pt>
                <c:pt idx="242">
                  <c:v>1.5251452352415</c:v>
                </c:pt>
                <c:pt idx="243">
                  <c:v>1.4946920492482501</c:v>
                </c:pt>
                <c:pt idx="244">
                  <c:v>1.46879555393656</c:v>
                </c:pt>
                <c:pt idx="245">
                  <c:v>1.4825329591355501</c:v>
                </c:pt>
                <c:pt idx="246">
                  <c:v>1.4932201077824501</c:v>
                </c:pt>
                <c:pt idx="247">
                  <c:v>1.52039767044685</c:v>
                </c:pt>
                <c:pt idx="248">
                  <c:v>1.5182684524679699</c:v>
                </c:pt>
                <c:pt idx="249">
                  <c:v>1.51587154307845</c:v>
                </c:pt>
                <c:pt idx="250">
                  <c:v>1.5056806000235901</c:v>
                </c:pt>
                <c:pt idx="251">
                  <c:v>1.48499058080406</c:v>
                </c:pt>
                <c:pt idx="252">
                  <c:v>1.50924665841075</c:v>
                </c:pt>
                <c:pt idx="253">
                  <c:v>1.5038851668656701</c:v>
                </c:pt>
                <c:pt idx="254">
                  <c:v>1.51287137413071</c:v>
                </c:pt>
                <c:pt idx="255">
                  <c:v>1.5293306541457601</c:v>
                </c:pt>
                <c:pt idx="256">
                  <c:v>1.49423280091989</c:v>
                </c:pt>
                <c:pt idx="257">
                  <c:v>1.5463662596710801</c:v>
                </c:pt>
                <c:pt idx="258">
                  <c:v>1.57994668870245</c:v>
                </c:pt>
                <c:pt idx="259">
                  <c:v>1.6031587448315301</c:v>
                </c:pt>
                <c:pt idx="260">
                  <c:v>1.59114388029107</c:v>
                </c:pt>
                <c:pt idx="261">
                  <c:v>1.6208478652293199</c:v>
                </c:pt>
                <c:pt idx="262">
                  <c:v>1.6324626643018101</c:v>
                </c:pt>
                <c:pt idx="263">
                  <c:v>1.6274927433325701</c:v>
                </c:pt>
                <c:pt idx="264">
                  <c:v>1.6201910774784101</c:v>
                </c:pt>
                <c:pt idx="265">
                  <c:v>1.6023438876135301</c:v>
                </c:pt>
                <c:pt idx="266">
                  <c:v>1.59300361595895</c:v>
                </c:pt>
                <c:pt idx="267">
                  <c:v>1.6151940797189901</c:v>
                </c:pt>
                <c:pt idx="268">
                  <c:v>1.6100288195671</c:v>
                </c:pt>
                <c:pt idx="269">
                  <c:v>1.60694762393561</c:v>
                </c:pt>
                <c:pt idx="270">
                  <c:v>1.5781115786730699</c:v>
                </c:pt>
                <c:pt idx="271">
                  <c:v>1.5667452739613501</c:v>
                </c:pt>
                <c:pt idx="272">
                  <c:v>1.5799116126069599</c:v>
                </c:pt>
                <c:pt idx="273">
                  <c:v>1.59757893271089</c:v>
                </c:pt>
                <c:pt idx="274">
                  <c:v>1.6143822609466201</c:v>
                </c:pt>
                <c:pt idx="275">
                  <c:v>1.6415035611641</c:v>
                </c:pt>
                <c:pt idx="276">
                  <c:v>1.6722242161548899</c:v>
                </c:pt>
                <c:pt idx="277">
                  <c:v>1.6848434636307199</c:v>
                </c:pt>
                <c:pt idx="278">
                  <c:v>1.68545333570573</c:v>
                </c:pt>
                <c:pt idx="279">
                  <c:v>1.6986165627348999</c:v>
                </c:pt>
                <c:pt idx="280">
                  <c:v>1.7173518710765601</c:v>
                </c:pt>
                <c:pt idx="281">
                  <c:v>1.7561150516397701</c:v>
                </c:pt>
                <c:pt idx="282">
                  <c:v>1.75406256885505</c:v>
                </c:pt>
                <c:pt idx="283">
                  <c:v>1.7853206373011901</c:v>
                </c:pt>
                <c:pt idx="284">
                  <c:v>1.80174684991139</c:v>
                </c:pt>
                <c:pt idx="285">
                  <c:v>1.7868929808040901</c:v>
                </c:pt>
                <c:pt idx="286">
                  <c:v>1.8138160945278901</c:v>
                </c:pt>
                <c:pt idx="287">
                  <c:v>1.8371791875160299</c:v>
                </c:pt>
                <c:pt idx="288">
                  <c:v>1.83901003566118</c:v>
                </c:pt>
                <c:pt idx="289">
                  <c:v>1.82557895793542</c:v>
                </c:pt>
                <c:pt idx="290">
                  <c:v>1.8510172302040799</c:v>
                </c:pt>
                <c:pt idx="291">
                  <c:v>1.9041140900658899</c:v>
                </c:pt>
                <c:pt idx="292">
                  <c:v>1.92643586665897</c:v>
                </c:pt>
                <c:pt idx="293">
                  <c:v>1.96381892120708</c:v>
                </c:pt>
                <c:pt idx="294">
                  <c:v>1.98116376082927</c:v>
                </c:pt>
                <c:pt idx="295">
                  <c:v>2.0002313158023401</c:v>
                </c:pt>
                <c:pt idx="296">
                  <c:v>2.0489190761212401</c:v>
                </c:pt>
                <c:pt idx="297">
                  <c:v>2.05759949894018</c:v>
                </c:pt>
                <c:pt idx="298">
                  <c:v>2.08522980538168</c:v>
                </c:pt>
                <c:pt idx="299">
                  <c:v>2.0678739707343201</c:v>
                </c:pt>
                <c:pt idx="300">
                  <c:v>2.0905958824681901</c:v>
                </c:pt>
                <c:pt idx="301">
                  <c:v>2.1042915842632399</c:v>
                </c:pt>
                <c:pt idx="302">
                  <c:v>2.1103349705483301</c:v>
                </c:pt>
                <c:pt idx="303">
                  <c:v>2.1661413220627002</c:v>
                </c:pt>
                <c:pt idx="304">
                  <c:v>2.2219396548617301</c:v>
                </c:pt>
                <c:pt idx="305">
                  <c:v>2.2753357329546802</c:v>
                </c:pt>
                <c:pt idx="306">
                  <c:v>2.3227940591607901</c:v>
                </c:pt>
                <c:pt idx="307">
                  <c:v>2.2963460593938798</c:v>
                </c:pt>
                <c:pt idx="308">
                  <c:v>2.26891833889258</c:v>
                </c:pt>
                <c:pt idx="309">
                  <c:v>2.3295713783384899</c:v>
                </c:pt>
                <c:pt idx="310">
                  <c:v>2.3876124318605698</c:v>
                </c:pt>
                <c:pt idx="311">
                  <c:v>2.3996225314089998</c:v>
                </c:pt>
                <c:pt idx="312">
                  <c:v>2.3153731435629701</c:v>
                </c:pt>
                <c:pt idx="313">
                  <c:v>2.3404010986119901</c:v>
                </c:pt>
                <c:pt idx="314">
                  <c:v>2.3491991127519598</c:v>
                </c:pt>
                <c:pt idx="315">
                  <c:v>2.2964949411854998</c:v>
                </c:pt>
                <c:pt idx="316">
                  <c:v>2.3789848703550902</c:v>
                </c:pt>
                <c:pt idx="317">
                  <c:v>2.4473893793805601</c:v>
                </c:pt>
                <c:pt idx="318">
                  <c:v>2.4745425394144398</c:v>
                </c:pt>
                <c:pt idx="319">
                  <c:v>2.4831625291474499</c:v>
                </c:pt>
                <c:pt idx="320">
                  <c:v>2.5005932751177502</c:v>
                </c:pt>
                <c:pt idx="321">
                  <c:v>2.42260223839987</c:v>
                </c:pt>
                <c:pt idx="322">
                  <c:v>2.4764107190723799</c:v>
                </c:pt>
                <c:pt idx="323">
                  <c:v>2.4821903289839402</c:v>
                </c:pt>
                <c:pt idx="324">
                  <c:v>2.5095805027004499</c:v>
                </c:pt>
                <c:pt idx="325">
                  <c:v>2.4476952224084401</c:v>
                </c:pt>
                <c:pt idx="326">
                  <c:v>2.4158598952109802</c:v>
                </c:pt>
                <c:pt idx="327">
                  <c:v>2.3628992585608799</c:v>
                </c:pt>
                <c:pt idx="328">
                  <c:v>2.4643042347425901</c:v>
                </c:pt>
                <c:pt idx="329">
                  <c:v>2.57132589380597</c:v>
                </c:pt>
                <c:pt idx="330">
                  <c:v>2.6224220710498098</c:v>
                </c:pt>
                <c:pt idx="331">
                  <c:v>2.6550802917589502</c:v>
                </c:pt>
                <c:pt idx="332">
                  <c:v>2.6906325891651801</c:v>
                </c:pt>
                <c:pt idx="333">
                  <c:v>2.6832133846215802</c:v>
                </c:pt>
                <c:pt idx="334">
                  <c:v>2.75108607163587</c:v>
                </c:pt>
                <c:pt idx="335">
                  <c:v>2.8276923121816901</c:v>
                </c:pt>
                <c:pt idx="336">
                  <c:v>2.89232922075356</c:v>
                </c:pt>
                <c:pt idx="337">
                  <c:v>2.9961080076218001</c:v>
                </c:pt>
                <c:pt idx="338">
                  <c:v>3.0387520618903401</c:v>
                </c:pt>
                <c:pt idx="339">
                  <c:v>3.1120021295241602</c:v>
                </c:pt>
                <c:pt idx="340">
                  <c:v>3.2256647776253802</c:v>
                </c:pt>
                <c:pt idx="341">
                  <c:v>3.27270316025098</c:v>
                </c:pt>
                <c:pt idx="342">
                  <c:v>3.09902080333045</c:v>
                </c:pt>
                <c:pt idx="343">
                  <c:v>3.14943122527123</c:v>
                </c:pt>
                <c:pt idx="344">
                  <c:v>3.3224745727473701</c:v>
                </c:pt>
                <c:pt idx="345">
                  <c:v>3.4737933511668899</c:v>
                </c:pt>
                <c:pt idx="346">
                  <c:v>3.5026291878470701</c:v>
                </c:pt>
                <c:pt idx="347">
                  <c:v>3.4877393089861202</c:v>
                </c:pt>
                <c:pt idx="348">
                  <c:v>3.5502124427423301</c:v>
                </c:pt>
                <c:pt idx="349">
                  <c:v>3.51343173260855</c:v>
                </c:pt>
                <c:pt idx="350">
                  <c:v>3.5164129330705198</c:v>
                </c:pt>
                <c:pt idx="351">
                  <c:v>3.5914861797660098</c:v>
                </c:pt>
                <c:pt idx="352">
                  <c:v>3.6749940754505399</c:v>
                </c:pt>
                <c:pt idx="353">
                  <c:v>3.75274645303096</c:v>
                </c:pt>
                <c:pt idx="354">
                  <c:v>3.71724465832229</c:v>
                </c:pt>
                <c:pt idx="355">
                  <c:v>3.5777739806216502</c:v>
                </c:pt>
                <c:pt idx="356">
                  <c:v>3.6452899008925099</c:v>
                </c:pt>
                <c:pt idx="357">
                  <c:v>3.5485486888896101</c:v>
                </c:pt>
                <c:pt idx="358">
                  <c:v>3.30796433336879</c:v>
                </c:pt>
                <c:pt idx="359">
                  <c:v>3.3085618882668499</c:v>
                </c:pt>
                <c:pt idx="360">
                  <c:v>3.3910143752491599</c:v>
                </c:pt>
                <c:pt idx="361">
                  <c:v>3.2676465512600599</c:v>
                </c:pt>
                <c:pt idx="362">
                  <c:v>3.0016647722607401</c:v>
                </c:pt>
                <c:pt idx="363">
                  <c:v>2.7823924476373998</c:v>
                </c:pt>
                <c:pt idx="364">
                  <c:v>2.8918307318196002</c:v>
                </c:pt>
                <c:pt idx="365">
                  <c:v>2.6976774465596098</c:v>
                </c:pt>
                <c:pt idx="366">
                  <c:v>2.4925840146496498</c:v>
                </c:pt>
                <c:pt idx="367">
                  <c:v>2.3085015687149202</c:v>
                </c:pt>
                <c:pt idx="368">
                  <c:v>2.1628472923592201</c:v>
                </c:pt>
                <c:pt idx="369">
                  <c:v>2.0100169304638502</c:v>
                </c:pt>
                <c:pt idx="370">
                  <c:v>1.9322573767440101</c:v>
                </c:pt>
                <c:pt idx="371">
                  <c:v>2.0125231797349299</c:v>
                </c:pt>
                <c:pt idx="372">
                  <c:v>2.0982390482966098</c:v>
                </c:pt>
                <c:pt idx="373">
                  <c:v>2.2154074250610298</c:v>
                </c:pt>
                <c:pt idx="374">
                  <c:v>2.2935124635494701</c:v>
                </c:pt>
                <c:pt idx="375">
                  <c:v>2.1976423824828699</c:v>
                </c:pt>
                <c:pt idx="376">
                  <c:v>2.2315749909078799</c:v>
                </c:pt>
                <c:pt idx="377">
                  <c:v>2.3629652908536598</c:v>
                </c:pt>
                <c:pt idx="378">
                  <c:v>2.4375651272205401</c:v>
                </c:pt>
                <c:pt idx="379">
                  <c:v>2.49711602927262</c:v>
                </c:pt>
                <c:pt idx="380">
                  <c:v>2.5449260577078698</c:v>
                </c:pt>
                <c:pt idx="381">
                  <c:v>2.6422914493690599</c:v>
                </c:pt>
                <c:pt idx="382">
                  <c:v>2.61591748342784</c:v>
                </c:pt>
                <c:pt idx="383">
                  <c:v>2.4279719880544599</c:v>
                </c:pt>
                <c:pt idx="384">
                  <c:v>2.3184642285197099</c:v>
                </c:pt>
                <c:pt idx="385">
                  <c:v>2.4494850720343102</c:v>
                </c:pt>
                <c:pt idx="386">
                  <c:v>2.38877340735971</c:v>
                </c:pt>
                <c:pt idx="387">
                  <c:v>2.33885365115743</c:v>
                </c:pt>
                <c:pt idx="388">
                  <c:v>2.2149222066710599</c:v>
                </c:pt>
                <c:pt idx="389">
                  <c:v>2.3647321126358598</c:v>
                </c:pt>
                <c:pt idx="390">
                  <c:v>2.3584940603393099</c:v>
                </c:pt>
                <c:pt idx="391">
                  <c:v>2.3631770880778</c:v>
                </c:pt>
                <c:pt idx="392">
                  <c:v>2.4527031817040799</c:v>
                </c:pt>
                <c:pt idx="393">
                  <c:v>2.5803193502674899</c:v>
                </c:pt>
                <c:pt idx="394">
                  <c:v>2.6124131997483699</c:v>
                </c:pt>
                <c:pt idx="395">
                  <c:v>2.58459779510097</c:v>
                </c:pt>
                <c:pt idx="396">
                  <c:v>2.6666065350988499</c:v>
                </c:pt>
                <c:pt idx="397">
                  <c:v>2.6971606618221502</c:v>
                </c:pt>
                <c:pt idx="398">
                  <c:v>2.7544273710094398</c:v>
                </c:pt>
                <c:pt idx="399">
                  <c:v>2.5600486009082499</c:v>
                </c:pt>
                <c:pt idx="400">
                  <c:v>2.62644995756165</c:v>
                </c:pt>
                <c:pt idx="401">
                  <c:v>2.5404200628703602</c:v>
                </c:pt>
                <c:pt idx="402">
                  <c:v>2.39430629564061</c:v>
                </c:pt>
                <c:pt idx="403">
                  <c:v>2.2047893957617002</c:v>
                </c:pt>
                <c:pt idx="404">
                  <c:v>2.0321230148196499</c:v>
                </c:pt>
                <c:pt idx="405">
                  <c:v>1.9478108371249201</c:v>
                </c:pt>
                <c:pt idx="406">
                  <c:v>2.0170822477756198</c:v>
                </c:pt>
                <c:pt idx="407">
                  <c:v>2.14910317174468</c:v>
                </c:pt>
                <c:pt idx="408">
                  <c:v>2.0619908457896399</c:v>
                </c:pt>
                <c:pt idx="409">
                  <c:v>1.92283565903249</c:v>
                </c:pt>
                <c:pt idx="410">
                  <c:v>1.8372825580049299</c:v>
                </c:pt>
                <c:pt idx="411">
                  <c:v>1.88328520980995</c:v>
                </c:pt>
                <c:pt idx="412">
                  <c:v>1.98836924580443</c:v>
                </c:pt>
                <c:pt idx="413">
                  <c:v>2.0756666983640599</c:v>
                </c:pt>
                <c:pt idx="414">
                  <c:v>2.0403268610626601</c:v>
                </c:pt>
                <c:pt idx="415">
                  <c:v>2.07343243410542</c:v>
                </c:pt>
                <c:pt idx="416">
                  <c:v>1.92078893172603</c:v>
                </c:pt>
                <c:pt idx="417">
                  <c:v>1.8094772366275</c:v>
                </c:pt>
                <c:pt idx="418">
                  <c:v>1.94804404043464</c:v>
                </c:pt>
                <c:pt idx="419">
                  <c:v>1.9181685640264701</c:v>
                </c:pt>
                <c:pt idx="420">
                  <c:v>1.9521531208653999</c:v>
                </c:pt>
                <c:pt idx="421">
                  <c:v>2.0331297242396902</c:v>
                </c:pt>
                <c:pt idx="422">
                  <c:v>2.05231316333419</c:v>
                </c:pt>
                <c:pt idx="423">
                  <c:v>2.03888363656724</c:v>
                </c:pt>
                <c:pt idx="424">
                  <c:v>2.0757967870909702</c:v>
                </c:pt>
                <c:pt idx="425">
                  <c:v>2.00180484735127</c:v>
                </c:pt>
                <c:pt idx="426">
                  <c:v>2.0540806480440001</c:v>
                </c:pt>
                <c:pt idx="427">
                  <c:v>2.0182981043026</c:v>
                </c:pt>
                <c:pt idx="428">
                  <c:v>2.0253006147853001</c:v>
                </c:pt>
                <c:pt idx="429">
                  <c:v>2.1140547397038199</c:v>
                </c:pt>
                <c:pt idx="430">
                  <c:v>2.1536134425797302</c:v>
                </c:pt>
                <c:pt idx="431">
                  <c:v>2.2547193547676998</c:v>
                </c:pt>
                <c:pt idx="432">
                  <c:v>2.2898222802547501</c:v>
                </c:pt>
                <c:pt idx="433">
                  <c:v>2.26295991631478</c:v>
                </c:pt>
                <c:pt idx="434">
                  <c:v>2.3395347341627302</c:v>
                </c:pt>
                <c:pt idx="435">
                  <c:v>2.3775257871944699</c:v>
                </c:pt>
                <c:pt idx="436">
                  <c:v>2.3783093197152301</c:v>
                </c:pt>
                <c:pt idx="437">
                  <c:v>2.4271347575152502</c:v>
                </c:pt>
                <c:pt idx="438">
                  <c:v>2.26996420962706</c:v>
                </c:pt>
                <c:pt idx="439">
                  <c:v>2.35816379084467</c:v>
                </c:pt>
                <c:pt idx="440">
                  <c:v>2.4405531085650898</c:v>
                </c:pt>
                <c:pt idx="441">
                  <c:v>2.4747597860304298</c:v>
                </c:pt>
                <c:pt idx="442">
                  <c:v>2.4978646636905499</c:v>
                </c:pt>
                <c:pt idx="443">
                  <c:v>2.4507309857724402</c:v>
                </c:pt>
                <c:pt idx="444">
                  <c:v>2.484119477128</c:v>
                </c:pt>
                <c:pt idx="445">
                  <c:v>2.4820361063438798</c:v>
                </c:pt>
                <c:pt idx="446">
                  <c:v>2.42620755001469</c:v>
                </c:pt>
                <c:pt idx="447">
                  <c:v>2.43183615315048</c:v>
                </c:pt>
                <c:pt idx="448">
                  <c:v>2.5525063726765498</c:v>
                </c:pt>
                <c:pt idx="449">
                  <c:v>2.5583052799460599</c:v>
                </c:pt>
                <c:pt idx="450">
                  <c:v>2.6240834696500102</c:v>
                </c:pt>
                <c:pt idx="451">
                  <c:v>2.6731375421778698</c:v>
                </c:pt>
                <c:pt idx="452">
                  <c:v>2.7016005865602901</c:v>
                </c:pt>
                <c:pt idx="453">
                  <c:v>2.7544654610398198</c:v>
                </c:pt>
                <c:pt idx="454">
                  <c:v>2.7649254516411199</c:v>
                </c:pt>
                <c:pt idx="455">
                  <c:v>2.7116715309680899</c:v>
                </c:pt>
                <c:pt idx="456">
                  <c:v>2.78440119658694</c:v>
                </c:pt>
                <c:pt idx="457">
                  <c:v>2.7699058157586101</c:v>
                </c:pt>
                <c:pt idx="458">
                  <c:v>2.72421341355949</c:v>
                </c:pt>
                <c:pt idx="459">
                  <c:v>2.8082572486351198</c:v>
                </c:pt>
                <c:pt idx="460">
                  <c:v>2.8630567546148602</c:v>
                </c:pt>
                <c:pt idx="461">
                  <c:v>2.8495511091324</c:v>
                </c:pt>
                <c:pt idx="462">
                  <c:v>2.8884220882209002</c:v>
                </c:pt>
                <c:pt idx="463">
                  <c:v>2.9563524323882202</c:v>
                </c:pt>
                <c:pt idx="464">
                  <c:v>2.9482050110498799</c:v>
                </c:pt>
                <c:pt idx="465">
                  <c:v>2.77331359148531</c:v>
                </c:pt>
                <c:pt idx="466">
                  <c:v>2.8015988068446802</c:v>
                </c:pt>
                <c:pt idx="467">
                  <c:v>2.8094778492521599</c:v>
                </c:pt>
                <c:pt idx="468">
                  <c:v>2.7747601591756701</c:v>
                </c:pt>
                <c:pt idx="469">
                  <c:v>2.8521336320060402</c:v>
                </c:pt>
                <c:pt idx="470">
                  <c:v>2.8539260150391699</c:v>
                </c:pt>
                <c:pt idx="471">
                  <c:v>2.8962189089941099</c:v>
                </c:pt>
                <c:pt idx="472">
                  <c:v>2.8413489937165499</c:v>
                </c:pt>
                <c:pt idx="473">
                  <c:v>2.8315772062697899</c:v>
                </c:pt>
                <c:pt idx="474">
                  <c:v>2.81799059289993</c:v>
                </c:pt>
                <c:pt idx="475">
                  <c:v>2.7950241626549701</c:v>
                </c:pt>
                <c:pt idx="476">
                  <c:v>2.8511083468895899</c:v>
                </c:pt>
                <c:pt idx="477">
                  <c:v>2.8883435122183299</c:v>
                </c:pt>
                <c:pt idx="478">
                  <c:v>2.91099309948607</c:v>
                </c:pt>
                <c:pt idx="479">
                  <c:v>2.9989899019466502</c:v>
                </c:pt>
                <c:pt idx="480">
                  <c:v>2.9951893435573198</c:v>
                </c:pt>
                <c:pt idx="481">
                  <c:v>3.0294739908555899</c:v>
                </c:pt>
                <c:pt idx="482">
                  <c:v>3.0598287079416799</c:v>
                </c:pt>
                <c:pt idx="483">
                  <c:v>3.02560179317127</c:v>
                </c:pt>
                <c:pt idx="484">
                  <c:v>3.0209920923231199</c:v>
                </c:pt>
                <c:pt idx="485">
                  <c:v>3.05842608335709</c:v>
                </c:pt>
                <c:pt idx="486">
                  <c:v>2.9959399517932601</c:v>
                </c:pt>
                <c:pt idx="487">
                  <c:v>3.0360460701451801</c:v>
                </c:pt>
                <c:pt idx="488">
                  <c:v>3.0781297449482801</c:v>
                </c:pt>
                <c:pt idx="489">
                  <c:v>3.0301753419752</c:v>
                </c:pt>
                <c:pt idx="490">
                  <c:v>2.7661252757594399</c:v>
                </c:pt>
                <c:pt idx="491">
                  <c:v>2.6980587523156498</c:v>
                </c:pt>
                <c:pt idx="492">
                  <c:v>2.7831229769277699</c:v>
                </c:pt>
                <c:pt idx="493">
                  <c:v>2.5376224990487399</c:v>
                </c:pt>
                <c:pt idx="494">
                  <c:v>2.5608926281881601</c:v>
                </c:pt>
                <c:pt idx="495">
                  <c:v>2.3710203976474702</c:v>
                </c:pt>
                <c:pt idx="496">
                  <c:v>2.37199603889204</c:v>
                </c:pt>
                <c:pt idx="497">
                  <c:v>2.2726303832175998</c:v>
                </c:pt>
                <c:pt idx="498">
                  <c:v>2.3606255761053099</c:v>
                </c:pt>
                <c:pt idx="499">
                  <c:v>2.25928261797895</c:v>
                </c:pt>
                <c:pt idx="500">
                  <c:v>2.3120561349812601</c:v>
                </c:pt>
                <c:pt idx="501">
                  <c:v>2.4135740552310398</c:v>
                </c:pt>
                <c:pt idx="502">
                  <c:v>2.4029293944118701</c:v>
                </c:pt>
                <c:pt idx="503">
                  <c:v>2.3000566448254198</c:v>
                </c:pt>
                <c:pt idx="504">
                  <c:v>2.3447564367221299</c:v>
                </c:pt>
                <c:pt idx="505">
                  <c:v>2.38365469200455</c:v>
                </c:pt>
                <c:pt idx="506">
                  <c:v>2.2015161865505402</c:v>
                </c:pt>
                <c:pt idx="507">
                  <c:v>2.17375886543048</c:v>
                </c:pt>
                <c:pt idx="508">
                  <c:v>2.05972404150552</c:v>
                </c:pt>
                <c:pt idx="509">
                  <c:v>2.1402231995941001</c:v>
                </c:pt>
                <c:pt idx="510">
                  <c:v>2.1072496341048002</c:v>
                </c:pt>
                <c:pt idx="511">
                  <c:v>2.18629366394851</c:v>
                </c:pt>
                <c:pt idx="512">
                  <c:v>2.2001723560502802</c:v>
                </c:pt>
                <c:pt idx="513">
                  <c:v>2.2549820879649598</c:v>
                </c:pt>
                <c:pt idx="514">
                  <c:v>2.23239341594086</c:v>
                </c:pt>
                <c:pt idx="515">
                  <c:v>2.23148544169623</c:v>
                </c:pt>
                <c:pt idx="516">
                  <c:v>2.33237416112748</c:v>
                </c:pt>
                <c:pt idx="517">
                  <c:v>2.3722139867554901</c:v>
                </c:pt>
                <c:pt idx="518">
                  <c:v>2.3745553843865301</c:v>
                </c:pt>
                <c:pt idx="519">
                  <c:v>2.3897242989307901</c:v>
                </c:pt>
                <c:pt idx="520">
                  <c:v>2.4477006940297401</c:v>
                </c:pt>
                <c:pt idx="521">
                  <c:v>2.4377719993243399</c:v>
                </c:pt>
                <c:pt idx="522">
                  <c:v>2.4483904053305401</c:v>
                </c:pt>
                <c:pt idx="523">
                  <c:v>2.2529109564069101</c:v>
                </c:pt>
                <c:pt idx="524">
                  <c:v>2.2471381730900202</c:v>
                </c:pt>
                <c:pt idx="525">
                  <c:v>2.10193344890788</c:v>
                </c:pt>
                <c:pt idx="526">
                  <c:v>2.1522342832156598</c:v>
                </c:pt>
                <c:pt idx="527">
                  <c:v>2.2618716518164299</c:v>
                </c:pt>
                <c:pt idx="528">
                  <c:v>2.2673475952391402</c:v>
                </c:pt>
                <c:pt idx="529">
                  <c:v>2.1765781976190701</c:v>
                </c:pt>
                <c:pt idx="530">
                  <c:v>2.2340220222464802</c:v>
                </c:pt>
                <c:pt idx="531">
                  <c:v>2.25900119332786</c:v>
                </c:pt>
                <c:pt idx="532">
                  <c:v>2.2099720645343699</c:v>
                </c:pt>
                <c:pt idx="533">
                  <c:v>2.17178077901624</c:v>
                </c:pt>
                <c:pt idx="534">
                  <c:v>2.1689963824633902</c:v>
                </c:pt>
                <c:pt idx="535">
                  <c:v>2.25448251696089</c:v>
                </c:pt>
                <c:pt idx="536">
                  <c:v>2.23782178602027</c:v>
                </c:pt>
                <c:pt idx="537">
                  <c:v>2.2141497829313801</c:v>
                </c:pt>
                <c:pt idx="538">
                  <c:v>2.2937855664301998</c:v>
                </c:pt>
                <c:pt idx="539">
                  <c:v>2.38368063649262</c:v>
                </c:pt>
                <c:pt idx="540">
                  <c:v>2.45275872032227</c:v>
                </c:pt>
                <c:pt idx="541">
                  <c:v>2.44673539530993</c:v>
                </c:pt>
                <c:pt idx="542">
                  <c:v>2.4768435408079199</c:v>
                </c:pt>
                <c:pt idx="543">
                  <c:v>2.4450022455845302</c:v>
                </c:pt>
                <c:pt idx="544">
                  <c:v>2.4642447494447102</c:v>
                </c:pt>
                <c:pt idx="545">
                  <c:v>2.4524296754362802</c:v>
                </c:pt>
                <c:pt idx="546">
                  <c:v>2.4041537666550399</c:v>
                </c:pt>
                <c:pt idx="547">
                  <c:v>2.4977279021175098</c:v>
                </c:pt>
                <c:pt idx="548">
                  <c:v>2.5102057072882702</c:v>
                </c:pt>
                <c:pt idx="549">
                  <c:v>2.5041369097763702</c:v>
                </c:pt>
                <c:pt idx="550">
                  <c:v>2.5762710662515498</c:v>
                </c:pt>
                <c:pt idx="551">
                  <c:v>2.59605590580178</c:v>
                </c:pt>
                <c:pt idx="552">
                  <c:v>2.5561729364565098</c:v>
                </c:pt>
                <c:pt idx="553">
                  <c:v>2.54020792253975</c:v>
                </c:pt>
                <c:pt idx="554">
                  <c:v>2.5966067488279401</c:v>
                </c:pt>
                <c:pt idx="555">
                  <c:v>2.5811151353129298</c:v>
                </c:pt>
                <c:pt idx="556">
                  <c:v>2.61821925987622</c:v>
                </c:pt>
                <c:pt idx="557">
                  <c:v>2.64973975589327</c:v>
                </c:pt>
                <c:pt idx="558">
                  <c:v>2.65203456102862</c:v>
                </c:pt>
                <c:pt idx="559">
                  <c:v>2.6196690141498702</c:v>
                </c:pt>
                <c:pt idx="560">
                  <c:v>2.6341781644168498</c:v>
                </c:pt>
                <c:pt idx="561">
                  <c:v>2.50806466990421</c:v>
                </c:pt>
                <c:pt idx="562">
                  <c:v>2.47561389041637</c:v>
                </c:pt>
                <c:pt idx="563">
                  <c:v>2.5024117785879301</c:v>
                </c:pt>
                <c:pt idx="564">
                  <c:v>2.4961562565666302</c:v>
                </c:pt>
                <c:pt idx="565">
                  <c:v>2.5328508859459302</c:v>
                </c:pt>
                <c:pt idx="566">
                  <c:v>2.5278083422670399</c:v>
                </c:pt>
                <c:pt idx="567">
                  <c:v>2.5243457176574</c:v>
                </c:pt>
                <c:pt idx="568">
                  <c:v>2.5270636686044998</c:v>
                </c:pt>
                <c:pt idx="569">
                  <c:v>2.6033622658124398</c:v>
                </c:pt>
                <c:pt idx="570">
                  <c:v>2.6063288283108998</c:v>
                </c:pt>
                <c:pt idx="571">
                  <c:v>2.6286035296589998</c:v>
                </c:pt>
                <c:pt idx="572">
                  <c:v>2.5232566762023998</c:v>
                </c:pt>
                <c:pt idx="573">
                  <c:v>2.4078088577786501</c:v>
                </c:pt>
                <c:pt idx="574">
                  <c:v>2.4011176222780501</c:v>
                </c:pt>
                <c:pt idx="575">
                  <c:v>2.3786101149138399</c:v>
                </c:pt>
                <c:pt idx="576">
                  <c:v>2.3613761105834201</c:v>
                </c:pt>
                <c:pt idx="577">
                  <c:v>2.3522019320471399</c:v>
                </c:pt>
                <c:pt idx="578">
                  <c:v>2.3963174971627601</c:v>
                </c:pt>
                <c:pt idx="579">
                  <c:v>2.3959847763228002</c:v>
                </c:pt>
                <c:pt idx="580">
                  <c:v>2.314956575799</c:v>
                </c:pt>
                <c:pt idx="581">
                  <c:v>2.3305904510054498</c:v>
                </c:pt>
                <c:pt idx="582">
                  <c:v>2.3606149816521298</c:v>
                </c:pt>
                <c:pt idx="583">
                  <c:v>2.4032377916789298</c:v>
                </c:pt>
                <c:pt idx="584">
                  <c:v>2.3822468015834501</c:v>
                </c:pt>
                <c:pt idx="585">
                  <c:v>2.3784866459788399</c:v>
                </c:pt>
                <c:pt idx="586">
                  <c:v>2.3895947141927798</c:v>
                </c:pt>
                <c:pt idx="587">
                  <c:v>2.3956286660919699</c:v>
                </c:pt>
                <c:pt idx="588">
                  <c:v>2.3845707859637399</c:v>
                </c:pt>
                <c:pt idx="589">
                  <c:v>2.4809711291362002</c:v>
                </c:pt>
                <c:pt idx="590">
                  <c:v>2.5009898027150901</c:v>
                </c:pt>
                <c:pt idx="591">
                  <c:v>2.5325803139756902</c:v>
                </c:pt>
                <c:pt idx="592">
                  <c:v>2.5411958487597301</c:v>
                </c:pt>
                <c:pt idx="593">
                  <c:v>2.5470267616230902</c:v>
                </c:pt>
                <c:pt idx="594">
                  <c:v>2.5557633305804002</c:v>
                </c:pt>
                <c:pt idx="595">
                  <c:v>2.55022939542545</c:v>
                </c:pt>
                <c:pt idx="596">
                  <c:v>2.4227244287788099</c:v>
                </c:pt>
                <c:pt idx="597">
                  <c:v>2.4308254016620898</c:v>
                </c:pt>
                <c:pt idx="598">
                  <c:v>2.5135558069013402</c:v>
                </c:pt>
                <c:pt idx="599">
                  <c:v>2.5171949941489</c:v>
                </c:pt>
                <c:pt idx="600">
                  <c:v>2.5335557882806601</c:v>
                </c:pt>
                <c:pt idx="601">
                  <c:v>2.5468401360646502</c:v>
                </c:pt>
                <c:pt idx="602">
                  <c:v>2.5238669064611301</c:v>
                </c:pt>
                <c:pt idx="603">
                  <c:v>2.5718059486055602</c:v>
                </c:pt>
                <c:pt idx="604">
                  <c:v>2.5647851743253298</c:v>
                </c:pt>
                <c:pt idx="605">
                  <c:v>2.5418911231726802</c:v>
                </c:pt>
                <c:pt idx="606">
                  <c:v>2.6029144875928498</c:v>
                </c:pt>
                <c:pt idx="607">
                  <c:v>2.6352565524823599</c:v>
                </c:pt>
                <c:pt idx="608">
                  <c:v>2.6435831678493402</c:v>
                </c:pt>
                <c:pt idx="609">
                  <c:v>2.6498118650520901</c:v>
                </c:pt>
                <c:pt idx="610">
                  <c:v>2.64279289014942</c:v>
                </c:pt>
                <c:pt idx="611">
                  <c:v>2.68641512471934</c:v>
                </c:pt>
                <c:pt idx="612">
                  <c:v>2.7009476279862099</c:v>
                </c:pt>
                <c:pt idx="613">
                  <c:v>2.72194961582453</c:v>
                </c:pt>
                <c:pt idx="614">
                  <c:v>2.7247992935607299</c:v>
                </c:pt>
                <c:pt idx="615">
                  <c:v>2.71955049407882</c:v>
                </c:pt>
                <c:pt idx="616">
                  <c:v>2.7018281531650499</c:v>
                </c:pt>
                <c:pt idx="617">
                  <c:v>2.7276874995056501</c:v>
                </c:pt>
                <c:pt idx="618">
                  <c:v>2.7449115025514899</c:v>
                </c:pt>
                <c:pt idx="619">
                  <c:v>2.7495553162530899</c:v>
                </c:pt>
                <c:pt idx="620">
                  <c:v>2.7400902012227202</c:v>
                </c:pt>
                <c:pt idx="621">
                  <c:v>2.7286765333550398</c:v>
                </c:pt>
                <c:pt idx="622">
                  <c:v>2.7433529051778001</c:v>
                </c:pt>
                <c:pt idx="623">
                  <c:v>2.7483451576159399</c:v>
                </c:pt>
                <c:pt idx="624">
                  <c:v>2.7513205976817501</c:v>
                </c:pt>
                <c:pt idx="625">
                  <c:v>2.7262172483020399</c:v>
                </c:pt>
                <c:pt idx="626">
                  <c:v>2.7373404078027699</c:v>
                </c:pt>
                <c:pt idx="627">
                  <c:v>2.7715060272251</c:v>
                </c:pt>
                <c:pt idx="628">
                  <c:v>2.63683289575614</c:v>
                </c:pt>
                <c:pt idx="629">
                  <c:v>2.6306263481852699</c:v>
                </c:pt>
                <c:pt idx="630">
                  <c:v>2.61031197268596</c:v>
                </c:pt>
                <c:pt idx="631">
                  <c:v>2.5678697020825698</c:v>
                </c:pt>
                <c:pt idx="632">
                  <c:v>2.5956460744201801</c:v>
                </c:pt>
                <c:pt idx="633">
                  <c:v>2.60897940269993</c:v>
                </c:pt>
                <c:pt idx="634">
                  <c:v>2.6248433536773002</c:v>
                </c:pt>
                <c:pt idx="635">
                  <c:v>2.6097565070463</c:v>
                </c:pt>
                <c:pt idx="636">
                  <c:v>2.6395141449117698</c:v>
                </c:pt>
                <c:pt idx="637">
                  <c:v>2.66836394443304</c:v>
                </c:pt>
                <c:pt idx="638">
                  <c:v>2.6603783300522701</c:v>
                </c:pt>
                <c:pt idx="639">
                  <c:v>2.6184886541927401</c:v>
                </c:pt>
                <c:pt idx="640">
                  <c:v>2.6466065588123602</c:v>
                </c:pt>
                <c:pt idx="641">
                  <c:v>2.7025378497130399</c:v>
                </c:pt>
                <c:pt idx="642">
                  <c:v>2.72665944868614</c:v>
                </c:pt>
                <c:pt idx="643">
                  <c:v>2.7435670458178598</c:v>
                </c:pt>
                <c:pt idx="644">
                  <c:v>2.7470026669083398</c:v>
                </c:pt>
                <c:pt idx="645">
                  <c:v>2.7553792580572898</c:v>
                </c:pt>
                <c:pt idx="646">
                  <c:v>2.7257387510073898</c:v>
                </c:pt>
                <c:pt idx="647">
                  <c:v>2.7359749021378801</c:v>
                </c:pt>
                <c:pt idx="648">
                  <c:v>2.7472471894494301</c:v>
                </c:pt>
                <c:pt idx="649">
                  <c:v>2.7317893829647999</c:v>
                </c:pt>
                <c:pt idx="650">
                  <c:v>2.74310262560273</c:v>
                </c:pt>
                <c:pt idx="651">
                  <c:v>2.7567350965095598</c:v>
                </c:pt>
                <c:pt idx="652">
                  <c:v>2.7611136343850098</c:v>
                </c:pt>
                <c:pt idx="653">
                  <c:v>2.7634865306160998</c:v>
                </c:pt>
                <c:pt idx="654">
                  <c:v>2.7417361642150402</c:v>
                </c:pt>
                <c:pt idx="655">
                  <c:v>2.7296116107469901</c:v>
                </c:pt>
                <c:pt idx="656">
                  <c:v>2.7442232196096499</c:v>
                </c:pt>
                <c:pt idx="657">
                  <c:v>2.7894335531511798</c:v>
                </c:pt>
                <c:pt idx="658">
                  <c:v>2.7919811317596501</c:v>
                </c:pt>
                <c:pt idx="659">
                  <c:v>2.80604831368698</c:v>
                </c:pt>
                <c:pt idx="660">
                  <c:v>2.7874209795293599</c:v>
                </c:pt>
                <c:pt idx="661">
                  <c:v>2.7055538234245202</c:v>
                </c:pt>
                <c:pt idx="662">
                  <c:v>2.7305676043324598</c:v>
                </c:pt>
                <c:pt idx="663">
                  <c:v>2.7155082772436798</c:v>
                </c:pt>
                <c:pt idx="664">
                  <c:v>2.74979345423001</c:v>
                </c:pt>
                <c:pt idx="665">
                  <c:v>2.7509601841975702</c:v>
                </c:pt>
                <c:pt idx="666">
                  <c:v>2.7577905360435202</c:v>
                </c:pt>
                <c:pt idx="667">
                  <c:v>2.7731460207935301</c:v>
                </c:pt>
                <c:pt idx="668">
                  <c:v>2.7631627006336399</c:v>
                </c:pt>
                <c:pt idx="669">
                  <c:v>2.7060551104128998</c:v>
                </c:pt>
                <c:pt idx="670">
                  <c:v>2.72823951489702</c:v>
                </c:pt>
                <c:pt idx="671">
                  <c:v>2.7239992252119598</c:v>
                </c:pt>
                <c:pt idx="672">
                  <c:v>2.73552183253716</c:v>
                </c:pt>
                <c:pt idx="673">
                  <c:v>2.7498405461514599</c:v>
                </c:pt>
                <c:pt idx="674">
                  <c:v>2.8079985020751401</c:v>
                </c:pt>
                <c:pt idx="675">
                  <c:v>2.8283175249418102</c:v>
                </c:pt>
                <c:pt idx="676">
                  <c:v>2.8338013196522498</c:v>
                </c:pt>
                <c:pt idx="677">
                  <c:v>2.8424223123113399</c:v>
                </c:pt>
                <c:pt idx="678">
                  <c:v>2.8410453781589302</c:v>
                </c:pt>
                <c:pt idx="679">
                  <c:v>2.8142425796001298</c:v>
                </c:pt>
                <c:pt idx="680">
                  <c:v>2.8610535909880599</c:v>
                </c:pt>
                <c:pt idx="681">
                  <c:v>2.86541709751797</c:v>
                </c:pt>
                <c:pt idx="682">
                  <c:v>2.8754324869887098</c:v>
                </c:pt>
                <c:pt idx="683">
                  <c:v>2.8632174140381199</c:v>
                </c:pt>
                <c:pt idx="684">
                  <c:v>2.88682306321836</c:v>
                </c:pt>
                <c:pt idx="685">
                  <c:v>2.9015412388448101</c:v>
                </c:pt>
                <c:pt idx="686">
                  <c:v>2.8967141064484099</c:v>
                </c:pt>
                <c:pt idx="687">
                  <c:v>2.89669061452051</c:v>
                </c:pt>
                <c:pt idx="688">
                  <c:v>2.8661156992574202</c:v>
                </c:pt>
                <c:pt idx="689">
                  <c:v>2.8700063510359999</c:v>
                </c:pt>
                <c:pt idx="690">
                  <c:v>2.9088666901572902</c:v>
                </c:pt>
                <c:pt idx="691">
                  <c:v>2.8944321542885798</c:v>
                </c:pt>
                <c:pt idx="692">
                  <c:v>2.91871206829087</c:v>
                </c:pt>
                <c:pt idx="693">
                  <c:v>2.9153616352920699</c:v>
                </c:pt>
                <c:pt idx="694">
                  <c:v>2.9216009604222601</c:v>
                </c:pt>
                <c:pt idx="695">
                  <c:v>2.9410097408057201</c:v>
                </c:pt>
                <c:pt idx="696">
                  <c:v>2.9226566635074098</c:v>
                </c:pt>
                <c:pt idx="697">
                  <c:v>2.9692658008220101</c:v>
                </c:pt>
                <c:pt idx="698">
                  <c:v>2.9814084050688798</c:v>
                </c:pt>
                <c:pt idx="699">
                  <c:v>2.9895252563548498</c:v>
                </c:pt>
                <c:pt idx="700">
                  <c:v>3.0087942075263099</c:v>
                </c:pt>
                <c:pt idx="701">
                  <c:v>3.00873670218524</c:v>
                </c:pt>
                <c:pt idx="702">
                  <c:v>2.9997863190354201</c:v>
                </c:pt>
                <c:pt idx="703">
                  <c:v>2.9996899556136198</c:v>
                </c:pt>
                <c:pt idx="704">
                  <c:v>3.0174124982755002</c:v>
                </c:pt>
                <c:pt idx="705">
                  <c:v>3.0449114877459</c:v>
                </c:pt>
                <c:pt idx="706">
                  <c:v>3.0234523227043399</c:v>
                </c:pt>
                <c:pt idx="707">
                  <c:v>3.0032869941547302</c:v>
                </c:pt>
                <c:pt idx="708">
                  <c:v>3.0067077636091</c:v>
                </c:pt>
                <c:pt idx="709">
                  <c:v>3.00098393985229</c:v>
                </c:pt>
                <c:pt idx="710">
                  <c:v>2.9610315634345499</c:v>
                </c:pt>
                <c:pt idx="711">
                  <c:v>2.9549839761610599</c:v>
                </c:pt>
                <c:pt idx="712">
                  <c:v>2.9675082403029398</c:v>
                </c:pt>
                <c:pt idx="713">
                  <c:v>2.9107217223853099</c:v>
                </c:pt>
                <c:pt idx="714">
                  <c:v>2.8933554252569702</c:v>
                </c:pt>
                <c:pt idx="715">
                  <c:v>2.9060714771620799</c:v>
                </c:pt>
                <c:pt idx="716">
                  <c:v>2.9411314198640102</c:v>
                </c:pt>
                <c:pt idx="717">
                  <c:v>2.9242716756200902</c:v>
                </c:pt>
                <c:pt idx="718">
                  <c:v>2.9159256496619399</c:v>
                </c:pt>
                <c:pt idx="719">
                  <c:v>2.7518338636145998</c:v>
                </c:pt>
                <c:pt idx="720">
                  <c:v>2.76644231970712</c:v>
                </c:pt>
                <c:pt idx="721">
                  <c:v>2.7548721195405999</c:v>
                </c:pt>
                <c:pt idx="722">
                  <c:v>2.7885414379361801</c:v>
                </c:pt>
                <c:pt idx="723">
                  <c:v>2.8283433085151199</c:v>
                </c:pt>
                <c:pt idx="724">
                  <c:v>2.8331913824786801</c:v>
                </c:pt>
                <c:pt idx="725">
                  <c:v>2.8320937049881998</c:v>
                </c:pt>
                <c:pt idx="726">
                  <c:v>2.8587264188647401</c:v>
                </c:pt>
                <c:pt idx="727">
                  <c:v>2.8587899322456298</c:v>
                </c:pt>
                <c:pt idx="728">
                  <c:v>2.8149501340169598</c:v>
                </c:pt>
                <c:pt idx="729">
                  <c:v>2.8341938169270202</c:v>
                </c:pt>
                <c:pt idx="730">
                  <c:v>2.8444301158882901</c:v>
                </c:pt>
                <c:pt idx="731">
                  <c:v>2.8358153320295001</c:v>
                </c:pt>
                <c:pt idx="732">
                  <c:v>2.8282690361357998</c:v>
                </c:pt>
                <c:pt idx="733">
                  <c:v>2.8284341530151602</c:v>
                </c:pt>
                <c:pt idx="734">
                  <c:v>2.8602221785805901</c:v>
                </c:pt>
                <c:pt idx="735">
                  <c:v>2.9010407181898299</c:v>
                </c:pt>
                <c:pt idx="736">
                  <c:v>2.9074632436866499</c:v>
                </c:pt>
                <c:pt idx="737">
                  <c:v>2.8871439831574599</c:v>
                </c:pt>
                <c:pt idx="738">
                  <c:v>2.9017638216428101</c:v>
                </c:pt>
                <c:pt idx="739">
                  <c:v>2.89102514982627</c:v>
                </c:pt>
                <c:pt idx="740">
                  <c:v>2.8580795845941398</c:v>
                </c:pt>
                <c:pt idx="741">
                  <c:v>2.8303007512992702</c:v>
                </c:pt>
                <c:pt idx="742">
                  <c:v>2.7721741618830098</c:v>
                </c:pt>
                <c:pt idx="743">
                  <c:v>2.6411471777358599</c:v>
                </c:pt>
                <c:pt idx="744">
                  <c:v>2.6742425392886502</c:v>
                </c:pt>
                <c:pt idx="745">
                  <c:v>2.6595559293599802</c:v>
                </c:pt>
                <c:pt idx="746">
                  <c:v>2.6469121918228402</c:v>
                </c:pt>
                <c:pt idx="747">
                  <c:v>2.6921001540516398</c:v>
                </c:pt>
                <c:pt idx="748">
                  <c:v>2.7202645913153298</c:v>
                </c:pt>
                <c:pt idx="749">
                  <c:v>2.7078382638968002</c:v>
                </c:pt>
                <c:pt idx="750">
                  <c:v>2.7151905368736999</c:v>
                </c:pt>
                <c:pt idx="751">
                  <c:v>2.7321585845848002</c:v>
                </c:pt>
                <c:pt idx="752">
                  <c:v>2.7212905161090499</c:v>
                </c:pt>
                <c:pt idx="753">
                  <c:v>2.7557905119135899</c:v>
                </c:pt>
                <c:pt idx="754">
                  <c:v>2.7611995992975502</c:v>
                </c:pt>
                <c:pt idx="755">
                  <c:v>2.7898980018874702</c:v>
                </c:pt>
                <c:pt idx="756">
                  <c:v>2.8179578310310598</c:v>
                </c:pt>
                <c:pt idx="757">
                  <c:v>2.8089811281499002</c:v>
                </c:pt>
                <c:pt idx="758">
                  <c:v>2.8282428853177399</c:v>
                </c:pt>
                <c:pt idx="759">
                  <c:v>2.8254622181987101</c:v>
                </c:pt>
                <c:pt idx="760">
                  <c:v>2.7957893865374501</c:v>
                </c:pt>
                <c:pt idx="761">
                  <c:v>2.8165965731010201</c:v>
                </c:pt>
                <c:pt idx="762">
                  <c:v>2.7832834888778</c:v>
                </c:pt>
                <c:pt idx="763">
                  <c:v>2.8060376350758598</c:v>
                </c:pt>
                <c:pt idx="764">
                  <c:v>2.83468280140533</c:v>
                </c:pt>
                <c:pt idx="765">
                  <c:v>2.8495450685734598</c:v>
                </c:pt>
                <c:pt idx="766">
                  <c:v>2.8456081726069198</c:v>
                </c:pt>
                <c:pt idx="767">
                  <c:v>2.8540329757138601</c:v>
                </c:pt>
                <c:pt idx="768">
                  <c:v>2.8300715827316201</c:v>
                </c:pt>
                <c:pt idx="769">
                  <c:v>2.8399825390950499</c:v>
                </c:pt>
                <c:pt idx="770">
                  <c:v>2.8496726692514698</c:v>
                </c:pt>
                <c:pt idx="771">
                  <c:v>2.8266272103231702</c:v>
                </c:pt>
                <c:pt idx="772">
                  <c:v>2.8348620183820601</c:v>
                </c:pt>
                <c:pt idx="773">
                  <c:v>2.86975157438351</c:v>
                </c:pt>
                <c:pt idx="774">
                  <c:v>2.88283852993268</c:v>
                </c:pt>
                <c:pt idx="775">
                  <c:v>2.8686290814733599</c:v>
                </c:pt>
                <c:pt idx="776">
                  <c:v>2.8506832842178702</c:v>
                </c:pt>
                <c:pt idx="777">
                  <c:v>2.8519841616806199</c:v>
                </c:pt>
                <c:pt idx="778">
                  <c:v>2.8720510358581799</c:v>
                </c:pt>
                <c:pt idx="779">
                  <c:v>2.8682777071968002</c:v>
                </c:pt>
                <c:pt idx="780">
                  <c:v>2.8622276754412699</c:v>
                </c:pt>
                <c:pt idx="781">
                  <c:v>2.89460738732246</c:v>
                </c:pt>
                <c:pt idx="782">
                  <c:v>2.8750109769569399</c:v>
                </c:pt>
                <c:pt idx="783">
                  <c:v>2.8886353879928199</c:v>
                </c:pt>
                <c:pt idx="784">
                  <c:v>2.89289266385491</c:v>
                </c:pt>
                <c:pt idx="785">
                  <c:v>2.8734437540122499</c:v>
                </c:pt>
                <c:pt idx="786">
                  <c:v>2.8740035442115399</c:v>
                </c:pt>
                <c:pt idx="787">
                  <c:v>2.87970621214797</c:v>
                </c:pt>
                <c:pt idx="788">
                  <c:v>2.8746122333929498</c:v>
                </c:pt>
                <c:pt idx="789">
                  <c:v>2.86967884042578</c:v>
                </c:pt>
                <c:pt idx="790">
                  <c:v>2.8441183282855902</c:v>
                </c:pt>
                <c:pt idx="791">
                  <c:v>2.7745225536100002</c:v>
                </c:pt>
                <c:pt idx="792">
                  <c:v>2.7743691208961598</c:v>
                </c:pt>
                <c:pt idx="793">
                  <c:v>2.8286101659805301</c:v>
                </c:pt>
                <c:pt idx="794">
                  <c:v>2.8351425188403199</c:v>
                </c:pt>
                <c:pt idx="795">
                  <c:v>2.8347394200963998</c:v>
                </c:pt>
                <c:pt idx="796">
                  <c:v>2.7923908793038001</c:v>
                </c:pt>
                <c:pt idx="797">
                  <c:v>2.8152294147049499</c:v>
                </c:pt>
                <c:pt idx="798">
                  <c:v>2.7872697400179902</c:v>
                </c:pt>
                <c:pt idx="799">
                  <c:v>2.7992215059436298</c:v>
                </c:pt>
                <c:pt idx="800">
                  <c:v>2.7568696548957101</c:v>
                </c:pt>
                <c:pt idx="801">
                  <c:v>2.7046918365516199</c:v>
                </c:pt>
                <c:pt idx="802">
                  <c:v>2.6697592747413599</c:v>
                </c:pt>
                <c:pt idx="803">
                  <c:v>2.6311341866046201</c:v>
                </c:pt>
                <c:pt idx="804">
                  <c:v>2.6111860517860901</c:v>
                </c:pt>
                <c:pt idx="805">
                  <c:v>2.5975631742222598</c:v>
                </c:pt>
                <c:pt idx="806">
                  <c:v>2.50877954346634</c:v>
                </c:pt>
                <c:pt idx="807">
                  <c:v>2.51551882247557</c:v>
                </c:pt>
                <c:pt idx="808">
                  <c:v>2.5272618145220198</c:v>
                </c:pt>
                <c:pt idx="809">
                  <c:v>2.5460071804346098</c:v>
                </c:pt>
                <c:pt idx="810">
                  <c:v>2.5627835625867199</c:v>
                </c:pt>
                <c:pt idx="811">
                  <c:v>2.5669395388820702</c:v>
                </c:pt>
                <c:pt idx="812">
                  <c:v>2.56985275508797</c:v>
                </c:pt>
                <c:pt idx="813">
                  <c:v>2.5647613876381099</c:v>
                </c:pt>
                <c:pt idx="814">
                  <c:v>2.5362713334868001</c:v>
                </c:pt>
                <c:pt idx="815">
                  <c:v>2.4855412514390198</c:v>
                </c:pt>
                <c:pt idx="816">
                  <c:v>2.4975916531658702</c:v>
                </c:pt>
                <c:pt idx="817">
                  <c:v>2.4507541577088099</c:v>
                </c:pt>
                <c:pt idx="818">
                  <c:v>2.4232390170821998</c:v>
                </c:pt>
                <c:pt idx="819">
                  <c:v>2.4147861099885501</c:v>
                </c:pt>
                <c:pt idx="820">
                  <c:v>2.4200691721685099</c:v>
                </c:pt>
                <c:pt idx="821">
                  <c:v>2.47583154859606</c:v>
                </c:pt>
                <c:pt idx="822">
                  <c:v>2.4872060960456799</c:v>
                </c:pt>
                <c:pt idx="823">
                  <c:v>2.47513663810519</c:v>
                </c:pt>
                <c:pt idx="824">
                  <c:v>2.47427394832556</c:v>
                </c:pt>
                <c:pt idx="825">
                  <c:v>2.4197215174640898</c:v>
                </c:pt>
                <c:pt idx="826">
                  <c:v>2.33497284205973</c:v>
                </c:pt>
                <c:pt idx="827">
                  <c:v>2.3507567918763099</c:v>
                </c:pt>
                <c:pt idx="828">
                  <c:v>2.37062557089933</c:v>
                </c:pt>
                <c:pt idx="829">
                  <c:v>2.3730008758082599</c:v>
                </c:pt>
                <c:pt idx="830">
                  <c:v>2.3647025965292898</c:v>
                </c:pt>
                <c:pt idx="831">
                  <c:v>2.28938497862366</c:v>
                </c:pt>
                <c:pt idx="832">
                  <c:v>2.3215410156792502</c:v>
                </c:pt>
                <c:pt idx="833">
                  <c:v>2.3428864963266798</c:v>
                </c:pt>
                <c:pt idx="834">
                  <c:v>2.3542766991089499</c:v>
                </c:pt>
                <c:pt idx="835">
                  <c:v>2.4120836847950899</c:v>
                </c:pt>
                <c:pt idx="836">
                  <c:v>2.4133460489362699</c:v>
                </c:pt>
                <c:pt idx="837">
                  <c:v>2.4149107334215301</c:v>
                </c:pt>
                <c:pt idx="838">
                  <c:v>2.3723917057145401</c:v>
                </c:pt>
                <c:pt idx="839">
                  <c:v>2.4102847363460902</c:v>
                </c:pt>
                <c:pt idx="840">
                  <c:v>2.41529246000538</c:v>
                </c:pt>
                <c:pt idx="841">
                  <c:v>2.4477490389105401</c:v>
                </c:pt>
                <c:pt idx="842">
                  <c:v>2.44241535493983</c:v>
                </c:pt>
                <c:pt idx="843">
                  <c:v>2.4598516003423501</c:v>
                </c:pt>
                <c:pt idx="844">
                  <c:v>2.46010798158551</c:v>
                </c:pt>
                <c:pt idx="845">
                  <c:v>2.4607553428857298</c:v>
                </c:pt>
                <c:pt idx="846">
                  <c:v>2.4109743332271201</c:v>
                </c:pt>
                <c:pt idx="847">
                  <c:v>2.4082293554274798</c:v>
                </c:pt>
                <c:pt idx="848">
                  <c:v>2.4361058017583499</c:v>
                </c:pt>
                <c:pt idx="849">
                  <c:v>2.44150229793093</c:v>
                </c:pt>
                <c:pt idx="850">
                  <c:v>2.4197574482741402</c:v>
                </c:pt>
                <c:pt idx="851">
                  <c:v>2.43196702292708</c:v>
                </c:pt>
                <c:pt idx="852">
                  <c:v>2.43349349007475</c:v>
                </c:pt>
                <c:pt idx="853">
                  <c:v>2.45711384906184</c:v>
                </c:pt>
                <c:pt idx="854">
                  <c:v>2.4541707356012799</c:v>
                </c:pt>
                <c:pt idx="855">
                  <c:v>2.4756815139052901</c:v>
                </c:pt>
                <c:pt idx="856">
                  <c:v>2.4785754793196699</c:v>
                </c:pt>
                <c:pt idx="857">
                  <c:v>2.4934553559543202</c:v>
                </c:pt>
                <c:pt idx="858">
                  <c:v>2.4768605308340801</c:v>
                </c:pt>
                <c:pt idx="859">
                  <c:v>2.4432571861227901</c:v>
                </c:pt>
                <c:pt idx="860">
                  <c:v>2.4423487179841201</c:v>
                </c:pt>
                <c:pt idx="861">
                  <c:v>2.4417253764365099</c:v>
                </c:pt>
                <c:pt idx="862">
                  <c:v>2.4233230537087702</c:v>
                </c:pt>
                <c:pt idx="863">
                  <c:v>2.2766273540674602</c:v>
                </c:pt>
                <c:pt idx="864">
                  <c:v>2.2986030979918999</c:v>
                </c:pt>
                <c:pt idx="865">
                  <c:v>2.3236158656368402</c:v>
                </c:pt>
                <c:pt idx="866">
                  <c:v>2.3326878462558902</c:v>
                </c:pt>
                <c:pt idx="867">
                  <c:v>2.3288010548003402</c:v>
                </c:pt>
                <c:pt idx="868">
                  <c:v>2.3455705715996702</c:v>
                </c:pt>
                <c:pt idx="869">
                  <c:v>2.3440688065090298</c:v>
                </c:pt>
                <c:pt idx="870">
                  <c:v>2.3464688821367701</c:v>
                </c:pt>
                <c:pt idx="871">
                  <c:v>2.3868991861275402</c:v>
                </c:pt>
                <c:pt idx="872">
                  <c:v>2.38192575617032</c:v>
                </c:pt>
                <c:pt idx="873">
                  <c:v>2.3968834283122198</c:v>
                </c:pt>
                <c:pt idx="874">
                  <c:v>2.4019309895240002</c:v>
                </c:pt>
                <c:pt idx="875">
                  <c:v>2.3761896468052699</c:v>
                </c:pt>
                <c:pt idx="876">
                  <c:v>2.3892985103670701</c:v>
                </c:pt>
                <c:pt idx="877">
                  <c:v>2.38145909928003</c:v>
                </c:pt>
                <c:pt idx="878">
                  <c:v>2.3993807899903299</c:v>
                </c:pt>
                <c:pt idx="879">
                  <c:v>2.40985702948403</c:v>
                </c:pt>
                <c:pt idx="880">
                  <c:v>2.4142398253727699</c:v>
                </c:pt>
                <c:pt idx="881">
                  <c:v>2.3877606395440201</c:v>
                </c:pt>
                <c:pt idx="882">
                  <c:v>2.3571559756401999</c:v>
                </c:pt>
                <c:pt idx="883">
                  <c:v>2.4040313577268502</c:v>
                </c:pt>
                <c:pt idx="884">
                  <c:v>2.4139456640038199</c:v>
                </c:pt>
                <c:pt idx="885">
                  <c:v>2.4335883824757998</c:v>
                </c:pt>
                <c:pt idx="886">
                  <c:v>2.45587780605213</c:v>
                </c:pt>
                <c:pt idx="887">
                  <c:v>2.44258508668154</c:v>
                </c:pt>
                <c:pt idx="888">
                  <c:v>2.4607522700630802</c:v>
                </c:pt>
                <c:pt idx="889">
                  <c:v>2.4434686038437299</c:v>
                </c:pt>
                <c:pt idx="890">
                  <c:v>2.4354207760408499</c:v>
                </c:pt>
                <c:pt idx="891">
                  <c:v>2.4198635973784599</c:v>
                </c:pt>
                <c:pt idx="892">
                  <c:v>2.44501212321165</c:v>
                </c:pt>
                <c:pt idx="893">
                  <c:v>2.4734069261510698</c:v>
                </c:pt>
                <c:pt idx="894">
                  <c:v>2.4728730177639102</c:v>
                </c:pt>
                <c:pt idx="895">
                  <c:v>2.4735055760837299</c:v>
                </c:pt>
                <c:pt idx="896">
                  <c:v>2.4858189059876001</c:v>
                </c:pt>
                <c:pt idx="897">
                  <c:v>2.5014321835994302</c:v>
                </c:pt>
                <c:pt idx="898">
                  <c:v>2.5177149803082299</c:v>
                </c:pt>
                <c:pt idx="899">
                  <c:v>2.5182324811097798</c:v>
                </c:pt>
                <c:pt idx="900">
                  <c:v>2.5306119835832801</c:v>
                </c:pt>
                <c:pt idx="901">
                  <c:v>2.5301002011965901</c:v>
                </c:pt>
                <c:pt idx="902">
                  <c:v>2.5364896596107802</c:v>
                </c:pt>
                <c:pt idx="903">
                  <c:v>2.55909347959226</c:v>
                </c:pt>
                <c:pt idx="904">
                  <c:v>2.5479457468960001</c:v>
                </c:pt>
                <c:pt idx="905">
                  <c:v>2.55563233781736</c:v>
                </c:pt>
                <c:pt idx="906">
                  <c:v>2.5551960458470102</c:v>
                </c:pt>
                <c:pt idx="907">
                  <c:v>2.5486563593686999</c:v>
                </c:pt>
                <c:pt idx="908">
                  <c:v>2.5657813482931902</c:v>
                </c:pt>
                <c:pt idx="909">
                  <c:v>2.5559311064112</c:v>
                </c:pt>
                <c:pt idx="910">
                  <c:v>2.5759756857581801</c:v>
                </c:pt>
                <c:pt idx="911">
                  <c:v>2.5554072785997599</c:v>
                </c:pt>
                <c:pt idx="912">
                  <c:v>2.5455938426076599</c:v>
                </c:pt>
                <c:pt idx="913">
                  <c:v>2.5110171432699802</c:v>
                </c:pt>
                <c:pt idx="914">
                  <c:v>2.51025880892057</c:v>
                </c:pt>
                <c:pt idx="915">
                  <c:v>2.5283992464431</c:v>
                </c:pt>
                <c:pt idx="916">
                  <c:v>2.51331816421335</c:v>
                </c:pt>
                <c:pt idx="917">
                  <c:v>2.5358543594675198</c:v>
                </c:pt>
                <c:pt idx="918">
                  <c:v>2.5665838197092001</c:v>
                </c:pt>
                <c:pt idx="919">
                  <c:v>2.59546030155991</c:v>
                </c:pt>
                <c:pt idx="920">
                  <c:v>2.59349773944925</c:v>
                </c:pt>
                <c:pt idx="921">
                  <c:v>2.5879935024759</c:v>
                </c:pt>
                <c:pt idx="922">
                  <c:v>2.5972371768727598</c:v>
                </c:pt>
                <c:pt idx="923">
                  <c:v>2.53435875027998</c:v>
                </c:pt>
                <c:pt idx="924">
                  <c:v>2.5339440145980499</c:v>
                </c:pt>
                <c:pt idx="925">
                  <c:v>2.5071473506223798</c:v>
                </c:pt>
                <c:pt idx="926">
                  <c:v>2.4776964757245201</c:v>
                </c:pt>
                <c:pt idx="927">
                  <c:v>2.50889398301985</c:v>
                </c:pt>
                <c:pt idx="928">
                  <c:v>2.5250867860573099</c:v>
                </c:pt>
                <c:pt idx="929">
                  <c:v>2.5077759329309699</c:v>
                </c:pt>
                <c:pt idx="930">
                  <c:v>2.5250758931427901</c:v>
                </c:pt>
                <c:pt idx="931">
                  <c:v>2.5363433402973401</c:v>
                </c:pt>
                <c:pt idx="932">
                  <c:v>2.5168515868296</c:v>
                </c:pt>
                <c:pt idx="933">
                  <c:v>2.44704984916909</c:v>
                </c:pt>
                <c:pt idx="934">
                  <c:v>2.4674018761786498</c:v>
                </c:pt>
                <c:pt idx="935">
                  <c:v>2.4688886933573002</c:v>
                </c:pt>
                <c:pt idx="936">
                  <c:v>2.43908392339765</c:v>
                </c:pt>
                <c:pt idx="937">
                  <c:v>2.4187897059746901</c:v>
                </c:pt>
                <c:pt idx="938">
                  <c:v>2.4394720258342999</c:v>
                </c:pt>
                <c:pt idx="939">
                  <c:v>2.4480631651521501</c:v>
                </c:pt>
                <c:pt idx="940">
                  <c:v>2.4535551423783599</c:v>
                </c:pt>
                <c:pt idx="941">
                  <c:v>2.4643865044778401</c:v>
                </c:pt>
                <c:pt idx="942">
                  <c:v>2.46297837099078</c:v>
                </c:pt>
                <c:pt idx="943">
                  <c:v>2.4547939184671401</c:v>
                </c:pt>
                <c:pt idx="944">
                  <c:v>2.4354062232657898</c:v>
                </c:pt>
                <c:pt idx="945">
                  <c:v>2.4212716367467002</c:v>
                </c:pt>
                <c:pt idx="946">
                  <c:v>2.4097087801725898</c:v>
                </c:pt>
                <c:pt idx="947">
                  <c:v>2.3117929092302898</c:v>
                </c:pt>
                <c:pt idx="948">
                  <c:v>2.30804843578307</c:v>
                </c:pt>
                <c:pt idx="949">
                  <c:v>2.30102993100494</c:v>
                </c:pt>
                <c:pt idx="950">
                  <c:v>2.3001406219363099</c:v>
                </c:pt>
                <c:pt idx="951">
                  <c:v>2.2548556965975801</c:v>
                </c:pt>
                <c:pt idx="952">
                  <c:v>2.2603578035358298</c:v>
                </c:pt>
                <c:pt idx="953">
                  <c:v>2.24091132173786</c:v>
                </c:pt>
                <c:pt idx="954">
                  <c:v>2.2728413781076902</c:v>
                </c:pt>
                <c:pt idx="955">
                  <c:v>2.2740225598060002</c:v>
                </c:pt>
                <c:pt idx="956">
                  <c:v>2.2673077396540702</c:v>
                </c:pt>
                <c:pt idx="957">
                  <c:v>2.2876105680043901</c:v>
                </c:pt>
                <c:pt idx="958">
                  <c:v>2.2556358847889801</c:v>
                </c:pt>
                <c:pt idx="959">
                  <c:v>2.1931222932220602</c:v>
                </c:pt>
                <c:pt idx="960">
                  <c:v>2.2126266062484099</c:v>
                </c:pt>
                <c:pt idx="961">
                  <c:v>2.2130907893937901</c:v>
                </c:pt>
                <c:pt idx="962">
                  <c:v>2.2360688176508798</c:v>
                </c:pt>
                <c:pt idx="963">
                  <c:v>2.2555199703336801</c:v>
                </c:pt>
                <c:pt idx="964">
                  <c:v>2.23038962709653</c:v>
                </c:pt>
                <c:pt idx="965">
                  <c:v>2.2436398579149199</c:v>
                </c:pt>
                <c:pt idx="966">
                  <c:v>2.2477009740634002</c:v>
                </c:pt>
                <c:pt idx="967">
                  <c:v>2.2477449962643301</c:v>
                </c:pt>
                <c:pt idx="968">
                  <c:v>2.2339810030369902</c:v>
                </c:pt>
                <c:pt idx="969">
                  <c:v>2.2471277445576399</c:v>
                </c:pt>
                <c:pt idx="970">
                  <c:v>2.22248102534859</c:v>
                </c:pt>
                <c:pt idx="971">
                  <c:v>2.2198847231936698</c:v>
                </c:pt>
                <c:pt idx="972">
                  <c:v>2.2158066759264301</c:v>
                </c:pt>
                <c:pt idx="973">
                  <c:v>2.1840087058498301</c:v>
                </c:pt>
                <c:pt idx="974">
                  <c:v>2.1991520276275298</c:v>
                </c:pt>
                <c:pt idx="975">
                  <c:v>2.19089185777568</c:v>
                </c:pt>
                <c:pt idx="976">
                  <c:v>2.1972189265657298</c:v>
                </c:pt>
                <c:pt idx="977">
                  <c:v>2.2139519930159599</c:v>
                </c:pt>
                <c:pt idx="978">
                  <c:v>2.2300679324759498</c:v>
                </c:pt>
                <c:pt idx="979">
                  <c:v>2.2509276912215199</c:v>
                </c:pt>
                <c:pt idx="980">
                  <c:v>2.2508554959815901</c:v>
                </c:pt>
                <c:pt idx="981">
                  <c:v>2.2526624944300599</c:v>
                </c:pt>
                <c:pt idx="982">
                  <c:v>2.2499942429177699</c:v>
                </c:pt>
                <c:pt idx="983">
                  <c:v>2.2455105799180499</c:v>
                </c:pt>
                <c:pt idx="984">
                  <c:v>2.2293800857064201</c:v>
                </c:pt>
                <c:pt idx="985">
                  <c:v>2.2456949430131998</c:v>
                </c:pt>
                <c:pt idx="986">
                  <c:v>2.2342215701704502</c:v>
                </c:pt>
                <c:pt idx="987">
                  <c:v>2.1761820531044802</c:v>
                </c:pt>
                <c:pt idx="988">
                  <c:v>2.1881968217550001</c:v>
                </c:pt>
                <c:pt idx="989">
                  <c:v>2.19016938564882</c:v>
                </c:pt>
                <c:pt idx="990">
                  <c:v>2.1914595376478099</c:v>
                </c:pt>
                <c:pt idx="991">
                  <c:v>2.1881748173626998</c:v>
                </c:pt>
                <c:pt idx="992">
                  <c:v>2.2024319239539598</c:v>
                </c:pt>
                <c:pt idx="993">
                  <c:v>2.20396755450209</c:v>
                </c:pt>
                <c:pt idx="994">
                  <c:v>2.21688853086687</c:v>
                </c:pt>
                <c:pt idx="995">
                  <c:v>2.2133833628822899</c:v>
                </c:pt>
                <c:pt idx="996">
                  <c:v>2.2077001709458899</c:v>
                </c:pt>
                <c:pt idx="997">
                  <c:v>2.1775371260204999</c:v>
                </c:pt>
                <c:pt idx="998">
                  <c:v>2.1738809140558799</c:v>
                </c:pt>
                <c:pt idx="999">
                  <c:v>2.1121820104842</c:v>
                </c:pt>
                <c:pt idx="1000">
                  <c:v>2.0159137333273298</c:v>
                </c:pt>
                <c:pt idx="1001">
                  <c:v>1.98839964898772</c:v>
                </c:pt>
                <c:pt idx="1002">
                  <c:v>1.973434434604</c:v>
                </c:pt>
                <c:pt idx="1003">
                  <c:v>1.8633792864480301</c:v>
                </c:pt>
                <c:pt idx="1004">
                  <c:v>1.8784230220323399</c:v>
                </c:pt>
                <c:pt idx="1005">
                  <c:v>1.9094001989137801</c:v>
                </c:pt>
                <c:pt idx="1006">
                  <c:v>1.86004552627853</c:v>
                </c:pt>
                <c:pt idx="1007">
                  <c:v>1.9062482928129001</c:v>
                </c:pt>
                <c:pt idx="1008">
                  <c:v>1.9043421490949</c:v>
                </c:pt>
                <c:pt idx="1009">
                  <c:v>1.9069516819527399</c:v>
                </c:pt>
                <c:pt idx="1010">
                  <c:v>1.9383388076710399</c:v>
                </c:pt>
                <c:pt idx="1011">
                  <c:v>1.9454551488338701</c:v>
                </c:pt>
                <c:pt idx="1012">
                  <c:v>1.98912320561518</c:v>
                </c:pt>
                <c:pt idx="1013">
                  <c:v>1.9992308456511301</c:v>
                </c:pt>
                <c:pt idx="1014">
                  <c:v>2.00179218347099</c:v>
                </c:pt>
                <c:pt idx="1015">
                  <c:v>2.03407032393332</c:v>
                </c:pt>
                <c:pt idx="1016">
                  <c:v>2.0244239662838601</c:v>
                </c:pt>
                <c:pt idx="1017">
                  <c:v>2.0377177575818899</c:v>
                </c:pt>
                <c:pt idx="1018">
                  <c:v>2.0571374012059001</c:v>
                </c:pt>
                <c:pt idx="1019">
                  <c:v>2.0491946119921001</c:v>
                </c:pt>
                <c:pt idx="1020">
                  <c:v>2.06861428735633</c:v>
                </c:pt>
                <c:pt idx="1021">
                  <c:v>2.1057856442707701</c:v>
                </c:pt>
                <c:pt idx="1022">
                  <c:v>2.1397210419850499</c:v>
                </c:pt>
                <c:pt idx="1023">
                  <c:v>2.13354092009962</c:v>
                </c:pt>
                <c:pt idx="1024">
                  <c:v>2.1073643404536999</c:v>
                </c:pt>
                <c:pt idx="1025">
                  <c:v>2.0901917631155702</c:v>
                </c:pt>
                <c:pt idx="1026">
                  <c:v>2.0917150418540902</c:v>
                </c:pt>
                <c:pt idx="1027">
                  <c:v>2.1010745350875801</c:v>
                </c:pt>
                <c:pt idx="1028">
                  <c:v>2.1078259202812699</c:v>
                </c:pt>
                <c:pt idx="1029">
                  <c:v>2.0983628039295299</c:v>
                </c:pt>
                <c:pt idx="1030">
                  <c:v>2.1110158575731099</c:v>
                </c:pt>
                <c:pt idx="1031">
                  <c:v>1.99473844473372</c:v>
                </c:pt>
                <c:pt idx="1032">
                  <c:v>2.02188442140812</c:v>
                </c:pt>
                <c:pt idx="1033">
                  <c:v>2.0754896057101302</c:v>
                </c:pt>
                <c:pt idx="1034">
                  <c:v>2.07142749407656</c:v>
                </c:pt>
                <c:pt idx="1035">
                  <c:v>2.0883706814410301</c:v>
                </c:pt>
                <c:pt idx="1036">
                  <c:v>2.1240079329625901</c:v>
                </c:pt>
                <c:pt idx="1037">
                  <c:v>2.1325675336435599</c:v>
                </c:pt>
                <c:pt idx="1038">
                  <c:v>2.1139441891048798</c:v>
                </c:pt>
                <c:pt idx="1039">
                  <c:v>2.1034256816701098</c:v>
                </c:pt>
                <c:pt idx="1040">
                  <c:v>2.1110387467168201</c:v>
                </c:pt>
                <c:pt idx="1041">
                  <c:v>2.1106265307885201</c:v>
                </c:pt>
                <c:pt idx="1042">
                  <c:v>2.13014311736758</c:v>
                </c:pt>
                <c:pt idx="1043">
                  <c:v>2.1200791281768199</c:v>
                </c:pt>
                <c:pt idx="1044">
                  <c:v>2.1143533155535099</c:v>
                </c:pt>
                <c:pt idx="1045">
                  <c:v>2.10297555373131</c:v>
                </c:pt>
                <c:pt idx="1046">
                  <c:v>2.0513552310901799</c:v>
                </c:pt>
                <c:pt idx="1047">
                  <c:v>2.0729197221111799</c:v>
                </c:pt>
                <c:pt idx="1048">
                  <c:v>2.0768785694528402</c:v>
                </c:pt>
                <c:pt idx="1049">
                  <c:v>2.02866987463455</c:v>
                </c:pt>
                <c:pt idx="1050">
                  <c:v>2.0190374890957701</c:v>
                </c:pt>
                <c:pt idx="1051">
                  <c:v>2.0627684333572098</c:v>
                </c:pt>
                <c:pt idx="1052">
                  <c:v>2.0761735336279799</c:v>
                </c:pt>
                <c:pt idx="1053">
                  <c:v>2.0358183494604201</c:v>
                </c:pt>
                <c:pt idx="1054">
                  <c:v>2.03485655793668</c:v>
                </c:pt>
                <c:pt idx="1055">
                  <c:v>2.0223564680051598</c:v>
                </c:pt>
                <c:pt idx="1056">
                  <c:v>2.0465101767334399</c:v>
                </c:pt>
                <c:pt idx="1057">
                  <c:v>2.0395943288198701</c:v>
                </c:pt>
                <c:pt idx="1058">
                  <c:v>2.0737927050223801</c:v>
                </c:pt>
                <c:pt idx="1059">
                  <c:v>2.09318911429239</c:v>
                </c:pt>
                <c:pt idx="1060">
                  <c:v>2.10018000346999</c:v>
                </c:pt>
                <c:pt idx="1061">
                  <c:v>2.1134193706002899</c:v>
                </c:pt>
                <c:pt idx="1062">
                  <c:v>2.0851328446799902</c:v>
                </c:pt>
                <c:pt idx="1063">
                  <c:v>2.06652624098448</c:v>
                </c:pt>
                <c:pt idx="1064">
                  <c:v>2.08878088612067</c:v>
                </c:pt>
                <c:pt idx="1065">
                  <c:v>2.0766860057117298</c:v>
                </c:pt>
                <c:pt idx="1066">
                  <c:v>2.0754047897874002</c:v>
                </c:pt>
                <c:pt idx="1067">
                  <c:v>2.0879753847493401</c:v>
                </c:pt>
                <c:pt idx="1068">
                  <c:v>2.11452633126189</c:v>
                </c:pt>
                <c:pt idx="1069">
                  <c:v>2.12663049189123</c:v>
                </c:pt>
                <c:pt idx="1070">
                  <c:v>2.10494751288376</c:v>
                </c:pt>
                <c:pt idx="1071">
                  <c:v>2.1013187503206501</c:v>
                </c:pt>
                <c:pt idx="1072">
                  <c:v>2.0855678120935801</c:v>
                </c:pt>
                <c:pt idx="1073">
                  <c:v>2.0664374680728899</c:v>
                </c:pt>
                <c:pt idx="1074">
                  <c:v>2.0496792225989799</c:v>
                </c:pt>
                <c:pt idx="1075">
                  <c:v>1.9630820179314601</c:v>
                </c:pt>
                <c:pt idx="1076">
                  <c:v>1.99880568245918</c:v>
                </c:pt>
                <c:pt idx="1077">
                  <c:v>1.9795985666298099</c:v>
                </c:pt>
                <c:pt idx="1078">
                  <c:v>1.9730917730739299</c:v>
                </c:pt>
                <c:pt idx="1079">
                  <c:v>2.00242674955929</c:v>
                </c:pt>
                <c:pt idx="1080">
                  <c:v>2.0069525242894901</c:v>
                </c:pt>
                <c:pt idx="1081">
                  <c:v>1.99063625861995</c:v>
                </c:pt>
                <c:pt idx="1082">
                  <c:v>1.9684043096991199</c:v>
                </c:pt>
                <c:pt idx="1083">
                  <c:v>1.9533493625596301</c:v>
                </c:pt>
                <c:pt idx="1084">
                  <c:v>1.9642368518273701</c:v>
                </c:pt>
                <c:pt idx="1085">
                  <c:v>1.92785333483442</c:v>
                </c:pt>
                <c:pt idx="1086">
                  <c:v>1.91641592072864</c:v>
                </c:pt>
                <c:pt idx="1087">
                  <c:v>1.86207730597332</c:v>
                </c:pt>
                <c:pt idx="1088">
                  <c:v>1.7172334735074799</c:v>
                </c:pt>
                <c:pt idx="1089">
                  <c:v>1.7346511599983401</c:v>
                </c:pt>
                <c:pt idx="1090">
                  <c:v>1.6803989416634699</c:v>
                </c:pt>
                <c:pt idx="1091">
                  <c:v>1.7063103478653801</c:v>
                </c:pt>
                <c:pt idx="1092">
                  <c:v>1.70247575534255</c:v>
                </c:pt>
                <c:pt idx="1093">
                  <c:v>1.7255088910827401</c:v>
                </c:pt>
                <c:pt idx="1094">
                  <c:v>1.7200851364462599</c:v>
                </c:pt>
                <c:pt idx="1095">
                  <c:v>1.7017700367220301</c:v>
                </c:pt>
                <c:pt idx="1096">
                  <c:v>1.7535759574556999</c:v>
                </c:pt>
                <c:pt idx="1097">
                  <c:v>1.7338017635134599</c:v>
                </c:pt>
                <c:pt idx="1098">
                  <c:v>1.7660972336940399</c:v>
                </c:pt>
                <c:pt idx="1099">
                  <c:v>1.7259249317813601</c:v>
                </c:pt>
                <c:pt idx="1100">
                  <c:v>1.6748678295972601</c:v>
                </c:pt>
                <c:pt idx="1101">
                  <c:v>1.68607629697953</c:v>
                </c:pt>
                <c:pt idx="1102">
                  <c:v>1.72389818642982</c:v>
                </c:pt>
                <c:pt idx="1103">
                  <c:v>1.7451649545413299</c:v>
                </c:pt>
                <c:pt idx="1104">
                  <c:v>1.6996752618318201</c:v>
                </c:pt>
                <c:pt idx="1105">
                  <c:v>1.74464916352124</c:v>
                </c:pt>
                <c:pt idx="1106">
                  <c:v>1.74383019661234</c:v>
                </c:pt>
                <c:pt idx="1107">
                  <c:v>1.7450010769618001</c:v>
                </c:pt>
                <c:pt idx="1108">
                  <c:v>1.7518806624595</c:v>
                </c:pt>
                <c:pt idx="1109">
                  <c:v>1.7457321949170499</c:v>
                </c:pt>
                <c:pt idx="1110">
                  <c:v>1.72196361662869</c:v>
                </c:pt>
                <c:pt idx="1111">
                  <c:v>1.7413684407091401</c:v>
                </c:pt>
                <c:pt idx="1112">
                  <c:v>1.75170656329526</c:v>
                </c:pt>
                <c:pt idx="1113">
                  <c:v>1.7803037784475999</c:v>
                </c:pt>
                <c:pt idx="1114">
                  <c:v>1.7827651328121701</c:v>
                </c:pt>
                <c:pt idx="1115">
                  <c:v>1.7856833317277101</c:v>
                </c:pt>
                <c:pt idx="1116">
                  <c:v>1.7717566924735599</c:v>
                </c:pt>
                <c:pt idx="1117">
                  <c:v>1.74077912235139</c:v>
                </c:pt>
                <c:pt idx="1118">
                  <c:v>1.74459933901371</c:v>
                </c:pt>
                <c:pt idx="1119">
                  <c:v>1.7157103065511301</c:v>
                </c:pt>
                <c:pt idx="1120">
                  <c:v>1.6645807643884101</c:v>
                </c:pt>
                <c:pt idx="1121">
                  <c:v>1.6464430216969199</c:v>
                </c:pt>
                <c:pt idx="1122">
                  <c:v>1.61769419349886</c:v>
                </c:pt>
                <c:pt idx="1123">
                  <c:v>1.6628475836540799</c:v>
                </c:pt>
                <c:pt idx="1124">
                  <c:v>1.63714721708351</c:v>
                </c:pt>
                <c:pt idx="1125">
                  <c:v>1.6738191104364799</c:v>
                </c:pt>
                <c:pt idx="1126">
                  <c:v>1.68623670138265</c:v>
                </c:pt>
                <c:pt idx="1127">
                  <c:v>1.69119206264962</c:v>
                </c:pt>
                <c:pt idx="1128">
                  <c:v>1.6921212663882801</c:v>
                </c:pt>
                <c:pt idx="1129">
                  <c:v>1.6611118078837199</c:v>
                </c:pt>
                <c:pt idx="1130">
                  <c:v>1.6449322299635201</c:v>
                </c:pt>
                <c:pt idx="1131">
                  <c:v>1.6131204916877</c:v>
                </c:pt>
                <c:pt idx="1132">
                  <c:v>1.6251373422511399</c:v>
                </c:pt>
                <c:pt idx="1133">
                  <c:v>1.6412083165572799</c:v>
                </c:pt>
                <c:pt idx="1134">
                  <c:v>1.6206388935584799</c:v>
                </c:pt>
                <c:pt idx="1135">
                  <c:v>1.6338666308368499</c:v>
                </c:pt>
                <c:pt idx="1136">
                  <c:v>1.62656266851347</c:v>
                </c:pt>
                <c:pt idx="1137">
                  <c:v>1.65710015362783</c:v>
                </c:pt>
                <c:pt idx="1138">
                  <c:v>1.65976015636444</c:v>
                </c:pt>
                <c:pt idx="1139">
                  <c:v>1.65038673963253</c:v>
                </c:pt>
                <c:pt idx="1140">
                  <c:v>1.62231775764616</c:v>
                </c:pt>
                <c:pt idx="1141">
                  <c:v>1.6042566053187799</c:v>
                </c:pt>
                <c:pt idx="1142">
                  <c:v>1.60120265129379</c:v>
                </c:pt>
                <c:pt idx="1143">
                  <c:v>1.6235168810262699</c:v>
                </c:pt>
                <c:pt idx="1144">
                  <c:v>1.6029372717733299</c:v>
                </c:pt>
                <c:pt idx="1145">
                  <c:v>1.60145215523291</c:v>
                </c:pt>
                <c:pt idx="1146">
                  <c:v>1.60647776273273</c:v>
                </c:pt>
                <c:pt idx="1147">
                  <c:v>1.57434327213849</c:v>
                </c:pt>
                <c:pt idx="1148">
                  <c:v>1.5823239895497601</c:v>
                </c:pt>
                <c:pt idx="1149">
                  <c:v>1.58612625905114</c:v>
                </c:pt>
                <c:pt idx="1150">
                  <c:v>1.6028597663881301</c:v>
                </c:pt>
                <c:pt idx="1151">
                  <c:v>1.5833030898281</c:v>
                </c:pt>
                <c:pt idx="1152">
                  <c:v>1.55569911382816</c:v>
                </c:pt>
                <c:pt idx="1153">
                  <c:v>1.5813631119874001</c:v>
                </c:pt>
                <c:pt idx="1154">
                  <c:v>1.59687176392348</c:v>
                </c:pt>
                <c:pt idx="1155">
                  <c:v>1.59090937090692</c:v>
                </c:pt>
                <c:pt idx="1156">
                  <c:v>1.60776061027166</c:v>
                </c:pt>
                <c:pt idx="1157">
                  <c:v>1.6016451605842099</c:v>
                </c:pt>
                <c:pt idx="1158">
                  <c:v>1.60585695995313</c:v>
                </c:pt>
                <c:pt idx="1159">
                  <c:v>1.5707442928169</c:v>
                </c:pt>
                <c:pt idx="1160">
                  <c:v>1.5844041584378601</c:v>
                </c:pt>
                <c:pt idx="1161">
                  <c:v>1.5308201323353801</c:v>
                </c:pt>
                <c:pt idx="1162">
                  <c:v>1.5410525452485999</c:v>
                </c:pt>
                <c:pt idx="1163">
                  <c:v>1.55055613424503</c:v>
                </c:pt>
                <c:pt idx="1164">
                  <c:v>1.4253689321407199</c:v>
                </c:pt>
                <c:pt idx="1165">
                  <c:v>1.4086814939833701</c:v>
                </c:pt>
                <c:pt idx="1166">
                  <c:v>1.39434145721684</c:v>
                </c:pt>
                <c:pt idx="1167">
                  <c:v>1.37165275883201</c:v>
                </c:pt>
                <c:pt idx="1168">
                  <c:v>1.38881049975213</c:v>
                </c:pt>
                <c:pt idx="1169">
                  <c:v>1.3423221445772999</c:v>
                </c:pt>
                <c:pt idx="1170">
                  <c:v>1.36842680710765</c:v>
                </c:pt>
                <c:pt idx="1171">
                  <c:v>1.4336576244510799</c:v>
                </c:pt>
                <c:pt idx="1172">
                  <c:v>1.4167090117252401</c:v>
                </c:pt>
                <c:pt idx="1173">
                  <c:v>1.4204669412922499</c:v>
                </c:pt>
                <c:pt idx="1174">
                  <c:v>1.4089736569062801</c:v>
                </c:pt>
                <c:pt idx="1175">
                  <c:v>1.4183695905284801</c:v>
                </c:pt>
                <c:pt idx="1176">
                  <c:v>1.4011184871526601</c:v>
                </c:pt>
                <c:pt idx="1177">
                  <c:v>1.4180922990370901</c:v>
                </c:pt>
                <c:pt idx="1178">
                  <c:v>1.4391691576491299</c:v>
                </c:pt>
                <c:pt idx="1179">
                  <c:v>1.4471157359932401</c:v>
                </c:pt>
                <c:pt idx="1180">
                  <c:v>1.4827904776904799</c:v>
                </c:pt>
                <c:pt idx="1181">
                  <c:v>1.4990127561792399</c:v>
                </c:pt>
                <c:pt idx="1182">
                  <c:v>1.49629988587809</c:v>
                </c:pt>
                <c:pt idx="1183">
                  <c:v>1.4947382853656499</c:v>
                </c:pt>
                <c:pt idx="1184">
                  <c:v>1.4979836749383799</c:v>
                </c:pt>
                <c:pt idx="1185">
                  <c:v>1.49839107060156</c:v>
                </c:pt>
                <c:pt idx="1186">
                  <c:v>1.54529653908519</c:v>
                </c:pt>
                <c:pt idx="1187">
                  <c:v>1.5791562397784</c:v>
                </c:pt>
                <c:pt idx="1188">
                  <c:v>1.58215658303159</c:v>
                </c:pt>
                <c:pt idx="1189">
                  <c:v>1.6181805923192201</c:v>
                </c:pt>
                <c:pt idx="1190">
                  <c:v>1.636791273097</c:v>
                </c:pt>
                <c:pt idx="1191">
                  <c:v>1.64424046794692</c:v>
                </c:pt>
                <c:pt idx="1192">
                  <c:v>1.6003594284931999</c:v>
                </c:pt>
                <c:pt idx="1193">
                  <c:v>1.61879361430539</c:v>
                </c:pt>
                <c:pt idx="1194">
                  <c:v>1.62244973743003</c:v>
                </c:pt>
                <c:pt idx="1195">
                  <c:v>1.54202026680312</c:v>
                </c:pt>
                <c:pt idx="1196">
                  <c:v>1.5438745058503101</c:v>
                </c:pt>
                <c:pt idx="1197">
                  <c:v>1.55906698369722</c:v>
                </c:pt>
                <c:pt idx="1198">
                  <c:v>1.57971888856966</c:v>
                </c:pt>
                <c:pt idx="1199">
                  <c:v>1.53681498990979</c:v>
                </c:pt>
                <c:pt idx="1200">
                  <c:v>1.5456640569642499</c:v>
                </c:pt>
                <c:pt idx="1201">
                  <c:v>1.59645957617277</c:v>
                </c:pt>
                <c:pt idx="1202">
                  <c:v>1.6151977651923599</c:v>
                </c:pt>
                <c:pt idx="1203">
                  <c:v>1.6010395797689201</c:v>
                </c:pt>
                <c:pt idx="1204">
                  <c:v>1.5759532213432199</c:v>
                </c:pt>
                <c:pt idx="1205">
                  <c:v>1.57743285256127</c:v>
                </c:pt>
                <c:pt idx="1206">
                  <c:v>1.5552315197345401</c:v>
                </c:pt>
                <c:pt idx="1207">
                  <c:v>1.57015920828195</c:v>
                </c:pt>
                <c:pt idx="1208">
                  <c:v>1.5714213411022999</c:v>
                </c:pt>
                <c:pt idx="1209">
                  <c:v>1.5828844889952101</c:v>
                </c:pt>
                <c:pt idx="1210">
                  <c:v>1.5383984976229801</c:v>
                </c:pt>
                <c:pt idx="1211">
                  <c:v>1.5439381888566099</c:v>
                </c:pt>
                <c:pt idx="1212">
                  <c:v>1.53437029521441</c:v>
                </c:pt>
                <c:pt idx="1213">
                  <c:v>1.51529023958867</c:v>
                </c:pt>
                <c:pt idx="1214">
                  <c:v>1.5251737128748499</c:v>
                </c:pt>
                <c:pt idx="1215">
                  <c:v>1.5150511601463299</c:v>
                </c:pt>
                <c:pt idx="1216">
                  <c:v>1.52980611204769</c:v>
                </c:pt>
                <c:pt idx="1217">
                  <c:v>1.5118078247281701</c:v>
                </c:pt>
                <c:pt idx="1218">
                  <c:v>1.51048115704061</c:v>
                </c:pt>
                <c:pt idx="1219">
                  <c:v>1.4824393385935499</c:v>
                </c:pt>
                <c:pt idx="1220">
                  <c:v>1.48191717035279</c:v>
                </c:pt>
                <c:pt idx="1221">
                  <c:v>1.48289995729268</c:v>
                </c:pt>
                <c:pt idx="1222">
                  <c:v>1.4755647524698501</c:v>
                </c:pt>
                <c:pt idx="1223">
                  <c:v>1.5125579328665799</c:v>
                </c:pt>
                <c:pt idx="1224">
                  <c:v>1.5489567182644599</c:v>
                </c:pt>
                <c:pt idx="1225">
                  <c:v>1.5484880960709499</c:v>
                </c:pt>
                <c:pt idx="1226">
                  <c:v>1.55221188803335</c:v>
                </c:pt>
                <c:pt idx="1227">
                  <c:v>1.5507818580675601</c:v>
                </c:pt>
                <c:pt idx="1228">
                  <c:v>1.56575023454533</c:v>
                </c:pt>
                <c:pt idx="1229">
                  <c:v>1.5555770550340799</c:v>
                </c:pt>
                <c:pt idx="1230">
                  <c:v>1.57405751026479</c:v>
                </c:pt>
                <c:pt idx="1231">
                  <c:v>1.56892841127493</c:v>
                </c:pt>
                <c:pt idx="1232">
                  <c:v>1.5501070000397601</c:v>
                </c:pt>
                <c:pt idx="1233">
                  <c:v>1.55481806894102</c:v>
                </c:pt>
                <c:pt idx="1234">
                  <c:v>1.5639193105142899</c:v>
                </c:pt>
                <c:pt idx="1235">
                  <c:v>1.5517963046604299</c:v>
                </c:pt>
                <c:pt idx="1236">
                  <c:v>1.55490838991081</c:v>
                </c:pt>
                <c:pt idx="1237">
                  <c:v>1.56226372396629</c:v>
                </c:pt>
                <c:pt idx="1238">
                  <c:v>1.5453285350891901</c:v>
                </c:pt>
                <c:pt idx="1239">
                  <c:v>1.5289149971649401</c:v>
                </c:pt>
                <c:pt idx="1240">
                  <c:v>1.4887875162764801</c:v>
                </c:pt>
                <c:pt idx="1241">
                  <c:v>1.45984547920574</c:v>
                </c:pt>
                <c:pt idx="1242">
                  <c:v>1.4243241950839201</c:v>
                </c:pt>
                <c:pt idx="1243">
                  <c:v>1.4659746061552701</c:v>
                </c:pt>
                <c:pt idx="1244">
                  <c:v>1.50761806919821</c:v>
                </c:pt>
                <c:pt idx="1245">
                  <c:v>1.53511671882181</c:v>
                </c:pt>
                <c:pt idx="1246">
                  <c:v>1.56384971905506</c:v>
                </c:pt>
                <c:pt idx="1247">
                  <c:v>1.57652441466882</c:v>
                </c:pt>
                <c:pt idx="1248">
                  <c:v>1.58036243742923</c:v>
                </c:pt>
                <c:pt idx="1249">
                  <c:v>1.6350447779480699</c:v>
                </c:pt>
                <c:pt idx="1250">
                  <c:v>1.6447584989895601</c:v>
                </c:pt>
                <c:pt idx="1251">
                  <c:v>1.6477425719445999</c:v>
                </c:pt>
                <c:pt idx="1252">
                  <c:v>1.6432783426358899</c:v>
                </c:pt>
                <c:pt idx="1253">
                  <c:v>1.6778988557066901</c:v>
                </c:pt>
                <c:pt idx="1254">
                  <c:v>1.7609630863577601</c:v>
                </c:pt>
                <c:pt idx="1255">
                  <c:v>1.76004235853257</c:v>
                </c:pt>
                <c:pt idx="1256">
                  <c:v>1.75846930439551</c:v>
                </c:pt>
                <c:pt idx="1257">
                  <c:v>1.7690775868284401</c:v>
                </c:pt>
                <c:pt idx="1258">
                  <c:v>1.77608378163493</c:v>
                </c:pt>
                <c:pt idx="1259">
                  <c:v>1.8073445239602099</c:v>
                </c:pt>
                <c:pt idx="1260">
                  <c:v>1.8604833856283201</c:v>
                </c:pt>
                <c:pt idx="1261">
                  <c:v>1.90589279574035</c:v>
                </c:pt>
                <c:pt idx="1262">
                  <c:v>1.94478871395224</c:v>
                </c:pt>
                <c:pt idx="1263">
                  <c:v>1.85015744555197</c:v>
                </c:pt>
                <c:pt idx="1264">
                  <c:v>1.9368779396767399</c:v>
                </c:pt>
                <c:pt idx="1265">
                  <c:v>1.9818510053902501</c:v>
                </c:pt>
                <c:pt idx="1266">
                  <c:v>1.94808403554441</c:v>
                </c:pt>
                <c:pt idx="1267">
                  <c:v>1.8851528601826999</c:v>
                </c:pt>
                <c:pt idx="1268">
                  <c:v>1.9184155787955099</c:v>
                </c:pt>
                <c:pt idx="1269">
                  <c:v>1.9562942404383801</c:v>
                </c:pt>
                <c:pt idx="1270">
                  <c:v>1.96987070498465</c:v>
                </c:pt>
                <c:pt idx="1271">
                  <c:v>1.9766051616162299</c:v>
                </c:pt>
                <c:pt idx="1272">
                  <c:v>2.0011524349446401</c:v>
                </c:pt>
                <c:pt idx="1273">
                  <c:v>2.01042726220938</c:v>
                </c:pt>
                <c:pt idx="1274">
                  <c:v>1.99524027238386</c:v>
                </c:pt>
                <c:pt idx="1275">
                  <c:v>1.94622446462914</c:v>
                </c:pt>
                <c:pt idx="1276">
                  <c:v>1.9570196179641</c:v>
                </c:pt>
                <c:pt idx="1277">
                  <c:v>1.9289674627926601</c:v>
                </c:pt>
                <c:pt idx="1278">
                  <c:v>1.97466673232311</c:v>
                </c:pt>
                <c:pt idx="1279">
                  <c:v>2.04642344629303</c:v>
                </c:pt>
                <c:pt idx="1280">
                  <c:v>2.06069414104046</c:v>
                </c:pt>
                <c:pt idx="1281">
                  <c:v>2.0886534721733998</c:v>
                </c:pt>
                <c:pt idx="1282">
                  <c:v>2.09252368043335</c:v>
                </c:pt>
                <c:pt idx="1283">
                  <c:v>2.0880300014625601</c:v>
                </c:pt>
                <c:pt idx="1284">
                  <c:v>2.1015035674420401</c:v>
                </c:pt>
                <c:pt idx="1285">
                  <c:v>2.1017361351587902</c:v>
                </c:pt>
                <c:pt idx="1286">
                  <c:v>2.06905426052862</c:v>
                </c:pt>
                <c:pt idx="1287">
                  <c:v>2.06355102016055</c:v>
                </c:pt>
                <c:pt idx="1288">
                  <c:v>2.0493530827449402</c:v>
                </c:pt>
                <c:pt idx="1289">
                  <c:v>2.0911533678999499</c:v>
                </c:pt>
                <c:pt idx="1290">
                  <c:v>2.1120400693441601</c:v>
                </c:pt>
                <c:pt idx="1291">
                  <c:v>2.0988227356168601</c:v>
                </c:pt>
                <c:pt idx="1292">
                  <c:v>2.1157458099651998</c:v>
                </c:pt>
                <c:pt idx="1293">
                  <c:v>2.0914137428273598</c:v>
                </c:pt>
                <c:pt idx="1294">
                  <c:v>2.0459303013495198</c:v>
                </c:pt>
                <c:pt idx="1295">
                  <c:v>2.06828171368057</c:v>
                </c:pt>
                <c:pt idx="1296">
                  <c:v>1.97369772185893</c:v>
                </c:pt>
                <c:pt idx="1297">
                  <c:v>1.95031674014203</c:v>
                </c:pt>
                <c:pt idx="1298">
                  <c:v>1.8622478208031501</c:v>
                </c:pt>
                <c:pt idx="1299">
                  <c:v>1.88206257123062</c:v>
                </c:pt>
                <c:pt idx="1300">
                  <c:v>1.7408118236004899</c:v>
                </c:pt>
                <c:pt idx="1301">
                  <c:v>1.7691589967985999</c:v>
                </c:pt>
                <c:pt idx="1302">
                  <c:v>1.7680262500525901</c:v>
                </c:pt>
                <c:pt idx="1303">
                  <c:v>1.75677035225915</c:v>
                </c:pt>
                <c:pt idx="1304">
                  <c:v>1.8162159649737499</c:v>
                </c:pt>
                <c:pt idx="1305">
                  <c:v>1.81102695844446</c:v>
                </c:pt>
                <c:pt idx="1306">
                  <c:v>1.79527364115868</c:v>
                </c:pt>
                <c:pt idx="1307">
                  <c:v>1.8378867608288001</c:v>
                </c:pt>
                <c:pt idx="1308">
                  <c:v>1.85269989192016</c:v>
                </c:pt>
                <c:pt idx="1309">
                  <c:v>1.7828791775534001</c:v>
                </c:pt>
                <c:pt idx="1310">
                  <c:v>1.77827367091055</c:v>
                </c:pt>
                <c:pt idx="1311">
                  <c:v>1.80762503772369</c:v>
                </c:pt>
                <c:pt idx="1312">
                  <c:v>1.79719729918473</c:v>
                </c:pt>
                <c:pt idx="1313">
                  <c:v>1.7571934906424</c:v>
                </c:pt>
                <c:pt idx="1314">
                  <c:v>1.7438752661793899</c:v>
                </c:pt>
                <c:pt idx="1315">
                  <c:v>1.7960938459442799</c:v>
                </c:pt>
                <c:pt idx="1316">
                  <c:v>1.8007700328107901</c:v>
                </c:pt>
                <c:pt idx="1317">
                  <c:v>1.8105367128623899</c:v>
                </c:pt>
                <c:pt idx="1318">
                  <c:v>1.79645114754226</c:v>
                </c:pt>
                <c:pt idx="1319">
                  <c:v>1.79903200023611</c:v>
                </c:pt>
                <c:pt idx="1320">
                  <c:v>1.77374672956507</c:v>
                </c:pt>
                <c:pt idx="1321">
                  <c:v>1.7428710821103699</c:v>
                </c:pt>
                <c:pt idx="1322">
                  <c:v>1.74926815014396</c:v>
                </c:pt>
                <c:pt idx="1323">
                  <c:v>1.7026675195138401</c:v>
                </c:pt>
                <c:pt idx="1324">
                  <c:v>1.7271021249667</c:v>
                </c:pt>
                <c:pt idx="1325">
                  <c:v>1.7879026901961399</c:v>
                </c:pt>
                <c:pt idx="1326">
                  <c:v>1.78312783015058</c:v>
                </c:pt>
                <c:pt idx="1327">
                  <c:v>1.79875312626308</c:v>
                </c:pt>
                <c:pt idx="1328">
                  <c:v>1.75481082701252</c:v>
                </c:pt>
                <c:pt idx="1329">
                  <c:v>1.7565544265350701</c:v>
                </c:pt>
                <c:pt idx="1330">
                  <c:v>1.75642145561989</c:v>
                </c:pt>
                <c:pt idx="1331">
                  <c:v>1.7819816610100501</c:v>
                </c:pt>
                <c:pt idx="1332">
                  <c:v>1.8063860799504801</c:v>
                </c:pt>
                <c:pt idx="1333">
                  <c:v>1.8439062337066801</c:v>
                </c:pt>
                <c:pt idx="1334">
                  <c:v>1.8414793674192</c:v>
                </c:pt>
                <c:pt idx="1335">
                  <c:v>1.8209183358031</c:v>
                </c:pt>
                <c:pt idx="1336">
                  <c:v>1.8201319221680701</c:v>
                </c:pt>
                <c:pt idx="1337">
                  <c:v>1.8300310892938401</c:v>
                </c:pt>
                <c:pt idx="1338">
                  <c:v>1.8004424801216401</c:v>
                </c:pt>
                <c:pt idx="1339">
                  <c:v>1.8532161780655001</c:v>
                </c:pt>
                <c:pt idx="1340">
                  <c:v>1.85229367471675</c:v>
                </c:pt>
                <c:pt idx="1341">
                  <c:v>1.83180277489702</c:v>
                </c:pt>
                <c:pt idx="1342">
                  <c:v>1.82672918930576</c:v>
                </c:pt>
                <c:pt idx="1343">
                  <c:v>1.8327937819887901</c:v>
                </c:pt>
                <c:pt idx="1344">
                  <c:v>1.76603656383635</c:v>
                </c:pt>
                <c:pt idx="1345">
                  <c:v>1.7744089161433301</c:v>
                </c:pt>
                <c:pt idx="1346">
                  <c:v>1.76609801572633</c:v>
                </c:pt>
                <c:pt idx="1347">
                  <c:v>1.76521463382928</c:v>
                </c:pt>
                <c:pt idx="1348">
                  <c:v>1.76755432375391</c:v>
                </c:pt>
                <c:pt idx="1349">
                  <c:v>1.7819443566112501</c:v>
                </c:pt>
                <c:pt idx="1350">
                  <c:v>1.7893881455104099</c:v>
                </c:pt>
                <c:pt idx="1351">
                  <c:v>1.7923102841335199</c:v>
                </c:pt>
                <c:pt idx="1352">
                  <c:v>1.7563447156320899</c:v>
                </c:pt>
                <c:pt idx="1353">
                  <c:v>1.7652446134316699</c:v>
                </c:pt>
                <c:pt idx="1354">
                  <c:v>1.7085159769195699</c:v>
                </c:pt>
                <c:pt idx="1355">
                  <c:v>1.7321486020630199</c:v>
                </c:pt>
                <c:pt idx="1356">
                  <c:v>1.7571109512007499</c:v>
                </c:pt>
                <c:pt idx="1357">
                  <c:v>1.76080949593527</c:v>
                </c:pt>
                <c:pt idx="1358">
                  <c:v>1.7600182485228999</c:v>
                </c:pt>
                <c:pt idx="1359">
                  <c:v>1.7585817492298199</c:v>
                </c:pt>
                <c:pt idx="1360">
                  <c:v>1.76790483150594</c:v>
                </c:pt>
                <c:pt idx="1361">
                  <c:v>1.757212486936</c:v>
                </c:pt>
                <c:pt idx="1362">
                  <c:v>1.75426895195342</c:v>
                </c:pt>
                <c:pt idx="1363">
                  <c:v>1.72329250966779</c:v>
                </c:pt>
                <c:pt idx="1364">
                  <c:v>1.7075304460804801</c:v>
                </c:pt>
                <c:pt idx="1365">
                  <c:v>1.65362935189816</c:v>
                </c:pt>
                <c:pt idx="1366">
                  <c:v>1.6499302023052</c:v>
                </c:pt>
                <c:pt idx="1367">
                  <c:v>1.65993193299887</c:v>
                </c:pt>
                <c:pt idx="1368">
                  <c:v>1.64064823259721</c:v>
                </c:pt>
                <c:pt idx="1369">
                  <c:v>1.6683041485165899</c:v>
                </c:pt>
                <c:pt idx="1370">
                  <c:v>1.659526894696</c:v>
                </c:pt>
                <c:pt idx="1371">
                  <c:v>1.6681837875579899</c:v>
                </c:pt>
                <c:pt idx="1372">
                  <c:v>1.6741485269424301</c:v>
                </c:pt>
                <c:pt idx="1373">
                  <c:v>1.68194185699749</c:v>
                </c:pt>
                <c:pt idx="1374">
                  <c:v>1.7339877116765099</c:v>
                </c:pt>
                <c:pt idx="1375">
                  <c:v>1.7399380370681199</c:v>
                </c:pt>
                <c:pt idx="1376">
                  <c:v>1.7431207649376099</c:v>
                </c:pt>
                <c:pt idx="1377">
                  <c:v>1.75164773870448</c:v>
                </c:pt>
                <c:pt idx="1378">
                  <c:v>1.74591635689997</c:v>
                </c:pt>
                <c:pt idx="1379">
                  <c:v>1.73168471436232</c:v>
                </c:pt>
                <c:pt idx="1380">
                  <c:v>1.76488660490948</c:v>
                </c:pt>
                <c:pt idx="1381">
                  <c:v>1.7660268335349401</c:v>
                </c:pt>
                <c:pt idx="1382">
                  <c:v>1.76402474106286</c:v>
                </c:pt>
                <c:pt idx="1383">
                  <c:v>1.7327893680426001</c:v>
                </c:pt>
                <c:pt idx="1384">
                  <c:v>1.7748090056841901</c:v>
                </c:pt>
                <c:pt idx="1385">
                  <c:v>1.7868792871013801</c:v>
                </c:pt>
                <c:pt idx="1386">
                  <c:v>1.79750128885132</c:v>
                </c:pt>
                <c:pt idx="1387">
                  <c:v>1.81341198973039</c:v>
                </c:pt>
                <c:pt idx="1388">
                  <c:v>1.8235120268632501</c:v>
                </c:pt>
                <c:pt idx="1389">
                  <c:v>1.8666219049372501</c:v>
                </c:pt>
                <c:pt idx="1390">
                  <c:v>1.8737392914386299</c:v>
                </c:pt>
                <c:pt idx="1391">
                  <c:v>1.86432732025156</c:v>
                </c:pt>
                <c:pt idx="1392">
                  <c:v>1.88018968980319</c:v>
                </c:pt>
                <c:pt idx="1393">
                  <c:v>1.89024108774303</c:v>
                </c:pt>
                <c:pt idx="1394">
                  <c:v>1.8439864292567301</c:v>
                </c:pt>
                <c:pt idx="1395">
                  <c:v>1.8485152294118701</c:v>
                </c:pt>
                <c:pt idx="1396">
                  <c:v>1.8709962345751401</c:v>
                </c:pt>
                <c:pt idx="1397">
                  <c:v>1.86955437383638</c:v>
                </c:pt>
                <c:pt idx="1398">
                  <c:v>1.85526650927029</c:v>
                </c:pt>
                <c:pt idx="1399">
                  <c:v>1.86098250289078</c:v>
                </c:pt>
                <c:pt idx="1400">
                  <c:v>1.8246948309600599</c:v>
                </c:pt>
                <c:pt idx="1401">
                  <c:v>1.76919618843952</c:v>
                </c:pt>
                <c:pt idx="1402">
                  <c:v>1.7876323081601</c:v>
                </c:pt>
                <c:pt idx="1403">
                  <c:v>1.76827795245365</c:v>
                </c:pt>
                <c:pt idx="1404">
                  <c:v>1.77098275366584</c:v>
                </c:pt>
                <c:pt idx="1405">
                  <c:v>1.7906871389432899</c:v>
                </c:pt>
                <c:pt idx="1406">
                  <c:v>1.81197861753622</c:v>
                </c:pt>
                <c:pt idx="1407">
                  <c:v>1.8145370238621701</c:v>
                </c:pt>
                <c:pt idx="1408">
                  <c:v>1.84217321086911</c:v>
                </c:pt>
                <c:pt idx="1409">
                  <c:v>1.8255919379260599</c:v>
                </c:pt>
                <c:pt idx="1410">
                  <c:v>1.8152107355681</c:v>
                </c:pt>
                <c:pt idx="1411">
                  <c:v>1.81295767081773</c:v>
                </c:pt>
                <c:pt idx="1412">
                  <c:v>1.7907514491725101</c:v>
                </c:pt>
                <c:pt idx="1413">
                  <c:v>1.78342607759682</c:v>
                </c:pt>
                <c:pt idx="1414">
                  <c:v>1.80529091623552</c:v>
                </c:pt>
                <c:pt idx="1415">
                  <c:v>1.79763561489128</c:v>
                </c:pt>
                <c:pt idx="1416">
                  <c:v>1.79911838457394</c:v>
                </c:pt>
                <c:pt idx="1417">
                  <c:v>1.80794502356765</c:v>
                </c:pt>
                <c:pt idx="1418">
                  <c:v>1.8446363334093201</c:v>
                </c:pt>
                <c:pt idx="1419">
                  <c:v>1.8193437336532301</c:v>
                </c:pt>
                <c:pt idx="1420">
                  <c:v>1.7904104818353701</c:v>
                </c:pt>
                <c:pt idx="1421">
                  <c:v>1.7639029822769099</c:v>
                </c:pt>
                <c:pt idx="1422">
                  <c:v>1.7793837752208299</c:v>
                </c:pt>
                <c:pt idx="1423">
                  <c:v>1.78145166650325</c:v>
                </c:pt>
                <c:pt idx="1424">
                  <c:v>1.78171185806052</c:v>
                </c:pt>
                <c:pt idx="1425">
                  <c:v>1.76508215318257</c:v>
                </c:pt>
                <c:pt idx="1426">
                  <c:v>1.7785893150266701</c:v>
                </c:pt>
                <c:pt idx="1427">
                  <c:v>1.77682760114489</c:v>
                </c:pt>
                <c:pt idx="1428">
                  <c:v>1.73358312887462</c:v>
                </c:pt>
                <c:pt idx="1429">
                  <c:v>1.74172364905316</c:v>
                </c:pt>
                <c:pt idx="1430">
                  <c:v>1.73199817457905</c:v>
                </c:pt>
                <c:pt idx="1431">
                  <c:v>1.74112402148571</c:v>
                </c:pt>
                <c:pt idx="1432">
                  <c:v>1.7148264622156699</c:v>
                </c:pt>
                <c:pt idx="1433">
                  <c:v>1.7276748127527199</c:v>
                </c:pt>
                <c:pt idx="1434">
                  <c:v>1.7593117862684799</c:v>
                </c:pt>
                <c:pt idx="1435">
                  <c:v>1.74939783396585</c:v>
                </c:pt>
                <c:pt idx="1436">
                  <c:v>1.74873179356082</c:v>
                </c:pt>
                <c:pt idx="1437">
                  <c:v>1.7364019549468299</c:v>
                </c:pt>
                <c:pt idx="1438">
                  <c:v>1.7314592689838399</c:v>
                </c:pt>
                <c:pt idx="1439">
                  <c:v>1.7261545577177599</c:v>
                </c:pt>
                <c:pt idx="1440">
                  <c:v>1.7213079147366701</c:v>
                </c:pt>
                <c:pt idx="1441">
                  <c:v>1.7151370587050201</c:v>
                </c:pt>
                <c:pt idx="1442">
                  <c:v>1.71819906915021</c:v>
                </c:pt>
                <c:pt idx="1443">
                  <c:v>1.7221542476709299</c:v>
                </c:pt>
                <c:pt idx="1444">
                  <c:v>1.7349303484130101</c:v>
                </c:pt>
                <c:pt idx="1445">
                  <c:v>1.7369837446843399</c:v>
                </c:pt>
                <c:pt idx="1446">
                  <c:v>1.7551628902310401</c:v>
                </c:pt>
                <c:pt idx="1447">
                  <c:v>1.7686208950381901</c:v>
                </c:pt>
                <c:pt idx="1448">
                  <c:v>1.7712814000494099</c:v>
                </c:pt>
                <c:pt idx="1449">
                  <c:v>1.7788159460343</c:v>
                </c:pt>
                <c:pt idx="1450">
                  <c:v>1.77556606521531</c:v>
                </c:pt>
                <c:pt idx="1451">
                  <c:v>1.7710546453937499</c:v>
                </c:pt>
                <c:pt idx="1452">
                  <c:v>1.7901075645420399</c:v>
                </c:pt>
                <c:pt idx="1453">
                  <c:v>1.82076020847349</c:v>
                </c:pt>
                <c:pt idx="1454">
                  <c:v>1.8428324166661401</c:v>
                </c:pt>
                <c:pt idx="1455">
                  <c:v>1.85039554644746</c:v>
                </c:pt>
                <c:pt idx="1456">
                  <c:v>1.86677115086781</c:v>
                </c:pt>
                <c:pt idx="1457">
                  <c:v>1.8459351834157001</c:v>
                </c:pt>
                <c:pt idx="1458">
                  <c:v>1.8047650189967901</c:v>
                </c:pt>
                <c:pt idx="1459">
                  <c:v>1.8338322228050501</c:v>
                </c:pt>
                <c:pt idx="1460">
                  <c:v>1.8381468733147299</c:v>
                </c:pt>
                <c:pt idx="1461">
                  <c:v>1.8521536460652901</c:v>
                </c:pt>
                <c:pt idx="1462">
                  <c:v>1.84035377157448</c:v>
                </c:pt>
                <c:pt idx="1463">
                  <c:v>1.8452693477187401</c:v>
                </c:pt>
                <c:pt idx="1464">
                  <c:v>1.8557300370113601</c:v>
                </c:pt>
                <c:pt idx="1465">
                  <c:v>1.8917302695217599</c:v>
                </c:pt>
                <c:pt idx="1466">
                  <c:v>1.9026897059919501</c:v>
                </c:pt>
                <c:pt idx="1467">
                  <c:v>1.9176920207722601</c:v>
                </c:pt>
                <c:pt idx="1468">
                  <c:v>1.9438570089060401</c:v>
                </c:pt>
                <c:pt idx="1469">
                  <c:v>1.9162198806355399</c:v>
                </c:pt>
                <c:pt idx="1470">
                  <c:v>1.9487511180342001</c:v>
                </c:pt>
                <c:pt idx="1471">
                  <c:v>1.94215063815367</c:v>
                </c:pt>
                <c:pt idx="1472">
                  <c:v>1.9612312726712999</c:v>
                </c:pt>
                <c:pt idx="1473">
                  <c:v>1.9623959554081301</c:v>
                </c:pt>
                <c:pt idx="1474">
                  <c:v>1.9523288268216901</c:v>
                </c:pt>
                <c:pt idx="1475">
                  <c:v>1.94219547161846</c:v>
                </c:pt>
                <c:pt idx="1476">
                  <c:v>1.9339703764205101</c:v>
                </c:pt>
                <c:pt idx="1477">
                  <c:v>1.95125171703768</c:v>
                </c:pt>
                <c:pt idx="1478">
                  <c:v>1.93025072720254</c:v>
                </c:pt>
                <c:pt idx="1479">
                  <c:v>1.92602268576917</c:v>
                </c:pt>
                <c:pt idx="1480">
                  <c:v>1.86022286755957</c:v>
                </c:pt>
                <c:pt idx="1481">
                  <c:v>1.6909840677860399</c:v>
                </c:pt>
                <c:pt idx="1482">
                  <c:v>1.6595318670014201</c:v>
                </c:pt>
                <c:pt idx="1483">
                  <c:v>1.7075293422047599</c:v>
                </c:pt>
                <c:pt idx="1484">
                  <c:v>1.75273208328051</c:v>
                </c:pt>
                <c:pt idx="1485">
                  <c:v>1.77567655142261</c:v>
                </c:pt>
                <c:pt idx="1486">
                  <c:v>1.80309627928757</c:v>
                </c:pt>
                <c:pt idx="1487">
                  <c:v>1.78955235214013</c:v>
                </c:pt>
                <c:pt idx="1488">
                  <c:v>1.81817418316863</c:v>
                </c:pt>
                <c:pt idx="1489">
                  <c:v>1.7995257051981199</c:v>
                </c:pt>
                <c:pt idx="1490">
                  <c:v>1.8009899461241701</c:v>
                </c:pt>
                <c:pt idx="1491">
                  <c:v>1.8652697948027499</c:v>
                </c:pt>
                <c:pt idx="1492">
                  <c:v>1.90317727706077</c:v>
                </c:pt>
                <c:pt idx="1493">
                  <c:v>1.8976326068429401</c:v>
                </c:pt>
                <c:pt idx="1494">
                  <c:v>1.9342312000320601</c:v>
                </c:pt>
                <c:pt idx="1495">
                  <c:v>1.95135805973831</c:v>
                </c:pt>
                <c:pt idx="1496">
                  <c:v>1.9763969237458201</c:v>
                </c:pt>
                <c:pt idx="1497">
                  <c:v>1.97328789716903</c:v>
                </c:pt>
                <c:pt idx="1498">
                  <c:v>1.9549301427828201</c:v>
                </c:pt>
                <c:pt idx="1499">
                  <c:v>1.9611438916259001</c:v>
                </c:pt>
                <c:pt idx="1500">
                  <c:v>1.85366643980803</c:v>
                </c:pt>
                <c:pt idx="1501">
                  <c:v>1.93240832931836</c:v>
                </c:pt>
                <c:pt idx="1502">
                  <c:v>1.95856771458275</c:v>
                </c:pt>
                <c:pt idx="1503">
                  <c:v>1.9854799108807</c:v>
                </c:pt>
                <c:pt idx="1504">
                  <c:v>2.0283364107636799</c:v>
                </c:pt>
                <c:pt idx="1505">
                  <c:v>2.0335799741052099</c:v>
                </c:pt>
                <c:pt idx="1506">
                  <c:v>1.9755041072417201</c:v>
                </c:pt>
                <c:pt idx="1507">
                  <c:v>2.0129759121011701</c:v>
                </c:pt>
                <c:pt idx="1508">
                  <c:v>1.99813663823929</c:v>
                </c:pt>
                <c:pt idx="1509">
                  <c:v>1.96111273667483</c:v>
                </c:pt>
                <c:pt idx="1510">
                  <c:v>1.9322877951155499</c:v>
                </c:pt>
                <c:pt idx="1511">
                  <c:v>1.86662210173721</c:v>
                </c:pt>
                <c:pt idx="1512">
                  <c:v>1.8580482666862901</c:v>
                </c:pt>
                <c:pt idx="1513">
                  <c:v>1.82896019500595</c:v>
                </c:pt>
                <c:pt idx="1514">
                  <c:v>1.84774319219984</c:v>
                </c:pt>
                <c:pt idx="1515">
                  <c:v>1.87686685726226</c:v>
                </c:pt>
                <c:pt idx="1516">
                  <c:v>1.8070834831045499</c:v>
                </c:pt>
                <c:pt idx="1517">
                  <c:v>1.84214505157418</c:v>
                </c:pt>
                <c:pt idx="1518">
                  <c:v>1.88620756268961</c:v>
                </c:pt>
                <c:pt idx="1519">
                  <c:v>1.8683170361874399</c:v>
                </c:pt>
                <c:pt idx="1520">
                  <c:v>1.8595854044354101</c:v>
                </c:pt>
                <c:pt idx="1521">
                  <c:v>1.8184835551928</c:v>
                </c:pt>
                <c:pt idx="1522">
                  <c:v>1.81498287900253</c:v>
                </c:pt>
                <c:pt idx="1523">
                  <c:v>1.8036164152454801</c:v>
                </c:pt>
                <c:pt idx="1524">
                  <c:v>1.84260386729147</c:v>
                </c:pt>
                <c:pt idx="1525">
                  <c:v>1.8335523116104899</c:v>
                </c:pt>
                <c:pt idx="1526">
                  <c:v>1.8927248442700899</c:v>
                </c:pt>
                <c:pt idx="1527">
                  <c:v>1.90358574090765</c:v>
                </c:pt>
                <c:pt idx="1528">
                  <c:v>1.9179889352695401</c:v>
                </c:pt>
                <c:pt idx="1529">
                  <c:v>1.8680437216286401</c:v>
                </c:pt>
                <c:pt idx="1530">
                  <c:v>1.8545494288194599</c:v>
                </c:pt>
                <c:pt idx="1531">
                  <c:v>1.8854403012554699</c:v>
                </c:pt>
                <c:pt idx="1532">
                  <c:v>1.8721057986948499</c:v>
                </c:pt>
                <c:pt idx="1533">
                  <c:v>1.8792966110145399</c:v>
                </c:pt>
                <c:pt idx="1534">
                  <c:v>1.87587928520519</c:v>
                </c:pt>
                <c:pt idx="1535">
                  <c:v>1.89625510508368</c:v>
                </c:pt>
                <c:pt idx="1536">
                  <c:v>1.89076503020341</c:v>
                </c:pt>
                <c:pt idx="1537">
                  <c:v>1.9100138381752101</c:v>
                </c:pt>
                <c:pt idx="1538">
                  <c:v>1.9029236481282299</c:v>
                </c:pt>
                <c:pt idx="1539">
                  <c:v>1.8646626923273499</c:v>
                </c:pt>
                <c:pt idx="1540">
                  <c:v>1.8475413136379999</c:v>
                </c:pt>
                <c:pt idx="1541">
                  <c:v>1.7932859262265399</c:v>
                </c:pt>
                <c:pt idx="1542">
                  <c:v>1.78523207541778</c:v>
                </c:pt>
                <c:pt idx="1543">
                  <c:v>1.82013462530079</c:v>
                </c:pt>
                <c:pt idx="1544">
                  <c:v>1.84901072877527</c:v>
                </c:pt>
                <c:pt idx="1545">
                  <c:v>1.84196763012735</c:v>
                </c:pt>
                <c:pt idx="1546">
                  <c:v>1.8599312608679199</c:v>
                </c:pt>
                <c:pt idx="1547">
                  <c:v>1.8640879012593401</c:v>
                </c:pt>
                <c:pt idx="1548">
                  <c:v>1.86025466530818</c:v>
                </c:pt>
                <c:pt idx="1549">
                  <c:v>1.8704254449148301</c:v>
                </c:pt>
                <c:pt idx="1550">
                  <c:v>1.85621285903224</c:v>
                </c:pt>
                <c:pt idx="1551">
                  <c:v>1.8617057532380401</c:v>
                </c:pt>
                <c:pt idx="1552">
                  <c:v>1.8531372806356701</c:v>
                </c:pt>
                <c:pt idx="1553">
                  <c:v>1.8725976993631099</c:v>
                </c:pt>
                <c:pt idx="1554">
                  <c:v>1.8595061840207501</c:v>
                </c:pt>
                <c:pt idx="1555">
                  <c:v>1.84323081918609</c:v>
                </c:pt>
                <c:pt idx="1556">
                  <c:v>1.8150411055006599</c:v>
                </c:pt>
                <c:pt idx="1557">
                  <c:v>1.81422313081513</c:v>
                </c:pt>
                <c:pt idx="1558">
                  <c:v>1.8529279783756201</c:v>
                </c:pt>
                <c:pt idx="1559">
                  <c:v>1.85336742233367</c:v>
                </c:pt>
                <c:pt idx="1560">
                  <c:v>1.8449414057458799</c:v>
                </c:pt>
                <c:pt idx="1561">
                  <c:v>1.8569964082105599</c:v>
                </c:pt>
                <c:pt idx="1562">
                  <c:v>1.90630450711859</c:v>
                </c:pt>
                <c:pt idx="1563">
                  <c:v>1.92379147474727</c:v>
                </c:pt>
                <c:pt idx="1564">
                  <c:v>1.9247179623297399</c:v>
                </c:pt>
                <c:pt idx="1565">
                  <c:v>1.93622865585437</c:v>
                </c:pt>
                <c:pt idx="1566">
                  <c:v>1.93620188832201</c:v>
                </c:pt>
                <c:pt idx="1567">
                  <c:v>1.9346970480555601</c:v>
                </c:pt>
                <c:pt idx="1568">
                  <c:v>1.9425494271866399</c:v>
                </c:pt>
                <c:pt idx="1569">
                  <c:v>1.93528865855022</c:v>
                </c:pt>
                <c:pt idx="1570">
                  <c:v>1.92969744526363</c:v>
                </c:pt>
                <c:pt idx="1571">
                  <c:v>1.93128656647097</c:v>
                </c:pt>
                <c:pt idx="1572">
                  <c:v>1.9311433988286699</c:v>
                </c:pt>
                <c:pt idx="1573">
                  <c:v>1.9601404354872101</c:v>
                </c:pt>
                <c:pt idx="1574">
                  <c:v>1.9717549942027199</c:v>
                </c:pt>
                <c:pt idx="1575">
                  <c:v>1.9682693811257299</c:v>
                </c:pt>
                <c:pt idx="1576">
                  <c:v>1.9726021201799799</c:v>
                </c:pt>
                <c:pt idx="1577">
                  <c:v>1.9742443523603801</c:v>
                </c:pt>
                <c:pt idx="1578">
                  <c:v>1.96619399954469</c:v>
                </c:pt>
                <c:pt idx="1579">
                  <c:v>1.9575769243985901</c:v>
                </c:pt>
                <c:pt idx="1580">
                  <c:v>1.9474928606744499</c:v>
                </c:pt>
                <c:pt idx="1581">
                  <c:v>1.9767260337688199</c:v>
                </c:pt>
                <c:pt idx="1582">
                  <c:v>1.9871275704932501</c:v>
                </c:pt>
                <c:pt idx="1583">
                  <c:v>2.0125314878691798</c:v>
                </c:pt>
                <c:pt idx="1584">
                  <c:v>2.0371932387567502</c:v>
                </c:pt>
                <c:pt idx="1585">
                  <c:v>2.1134342735241001</c:v>
                </c:pt>
                <c:pt idx="1586">
                  <c:v>2.1294115538074498</c:v>
                </c:pt>
                <c:pt idx="1587">
                  <c:v>2.1749541387034199</c:v>
                </c:pt>
                <c:pt idx="1588">
                  <c:v>2.2362171089984701</c:v>
                </c:pt>
                <c:pt idx="1589">
                  <c:v>2.2212856878666498</c:v>
                </c:pt>
                <c:pt idx="1590">
                  <c:v>2.2970532976466802</c:v>
                </c:pt>
                <c:pt idx="1591">
                  <c:v>2.29075828161788</c:v>
                </c:pt>
                <c:pt idx="1592">
                  <c:v>2.2278534408870199</c:v>
                </c:pt>
                <c:pt idx="1593">
                  <c:v>2.1347408399890799</c:v>
                </c:pt>
                <c:pt idx="1594">
                  <c:v>2.1350540973024099</c:v>
                </c:pt>
                <c:pt idx="1595">
                  <c:v>2.21543651682589</c:v>
                </c:pt>
                <c:pt idx="1596">
                  <c:v>2.2252684421820002</c:v>
                </c:pt>
                <c:pt idx="1597">
                  <c:v>2.2362344022728999</c:v>
                </c:pt>
                <c:pt idx="1598">
                  <c:v>2.2343940072579298</c:v>
                </c:pt>
                <c:pt idx="1599">
                  <c:v>2.1524995772409401</c:v>
                </c:pt>
                <c:pt idx="1600">
                  <c:v>2.1521458200297898</c:v>
                </c:pt>
                <c:pt idx="1601">
                  <c:v>2.17524579667614</c:v>
                </c:pt>
                <c:pt idx="1602">
                  <c:v>2.22260489374897</c:v>
                </c:pt>
                <c:pt idx="1603">
                  <c:v>2.2243575514007801</c:v>
                </c:pt>
                <c:pt idx="1604">
                  <c:v>2.2576775517011298</c:v>
                </c:pt>
                <c:pt idx="1605">
                  <c:v>2.32881221116887</c:v>
                </c:pt>
                <c:pt idx="1606">
                  <c:v>2.31668911097782</c:v>
                </c:pt>
                <c:pt idx="1607">
                  <c:v>2.3357427715929799</c:v>
                </c:pt>
                <c:pt idx="1608">
                  <c:v>2.3274605166203801</c:v>
                </c:pt>
                <c:pt idx="1609">
                  <c:v>2.2988694986768801</c:v>
                </c:pt>
                <c:pt idx="1610">
                  <c:v>2.3277276628365899</c:v>
                </c:pt>
                <c:pt idx="1611">
                  <c:v>2.28125191987901</c:v>
                </c:pt>
                <c:pt idx="1612">
                  <c:v>2.2760495050103602</c:v>
                </c:pt>
                <c:pt idx="1613">
                  <c:v>2.2912060836612</c:v>
                </c:pt>
                <c:pt idx="1614">
                  <c:v>2.3039899962233799</c:v>
                </c:pt>
                <c:pt idx="1615">
                  <c:v>2.3451643433556302</c:v>
                </c:pt>
                <c:pt idx="1616">
                  <c:v>2.36432261092853</c:v>
                </c:pt>
                <c:pt idx="1617">
                  <c:v>2.3356306654130901</c:v>
                </c:pt>
                <c:pt idx="1618">
                  <c:v>2.3145412180060698</c:v>
                </c:pt>
                <c:pt idx="1619">
                  <c:v>2.3285065751202199</c:v>
                </c:pt>
                <c:pt idx="1620">
                  <c:v>2.34243701940773</c:v>
                </c:pt>
                <c:pt idx="1621">
                  <c:v>2.3426537927365398</c:v>
                </c:pt>
                <c:pt idx="1622">
                  <c:v>2.29450558353044</c:v>
                </c:pt>
                <c:pt idx="1623">
                  <c:v>2.3260959821040599</c:v>
                </c:pt>
                <c:pt idx="1624">
                  <c:v>2.3437794908999301</c:v>
                </c:pt>
                <c:pt idx="1625">
                  <c:v>2.35101359327001</c:v>
                </c:pt>
                <c:pt idx="1626">
                  <c:v>2.3673378994232999</c:v>
                </c:pt>
                <c:pt idx="1627">
                  <c:v>2.3872153958567401</c:v>
                </c:pt>
                <c:pt idx="1628">
                  <c:v>2.3624902252120501</c:v>
                </c:pt>
                <c:pt idx="1629">
                  <c:v>2.37676070516902</c:v>
                </c:pt>
                <c:pt idx="1630">
                  <c:v>2.3662249942449098</c:v>
                </c:pt>
                <c:pt idx="1631">
                  <c:v>2.4036269726319199</c:v>
                </c:pt>
                <c:pt idx="1632">
                  <c:v>2.3528042428488201</c:v>
                </c:pt>
                <c:pt idx="1633">
                  <c:v>2.2402286505292199</c:v>
                </c:pt>
                <c:pt idx="1634">
                  <c:v>2.2700042358619501</c:v>
                </c:pt>
                <c:pt idx="1635">
                  <c:v>2.3133816239006002</c:v>
                </c:pt>
                <c:pt idx="1636">
                  <c:v>2.3103994057969701</c:v>
                </c:pt>
                <c:pt idx="1637">
                  <c:v>2.2931824483267298</c:v>
                </c:pt>
                <c:pt idx="1638">
                  <c:v>2.2970292583498999</c:v>
                </c:pt>
                <c:pt idx="1639">
                  <c:v>2.3225271296782699</c:v>
                </c:pt>
                <c:pt idx="1640">
                  <c:v>2.3215298486605498</c:v>
                </c:pt>
                <c:pt idx="1641">
                  <c:v>2.2854579314312198</c:v>
                </c:pt>
                <c:pt idx="1642">
                  <c:v>2.3016445338902001</c:v>
                </c:pt>
                <c:pt idx="1643">
                  <c:v>2.2310388098695002</c:v>
                </c:pt>
                <c:pt idx="1644">
                  <c:v>2.2192745219825398</c:v>
                </c:pt>
                <c:pt idx="1645">
                  <c:v>2.1847555309580202</c:v>
                </c:pt>
                <c:pt idx="1646">
                  <c:v>2.2007003475725901</c:v>
                </c:pt>
                <c:pt idx="1647">
                  <c:v>2.1951124145020602</c:v>
                </c:pt>
                <c:pt idx="1648">
                  <c:v>2.2637136967978</c:v>
                </c:pt>
                <c:pt idx="1649">
                  <c:v>2.33450048575224</c:v>
                </c:pt>
                <c:pt idx="1650">
                  <c:v>2.34194555622412</c:v>
                </c:pt>
                <c:pt idx="1651">
                  <c:v>2.3299079537248999</c:v>
                </c:pt>
                <c:pt idx="1652">
                  <c:v>2.3107001528553099</c:v>
                </c:pt>
                <c:pt idx="1653">
                  <c:v>2.32066482088416</c:v>
                </c:pt>
                <c:pt idx="1654">
                  <c:v>2.31557447722889</c:v>
                </c:pt>
                <c:pt idx="1655">
                  <c:v>2.3406222177873501</c:v>
                </c:pt>
                <c:pt idx="1656">
                  <c:v>2.3109481780773602</c:v>
                </c:pt>
                <c:pt idx="1657">
                  <c:v>2.3060024885382902</c:v>
                </c:pt>
                <c:pt idx="1658">
                  <c:v>2.2792954513086401</c:v>
                </c:pt>
                <c:pt idx="1659">
                  <c:v>2.2898148283557802</c:v>
                </c:pt>
                <c:pt idx="1660">
                  <c:v>2.2870437165670299</c:v>
                </c:pt>
                <c:pt idx="1661">
                  <c:v>2.2875182721540201</c:v>
                </c:pt>
                <c:pt idx="1662">
                  <c:v>2.2764634475260701</c:v>
                </c:pt>
                <c:pt idx="1663">
                  <c:v>2.2097807692633902</c:v>
                </c:pt>
                <c:pt idx="1664">
                  <c:v>2.2141971771339501</c:v>
                </c:pt>
                <c:pt idx="1665">
                  <c:v>2.2610748564180199</c:v>
                </c:pt>
                <c:pt idx="1666">
                  <c:v>2.25572588904509</c:v>
                </c:pt>
                <c:pt idx="1667">
                  <c:v>2.2941019392625699</c:v>
                </c:pt>
                <c:pt idx="1668">
                  <c:v>2.2696429604241901</c:v>
                </c:pt>
                <c:pt idx="1669">
                  <c:v>2.3150448476430898</c:v>
                </c:pt>
                <c:pt idx="1670">
                  <c:v>2.2901852692509101</c:v>
                </c:pt>
                <c:pt idx="1671">
                  <c:v>2.2621617992973402</c:v>
                </c:pt>
                <c:pt idx="1672">
                  <c:v>2.2638725576260899</c:v>
                </c:pt>
                <c:pt idx="1673">
                  <c:v>2.26778877377915</c:v>
                </c:pt>
                <c:pt idx="1674">
                  <c:v>2.2926958266490298</c:v>
                </c:pt>
                <c:pt idx="1675">
                  <c:v>2.2788468481779298</c:v>
                </c:pt>
                <c:pt idx="1676">
                  <c:v>2.2948679154837301</c:v>
                </c:pt>
                <c:pt idx="1677">
                  <c:v>2.2996188922865501</c:v>
                </c:pt>
                <c:pt idx="1678">
                  <c:v>2.3104603254444198</c:v>
                </c:pt>
                <c:pt idx="1679">
                  <c:v>2.31528276161729</c:v>
                </c:pt>
                <c:pt idx="1680">
                  <c:v>2.3138901768557698</c:v>
                </c:pt>
                <c:pt idx="1681">
                  <c:v>2.29337613978347</c:v>
                </c:pt>
                <c:pt idx="1682">
                  <c:v>2.28006171625348</c:v>
                </c:pt>
                <c:pt idx="1683">
                  <c:v>2.2778885408062801</c:v>
                </c:pt>
                <c:pt idx="1684">
                  <c:v>2.2728866611533198</c:v>
                </c:pt>
                <c:pt idx="1685">
                  <c:v>2.2987177842014699</c:v>
                </c:pt>
                <c:pt idx="1686">
                  <c:v>2.3027794199720599</c:v>
                </c:pt>
                <c:pt idx="1687">
                  <c:v>2.2988598785420402</c:v>
                </c:pt>
                <c:pt idx="1688">
                  <c:v>2.3000448796933202</c:v>
                </c:pt>
                <c:pt idx="1689">
                  <c:v>2.2857662246978601</c:v>
                </c:pt>
                <c:pt idx="1690">
                  <c:v>2.2795661121917998</c:v>
                </c:pt>
                <c:pt idx="1691">
                  <c:v>2.2369848263924998</c:v>
                </c:pt>
                <c:pt idx="1692">
                  <c:v>2.23585601469554</c:v>
                </c:pt>
                <c:pt idx="1693">
                  <c:v>2.20008058249755</c:v>
                </c:pt>
                <c:pt idx="1694">
                  <c:v>2.21450388911822</c:v>
                </c:pt>
                <c:pt idx="1695">
                  <c:v>2.21089219364457</c:v>
                </c:pt>
                <c:pt idx="1696">
                  <c:v>2.1779412638019902</c:v>
                </c:pt>
                <c:pt idx="1697">
                  <c:v>2.19667740876567</c:v>
                </c:pt>
                <c:pt idx="1698">
                  <c:v>2.1877547469848202</c:v>
                </c:pt>
                <c:pt idx="1699">
                  <c:v>2.20449097206102</c:v>
                </c:pt>
                <c:pt idx="1700">
                  <c:v>2.1648335780254899</c:v>
                </c:pt>
                <c:pt idx="1701">
                  <c:v>2.1727344137281701</c:v>
                </c:pt>
                <c:pt idx="1702">
                  <c:v>2.1261941023772999</c:v>
                </c:pt>
                <c:pt idx="1703">
                  <c:v>2.1491884947265598</c:v>
                </c:pt>
                <c:pt idx="1704">
                  <c:v>2.1214122581815</c:v>
                </c:pt>
                <c:pt idx="1705">
                  <c:v>2.1199352995463898</c:v>
                </c:pt>
                <c:pt idx="1706">
                  <c:v>2.12333484232335</c:v>
                </c:pt>
                <c:pt idx="1707">
                  <c:v>2.1507962530120199</c:v>
                </c:pt>
                <c:pt idx="1708">
                  <c:v>2.1768118972698001</c:v>
                </c:pt>
                <c:pt idx="1709">
                  <c:v>2.1668013739021301</c:v>
                </c:pt>
                <c:pt idx="1710">
                  <c:v>2.13563014118674</c:v>
                </c:pt>
                <c:pt idx="1711">
                  <c:v>2.0589454756447001</c:v>
                </c:pt>
                <c:pt idx="1712">
                  <c:v>2.0576220790230302</c:v>
                </c:pt>
                <c:pt idx="1713">
                  <c:v>2.0040252897076498</c:v>
                </c:pt>
                <c:pt idx="1714">
                  <c:v>2.0132274302259101</c:v>
                </c:pt>
                <c:pt idx="1715">
                  <c:v>1.9759758826593601</c:v>
                </c:pt>
                <c:pt idx="1716">
                  <c:v>1.9920645692083301</c:v>
                </c:pt>
                <c:pt idx="1717">
                  <c:v>2.0256110478003801</c:v>
                </c:pt>
                <c:pt idx="1718">
                  <c:v>2.0562929901685401</c:v>
                </c:pt>
                <c:pt idx="1719">
                  <c:v>2.0745124317339001</c:v>
                </c:pt>
                <c:pt idx="1720">
                  <c:v>2.0743784890072798</c:v>
                </c:pt>
                <c:pt idx="1721">
                  <c:v>2.0841104131035801</c:v>
                </c:pt>
                <c:pt idx="1722">
                  <c:v>2.0517442633410798</c:v>
                </c:pt>
                <c:pt idx="1723">
                  <c:v>2.00929672643603</c:v>
                </c:pt>
                <c:pt idx="1724">
                  <c:v>1.9989780905249599</c:v>
                </c:pt>
                <c:pt idx="1725">
                  <c:v>2.0038455222589899</c:v>
                </c:pt>
                <c:pt idx="1726">
                  <c:v>1.98918024286088</c:v>
                </c:pt>
                <c:pt idx="1727">
                  <c:v>1.9567580237665401</c:v>
                </c:pt>
                <c:pt idx="1728">
                  <c:v>1.95883137971396</c:v>
                </c:pt>
                <c:pt idx="1729">
                  <c:v>1.9607721506884801</c:v>
                </c:pt>
                <c:pt idx="1730">
                  <c:v>1.9259062986191</c:v>
                </c:pt>
                <c:pt idx="1731">
                  <c:v>1.8886518034651001</c:v>
                </c:pt>
                <c:pt idx="1732">
                  <c:v>1.86851729102366</c:v>
                </c:pt>
                <c:pt idx="1733">
                  <c:v>1.8619254106885801</c:v>
                </c:pt>
                <c:pt idx="1734">
                  <c:v>1.89098098117508</c:v>
                </c:pt>
                <c:pt idx="1735">
                  <c:v>1.9037394066411799</c:v>
                </c:pt>
                <c:pt idx="1736">
                  <c:v>1.9659388252722201</c:v>
                </c:pt>
                <c:pt idx="1737">
                  <c:v>2.0293080770221699</c:v>
                </c:pt>
                <c:pt idx="1738">
                  <c:v>2.05781432060986</c:v>
                </c:pt>
                <c:pt idx="1739">
                  <c:v>2.04046006278312</c:v>
                </c:pt>
                <c:pt idx="1740">
                  <c:v>2.0516668472323998</c:v>
                </c:pt>
                <c:pt idx="1741">
                  <c:v>2.0362567417019601</c:v>
                </c:pt>
                <c:pt idx="1742">
                  <c:v>2.04374112451069</c:v>
                </c:pt>
                <c:pt idx="1743">
                  <c:v>2.08823650431306</c:v>
                </c:pt>
                <c:pt idx="1744">
                  <c:v>2.0775929827295401</c:v>
                </c:pt>
                <c:pt idx="1745">
                  <c:v>2.1001679017120898</c:v>
                </c:pt>
                <c:pt idx="1746">
                  <c:v>2.0903618210808901</c:v>
                </c:pt>
                <c:pt idx="1747">
                  <c:v>2.11471828672597</c:v>
                </c:pt>
                <c:pt idx="1748">
                  <c:v>2.0970698624212498</c:v>
                </c:pt>
                <c:pt idx="1749">
                  <c:v>2.0497648711408898</c:v>
                </c:pt>
                <c:pt idx="1750">
                  <c:v>2.0194526350825601</c:v>
                </c:pt>
                <c:pt idx="1751">
                  <c:v>2.0605998007069202</c:v>
                </c:pt>
                <c:pt idx="1752">
                  <c:v>2.0627515240617802</c:v>
                </c:pt>
                <c:pt idx="1753">
                  <c:v>2.0679416351802402</c:v>
                </c:pt>
                <c:pt idx="1754">
                  <c:v>2.1029114437551999</c:v>
                </c:pt>
                <c:pt idx="1755">
                  <c:v>2.1102982479975601</c:v>
                </c:pt>
                <c:pt idx="1756">
                  <c:v>2.1039159499254101</c:v>
                </c:pt>
                <c:pt idx="1757">
                  <c:v>2.1072983460014498</c:v>
                </c:pt>
                <c:pt idx="1758">
                  <c:v>2.1406598132429302</c:v>
                </c:pt>
                <c:pt idx="1759">
                  <c:v>2.1179600518211901</c:v>
                </c:pt>
                <c:pt idx="1760">
                  <c:v>2.1058304614989298</c:v>
                </c:pt>
                <c:pt idx="1761">
                  <c:v>2.0982334244403602</c:v>
                </c:pt>
                <c:pt idx="1762">
                  <c:v>2.12122029827901</c:v>
                </c:pt>
                <c:pt idx="1763">
                  <c:v>2.12205255344039</c:v>
                </c:pt>
                <c:pt idx="1764">
                  <c:v>2.0965074196809002</c:v>
                </c:pt>
                <c:pt idx="1765">
                  <c:v>2.10830958716857</c:v>
                </c:pt>
                <c:pt idx="1766">
                  <c:v>2.1053823780840299</c:v>
                </c:pt>
                <c:pt idx="1767">
                  <c:v>2.10922961005953</c:v>
                </c:pt>
                <c:pt idx="1768">
                  <c:v>2.1367292504288602</c:v>
                </c:pt>
                <c:pt idx="1769">
                  <c:v>2.15571872925323</c:v>
                </c:pt>
                <c:pt idx="1770">
                  <c:v>2.1331344066472799</c:v>
                </c:pt>
                <c:pt idx="1771">
                  <c:v>2.1385321264771102</c:v>
                </c:pt>
                <c:pt idx="1772">
                  <c:v>2.1183107570879698</c:v>
                </c:pt>
                <c:pt idx="1773">
                  <c:v>2.1043574906388902</c:v>
                </c:pt>
                <c:pt idx="1774">
                  <c:v>2.1308211828585399</c:v>
                </c:pt>
                <c:pt idx="1775">
                  <c:v>2.1258270963091199</c:v>
                </c:pt>
                <c:pt idx="1776">
                  <c:v>2.1678996330810398</c:v>
                </c:pt>
                <c:pt idx="1777">
                  <c:v>2.1917530411170101</c:v>
                </c:pt>
                <c:pt idx="1778">
                  <c:v>2.1788015805598202</c:v>
                </c:pt>
                <c:pt idx="1779">
                  <c:v>2.1694231765447398</c:v>
                </c:pt>
                <c:pt idx="1780">
                  <c:v>2.1764265585370399</c:v>
                </c:pt>
                <c:pt idx="1781">
                  <c:v>2.1468261279060599</c:v>
                </c:pt>
                <c:pt idx="1782">
                  <c:v>2.13936405036049</c:v>
                </c:pt>
                <c:pt idx="1783">
                  <c:v>2.1213877827726599</c:v>
                </c:pt>
                <c:pt idx="1784">
                  <c:v>2.1179207028120999</c:v>
                </c:pt>
                <c:pt idx="1785">
                  <c:v>2.1103930647796498</c:v>
                </c:pt>
                <c:pt idx="1786">
                  <c:v>2.09294843487474</c:v>
                </c:pt>
                <c:pt idx="1787">
                  <c:v>2.1044063038240299</c:v>
                </c:pt>
                <c:pt idx="1788">
                  <c:v>2.0989574868512602</c:v>
                </c:pt>
                <c:pt idx="1789">
                  <c:v>2.1126750637610399</c:v>
                </c:pt>
                <c:pt idx="1790">
                  <c:v>2.1234674045177102</c:v>
                </c:pt>
                <c:pt idx="1791">
                  <c:v>2.1495285521135399</c:v>
                </c:pt>
                <c:pt idx="1792">
                  <c:v>2.1420656377490901</c:v>
                </c:pt>
                <c:pt idx="1793">
                  <c:v>2.1657961979993501</c:v>
                </c:pt>
                <c:pt idx="1794">
                  <c:v>2.1308272211404802</c:v>
                </c:pt>
                <c:pt idx="1795">
                  <c:v>2.1400180693979598</c:v>
                </c:pt>
                <c:pt idx="1796">
                  <c:v>2.1378482584240199</c:v>
                </c:pt>
                <c:pt idx="1797">
                  <c:v>2.13340698698372</c:v>
                </c:pt>
                <c:pt idx="1798">
                  <c:v>2.14131008132046</c:v>
                </c:pt>
                <c:pt idx="1799">
                  <c:v>2.1576736347166698</c:v>
                </c:pt>
                <c:pt idx="1800">
                  <c:v>2.1656728246895498</c:v>
                </c:pt>
                <c:pt idx="1801">
                  <c:v>2.18531363440828</c:v>
                </c:pt>
                <c:pt idx="1802">
                  <c:v>2.2011132800469699</c:v>
                </c:pt>
                <c:pt idx="1803">
                  <c:v>2.1929705099824002</c:v>
                </c:pt>
                <c:pt idx="1804">
                  <c:v>2.2159226074423</c:v>
                </c:pt>
                <c:pt idx="1805">
                  <c:v>2.2358816807559498</c:v>
                </c:pt>
                <c:pt idx="1806">
                  <c:v>2.2222647831420499</c:v>
                </c:pt>
                <c:pt idx="1807">
                  <c:v>2.22269785417252</c:v>
                </c:pt>
                <c:pt idx="1808">
                  <c:v>2.22285479740491</c:v>
                </c:pt>
                <c:pt idx="1809">
                  <c:v>2.2406987688031998</c:v>
                </c:pt>
                <c:pt idx="1810">
                  <c:v>2.2428138398284498</c:v>
                </c:pt>
                <c:pt idx="1811">
                  <c:v>2.2499877647460198</c:v>
                </c:pt>
                <c:pt idx="1812">
                  <c:v>2.2595488622381699</c:v>
                </c:pt>
                <c:pt idx="1813">
                  <c:v>2.24387675853573</c:v>
                </c:pt>
                <c:pt idx="1814">
                  <c:v>2.22654060068739</c:v>
                </c:pt>
                <c:pt idx="1815">
                  <c:v>2.2129324858416202</c:v>
                </c:pt>
                <c:pt idx="1816">
                  <c:v>2.2222074191558301</c:v>
                </c:pt>
                <c:pt idx="1817">
                  <c:v>2.2404098817153901</c:v>
                </c:pt>
                <c:pt idx="1818">
                  <c:v>2.2666018094167399</c:v>
                </c:pt>
                <c:pt idx="1819">
                  <c:v>2.2798308851882099</c:v>
                </c:pt>
                <c:pt idx="1820">
                  <c:v>2.28638616102001</c:v>
                </c:pt>
                <c:pt idx="1821">
                  <c:v>2.2747126307619299</c:v>
                </c:pt>
                <c:pt idx="1822">
                  <c:v>2.27407371237677</c:v>
                </c:pt>
                <c:pt idx="1823">
                  <c:v>2.2855077686293899</c:v>
                </c:pt>
                <c:pt idx="1824">
                  <c:v>2.26392716924583</c:v>
                </c:pt>
                <c:pt idx="1825">
                  <c:v>2.2767586965542899</c:v>
                </c:pt>
                <c:pt idx="1826">
                  <c:v>2.23997078100026</c:v>
                </c:pt>
                <c:pt idx="1827">
                  <c:v>2.2379797941321899</c:v>
                </c:pt>
                <c:pt idx="1828">
                  <c:v>2.2721939171667902</c:v>
                </c:pt>
                <c:pt idx="1829">
                  <c:v>2.2743150533132899</c:v>
                </c:pt>
                <c:pt idx="1830">
                  <c:v>2.2868312199125</c:v>
                </c:pt>
                <c:pt idx="1831">
                  <c:v>2.27746285464085</c:v>
                </c:pt>
                <c:pt idx="1832">
                  <c:v>2.29372069848417</c:v>
                </c:pt>
                <c:pt idx="1833">
                  <c:v>2.3228140396074002</c:v>
                </c:pt>
                <c:pt idx="1834">
                  <c:v>2.3375961572216402</c:v>
                </c:pt>
                <c:pt idx="1835">
                  <c:v>2.3223471938825102</c:v>
                </c:pt>
                <c:pt idx="1836">
                  <c:v>2.29912135348733</c:v>
                </c:pt>
                <c:pt idx="1837">
                  <c:v>2.2982459137485498</c:v>
                </c:pt>
                <c:pt idx="1838">
                  <c:v>2.3023943448959301</c:v>
                </c:pt>
                <c:pt idx="1839">
                  <c:v>2.3106191965564302</c:v>
                </c:pt>
                <c:pt idx="1840">
                  <c:v>2.33502092029314</c:v>
                </c:pt>
                <c:pt idx="1841">
                  <c:v>2.34926600697578</c:v>
                </c:pt>
                <c:pt idx="1842">
                  <c:v>2.3221393947537399</c:v>
                </c:pt>
                <c:pt idx="1843">
                  <c:v>2.2932212494877899</c:v>
                </c:pt>
                <c:pt idx="1844">
                  <c:v>2.2547321734088701</c:v>
                </c:pt>
                <c:pt idx="1845">
                  <c:v>2.1890540892286499</c:v>
                </c:pt>
                <c:pt idx="1846">
                  <c:v>2.2471873410333498</c:v>
                </c:pt>
                <c:pt idx="1847">
                  <c:v>2.2804596002139199</c:v>
                </c:pt>
                <c:pt idx="1848">
                  <c:v>2.3248381654230301</c:v>
                </c:pt>
                <c:pt idx="1849">
                  <c:v>2.3270252415633599</c:v>
                </c:pt>
                <c:pt idx="1850">
                  <c:v>2.34847861825825</c:v>
                </c:pt>
                <c:pt idx="1851">
                  <c:v>2.3290777476911302</c:v>
                </c:pt>
                <c:pt idx="1852">
                  <c:v>2.3291923700972599</c:v>
                </c:pt>
                <c:pt idx="1853">
                  <c:v>2.3573920140420599</c:v>
                </c:pt>
                <c:pt idx="1854">
                  <c:v>2.3853052154944998</c:v>
                </c:pt>
                <c:pt idx="1855">
                  <c:v>2.4038044154746498</c:v>
                </c:pt>
                <c:pt idx="1856">
                  <c:v>2.4129610394021799</c:v>
                </c:pt>
                <c:pt idx="1857">
                  <c:v>2.41332215054166</c:v>
                </c:pt>
                <c:pt idx="1858">
                  <c:v>2.4157666593058198</c:v>
                </c:pt>
                <c:pt idx="1859">
                  <c:v>2.3535491786615301</c:v>
                </c:pt>
                <c:pt idx="1860">
                  <c:v>2.3750919733976801</c:v>
                </c:pt>
                <c:pt idx="1861">
                  <c:v>2.3643325042260899</c:v>
                </c:pt>
                <c:pt idx="1862">
                  <c:v>2.3519630362360799</c:v>
                </c:pt>
                <c:pt idx="1863">
                  <c:v>2.4157344682033002</c:v>
                </c:pt>
                <c:pt idx="1864">
                  <c:v>2.4228214708121798</c:v>
                </c:pt>
                <c:pt idx="1865">
                  <c:v>2.4410190781095999</c:v>
                </c:pt>
                <c:pt idx="1866">
                  <c:v>2.4325116077582298</c:v>
                </c:pt>
                <c:pt idx="1867">
                  <c:v>2.4220472123347898</c:v>
                </c:pt>
                <c:pt idx="1868">
                  <c:v>2.4250110863613399</c:v>
                </c:pt>
                <c:pt idx="1869">
                  <c:v>2.4236582355750098</c:v>
                </c:pt>
                <c:pt idx="1870">
                  <c:v>2.4175972318366998</c:v>
                </c:pt>
                <c:pt idx="1871">
                  <c:v>2.4409414755617398</c:v>
                </c:pt>
                <c:pt idx="1872">
                  <c:v>2.4593361006436099</c:v>
                </c:pt>
                <c:pt idx="1873">
                  <c:v>2.47985124846215</c:v>
                </c:pt>
                <c:pt idx="1874">
                  <c:v>2.5022085557307099</c:v>
                </c:pt>
                <c:pt idx="1875">
                  <c:v>2.5346168362341501</c:v>
                </c:pt>
                <c:pt idx="1876">
                  <c:v>2.5318931189945602</c:v>
                </c:pt>
                <c:pt idx="1877">
                  <c:v>2.5077635929909001</c:v>
                </c:pt>
                <c:pt idx="1878">
                  <c:v>2.5279799437499402</c:v>
                </c:pt>
                <c:pt idx="1879">
                  <c:v>2.4960892704708399</c:v>
                </c:pt>
                <c:pt idx="1880">
                  <c:v>2.5207764948750602</c:v>
                </c:pt>
                <c:pt idx="1881">
                  <c:v>2.4965068022154702</c:v>
                </c:pt>
                <c:pt idx="1882">
                  <c:v>2.48802521776161</c:v>
                </c:pt>
                <c:pt idx="1883">
                  <c:v>2.5036921408820301</c:v>
                </c:pt>
                <c:pt idx="1884">
                  <c:v>2.5267358312258499</c:v>
                </c:pt>
                <c:pt idx="1885">
                  <c:v>2.4802312610561401</c:v>
                </c:pt>
                <c:pt idx="1886">
                  <c:v>2.4082559644998902</c:v>
                </c:pt>
                <c:pt idx="1887">
                  <c:v>2.42286794746596</c:v>
                </c:pt>
                <c:pt idx="1888">
                  <c:v>2.3548283060890101</c:v>
                </c:pt>
                <c:pt idx="1889">
                  <c:v>2.40461427815104</c:v>
                </c:pt>
                <c:pt idx="1890">
                  <c:v>2.45422959701509</c:v>
                </c:pt>
                <c:pt idx="1891">
                  <c:v>2.4458697552731699</c:v>
                </c:pt>
                <c:pt idx="1892">
                  <c:v>2.41017032562439</c:v>
                </c:pt>
                <c:pt idx="1893">
                  <c:v>2.40884432997913</c:v>
                </c:pt>
                <c:pt idx="1894">
                  <c:v>2.4243592393110802</c:v>
                </c:pt>
                <c:pt idx="1895">
                  <c:v>2.39407730515524</c:v>
                </c:pt>
                <c:pt idx="1896">
                  <c:v>2.4166284338666699</c:v>
                </c:pt>
                <c:pt idx="1897">
                  <c:v>2.4240192886935699</c:v>
                </c:pt>
                <c:pt idx="1898">
                  <c:v>2.42094489998179</c:v>
                </c:pt>
                <c:pt idx="1899">
                  <c:v>2.4062768146755</c:v>
                </c:pt>
                <c:pt idx="1900">
                  <c:v>2.3851437884145801</c:v>
                </c:pt>
                <c:pt idx="1901">
                  <c:v>2.3991173519590698</c:v>
                </c:pt>
                <c:pt idx="1902">
                  <c:v>2.3876017888668102</c:v>
                </c:pt>
                <c:pt idx="1903">
                  <c:v>2.3446796941282599</c:v>
                </c:pt>
                <c:pt idx="1904">
                  <c:v>2.2995118527822198</c:v>
                </c:pt>
                <c:pt idx="1905">
                  <c:v>2.3393880418812198</c:v>
                </c:pt>
                <c:pt idx="1906">
                  <c:v>2.3734037192966699</c:v>
                </c:pt>
                <c:pt idx="1907">
                  <c:v>2.33900891174717</c:v>
                </c:pt>
                <c:pt idx="1908">
                  <c:v>2.3574966522428902</c:v>
                </c:pt>
                <c:pt idx="1909">
                  <c:v>2.3929296879608799</c:v>
                </c:pt>
                <c:pt idx="1910">
                  <c:v>2.3959210240843598</c:v>
                </c:pt>
                <c:pt idx="1911">
                  <c:v>2.4147560543375</c:v>
                </c:pt>
                <c:pt idx="1912">
                  <c:v>2.4397788744192099</c:v>
                </c:pt>
                <c:pt idx="1913">
                  <c:v>2.4608461984599601</c:v>
                </c:pt>
                <c:pt idx="1914">
                  <c:v>2.4834935589315701</c:v>
                </c:pt>
                <c:pt idx="1915">
                  <c:v>2.5100630928890202</c:v>
                </c:pt>
                <c:pt idx="1916">
                  <c:v>2.5468386327385302</c:v>
                </c:pt>
                <c:pt idx="1917">
                  <c:v>2.52927101621344</c:v>
                </c:pt>
                <c:pt idx="1918">
                  <c:v>2.56826771324861</c:v>
                </c:pt>
                <c:pt idx="1919">
                  <c:v>2.5461078405223301</c:v>
                </c:pt>
                <c:pt idx="1920">
                  <c:v>2.5725223885567599</c:v>
                </c:pt>
                <c:pt idx="1921">
                  <c:v>2.5893901851820398</c:v>
                </c:pt>
                <c:pt idx="1922">
                  <c:v>2.6052345727107502</c:v>
                </c:pt>
                <c:pt idx="1923">
                  <c:v>2.6171299219663502</c:v>
                </c:pt>
                <c:pt idx="1924">
                  <c:v>2.6197204320200802</c:v>
                </c:pt>
                <c:pt idx="1925">
                  <c:v>2.6149117532208499</c:v>
                </c:pt>
                <c:pt idx="1926">
                  <c:v>2.6112140484728998</c:v>
                </c:pt>
                <c:pt idx="1927">
                  <c:v>2.63859078762485</c:v>
                </c:pt>
                <c:pt idx="1928">
                  <c:v>2.6754948547699899</c:v>
                </c:pt>
                <c:pt idx="1929">
                  <c:v>2.6361698011361301</c:v>
                </c:pt>
                <c:pt idx="1930">
                  <c:v>2.6398771274053399</c:v>
                </c:pt>
                <c:pt idx="1931">
                  <c:v>2.59142591076853</c:v>
                </c:pt>
                <c:pt idx="1932">
                  <c:v>2.5720272192159399</c:v>
                </c:pt>
                <c:pt idx="1933">
                  <c:v>2.6019427373138702</c:v>
                </c:pt>
                <c:pt idx="1934">
                  <c:v>2.6192323435045402</c:v>
                </c:pt>
                <c:pt idx="1935">
                  <c:v>2.6336833583279802</c:v>
                </c:pt>
                <c:pt idx="1936">
                  <c:v>2.64477078407434</c:v>
                </c:pt>
                <c:pt idx="1937">
                  <c:v>2.6714655577135402</c:v>
                </c:pt>
                <c:pt idx="1938">
                  <c:v>2.6816200516930402</c:v>
                </c:pt>
                <c:pt idx="1939">
                  <c:v>2.70578024394288</c:v>
                </c:pt>
                <c:pt idx="1940">
                  <c:v>2.6959839614011099</c:v>
                </c:pt>
                <c:pt idx="1941">
                  <c:v>2.6818811984281798</c:v>
                </c:pt>
                <c:pt idx="1942">
                  <c:v>2.7357151343512598</c:v>
                </c:pt>
                <c:pt idx="1943">
                  <c:v>2.7421169366138098</c:v>
                </c:pt>
                <c:pt idx="1944">
                  <c:v>2.7193761573203798</c:v>
                </c:pt>
                <c:pt idx="1945">
                  <c:v>2.6721517627976898</c:v>
                </c:pt>
                <c:pt idx="1946">
                  <c:v>2.69422060138979</c:v>
                </c:pt>
                <c:pt idx="1947">
                  <c:v>2.7120180389663702</c:v>
                </c:pt>
                <c:pt idx="1948">
                  <c:v>2.7141406560781101</c:v>
                </c:pt>
                <c:pt idx="1949">
                  <c:v>2.74673881094767</c:v>
                </c:pt>
                <c:pt idx="1950">
                  <c:v>2.76362514903458</c:v>
                </c:pt>
                <c:pt idx="1951">
                  <c:v>2.8174270149937199</c:v>
                </c:pt>
                <c:pt idx="1952">
                  <c:v>2.78752994258054</c:v>
                </c:pt>
                <c:pt idx="1953">
                  <c:v>2.8191651617421898</c:v>
                </c:pt>
                <c:pt idx="1954">
                  <c:v>2.7648725915673298</c:v>
                </c:pt>
                <c:pt idx="1955">
                  <c:v>2.7922318753333499</c:v>
                </c:pt>
                <c:pt idx="1956">
                  <c:v>2.78879728485445</c:v>
                </c:pt>
                <c:pt idx="1957">
                  <c:v>2.82703850620454</c:v>
                </c:pt>
                <c:pt idx="1958">
                  <c:v>2.8159439723753601</c:v>
                </c:pt>
                <c:pt idx="1959">
                  <c:v>2.7952627731615398</c:v>
                </c:pt>
                <c:pt idx="1960">
                  <c:v>2.8441090263457798</c:v>
                </c:pt>
                <c:pt idx="1961">
                  <c:v>2.7844568280720998</c:v>
                </c:pt>
                <c:pt idx="1962">
                  <c:v>2.8076254345620999</c:v>
                </c:pt>
                <c:pt idx="1963">
                  <c:v>2.7214607837535598</c:v>
                </c:pt>
                <c:pt idx="1964">
                  <c:v>2.6942144554515601</c:v>
                </c:pt>
                <c:pt idx="1965">
                  <c:v>2.6787528608439599</c:v>
                </c:pt>
                <c:pt idx="1966">
                  <c:v>2.5562744958033501</c:v>
                </c:pt>
                <c:pt idx="1967">
                  <c:v>2.5751309331277898</c:v>
                </c:pt>
                <c:pt idx="1968">
                  <c:v>2.4807998261229001</c:v>
                </c:pt>
                <c:pt idx="1969">
                  <c:v>2.5325401633207401</c:v>
                </c:pt>
                <c:pt idx="1970">
                  <c:v>2.5647204271207902</c:v>
                </c:pt>
                <c:pt idx="1971">
                  <c:v>2.6165174135077298</c:v>
                </c:pt>
                <c:pt idx="1972">
                  <c:v>2.6586290869055702</c:v>
                </c:pt>
                <c:pt idx="1973">
                  <c:v>2.65019921960738</c:v>
                </c:pt>
                <c:pt idx="1974">
                  <c:v>2.5930104028183099</c:v>
                </c:pt>
                <c:pt idx="1975">
                  <c:v>2.6043564582253902</c:v>
                </c:pt>
                <c:pt idx="1976">
                  <c:v>2.60237484290883</c:v>
                </c:pt>
                <c:pt idx="1977">
                  <c:v>2.6382895692225401</c:v>
                </c:pt>
                <c:pt idx="1978">
                  <c:v>2.6231017645865999</c:v>
                </c:pt>
                <c:pt idx="1979">
                  <c:v>2.64370183481484</c:v>
                </c:pt>
                <c:pt idx="1980">
                  <c:v>2.6970004301263599</c:v>
                </c:pt>
                <c:pt idx="1981">
                  <c:v>2.6660781183148701</c:v>
                </c:pt>
                <c:pt idx="1982">
                  <c:v>2.7027445729277102</c:v>
                </c:pt>
                <c:pt idx="1983">
                  <c:v>2.6356406436759201</c:v>
                </c:pt>
                <c:pt idx="1984">
                  <c:v>2.6594256766766402</c:v>
                </c:pt>
                <c:pt idx="1985">
                  <c:v>2.6520614574302601</c:v>
                </c:pt>
                <c:pt idx="1986">
                  <c:v>2.6822261606055502</c:v>
                </c:pt>
                <c:pt idx="1987">
                  <c:v>2.7044767798896698</c:v>
                </c:pt>
                <c:pt idx="1988">
                  <c:v>2.7041601234799302</c:v>
                </c:pt>
                <c:pt idx="1989">
                  <c:v>2.6730285705963799</c:v>
                </c:pt>
                <c:pt idx="1990">
                  <c:v>2.6444105522815802</c:v>
                </c:pt>
                <c:pt idx="1991">
                  <c:v>2.55952742943074</c:v>
                </c:pt>
                <c:pt idx="1992">
                  <c:v>2.5272665115377402</c:v>
                </c:pt>
                <c:pt idx="1993">
                  <c:v>2.5693460655675699</c:v>
                </c:pt>
                <c:pt idx="1994">
                  <c:v>2.5897688944789099</c:v>
                </c:pt>
                <c:pt idx="1995">
                  <c:v>2.5196780291099499</c:v>
                </c:pt>
                <c:pt idx="1996">
                  <c:v>2.3900757118990601</c:v>
                </c:pt>
                <c:pt idx="1997">
                  <c:v>2.4642286831188498</c:v>
                </c:pt>
                <c:pt idx="1998">
                  <c:v>2.51156821614993</c:v>
                </c:pt>
                <c:pt idx="1999">
                  <c:v>2.5516428722310098</c:v>
                </c:pt>
                <c:pt idx="2000">
                  <c:v>2.5939491897035301</c:v>
                </c:pt>
                <c:pt idx="2001">
                  <c:v>2.5914991166300299</c:v>
                </c:pt>
                <c:pt idx="2002">
                  <c:v>2.5953334732908799</c:v>
                </c:pt>
                <c:pt idx="2003">
                  <c:v>2.5632613123536498</c:v>
                </c:pt>
                <c:pt idx="2004">
                  <c:v>2.5640786104921198</c:v>
                </c:pt>
                <c:pt idx="2005">
                  <c:v>2.5578900542004201</c:v>
                </c:pt>
                <c:pt idx="2006">
                  <c:v>2.5320363206229501</c:v>
                </c:pt>
                <c:pt idx="2007">
                  <c:v>2.5678201225580901</c:v>
                </c:pt>
                <c:pt idx="2008">
                  <c:v>2.5784925850967602</c:v>
                </c:pt>
                <c:pt idx="2009">
                  <c:v>2.56773353176948</c:v>
                </c:pt>
                <c:pt idx="2010">
                  <c:v>2.6067337323133102</c:v>
                </c:pt>
                <c:pt idx="2011">
                  <c:v>2.5374827840673002</c:v>
                </c:pt>
                <c:pt idx="2012">
                  <c:v>2.5126431390767001</c:v>
                </c:pt>
                <c:pt idx="2013">
                  <c:v>2.4438499121442399</c:v>
                </c:pt>
                <c:pt idx="2014">
                  <c:v>2.4925282974385898</c:v>
                </c:pt>
                <c:pt idx="2015">
                  <c:v>2.4370693922029099</c:v>
                </c:pt>
                <c:pt idx="2016">
                  <c:v>2.4592279768001899</c:v>
                </c:pt>
                <c:pt idx="2017">
                  <c:v>2.4049724731014601</c:v>
                </c:pt>
                <c:pt idx="2018">
                  <c:v>2.4237422861056301</c:v>
                </c:pt>
                <c:pt idx="2019">
                  <c:v>2.4413935766355301</c:v>
                </c:pt>
                <c:pt idx="2020">
                  <c:v>2.42648653260924</c:v>
                </c:pt>
                <c:pt idx="2021">
                  <c:v>2.3231397499390698</c:v>
                </c:pt>
                <c:pt idx="2022">
                  <c:v>2.2966537834150298</c:v>
                </c:pt>
                <c:pt idx="2023">
                  <c:v>2.1113558091804299</c:v>
                </c:pt>
                <c:pt idx="2024">
                  <c:v>2.0331606602195902</c:v>
                </c:pt>
                <c:pt idx="2025">
                  <c:v>2.0886670007600201</c:v>
                </c:pt>
                <c:pt idx="2026">
                  <c:v>2.04279881232251</c:v>
                </c:pt>
                <c:pt idx="2027">
                  <c:v>2.1344631245127199</c:v>
                </c:pt>
                <c:pt idx="2028">
                  <c:v>2.1752168055252499</c:v>
                </c:pt>
                <c:pt idx="2029">
                  <c:v>2.1571491914309999</c:v>
                </c:pt>
                <c:pt idx="2030">
                  <c:v>2.20229347020596</c:v>
                </c:pt>
                <c:pt idx="2031">
                  <c:v>2.2400844537043501</c:v>
                </c:pt>
                <c:pt idx="2032">
                  <c:v>2.2414021679027001</c:v>
                </c:pt>
                <c:pt idx="2033">
                  <c:v>2.2656028379166901</c:v>
                </c:pt>
                <c:pt idx="2034">
                  <c:v>2.2766001150889799</c:v>
                </c:pt>
                <c:pt idx="2035">
                  <c:v>2.2820858757640901</c:v>
                </c:pt>
                <c:pt idx="2036">
                  <c:v>2.2733261133596798</c:v>
                </c:pt>
                <c:pt idx="2037">
                  <c:v>2.3017421912227398</c:v>
                </c:pt>
                <c:pt idx="2038">
                  <c:v>2.3155290747810202</c:v>
                </c:pt>
                <c:pt idx="2039">
                  <c:v>2.3393770997401901</c:v>
                </c:pt>
                <c:pt idx="2040">
                  <c:v>2.3819056615917198</c:v>
                </c:pt>
                <c:pt idx="2041">
                  <c:v>2.2749047500731501</c:v>
                </c:pt>
                <c:pt idx="2042">
                  <c:v>2.32716273134448</c:v>
                </c:pt>
                <c:pt idx="2043">
                  <c:v>2.33371143263567</c:v>
                </c:pt>
                <c:pt idx="2044">
                  <c:v>2.3391869659462698</c:v>
                </c:pt>
                <c:pt idx="2045">
                  <c:v>2.3629684123205399</c:v>
                </c:pt>
                <c:pt idx="2046">
                  <c:v>2.3870212532683501</c:v>
                </c:pt>
                <c:pt idx="2047">
                  <c:v>2.40614803032758</c:v>
                </c:pt>
                <c:pt idx="2048">
                  <c:v>2.42784552267443</c:v>
                </c:pt>
                <c:pt idx="2049">
                  <c:v>2.4635202436423498</c:v>
                </c:pt>
                <c:pt idx="2050">
                  <c:v>2.4427667926555201</c:v>
                </c:pt>
                <c:pt idx="2051">
                  <c:v>2.4373287310217502</c:v>
                </c:pt>
                <c:pt idx="2052">
                  <c:v>2.3854232954862402</c:v>
                </c:pt>
                <c:pt idx="2053">
                  <c:v>2.4243447884373501</c:v>
                </c:pt>
                <c:pt idx="2054">
                  <c:v>2.4408892061640102</c:v>
                </c:pt>
                <c:pt idx="2055">
                  <c:v>2.4421691658887101</c:v>
                </c:pt>
                <c:pt idx="2056">
                  <c:v>2.4363820041359898</c:v>
                </c:pt>
                <c:pt idx="2057">
                  <c:v>2.46014177256464</c:v>
                </c:pt>
                <c:pt idx="2058">
                  <c:v>2.4688235964452501</c:v>
                </c:pt>
                <c:pt idx="2059">
                  <c:v>2.5027938967236198</c:v>
                </c:pt>
                <c:pt idx="2060">
                  <c:v>2.4974526990958199</c:v>
                </c:pt>
                <c:pt idx="2061">
                  <c:v>2.4712367899398799</c:v>
                </c:pt>
                <c:pt idx="2062">
                  <c:v>2.5204943124131201</c:v>
                </c:pt>
                <c:pt idx="2063">
                  <c:v>2.5467723824755799</c:v>
                </c:pt>
                <c:pt idx="2064">
                  <c:v>2.57087799126014</c:v>
                </c:pt>
                <c:pt idx="2065">
                  <c:v>2.6146433490232401</c:v>
                </c:pt>
                <c:pt idx="2066">
                  <c:v>2.55513232124733</c:v>
                </c:pt>
                <c:pt idx="2067">
                  <c:v>2.5721962934156899</c:v>
                </c:pt>
                <c:pt idx="2068">
                  <c:v>2.5661086880241499</c:v>
                </c:pt>
                <c:pt idx="2069">
                  <c:v>2.5772600097333802</c:v>
                </c:pt>
                <c:pt idx="2070">
                  <c:v>2.5518944798601102</c:v>
                </c:pt>
                <c:pt idx="2071">
                  <c:v>2.5338215649797902</c:v>
                </c:pt>
                <c:pt idx="2072">
                  <c:v>2.5546016393438098</c:v>
                </c:pt>
                <c:pt idx="2073">
                  <c:v>2.5666128334076399</c:v>
                </c:pt>
                <c:pt idx="2074">
                  <c:v>2.5551340701514902</c:v>
                </c:pt>
                <c:pt idx="2075">
                  <c:v>2.5122923451235799</c:v>
                </c:pt>
                <c:pt idx="2076">
                  <c:v>2.5551155731166899</c:v>
                </c:pt>
                <c:pt idx="2077">
                  <c:v>2.57217432905761</c:v>
                </c:pt>
                <c:pt idx="2078">
                  <c:v>2.5203051945428898</c:v>
                </c:pt>
                <c:pt idx="2079">
                  <c:v>2.5991420897810902</c:v>
                </c:pt>
                <c:pt idx="2080">
                  <c:v>2.63671803134315</c:v>
                </c:pt>
                <c:pt idx="2081">
                  <c:v>2.6592597068242299</c:v>
                </c:pt>
                <c:pt idx="2082">
                  <c:v>2.6520152954553802</c:v>
                </c:pt>
                <c:pt idx="2083">
                  <c:v>2.65001441090826</c:v>
                </c:pt>
                <c:pt idx="2084">
                  <c:v>2.62539779682522</c:v>
                </c:pt>
                <c:pt idx="2085">
                  <c:v>2.6554663497037501</c:v>
                </c:pt>
                <c:pt idx="2086">
                  <c:v>2.6861637866853898</c:v>
                </c:pt>
                <c:pt idx="2087">
                  <c:v>2.71364625979942</c:v>
                </c:pt>
                <c:pt idx="2088">
                  <c:v>2.7041088999547598</c:v>
                </c:pt>
                <c:pt idx="2089">
                  <c:v>2.71911907167439</c:v>
                </c:pt>
                <c:pt idx="2090">
                  <c:v>2.59157233646151</c:v>
                </c:pt>
                <c:pt idx="2091">
                  <c:v>2.5791210596001402</c:v>
                </c:pt>
                <c:pt idx="2092">
                  <c:v>2.63057355879128</c:v>
                </c:pt>
                <c:pt idx="2093">
                  <c:v>2.6551064510990598</c:v>
                </c:pt>
                <c:pt idx="2094">
                  <c:v>2.7034485845419098</c:v>
                </c:pt>
                <c:pt idx="2095">
                  <c:v>2.71179300074466</c:v>
                </c:pt>
                <c:pt idx="2096">
                  <c:v>2.7307624721518402</c:v>
                </c:pt>
                <c:pt idx="2097">
                  <c:v>2.7628545918834599</c:v>
                </c:pt>
                <c:pt idx="2098">
                  <c:v>2.7563307650172102</c:v>
                </c:pt>
                <c:pt idx="2099">
                  <c:v>2.7707667933392401</c:v>
                </c:pt>
                <c:pt idx="2100">
                  <c:v>2.80221192219437</c:v>
                </c:pt>
                <c:pt idx="2101">
                  <c:v>2.81143678316726</c:v>
                </c:pt>
                <c:pt idx="2102">
                  <c:v>2.8260790128768098</c:v>
                </c:pt>
                <c:pt idx="2103">
                  <c:v>2.78845864449683</c:v>
                </c:pt>
                <c:pt idx="2104">
                  <c:v>2.79685873290091</c:v>
                </c:pt>
                <c:pt idx="2105">
                  <c:v>2.8175813923013502</c:v>
                </c:pt>
                <c:pt idx="2106">
                  <c:v>2.7272654828835501</c:v>
                </c:pt>
                <c:pt idx="2107">
                  <c:v>2.7089989226039499</c:v>
                </c:pt>
                <c:pt idx="2108">
                  <c:v>2.6911760976306098</c:v>
                </c:pt>
                <c:pt idx="2109">
                  <c:v>2.7209889460953902</c:v>
                </c:pt>
                <c:pt idx="2110">
                  <c:v>2.7100305381177998</c:v>
                </c:pt>
                <c:pt idx="2111">
                  <c:v>2.6262459381543901</c:v>
                </c:pt>
                <c:pt idx="2112">
                  <c:v>2.6178411304894</c:v>
                </c:pt>
                <c:pt idx="2113">
                  <c:v>2.6647945958592398</c:v>
                </c:pt>
                <c:pt idx="2114">
                  <c:v>2.6743236002880999</c:v>
                </c:pt>
                <c:pt idx="2115">
                  <c:v>2.7084616512435802</c:v>
                </c:pt>
                <c:pt idx="2116">
                  <c:v>2.7222418089742502</c:v>
                </c:pt>
                <c:pt idx="2117">
                  <c:v>2.6922236176700798</c:v>
                </c:pt>
                <c:pt idx="2118">
                  <c:v>2.6816169877067901</c:v>
                </c:pt>
                <c:pt idx="2119">
                  <c:v>2.6952014926875498</c:v>
                </c:pt>
                <c:pt idx="2120">
                  <c:v>2.6706221121807401</c:v>
                </c:pt>
                <c:pt idx="2121">
                  <c:v>2.6070044612712202</c:v>
                </c:pt>
                <c:pt idx="2122">
                  <c:v>2.5419565566907099</c:v>
                </c:pt>
                <c:pt idx="2123">
                  <c:v>2.5094373528066201</c:v>
                </c:pt>
                <c:pt idx="2124">
                  <c:v>2.5564151413616001</c:v>
                </c:pt>
                <c:pt idx="2125">
                  <c:v>2.57104042178947</c:v>
                </c:pt>
                <c:pt idx="2126">
                  <c:v>2.5577851546686698</c:v>
                </c:pt>
                <c:pt idx="2127">
                  <c:v>2.4957755692849801</c:v>
                </c:pt>
                <c:pt idx="2128">
                  <c:v>2.4403624319906698</c:v>
                </c:pt>
                <c:pt idx="2129">
                  <c:v>2.5071728260386998</c:v>
                </c:pt>
                <c:pt idx="2130">
                  <c:v>2.4369189489829002</c:v>
                </c:pt>
                <c:pt idx="2131">
                  <c:v>2.41449015382153</c:v>
                </c:pt>
                <c:pt idx="2132">
                  <c:v>2.38512136928306</c:v>
                </c:pt>
                <c:pt idx="2133">
                  <c:v>2.3503280711639198</c:v>
                </c:pt>
                <c:pt idx="2134">
                  <c:v>2.3721632925744398</c:v>
                </c:pt>
                <c:pt idx="2135">
                  <c:v>2.4429294321602</c:v>
                </c:pt>
                <c:pt idx="2136">
                  <c:v>2.47442768730048</c:v>
                </c:pt>
                <c:pt idx="2137">
                  <c:v>2.5280821858173601</c:v>
                </c:pt>
                <c:pt idx="2138">
                  <c:v>2.5796396769475001</c:v>
                </c:pt>
                <c:pt idx="2139">
                  <c:v>2.5862500929918899</c:v>
                </c:pt>
                <c:pt idx="2140">
                  <c:v>2.5677987556937598</c:v>
                </c:pt>
                <c:pt idx="2141">
                  <c:v>2.55918988656477</c:v>
                </c:pt>
                <c:pt idx="2142">
                  <c:v>2.5634509468488398</c:v>
                </c:pt>
                <c:pt idx="2143">
                  <c:v>2.5287197450254801</c:v>
                </c:pt>
                <c:pt idx="2144">
                  <c:v>2.5238461712524698</c:v>
                </c:pt>
                <c:pt idx="2145">
                  <c:v>2.5805963995444099</c:v>
                </c:pt>
                <c:pt idx="2146">
                  <c:v>2.5762795913771601</c:v>
                </c:pt>
                <c:pt idx="2147">
                  <c:v>2.4739979652766699</c:v>
                </c:pt>
                <c:pt idx="2148">
                  <c:v>2.5168487184227102</c:v>
                </c:pt>
                <c:pt idx="2149">
                  <c:v>2.5831895276430101</c:v>
                </c:pt>
                <c:pt idx="2150">
                  <c:v>2.61788275846911</c:v>
                </c:pt>
                <c:pt idx="2151">
                  <c:v>2.6253888414822399</c:v>
                </c:pt>
                <c:pt idx="2152">
                  <c:v>2.6648081185635601</c:v>
                </c:pt>
                <c:pt idx="2153">
                  <c:v>2.69253055679241</c:v>
                </c:pt>
                <c:pt idx="2154">
                  <c:v>2.6956353091238001</c:v>
                </c:pt>
                <c:pt idx="2155">
                  <c:v>2.7003817629011699</c:v>
                </c:pt>
                <c:pt idx="2156">
                  <c:v>2.6981464526083898</c:v>
                </c:pt>
                <c:pt idx="2157">
                  <c:v>2.69979303759008</c:v>
                </c:pt>
                <c:pt idx="2158">
                  <c:v>2.7061761381767302</c:v>
                </c:pt>
                <c:pt idx="2159">
                  <c:v>2.7587358017924202</c:v>
                </c:pt>
                <c:pt idx="2160">
                  <c:v>2.75561155789334</c:v>
                </c:pt>
                <c:pt idx="2161">
                  <c:v>2.7707788677059502</c:v>
                </c:pt>
                <c:pt idx="2162">
                  <c:v>2.7525049800595802</c:v>
                </c:pt>
                <c:pt idx="2163">
                  <c:v>2.7636619224854901</c:v>
                </c:pt>
                <c:pt idx="2164">
                  <c:v>2.7270949548148899</c:v>
                </c:pt>
                <c:pt idx="2165">
                  <c:v>2.6991415641356098</c:v>
                </c:pt>
                <c:pt idx="2166">
                  <c:v>2.7141136574178502</c:v>
                </c:pt>
                <c:pt idx="2167">
                  <c:v>2.6863542239170899</c:v>
                </c:pt>
                <c:pt idx="2168">
                  <c:v>2.67655350828056</c:v>
                </c:pt>
                <c:pt idx="2169">
                  <c:v>2.73310996228073</c:v>
                </c:pt>
                <c:pt idx="2170">
                  <c:v>2.7317620131282099</c:v>
                </c:pt>
                <c:pt idx="2171">
                  <c:v>2.7558473861981101</c:v>
                </c:pt>
                <c:pt idx="2172">
                  <c:v>2.7853529642072399</c:v>
                </c:pt>
                <c:pt idx="2173">
                  <c:v>2.80729109483948</c:v>
                </c:pt>
                <c:pt idx="2174">
                  <c:v>2.787920111509</c:v>
                </c:pt>
                <c:pt idx="2175">
                  <c:v>2.7995416400946098</c:v>
                </c:pt>
                <c:pt idx="2176">
                  <c:v>2.7874465549054799</c:v>
                </c:pt>
                <c:pt idx="2177">
                  <c:v>2.7768390522948501</c:v>
                </c:pt>
                <c:pt idx="2178">
                  <c:v>2.7765880478088398</c:v>
                </c:pt>
                <c:pt idx="2179">
                  <c:v>2.7765436722258601</c:v>
                </c:pt>
                <c:pt idx="2180">
                  <c:v>2.7622818522569901</c:v>
                </c:pt>
                <c:pt idx="2181">
                  <c:v>2.7761350077326998</c:v>
                </c:pt>
                <c:pt idx="2182">
                  <c:v>2.7421231972230098</c:v>
                </c:pt>
                <c:pt idx="2183">
                  <c:v>2.6785916486311798</c:v>
                </c:pt>
                <c:pt idx="2184">
                  <c:v>2.6737572582478499</c:v>
                </c:pt>
                <c:pt idx="2185">
                  <c:v>2.6521615665683398</c:v>
                </c:pt>
                <c:pt idx="2186">
                  <c:v>2.6094156426706299</c:v>
                </c:pt>
                <c:pt idx="2187">
                  <c:v>2.60319441953183</c:v>
                </c:pt>
                <c:pt idx="2188">
                  <c:v>2.6455448250254299</c:v>
                </c:pt>
                <c:pt idx="2189">
                  <c:v>2.6517067644188099</c:v>
                </c:pt>
                <c:pt idx="2190">
                  <c:v>2.6163965206647499</c:v>
                </c:pt>
                <c:pt idx="2191">
                  <c:v>2.60327179386117</c:v>
                </c:pt>
                <c:pt idx="2192">
                  <c:v>2.63033908042275</c:v>
                </c:pt>
                <c:pt idx="2193">
                  <c:v>2.6988360422589799</c:v>
                </c:pt>
                <c:pt idx="2194">
                  <c:v>2.7186436735770401</c:v>
                </c:pt>
                <c:pt idx="2195">
                  <c:v>2.7293540010586699</c:v>
                </c:pt>
                <c:pt idx="2196">
                  <c:v>2.71805956886501</c:v>
                </c:pt>
                <c:pt idx="2197">
                  <c:v>2.7362462894803001</c:v>
                </c:pt>
                <c:pt idx="2198">
                  <c:v>2.7303713825305098</c:v>
                </c:pt>
                <c:pt idx="2199">
                  <c:v>2.7054103619608001</c:v>
                </c:pt>
                <c:pt idx="2200">
                  <c:v>2.70694241551577</c:v>
                </c:pt>
                <c:pt idx="2201">
                  <c:v>2.7155767648731799</c:v>
                </c:pt>
                <c:pt idx="2202">
                  <c:v>2.7411025849863502</c:v>
                </c:pt>
                <c:pt idx="2203">
                  <c:v>2.7324555427081898</c:v>
                </c:pt>
                <c:pt idx="2204">
                  <c:v>2.74841809917719</c:v>
                </c:pt>
                <c:pt idx="2205">
                  <c:v>2.7606990345115401</c:v>
                </c:pt>
                <c:pt idx="2206">
                  <c:v>2.7865842331203798</c:v>
                </c:pt>
                <c:pt idx="2207">
                  <c:v>2.8370939873382599</c:v>
                </c:pt>
                <c:pt idx="2208">
                  <c:v>2.8496313614674298</c:v>
                </c:pt>
                <c:pt idx="2209">
                  <c:v>2.9035194958854902</c:v>
                </c:pt>
                <c:pt idx="2210">
                  <c:v>2.9116558929709901</c:v>
                </c:pt>
                <c:pt idx="2211">
                  <c:v>2.9158650587916601</c:v>
                </c:pt>
                <c:pt idx="2212">
                  <c:v>2.9226508304008201</c:v>
                </c:pt>
                <c:pt idx="2213">
                  <c:v>2.9512672035234</c:v>
                </c:pt>
                <c:pt idx="2214">
                  <c:v>2.9403513957391998</c:v>
                </c:pt>
                <c:pt idx="2215">
                  <c:v>2.9768118503471901</c:v>
                </c:pt>
                <c:pt idx="2216">
                  <c:v>2.97462523036305</c:v>
                </c:pt>
                <c:pt idx="2217">
                  <c:v>3.00443380994875</c:v>
                </c:pt>
                <c:pt idx="2218">
                  <c:v>3.0078654761016601</c:v>
                </c:pt>
                <c:pt idx="2219">
                  <c:v>3.0246128106467598</c:v>
                </c:pt>
                <c:pt idx="2220">
                  <c:v>2.9485849757076101</c:v>
                </c:pt>
                <c:pt idx="2221">
                  <c:v>2.9388796518165101</c:v>
                </c:pt>
                <c:pt idx="2222">
                  <c:v>2.9741280139850899</c:v>
                </c:pt>
                <c:pt idx="2223">
                  <c:v>2.9860459076402699</c:v>
                </c:pt>
                <c:pt idx="2224">
                  <c:v>2.9951306981255601</c:v>
                </c:pt>
                <c:pt idx="2225">
                  <c:v>2.98597385459564</c:v>
                </c:pt>
                <c:pt idx="2226">
                  <c:v>2.9837411423642002</c:v>
                </c:pt>
                <c:pt idx="2227">
                  <c:v>2.9547663930945198</c:v>
                </c:pt>
                <c:pt idx="2228">
                  <c:v>2.98710496408665</c:v>
                </c:pt>
                <c:pt idx="2229">
                  <c:v>3.0158464524520401</c:v>
                </c:pt>
                <c:pt idx="2230">
                  <c:v>3.0014548838797701</c:v>
                </c:pt>
                <c:pt idx="2231">
                  <c:v>2.99880718268441</c:v>
                </c:pt>
                <c:pt idx="2232">
                  <c:v>3.0022466636096499</c:v>
                </c:pt>
                <c:pt idx="2233">
                  <c:v>2.9306700593488499</c:v>
                </c:pt>
                <c:pt idx="2234">
                  <c:v>2.9640919227395202</c:v>
                </c:pt>
                <c:pt idx="2235">
                  <c:v>2.9763350403356998</c:v>
                </c:pt>
                <c:pt idx="2236">
                  <c:v>2.9323118344341101</c:v>
                </c:pt>
                <c:pt idx="2237">
                  <c:v>2.9335654529607802</c:v>
                </c:pt>
                <c:pt idx="2238">
                  <c:v>2.8905128237356998</c:v>
                </c:pt>
                <c:pt idx="2239">
                  <c:v>2.9237153823353799</c:v>
                </c:pt>
                <c:pt idx="2240">
                  <c:v>2.8775025029149002</c:v>
                </c:pt>
                <c:pt idx="2241">
                  <c:v>2.8999851145442599</c:v>
                </c:pt>
                <c:pt idx="2242">
                  <c:v>2.8939409863679799</c:v>
                </c:pt>
                <c:pt idx="2243">
                  <c:v>2.94593291077422</c:v>
                </c:pt>
                <c:pt idx="2244">
                  <c:v>2.9695418992304998</c:v>
                </c:pt>
                <c:pt idx="2245">
                  <c:v>2.9650660363389201</c:v>
                </c:pt>
                <c:pt idx="2246">
                  <c:v>2.9717591975420499</c:v>
                </c:pt>
                <c:pt idx="2247">
                  <c:v>2.9709894559458401</c:v>
                </c:pt>
                <c:pt idx="2248">
                  <c:v>2.9387774933950501</c:v>
                </c:pt>
                <c:pt idx="2249">
                  <c:v>2.9281901387762601</c:v>
                </c:pt>
                <c:pt idx="2250">
                  <c:v>2.9100818313654999</c:v>
                </c:pt>
                <c:pt idx="2251">
                  <c:v>2.9442892272155601</c:v>
                </c:pt>
                <c:pt idx="2252">
                  <c:v>2.9677810374377902</c:v>
                </c:pt>
                <c:pt idx="2253">
                  <c:v>2.9264535341362099</c:v>
                </c:pt>
                <c:pt idx="2254">
                  <c:v>2.9174241453918701</c:v>
                </c:pt>
                <c:pt idx="2255">
                  <c:v>2.9493480607713698</c:v>
                </c:pt>
                <c:pt idx="2256">
                  <c:v>2.9044677107024399</c:v>
                </c:pt>
                <c:pt idx="2257">
                  <c:v>2.9105087438461501</c:v>
                </c:pt>
                <c:pt idx="2258">
                  <c:v>2.9451135482824702</c:v>
                </c:pt>
                <c:pt idx="2259">
                  <c:v>2.9328559126340199</c:v>
                </c:pt>
                <c:pt idx="2260">
                  <c:v>2.9406000702827502</c:v>
                </c:pt>
                <c:pt idx="2261">
                  <c:v>2.9383021852705502</c:v>
                </c:pt>
                <c:pt idx="2262">
                  <c:v>2.9150684379730598</c:v>
                </c:pt>
                <c:pt idx="2263">
                  <c:v>2.9123617666519399</c:v>
                </c:pt>
                <c:pt idx="2264">
                  <c:v>2.8959486617492902</c:v>
                </c:pt>
                <c:pt idx="2265">
                  <c:v>2.8146269123679399</c:v>
                </c:pt>
                <c:pt idx="2266">
                  <c:v>2.8065122917101899</c:v>
                </c:pt>
                <c:pt idx="2267">
                  <c:v>2.73590774135802</c:v>
                </c:pt>
                <c:pt idx="2268">
                  <c:v>2.7713418272170598</c:v>
                </c:pt>
                <c:pt idx="2269">
                  <c:v>2.7694073344385801</c:v>
                </c:pt>
                <c:pt idx="2270">
                  <c:v>2.8374947460140301</c:v>
                </c:pt>
                <c:pt idx="2271">
                  <c:v>2.8542661424170901</c:v>
                </c:pt>
                <c:pt idx="2272">
                  <c:v>2.8325817045099702</c:v>
                </c:pt>
                <c:pt idx="2273">
                  <c:v>2.8418739093233798</c:v>
                </c:pt>
                <c:pt idx="2274">
                  <c:v>2.7920875026561398</c:v>
                </c:pt>
                <c:pt idx="2275">
                  <c:v>2.8136473754151599</c:v>
                </c:pt>
                <c:pt idx="2276">
                  <c:v>2.8407096829798202</c:v>
                </c:pt>
                <c:pt idx="2277">
                  <c:v>2.8156907557596398</c:v>
                </c:pt>
                <c:pt idx="2278">
                  <c:v>2.8420903695559199</c:v>
                </c:pt>
                <c:pt idx="2279">
                  <c:v>2.8236788866990898</c:v>
                </c:pt>
                <c:pt idx="2280">
                  <c:v>2.8624209877195499</c:v>
                </c:pt>
                <c:pt idx="2281">
                  <c:v>2.8788114956850599</c:v>
                </c:pt>
                <c:pt idx="2282">
                  <c:v>2.8810963147727802</c:v>
                </c:pt>
                <c:pt idx="2283">
                  <c:v>2.8969050932521401</c:v>
                </c:pt>
                <c:pt idx="2284">
                  <c:v>2.8716925144905501</c:v>
                </c:pt>
                <c:pt idx="2285">
                  <c:v>2.8742994797676298</c:v>
                </c:pt>
                <c:pt idx="2286">
                  <c:v>2.87464439892315</c:v>
                </c:pt>
                <c:pt idx="2287">
                  <c:v>2.8903439180964199</c:v>
                </c:pt>
                <c:pt idx="2288">
                  <c:v>2.8723134910397401</c:v>
                </c:pt>
                <c:pt idx="2289">
                  <c:v>2.89081115446294</c:v>
                </c:pt>
                <c:pt idx="2290">
                  <c:v>2.8869371478963402</c:v>
                </c:pt>
                <c:pt idx="2291">
                  <c:v>2.90205641079696</c:v>
                </c:pt>
                <c:pt idx="2292">
                  <c:v>2.9241283866196399</c:v>
                </c:pt>
                <c:pt idx="2293">
                  <c:v>2.9432155329973599</c:v>
                </c:pt>
                <c:pt idx="2294">
                  <c:v>2.8860925766096299</c:v>
                </c:pt>
                <c:pt idx="2295">
                  <c:v>2.9049771290171398</c:v>
                </c:pt>
                <c:pt idx="2296">
                  <c:v>2.88981648811157</c:v>
                </c:pt>
                <c:pt idx="2297">
                  <c:v>2.9016183485918301</c:v>
                </c:pt>
                <c:pt idx="2298">
                  <c:v>2.9308517291446998</c:v>
                </c:pt>
                <c:pt idx="2299">
                  <c:v>2.9422133793909002</c:v>
                </c:pt>
                <c:pt idx="2300">
                  <c:v>2.94596042446185</c:v>
                </c:pt>
                <c:pt idx="2301">
                  <c:v>2.9572685561301499</c:v>
                </c:pt>
                <c:pt idx="2302">
                  <c:v>2.9750068672381098</c:v>
                </c:pt>
                <c:pt idx="2303">
                  <c:v>2.9725287037784098</c:v>
                </c:pt>
                <c:pt idx="2304">
                  <c:v>2.9621338029561799</c:v>
                </c:pt>
                <c:pt idx="2305">
                  <c:v>2.92369472236784</c:v>
                </c:pt>
                <c:pt idx="2306">
                  <c:v>2.8685404986243501</c:v>
                </c:pt>
                <c:pt idx="2307">
                  <c:v>2.9322312675686901</c:v>
                </c:pt>
                <c:pt idx="2308">
                  <c:v>2.92585604643592</c:v>
                </c:pt>
                <c:pt idx="2309">
                  <c:v>2.9634577135842401</c:v>
                </c:pt>
                <c:pt idx="2310">
                  <c:v>2.99934732822532</c:v>
                </c:pt>
                <c:pt idx="2311">
                  <c:v>3.00546920349713</c:v>
                </c:pt>
                <c:pt idx="2312">
                  <c:v>3.0318295590663298</c:v>
                </c:pt>
                <c:pt idx="2313">
                  <c:v>3.0124569802986301</c:v>
                </c:pt>
                <c:pt idx="2314">
                  <c:v>3.0128662914995998</c:v>
                </c:pt>
                <c:pt idx="2315">
                  <c:v>2.9950429413223101</c:v>
                </c:pt>
                <c:pt idx="2316">
                  <c:v>2.9984749672619802</c:v>
                </c:pt>
                <c:pt idx="2317">
                  <c:v>3.0243449110330798</c:v>
                </c:pt>
                <c:pt idx="2318">
                  <c:v>2.9897357470489698</c:v>
                </c:pt>
                <c:pt idx="2319">
                  <c:v>3.0194466337387</c:v>
                </c:pt>
                <c:pt idx="2320">
                  <c:v>3.0225154211113501</c:v>
                </c:pt>
                <c:pt idx="2321">
                  <c:v>3.0166801099670599</c:v>
                </c:pt>
                <c:pt idx="2322">
                  <c:v>3.0233100334600702</c:v>
                </c:pt>
                <c:pt idx="2323">
                  <c:v>3.0181306713725</c:v>
                </c:pt>
                <c:pt idx="2324">
                  <c:v>2.9835061071584001</c:v>
                </c:pt>
                <c:pt idx="2325">
                  <c:v>2.96959216902198</c:v>
                </c:pt>
                <c:pt idx="2326">
                  <c:v>2.9713572312351202</c:v>
                </c:pt>
                <c:pt idx="2327">
                  <c:v>3.01437889646721</c:v>
                </c:pt>
                <c:pt idx="2328">
                  <c:v>2.9989927760222899</c:v>
                </c:pt>
                <c:pt idx="2329">
                  <c:v>2.9736342976894798</c:v>
                </c:pt>
                <c:pt idx="2330">
                  <c:v>2.9873164003434902</c:v>
                </c:pt>
                <c:pt idx="2331">
                  <c:v>3.0146357312608498</c:v>
                </c:pt>
                <c:pt idx="2332">
                  <c:v>2.9983230985128202</c:v>
                </c:pt>
                <c:pt idx="2333">
                  <c:v>2.9960556855601501</c:v>
                </c:pt>
                <c:pt idx="2334">
                  <c:v>2.9898575106682199</c:v>
                </c:pt>
                <c:pt idx="2335">
                  <c:v>2.9893162615819899</c:v>
                </c:pt>
                <c:pt idx="2336">
                  <c:v>2.9738589321751898</c:v>
                </c:pt>
                <c:pt idx="2337">
                  <c:v>2.9713943431810002</c:v>
                </c:pt>
                <c:pt idx="2338">
                  <c:v>2.9469355456205601</c:v>
                </c:pt>
                <c:pt idx="2339">
                  <c:v>2.95568867791301</c:v>
                </c:pt>
                <c:pt idx="2340">
                  <c:v>2.91129667216914</c:v>
                </c:pt>
                <c:pt idx="2341">
                  <c:v>2.9272224492900198</c:v>
                </c:pt>
                <c:pt idx="2342">
                  <c:v>2.905684069366</c:v>
                </c:pt>
                <c:pt idx="2343">
                  <c:v>2.8812521162436902</c:v>
                </c:pt>
                <c:pt idx="2344">
                  <c:v>2.9271933207417198</c:v>
                </c:pt>
                <c:pt idx="2345">
                  <c:v>2.88365011588728</c:v>
                </c:pt>
                <c:pt idx="2346">
                  <c:v>2.8706239368558801</c:v>
                </c:pt>
                <c:pt idx="2347">
                  <c:v>2.8767445075255802</c:v>
                </c:pt>
                <c:pt idx="2348">
                  <c:v>2.83290097676056</c:v>
                </c:pt>
                <c:pt idx="2349">
                  <c:v>2.8328275829071199</c:v>
                </c:pt>
                <c:pt idx="2350">
                  <c:v>2.7761335728416601</c:v>
                </c:pt>
                <c:pt idx="2351">
                  <c:v>2.8046215960135799</c:v>
                </c:pt>
                <c:pt idx="2352">
                  <c:v>2.9113983006179098</c:v>
                </c:pt>
                <c:pt idx="2353">
                  <c:v>2.9334022830783701</c:v>
                </c:pt>
                <c:pt idx="2354">
                  <c:v>2.9181032211383902</c:v>
                </c:pt>
                <c:pt idx="2355">
                  <c:v>2.91639218213676</c:v>
                </c:pt>
                <c:pt idx="2356">
                  <c:v>2.9553352412137701</c:v>
                </c:pt>
                <c:pt idx="2357">
                  <c:v>2.94509119054291</c:v>
                </c:pt>
                <c:pt idx="2358">
                  <c:v>2.96661846847879</c:v>
                </c:pt>
                <c:pt idx="2359">
                  <c:v>2.9175197184519299</c:v>
                </c:pt>
                <c:pt idx="2360">
                  <c:v>2.9271248077371799</c:v>
                </c:pt>
                <c:pt idx="2361">
                  <c:v>2.9526794230929898</c:v>
                </c:pt>
                <c:pt idx="2362">
                  <c:v>2.9551034708234298</c:v>
                </c:pt>
                <c:pt idx="2363">
                  <c:v>2.9191821871559398</c:v>
                </c:pt>
                <c:pt idx="2364">
                  <c:v>2.89129942507854</c:v>
                </c:pt>
                <c:pt idx="2365">
                  <c:v>2.8999871610749701</c:v>
                </c:pt>
                <c:pt idx="2366">
                  <c:v>2.9267333244340601</c:v>
                </c:pt>
                <c:pt idx="2367">
                  <c:v>2.8889733003547802</c:v>
                </c:pt>
                <c:pt idx="2368">
                  <c:v>2.8649999279822902</c:v>
                </c:pt>
                <c:pt idx="2369">
                  <c:v>2.8456514398546999</c:v>
                </c:pt>
                <c:pt idx="2370">
                  <c:v>2.9005873212701001</c:v>
                </c:pt>
                <c:pt idx="2371">
                  <c:v>2.8931529157536802</c:v>
                </c:pt>
                <c:pt idx="2372">
                  <c:v>2.8816724421165101</c:v>
                </c:pt>
                <c:pt idx="2373">
                  <c:v>2.8912399374497899</c:v>
                </c:pt>
                <c:pt idx="2374">
                  <c:v>2.93038632474126</c:v>
                </c:pt>
                <c:pt idx="2375">
                  <c:v>2.9152768350092799</c:v>
                </c:pt>
                <c:pt idx="2376">
                  <c:v>2.9160449589539099</c:v>
                </c:pt>
                <c:pt idx="2377">
                  <c:v>2.9262527506296401</c:v>
                </c:pt>
                <c:pt idx="2378">
                  <c:v>2.9404369327387498</c:v>
                </c:pt>
                <c:pt idx="2379">
                  <c:v>2.9257910284101798</c:v>
                </c:pt>
                <c:pt idx="2380">
                  <c:v>2.91502058293749</c:v>
                </c:pt>
                <c:pt idx="2381">
                  <c:v>2.9070332602397402</c:v>
                </c:pt>
                <c:pt idx="2382">
                  <c:v>2.85058184867954</c:v>
                </c:pt>
                <c:pt idx="2383">
                  <c:v>2.8301357389288602</c:v>
                </c:pt>
                <c:pt idx="2384">
                  <c:v>2.8011066686779502</c:v>
                </c:pt>
                <c:pt idx="2385">
                  <c:v>2.7304090632675302</c:v>
                </c:pt>
                <c:pt idx="2386">
                  <c:v>2.8099684677758701</c:v>
                </c:pt>
                <c:pt idx="2387">
                  <c:v>2.8603431791493099</c:v>
                </c:pt>
                <c:pt idx="2388">
                  <c:v>2.8687028089929099</c:v>
                </c:pt>
                <c:pt idx="2389">
                  <c:v>2.90595956138029</c:v>
                </c:pt>
                <c:pt idx="2390">
                  <c:v>2.9488047119109599</c:v>
                </c:pt>
                <c:pt idx="2391">
                  <c:v>2.9371658425096601</c:v>
                </c:pt>
                <c:pt idx="2392">
                  <c:v>2.9476657165043401</c:v>
                </c:pt>
                <c:pt idx="2393">
                  <c:v>2.9209322604111398</c:v>
                </c:pt>
                <c:pt idx="2394">
                  <c:v>2.95599999473054</c:v>
                </c:pt>
                <c:pt idx="2395">
                  <c:v>3.0190679729218899</c:v>
                </c:pt>
                <c:pt idx="2396">
                  <c:v>3.0398903576276299</c:v>
                </c:pt>
                <c:pt idx="2397">
                  <c:v>3.0501554070872001</c:v>
                </c:pt>
                <c:pt idx="2398">
                  <c:v>3.02574446371221</c:v>
                </c:pt>
                <c:pt idx="2399">
                  <c:v>3.0219517694920301</c:v>
                </c:pt>
                <c:pt idx="2400">
                  <c:v>3.0577693663677001</c:v>
                </c:pt>
                <c:pt idx="2401">
                  <c:v>3.0759408379502302</c:v>
                </c:pt>
                <c:pt idx="2402">
                  <c:v>3.097708265219</c:v>
                </c:pt>
                <c:pt idx="2403">
                  <c:v>3.0802603347305602</c:v>
                </c:pt>
                <c:pt idx="2404">
                  <c:v>3.1094582651347999</c:v>
                </c:pt>
                <c:pt idx="2405">
                  <c:v>3.1476403091863201</c:v>
                </c:pt>
                <c:pt idx="2406">
                  <c:v>3.1346386131583799</c:v>
                </c:pt>
                <c:pt idx="2407">
                  <c:v>3.1049286799040998</c:v>
                </c:pt>
                <c:pt idx="2408">
                  <c:v>3.13578677578003</c:v>
                </c:pt>
                <c:pt idx="2409">
                  <c:v>3.0988391016044301</c:v>
                </c:pt>
                <c:pt idx="2410">
                  <c:v>3.1020985853555398</c:v>
                </c:pt>
                <c:pt idx="2411">
                  <c:v>3.1294197313208598</c:v>
                </c:pt>
                <c:pt idx="2412">
                  <c:v>3.1092565705647401</c:v>
                </c:pt>
                <c:pt idx="2413">
                  <c:v>3.08903128866248</c:v>
                </c:pt>
                <c:pt idx="2414">
                  <c:v>3.11264009890008</c:v>
                </c:pt>
                <c:pt idx="2415">
                  <c:v>3.1174965614814498</c:v>
                </c:pt>
                <c:pt idx="2416">
                  <c:v>3.0619781501568202</c:v>
                </c:pt>
                <c:pt idx="2417">
                  <c:v>3.0765495307761399</c:v>
                </c:pt>
                <c:pt idx="2418">
                  <c:v>3.06839147865406</c:v>
                </c:pt>
                <c:pt idx="2419">
                  <c:v>3.0253685380191002</c:v>
                </c:pt>
                <c:pt idx="2420">
                  <c:v>3.0595401571283198</c:v>
                </c:pt>
                <c:pt idx="2421">
                  <c:v>3.0786826850076801</c:v>
                </c:pt>
                <c:pt idx="2422">
                  <c:v>3.0686618588939001</c:v>
                </c:pt>
                <c:pt idx="2423">
                  <c:v>3.0645566174321899</c:v>
                </c:pt>
                <c:pt idx="2424">
                  <c:v>3.0566100629468602</c:v>
                </c:pt>
                <c:pt idx="2425">
                  <c:v>3.0144876679214501</c:v>
                </c:pt>
                <c:pt idx="2426">
                  <c:v>3.0257953399581501</c:v>
                </c:pt>
                <c:pt idx="2427">
                  <c:v>2.99658236204034</c:v>
                </c:pt>
                <c:pt idx="2428">
                  <c:v>3.0213958760815798</c:v>
                </c:pt>
                <c:pt idx="2429">
                  <c:v>2.9665045139604098</c:v>
                </c:pt>
                <c:pt idx="2430">
                  <c:v>2.94771594096254</c:v>
                </c:pt>
                <c:pt idx="2431">
                  <c:v>2.9058384754823599</c:v>
                </c:pt>
                <c:pt idx="2432">
                  <c:v>2.93004619066626</c:v>
                </c:pt>
                <c:pt idx="2433">
                  <c:v>2.98980248491862</c:v>
                </c:pt>
                <c:pt idx="2434">
                  <c:v>3.0439678396005898</c:v>
                </c:pt>
                <c:pt idx="2435">
                  <c:v>3.0613295482535898</c:v>
                </c:pt>
                <c:pt idx="2436">
                  <c:v>3.0500406357206802</c:v>
                </c:pt>
                <c:pt idx="2437">
                  <c:v>3.0465376570738298</c:v>
                </c:pt>
                <c:pt idx="2438">
                  <c:v>2.99165328202935</c:v>
                </c:pt>
                <c:pt idx="2439">
                  <c:v>2.9375658897136199</c:v>
                </c:pt>
                <c:pt idx="2440">
                  <c:v>2.959329352029</c:v>
                </c:pt>
                <c:pt idx="2441">
                  <c:v>2.9278076912858899</c:v>
                </c:pt>
                <c:pt idx="2442">
                  <c:v>2.9831802174281798</c:v>
                </c:pt>
                <c:pt idx="2443">
                  <c:v>2.95504857001501</c:v>
                </c:pt>
                <c:pt idx="2444">
                  <c:v>2.9490819411363498</c:v>
                </c:pt>
                <c:pt idx="2445">
                  <c:v>2.9328507621712898</c:v>
                </c:pt>
                <c:pt idx="2446">
                  <c:v>2.8598267704254301</c:v>
                </c:pt>
                <c:pt idx="2447">
                  <c:v>2.82965227983011</c:v>
                </c:pt>
                <c:pt idx="2448">
                  <c:v>2.7878854792866798</c:v>
                </c:pt>
                <c:pt idx="2449">
                  <c:v>2.6113514190618998</c:v>
                </c:pt>
                <c:pt idx="2450">
                  <c:v>2.6007138843901099</c:v>
                </c:pt>
                <c:pt idx="2451">
                  <c:v>2.6418483010187499</c:v>
                </c:pt>
                <c:pt idx="2452">
                  <c:v>2.74483900135407</c:v>
                </c:pt>
                <c:pt idx="2453">
                  <c:v>2.74122164368316</c:v>
                </c:pt>
                <c:pt idx="2454">
                  <c:v>2.6423108450783799</c:v>
                </c:pt>
                <c:pt idx="2455">
                  <c:v>2.55194333400767</c:v>
                </c:pt>
                <c:pt idx="2456">
                  <c:v>2.4083930597681298</c:v>
                </c:pt>
                <c:pt idx="2457">
                  <c:v>2.3612684595256201</c:v>
                </c:pt>
                <c:pt idx="2458">
                  <c:v>2.2468838929315198</c:v>
                </c:pt>
                <c:pt idx="2459">
                  <c:v>2.0108942751682899</c:v>
                </c:pt>
                <c:pt idx="2460">
                  <c:v>2.0176723594093202</c:v>
                </c:pt>
                <c:pt idx="2461">
                  <c:v>1.9187823018567201</c:v>
                </c:pt>
                <c:pt idx="2462">
                  <c:v>2.1050944248915</c:v>
                </c:pt>
                <c:pt idx="2463">
                  <c:v>2.2099074457204799</c:v>
                </c:pt>
                <c:pt idx="2464">
                  <c:v>2.2534358035963802</c:v>
                </c:pt>
                <c:pt idx="2465">
                  <c:v>2.3025106212747901</c:v>
                </c:pt>
                <c:pt idx="2466">
                  <c:v>2.3709257906999399</c:v>
                </c:pt>
                <c:pt idx="2467">
                  <c:v>2.46252709315399</c:v>
                </c:pt>
                <c:pt idx="2468">
                  <c:v>2.5156439178727998</c:v>
                </c:pt>
                <c:pt idx="2469">
                  <c:v>2.5938348656155399</c:v>
                </c:pt>
                <c:pt idx="2470">
                  <c:v>2.3941204370352098</c:v>
                </c:pt>
                <c:pt idx="2471">
                  <c:v>2.4914369563119001</c:v>
                </c:pt>
                <c:pt idx="2472">
                  <c:v>2.52651163084002</c:v>
                </c:pt>
                <c:pt idx="2473">
                  <c:v>2.5337515781195901</c:v>
                </c:pt>
                <c:pt idx="2474">
                  <c:v>2.4835297746807501</c:v>
                </c:pt>
                <c:pt idx="2475">
                  <c:v>2.5166562671555801</c:v>
                </c:pt>
                <c:pt idx="2476">
                  <c:v>2.50273554578665</c:v>
                </c:pt>
                <c:pt idx="2477">
                  <c:v>2.5260021727418902</c:v>
                </c:pt>
                <c:pt idx="2478">
                  <c:v>2.5801791441277899</c:v>
                </c:pt>
                <c:pt idx="2479">
                  <c:v>2.6240069029169999</c:v>
                </c:pt>
                <c:pt idx="2480">
                  <c:v>2.6332421990996999</c:v>
                </c:pt>
                <c:pt idx="2481">
                  <c:v>2.6193051388849402</c:v>
                </c:pt>
                <c:pt idx="2482">
                  <c:v>2.6594791912471201</c:v>
                </c:pt>
                <c:pt idx="2483">
                  <c:v>2.7201780510353899</c:v>
                </c:pt>
                <c:pt idx="2484">
                  <c:v>2.7195062491376398</c:v>
                </c:pt>
                <c:pt idx="2485">
                  <c:v>2.76010702987519</c:v>
                </c:pt>
                <c:pt idx="2486">
                  <c:v>2.77072870797614</c:v>
                </c:pt>
                <c:pt idx="2487">
                  <c:v>2.7360648685164501</c:v>
                </c:pt>
                <c:pt idx="2488">
                  <c:v>2.6539623297956498</c:v>
                </c:pt>
                <c:pt idx="2489">
                  <c:v>2.6617679230607698</c:v>
                </c:pt>
                <c:pt idx="2490">
                  <c:v>2.5676011811032602</c:v>
                </c:pt>
                <c:pt idx="2491">
                  <c:v>2.63447710343541</c:v>
                </c:pt>
                <c:pt idx="2492">
                  <c:v>2.6682987530139801</c:v>
                </c:pt>
                <c:pt idx="2493">
                  <c:v>2.7325958396983898</c:v>
                </c:pt>
                <c:pt idx="2494">
                  <c:v>2.7328158330239498</c:v>
                </c:pt>
                <c:pt idx="2495">
                  <c:v>2.70217541682891</c:v>
                </c:pt>
                <c:pt idx="2496">
                  <c:v>2.6255705190067</c:v>
                </c:pt>
                <c:pt idx="2497">
                  <c:v>2.6726317310738099</c:v>
                </c:pt>
                <c:pt idx="2498">
                  <c:v>2.6099375946203698</c:v>
                </c:pt>
                <c:pt idx="2499">
                  <c:v>2.6126844512072198</c:v>
                </c:pt>
                <c:pt idx="2500">
                  <c:v>2.58709080121529</c:v>
                </c:pt>
                <c:pt idx="2501">
                  <c:v>2.4510739791027101</c:v>
                </c:pt>
                <c:pt idx="2502">
                  <c:v>2.24901610851136</c:v>
                </c:pt>
                <c:pt idx="2503">
                  <c:v>2.4178504049414702</c:v>
                </c:pt>
                <c:pt idx="2504">
                  <c:v>2.40828153046315</c:v>
                </c:pt>
                <c:pt idx="2505">
                  <c:v>2.3938000741738401</c:v>
                </c:pt>
                <c:pt idx="2506">
                  <c:v>2.3775499616664599</c:v>
                </c:pt>
                <c:pt idx="2507">
                  <c:v>2.4119721858607801</c:v>
                </c:pt>
                <c:pt idx="2508">
                  <c:v>2.46355890971545</c:v>
                </c:pt>
                <c:pt idx="2509">
                  <c:v>2.4792409602894501</c:v>
                </c:pt>
                <c:pt idx="2510">
                  <c:v>2.51263625434447</c:v>
                </c:pt>
                <c:pt idx="2511">
                  <c:v>2.5957532217984198</c:v>
                </c:pt>
                <c:pt idx="2512">
                  <c:v>2.5840355885795701</c:v>
                </c:pt>
                <c:pt idx="2513">
                  <c:v>2.6430257822168302</c:v>
                </c:pt>
                <c:pt idx="2514">
                  <c:v>2.6665859001954302</c:v>
                </c:pt>
                <c:pt idx="2515">
                  <c:v>2.6366783612053499</c:v>
                </c:pt>
                <c:pt idx="2516">
                  <c:v>2.67191481596983</c:v>
                </c:pt>
                <c:pt idx="2517">
                  <c:v>2.64199277158944</c:v>
                </c:pt>
                <c:pt idx="2518">
                  <c:v>2.5866422094169499</c:v>
                </c:pt>
                <c:pt idx="2519">
                  <c:v>2.6150202037340202</c:v>
                </c:pt>
                <c:pt idx="2520">
                  <c:v>2.5969527980649398</c:v>
                </c:pt>
                <c:pt idx="2521">
                  <c:v>2.6176125316938101</c:v>
                </c:pt>
                <c:pt idx="2522">
                  <c:v>2.6514790906052799</c:v>
                </c:pt>
                <c:pt idx="2523">
                  <c:v>2.66133098355537</c:v>
                </c:pt>
                <c:pt idx="2524">
                  <c:v>2.63332324375311</c:v>
                </c:pt>
                <c:pt idx="2525">
                  <c:v>2.6510745764525598</c:v>
                </c:pt>
                <c:pt idx="2526">
                  <c:v>2.5881693930838301</c:v>
                </c:pt>
                <c:pt idx="2527">
                  <c:v>2.5660249219528999</c:v>
                </c:pt>
                <c:pt idx="2528">
                  <c:v>2.5789443394506599</c:v>
                </c:pt>
                <c:pt idx="2529">
                  <c:v>2.5557445038701201</c:v>
                </c:pt>
                <c:pt idx="2530">
                  <c:v>2.5627036273424002</c:v>
                </c:pt>
                <c:pt idx="2531">
                  <c:v>2.542276180544</c:v>
                </c:pt>
                <c:pt idx="2532">
                  <c:v>2.5677948062026101</c:v>
                </c:pt>
                <c:pt idx="2533">
                  <c:v>2.5050167652358399</c:v>
                </c:pt>
                <c:pt idx="2534">
                  <c:v>2.46383402111316</c:v>
                </c:pt>
                <c:pt idx="2535">
                  <c:v>2.40567591097042</c:v>
                </c:pt>
                <c:pt idx="2536">
                  <c:v>2.29436737375099</c:v>
                </c:pt>
                <c:pt idx="2537">
                  <c:v>2.3543761030028998</c:v>
                </c:pt>
                <c:pt idx="2538">
                  <c:v>2.3745470942315698</c:v>
                </c:pt>
                <c:pt idx="2539">
                  <c:v>2.4159925565554801</c:v>
                </c:pt>
                <c:pt idx="2540">
                  <c:v>2.4088073170173399</c:v>
                </c:pt>
                <c:pt idx="2541">
                  <c:v>2.4126271163092898</c:v>
                </c:pt>
                <c:pt idx="2542">
                  <c:v>2.3969259280984399</c:v>
                </c:pt>
                <c:pt idx="2543">
                  <c:v>2.4359576382223</c:v>
                </c:pt>
                <c:pt idx="2544">
                  <c:v>2.4298728429775101</c:v>
                </c:pt>
                <c:pt idx="2545">
                  <c:v>2.3798578265065502</c:v>
                </c:pt>
                <c:pt idx="2546">
                  <c:v>2.37191172062637</c:v>
                </c:pt>
                <c:pt idx="2547">
                  <c:v>2.2734115401560602</c:v>
                </c:pt>
                <c:pt idx="2548">
                  <c:v>2.2852262564377899</c:v>
                </c:pt>
                <c:pt idx="2549">
                  <c:v>2.3617180741205099</c:v>
                </c:pt>
                <c:pt idx="2550">
                  <c:v>2.3197398419928801</c:v>
                </c:pt>
                <c:pt idx="2551">
                  <c:v>2.3304113618309299</c:v>
                </c:pt>
                <c:pt idx="2552">
                  <c:v>2.3468639110596299</c:v>
                </c:pt>
                <c:pt idx="2553">
                  <c:v>2.36116637109581</c:v>
                </c:pt>
                <c:pt idx="2554">
                  <c:v>2.3330538614654799</c:v>
                </c:pt>
                <c:pt idx="2555">
                  <c:v>2.2602727057902299</c:v>
                </c:pt>
                <c:pt idx="2556">
                  <c:v>2.2874878172222601</c:v>
                </c:pt>
                <c:pt idx="2557">
                  <c:v>2.2215415842899402</c:v>
                </c:pt>
                <c:pt idx="2558">
                  <c:v>2.2638037436476002</c:v>
                </c:pt>
                <c:pt idx="2559">
                  <c:v>2.2453745642870699</c:v>
                </c:pt>
                <c:pt idx="2560">
                  <c:v>2.3252101470495101</c:v>
                </c:pt>
                <c:pt idx="2561">
                  <c:v>2.3176837642427799</c:v>
                </c:pt>
                <c:pt idx="2562">
                  <c:v>2.27611193078772</c:v>
                </c:pt>
                <c:pt idx="2563">
                  <c:v>2.2744953816063398</c:v>
                </c:pt>
                <c:pt idx="2564">
                  <c:v>2.2433623691787399</c:v>
                </c:pt>
                <c:pt idx="2565">
                  <c:v>2.2344297273335698</c:v>
                </c:pt>
                <c:pt idx="2566">
                  <c:v>2.25598895150533</c:v>
                </c:pt>
                <c:pt idx="2567">
                  <c:v>2.2728243340738099</c:v>
                </c:pt>
                <c:pt idx="2568">
                  <c:v>2.23375559918744</c:v>
                </c:pt>
                <c:pt idx="2569">
                  <c:v>2.19441395989119</c:v>
                </c:pt>
                <c:pt idx="2570">
                  <c:v>2.2111475144899702</c:v>
                </c:pt>
                <c:pt idx="2571">
                  <c:v>2.25260576254633</c:v>
                </c:pt>
                <c:pt idx="2572">
                  <c:v>2.2650893998121999</c:v>
                </c:pt>
                <c:pt idx="2573">
                  <c:v>2.2827967086013499</c:v>
                </c:pt>
                <c:pt idx="2574">
                  <c:v>2.3555759178452398</c:v>
                </c:pt>
                <c:pt idx="2575">
                  <c:v>2.3629500346818699</c:v>
                </c:pt>
                <c:pt idx="2576">
                  <c:v>2.3306711116216099</c:v>
                </c:pt>
                <c:pt idx="2577">
                  <c:v>2.2670120038244002</c:v>
                </c:pt>
                <c:pt idx="2578">
                  <c:v>2.3184501226796299</c:v>
                </c:pt>
                <c:pt idx="2579">
                  <c:v>2.3220138649732398</c:v>
                </c:pt>
                <c:pt idx="2580">
                  <c:v>2.3081743822558698</c:v>
                </c:pt>
                <c:pt idx="2581">
                  <c:v>2.2923424111744501</c:v>
                </c:pt>
                <c:pt idx="2582">
                  <c:v>2.2755740750469098</c:v>
                </c:pt>
                <c:pt idx="2583">
                  <c:v>2.2943971074324399</c:v>
                </c:pt>
                <c:pt idx="2584">
                  <c:v>2.2915075341526898</c:v>
                </c:pt>
                <c:pt idx="2585">
                  <c:v>2.3130055656952</c:v>
                </c:pt>
                <c:pt idx="2586">
                  <c:v>2.3118972531410198</c:v>
                </c:pt>
                <c:pt idx="2587">
                  <c:v>2.2932918440456098</c:v>
                </c:pt>
                <c:pt idx="2588">
                  <c:v>2.2538073857676801</c:v>
                </c:pt>
                <c:pt idx="2589">
                  <c:v>2.2526481855266902</c:v>
                </c:pt>
                <c:pt idx="2590">
                  <c:v>2.2121994956622801</c:v>
                </c:pt>
                <c:pt idx="2591">
                  <c:v>2.1937545073066498</c:v>
                </c:pt>
                <c:pt idx="2592">
                  <c:v>2.22810082734228</c:v>
                </c:pt>
                <c:pt idx="2593">
                  <c:v>2.19116815556086</c:v>
                </c:pt>
                <c:pt idx="2594">
                  <c:v>2.2069038427975598</c:v>
                </c:pt>
                <c:pt idx="2595">
                  <c:v>2.2416235926062398</c:v>
                </c:pt>
                <c:pt idx="2596">
                  <c:v>2.29011578252898</c:v>
                </c:pt>
                <c:pt idx="2597">
                  <c:v>2.2583778654918101</c:v>
                </c:pt>
                <c:pt idx="2598">
                  <c:v>2.2824064809756099</c:v>
                </c:pt>
                <c:pt idx="2599">
                  <c:v>2.26889178190059</c:v>
                </c:pt>
                <c:pt idx="2600">
                  <c:v>2.2904489905485801</c:v>
                </c:pt>
                <c:pt idx="2601">
                  <c:v>2.2411331861321502</c:v>
                </c:pt>
                <c:pt idx="2602">
                  <c:v>2.24547371100146</c:v>
                </c:pt>
                <c:pt idx="2603">
                  <c:v>2.2623225097762401</c:v>
                </c:pt>
                <c:pt idx="2604">
                  <c:v>2.2470230182015301</c:v>
                </c:pt>
                <c:pt idx="2605">
                  <c:v>2.24065494250158</c:v>
                </c:pt>
                <c:pt idx="2606">
                  <c:v>2.2041111724426798</c:v>
                </c:pt>
                <c:pt idx="2607">
                  <c:v>2.1830151906412798</c:v>
                </c:pt>
                <c:pt idx="2608">
                  <c:v>2.2395609774519301</c:v>
                </c:pt>
                <c:pt idx="2609">
                  <c:v>2.23255290378059</c:v>
                </c:pt>
                <c:pt idx="2610">
                  <c:v>2.2406182518751399</c:v>
                </c:pt>
                <c:pt idx="2611">
                  <c:v>2.3134033616436001</c:v>
                </c:pt>
                <c:pt idx="2612">
                  <c:v>2.34581109152986</c:v>
                </c:pt>
                <c:pt idx="2613">
                  <c:v>2.4170270458989198</c:v>
                </c:pt>
                <c:pt idx="2614">
                  <c:v>2.53581837372491</c:v>
                </c:pt>
                <c:pt idx="2615">
                  <c:v>2.8250216522868801</c:v>
                </c:pt>
                <c:pt idx="2616">
                  <c:v>3.0763772243335801</c:v>
                </c:pt>
                <c:pt idx="2617">
                  <c:v>2.7660372229249099</c:v>
                </c:pt>
                <c:pt idx="2618">
                  <c:v>2.7762342860100402</c:v>
                </c:pt>
                <c:pt idx="2619">
                  <c:v>2.6651146033666899</c:v>
                </c:pt>
                <c:pt idx="2620">
                  <c:v>2.7552229748387802</c:v>
                </c:pt>
                <c:pt idx="2621">
                  <c:v>2.7242333165521999</c:v>
                </c:pt>
                <c:pt idx="2622">
                  <c:v>2.7436384820057</c:v>
                </c:pt>
                <c:pt idx="2623">
                  <c:v>2.7373166261986799</c:v>
                </c:pt>
                <c:pt idx="2624">
                  <c:v>2.8156986402833901</c:v>
                </c:pt>
                <c:pt idx="2625">
                  <c:v>2.8791861176205198</c:v>
                </c:pt>
                <c:pt idx="2626">
                  <c:v>2.9122786481304699</c:v>
                </c:pt>
                <c:pt idx="2627">
                  <c:v>2.9205555425333598</c:v>
                </c:pt>
                <c:pt idx="2628">
                  <c:v>2.9178349664596701</c:v>
                </c:pt>
                <c:pt idx="2629">
                  <c:v>2.99060422750083</c:v>
                </c:pt>
                <c:pt idx="2630">
                  <c:v>3.07399187181236</c:v>
                </c:pt>
                <c:pt idx="2631">
                  <c:v>3.00873110552573</c:v>
                </c:pt>
                <c:pt idx="2632">
                  <c:v>3.0166756945035398</c:v>
                </c:pt>
                <c:pt idx="2633">
                  <c:v>3.0673466935849301</c:v>
                </c:pt>
                <c:pt idx="2634">
                  <c:v>2.9514924156942901</c:v>
                </c:pt>
                <c:pt idx="2635">
                  <c:v>3.0189462424535898</c:v>
                </c:pt>
                <c:pt idx="2636">
                  <c:v>3.1051222929568199</c:v>
                </c:pt>
                <c:pt idx="2637">
                  <c:v>3.1315107482115998</c:v>
                </c:pt>
                <c:pt idx="2638">
                  <c:v>3.21541506571779</c:v>
                </c:pt>
                <c:pt idx="2639">
                  <c:v>3.2209728751515998</c:v>
                </c:pt>
                <c:pt idx="2640">
                  <c:v>3.29807791629342</c:v>
                </c:pt>
                <c:pt idx="2641">
                  <c:v>3.2684356646005601</c:v>
                </c:pt>
                <c:pt idx="2642">
                  <c:v>3.2810630902535798</c:v>
                </c:pt>
                <c:pt idx="2643">
                  <c:v>3.1816899458028902</c:v>
                </c:pt>
                <c:pt idx="2644">
                  <c:v>3.12495427860381</c:v>
                </c:pt>
                <c:pt idx="2645">
                  <c:v>3.0404744734891298</c:v>
                </c:pt>
                <c:pt idx="2646">
                  <c:v>3.12364523979763</c:v>
                </c:pt>
                <c:pt idx="2647">
                  <c:v>3.2118251934212201</c:v>
                </c:pt>
                <c:pt idx="2648">
                  <c:v>3.23224425816906</c:v>
                </c:pt>
                <c:pt idx="2649">
                  <c:v>3.11466877647756</c:v>
                </c:pt>
                <c:pt idx="2650">
                  <c:v>3.1838884742663098</c:v>
                </c:pt>
                <c:pt idx="2651">
                  <c:v>3.1568801427380402</c:v>
                </c:pt>
                <c:pt idx="2652">
                  <c:v>3.2055044209457</c:v>
                </c:pt>
                <c:pt idx="2653">
                  <c:v>3.2243886745978698</c:v>
                </c:pt>
                <c:pt idx="2654">
                  <c:v>3.2740967136497998</c:v>
                </c:pt>
                <c:pt idx="2655">
                  <c:v>3.35369518388142</c:v>
                </c:pt>
                <c:pt idx="2656">
                  <c:v>3.3689152252561398</c:v>
                </c:pt>
                <c:pt idx="2657">
                  <c:v>3.3193329091900599</c:v>
                </c:pt>
                <c:pt idx="2658">
                  <c:v>3.3771146088469299</c:v>
                </c:pt>
                <c:pt idx="2659">
                  <c:v>3.4120370416376198</c:v>
                </c:pt>
                <c:pt idx="2660">
                  <c:v>3.41912449587918</c:v>
                </c:pt>
                <c:pt idx="2661">
                  <c:v>3.4485698334963102</c:v>
                </c:pt>
                <c:pt idx="2662">
                  <c:v>3.50318251587847</c:v>
                </c:pt>
                <c:pt idx="2663">
                  <c:v>3.5425434165128702</c:v>
                </c:pt>
                <c:pt idx="2664">
                  <c:v>3.4829887463947098</c:v>
                </c:pt>
                <c:pt idx="2665">
                  <c:v>3.4702370482545399</c:v>
                </c:pt>
                <c:pt idx="2666">
                  <c:v>3.31035762086124</c:v>
                </c:pt>
                <c:pt idx="2667">
                  <c:v>3.3294917828289701</c:v>
                </c:pt>
                <c:pt idx="2668">
                  <c:v>3.3329635795621599</c:v>
                </c:pt>
                <c:pt idx="2669">
                  <c:v>3.3797215236276799</c:v>
                </c:pt>
                <c:pt idx="2670">
                  <c:v>3.2090786535483198</c:v>
                </c:pt>
                <c:pt idx="2671">
                  <c:v>3.2419434115988399</c:v>
                </c:pt>
                <c:pt idx="2672">
                  <c:v>3.16537304811854</c:v>
                </c:pt>
                <c:pt idx="2673">
                  <c:v>3.2183975288312698</c:v>
                </c:pt>
                <c:pt idx="2674">
                  <c:v>3.2486051474861402</c:v>
                </c:pt>
                <c:pt idx="2675">
                  <c:v>3.2063158769328299</c:v>
                </c:pt>
                <c:pt idx="2676">
                  <c:v>3.1241248175926302</c:v>
                </c:pt>
                <c:pt idx="2677">
                  <c:v>3.0829623060787998</c:v>
                </c:pt>
                <c:pt idx="2678">
                  <c:v>2.9498083604431198</c:v>
                </c:pt>
                <c:pt idx="2679">
                  <c:v>2.9341945828154898</c:v>
                </c:pt>
                <c:pt idx="2680">
                  <c:v>3.0137865944600901</c:v>
                </c:pt>
                <c:pt idx="2681">
                  <c:v>3.0134271880779799</c:v>
                </c:pt>
                <c:pt idx="2682">
                  <c:v>3.0309684493912501</c:v>
                </c:pt>
                <c:pt idx="2683">
                  <c:v>2.9306586258248002</c:v>
                </c:pt>
                <c:pt idx="2684">
                  <c:v>2.93545919307306</c:v>
                </c:pt>
                <c:pt idx="2685">
                  <c:v>3.0831577811371398</c:v>
                </c:pt>
                <c:pt idx="2686">
                  <c:v>3.0725116261705798</c:v>
                </c:pt>
                <c:pt idx="2687">
                  <c:v>3.0948440716211301</c:v>
                </c:pt>
                <c:pt idx="2688">
                  <c:v>3.0891037397907901</c:v>
                </c:pt>
                <c:pt idx="2689">
                  <c:v>3.1303541472555798</c:v>
                </c:pt>
                <c:pt idx="2690">
                  <c:v>3.1236834215679301</c:v>
                </c:pt>
                <c:pt idx="2691">
                  <c:v>3.0855556941954299</c:v>
                </c:pt>
                <c:pt idx="2692">
                  <c:v>3.0795441313887202</c:v>
                </c:pt>
                <c:pt idx="2693">
                  <c:v>3.1145267088241502</c:v>
                </c:pt>
                <c:pt idx="2694">
                  <c:v>3.0826053226434098</c:v>
                </c:pt>
                <c:pt idx="2695">
                  <c:v>3.12404709196983</c:v>
                </c:pt>
                <c:pt idx="2696">
                  <c:v>3.1952307409314602</c:v>
                </c:pt>
                <c:pt idx="2697">
                  <c:v>3.2399396234547999</c:v>
                </c:pt>
                <c:pt idx="2698">
                  <c:v>3.3118814103501402</c:v>
                </c:pt>
                <c:pt idx="2699">
                  <c:v>3.3017834746582202</c:v>
                </c:pt>
                <c:pt idx="2700">
                  <c:v>3.3334903961464399</c:v>
                </c:pt>
                <c:pt idx="2701">
                  <c:v>3.30204104705797</c:v>
                </c:pt>
                <c:pt idx="2702">
                  <c:v>3.3100317326431901</c:v>
                </c:pt>
                <c:pt idx="2703">
                  <c:v>3.3673202043886001</c:v>
                </c:pt>
                <c:pt idx="2704">
                  <c:v>3.2819514043346598</c:v>
                </c:pt>
                <c:pt idx="2705">
                  <c:v>3.3630625696467198</c:v>
                </c:pt>
                <c:pt idx="2706">
                  <c:v>3.4075448394244598</c:v>
                </c:pt>
                <c:pt idx="2707">
                  <c:v>3.4307725662085402</c:v>
                </c:pt>
                <c:pt idx="2708">
                  <c:v>3.4482217615515101</c:v>
                </c:pt>
                <c:pt idx="2709">
                  <c:v>3.44015855356407</c:v>
                </c:pt>
                <c:pt idx="2710">
                  <c:v>3.4938497836691398</c:v>
                </c:pt>
                <c:pt idx="2711">
                  <c:v>3.4931565719433602</c:v>
                </c:pt>
                <c:pt idx="2712">
                  <c:v>3.37334474189664</c:v>
                </c:pt>
                <c:pt idx="2713">
                  <c:v>3.3930041066982302</c:v>
                </c:pt>
                <c:pt idx="2714">
                  <c:v>3.4434496085894901</c:v>
                </c:pt>
                <c:pt idx="2715">
                  <c:v>3.4497952206072302</c:v>
                </c:pt>
                <c:pt idx="2716">
                  <c:v>3.5071086782828198</c:v>
                </c:pt>
                <c:pt idx="2717">
                  <c:v>3.4865259725650599</c:v>
                </c:pt>
                <c:pt idx="2718">
                  <c:v>3.5116695027312401</c:v>
                </c:pt>
                <c:pt idx="2719">
                  <c:v>3.5265514566170699</c:v>
                </c:pt>
                <c:pt idx="2720">
                  <c:v>3.5467812884947101</c:v>
                </c:pt>
                <c:pt idx="2721">
                  <c:v>3.5105809714165299</c:v>
                </c:pt>
                <c:pt idx="2722">
                  <c:v>3.5716363111437599</c:v>
                </c:pt>
                <c:pt idx="2723">
                  <c:v>3.6011519185742298</c:v>
                </c:pt>
                <c:pt idx="2724">
                  <c:v>3.6295138419587398</c:v>
                </c:pt>
                <c:pt idx="2725">
                  <c:v>3.6120122458820898</c:v>
                </c:pt>
                <c:pt idx="2726">
                  <c:v>3.61652281817222</c:v>
                </c:pt>
                <c:pt idx="2727">
                  <c:v>3.5595124065902302</c:v>
                </c:pt>
                <c:pt idx="2728">
                  <c:v>3.4878852536098202</c:v>
                </c:pt>
                <c:pt idx="2729">
                  <c:v>3.4801390512459198</c:v>
                </c:pt>
                <c:pt idx="2730">
                  <c:v>3.5291896538205099</c:v>
                </c:pt>
                <c:pt idx="2731">
                  <c:v>3.5064721136921602</c:v>
                </c:pt>
                <c:pt idx="2732">
                  <c:v>3.45443169878433</c:v>
                </c:pt>
                <c:pt idx="2733">
                  <c:v>3.4059924432715101</c:v>
                </c:pt>
                <c:pt idx="2734">
                  <c:v>3.45743460551923</c:v>
                </c:pt>
                <c:pt idx="2735">
                  <c:v>3.4674389089361899</c:v>
                </c:pt>
                <c:pt idx="2736">
                  <c:v>3.4500297570951202</c:v>
                </c:pt>
                <c:pt idx="2737">
                  <c:v>2.9930855475985498</c:v>
                </c:pt>
                <c:pt idx="2738">
                  <c:v>3.0061387135833701</c:v>
                </c:pt>
                <c:pt idx="2739">
                  <c:v>3.0856143805999401</c:v>
                </c:pt>
                <c:pt idx="2740">
                  <c:v>3.1770362768455702</c:v>
                </c:pt>
                <c:pt idx="2741">
                  <c:v>3.2022998737320201</c:v>
                </c:pt>
                <c:pt idx="2742">
                  <c:v>3.27216981560986</c:v>
                </c:pt>
                <c:pt idx="2743">
                  <c:v>3.28405494840491</c:v>
                </c:pt>
                <c:pt idx="2744">
                  <c:v>3.2258733040991299</c:v>
                </c:pt>
                <c:pt idx="2745">
                  <c:v>3.2592425485821499</c:v>
                </c:pt>
                <c:pt idx="2746">
                  <c:v>3.2546047249122001</c:v>
                </c:pt>
                <c:pt idx="2747">
                  <c:v>3.3197975675938398</c:v>
                </c:pt>
                <c:pt idx="2748">
                  <c:v>3.3315803657184802</c:v>
                </c:pt>
                <c:pt idx="2749">
                  <c:v>3.3585069493718498</c:v>
                </c:pt>
                <c:pt idx="2750">
                  <c:v>3.3328682421796398</c:v>
                </c:pt>
                <c:pt idx="2751">
                  <c:v>3.3356386027582601</c:v>
                </c:pt>
                <c:pt idx="2752">
                  <c:v>3.2874617218666899</c:v>
                </c:pt>
                <c:pt idx="2753">
                  <c:v>3.3272086171422899</c:v>
                </c:pt>
                <c:pt idx="2754">
                  <c:v>3.3608887670483401</c:v>
                </c:pt>
                <c:pt idx="2755">
                  <c:v>3.4618764028557001</c:v>
                </c:pt>
                <c:pt idx="2756">
                  <c:v>3.4961593962100199</c:v>
                </c:pt>
                <c:pt idx="2757">
                  <c:v>3.54447509338444</c:v>
                </c:pt>
                <c:pt idx="2758">
                  <c:v>3.5041426962795601</c:v>
                </c:pt>
                <c:pt idx="2759">
                  <c:v>3.5503539939250102</c:v>
                </c:pt>
                <c:pt idx="2760">
                  <c:v>3.54667799158491</c:v>
                </c:pt>
                <c:pt idx="2761">
                  <c:v>3.5475911577883101</c:v>
                </c:pt>
                <c:pt idx="2762">
                  <c:v>3.5225617868049599</c:v>
                </c:pt>
                <c:pt idx="2763">
                  <c:v>3.5550576786995398</c:v>
                </c:pt>
                <c:pt idx="2764">
                  <c:v>3.5960282199399098</c:v>
                </c:pt>
                <c:pt idx="2765">
                  <c:v>3.64150298837877</c:v>
                </c:pt>
                <c:pt idx="2766">
                  <c:v>3.61694524566076</c:v>
                </c:pt>
                <c:pt idx="2767">
                  <c:v>3.5681251001167</c:v>
                </c:pt>
                <c:pt idx="2768">
                  <c:v>3.5348051695043199</c:v>
                </c:pt>
                <c:pt idx="2769">
                  <c:v>3.5819893825469999</c:v>
                </c:pt>
                <c:pt idx="2770">
                  <c:v>3.6019580847267298</c:v>
                </c:pt>
                <c:pt idx="2771">
                  <c:v>3.5899436285410302</c:v>
                </c:pt>
                <c:pt idx="2772">
                  <c:v>3.6571320675257599</c:v>
                </c:pt>
                <c:pt idx="2773">
                  <c:v>3.5990241046523899</c:v>
                </c:pt>
                <c:pt idx="2774">
                  <c:v>3.6362890923978499</c:v>
                </c:pt>
                <c:pt idx="2775">
                  <c:v>3.67711977231335</c:v>
                </c:pt>
                <c:pt idx="2776">
                  <c:v>3.6856761307252301</c:v>
                </c:pt>
                <c:pt idx="2777">
                  <c:v>3.6892529487941501</c:v>
                </c:pt>
                <c:pt idx="2778">
                  <c:v>3.7445233986756401</c:v>
                </c:pt>
                <c:pt idx="2779">
                  <c:v>3.71731582437494</c:v>
                </c:pt>
                <c:pt idx="2780">
                  <c:v>3.7431394199752002</c:v>
                </c:pt>
                <c:pt idx="2781">
                  <c:v>3.7548140269839001</c:v>
                </c:pt>
                <c:pt idx="2782">
                  <c:v>3.6769336725591901</c:v>
                </c:pt>
                <c:pt idx="2783">
                  <c:v>3.71864461670333</c:v>
                </c:pt>
                <c:pt idx="2784">
                  <c:v>3.7123963246528402</c:v>
                </c:pt>
                <c:pt idx="2785">
                  <c:v>3.69888238627698</c:v>
                </c:pt>
                <c:pt idx="2786">
                  <c:v>3.62897665023731</c:v>
                </c:pt>
                <c:pt idx="2787">
                  <c:v>3.60574526568913</c:v>
                </c:pt>
                <c:pt idx="2788">
                  <c:v>3.67736930243978</c:v>
                </c:pt>
                <c:pt idx="2789">
                  <c:v>3.7535175655258302</c:v>
                </c:pt>
                <c:pt idx="2790">
                  <c:v>3.7813862900786601</c:v>
                </c:pt>
                <c:pt idx="2791">
                  <c:v>3.77001193206761</c:v>
                </c:pt>
                <c:pt idx="2792">
                  <c:v>3.7949504694156899</c:v>
                </c:pt>
                <c:pt idx="2793">
                  <c:v>3.85311146287727</c:v>
                </c:pt>
                <c:pt idx="2794">
                  <c:v>3.8654522719014399</c:v>
                </c:pt>
                <c:pt idx="2795">
                  <c:v>3.8507258659088799</c:v>
                </c:pt>
                <c:pt idx="2796">
                  <c:v>3.8799913074614198</c:v>
                </c:pt>
                <c:pt idx="2797">
                  <c:v>3.8389544181990001</c:v>
                </c:pt>
                <c:pt idx="2798">
                  <c:v>3.8700741568736499</c:v>
                </c:pt>
                <c:pt idx="2799">
                  <c:v>3.9180911501398299</c:v>
                </c:pt>
                <c:pt idx="2800">
                  <c:v>3.9176426702915998</c:v>
                </c:pt>
                <c:pt idx="2801">
                  <c:v>3.92936385328884</c:v>
                </c:pt>
                <c:pt idx="2802">
                  <c:v>3.9394022013835501</c:v>
                </c:pt>
                <c:pt idx="2803">
                  <c:v>3.9724570147026501</c:v>
                </c:pt>
                <c:pt idx="2804">
                  <c:v>3.9259825798906198</c:v>
                </c:pt>
                <c:pt idx="2805">
                  <c:v>3.9519331881043498</c:v>
                </c:pt>
                <c:pt idx="2806">
                  <c:v>3.98469896405628</c:v>
                </c:pt>
                <c:pt idx="2807">
                  <c:v>3.9865845111664799</c:v>
                </c:pt>
                <c:pt idx="2808">
                  <c:v>4.0498273365547997</c:v>
                </c:pt>
                <c:pt idx="2809">
                  <c:v>4.0578365460250998</c:v>
                </c:pt>
                <c:pt idx="2810">
                  <c:v>4.01994006441734</c:v>
                </c:pt>
                <c:pt idx="2811">
                  <c:v>4.0668313260724904</c:v>
                </c:pt>
                <c:pt idx="2812">
                  <c:v>4.0756915322987703</c:v>
                </c:pt>
                <c:pt idx="2813">
                  <c:v>4.1018135866597998</c:v>
                </c:pt>
                <c:pt idx="2814">
                  <c:v>4.1051728990028202</c:v>
                </c:pt>
                <c:pt idx="2815">
                  <c:v>4.0897259956744403</c:v>
                </c:pt>
                <c:pt idx="2816">
                  <c:v>4.0457525278497402</c:v>
                </c:pt>
                <c:pt idx="2817">
                  <c:v>4.0723158789609499</c:v>
                </c:pt>
                <c:pt idx="2818">
                  <c:v>4.1297538365927897</c:v>
                </c:pt>
                <c:pt idx="2819">
                  <c:v>4.1684504218323397</c:v>
                </c:pt>
                <c:pt idx="2820">
                  <c:v>4.2002420779219198</c:v>
                </c:pt>
                <c:pt idx="2821">
                  <c:v>4.2065302141320897</c:v>
                </c:pt>
                <c:pt idx="2822">
                  <c:v>4.2050833679230299</c:v>
                </c:pt>
                <c:pt idx="2823">
                  <c:v>4.2734072826077396</c:v>
                </c:pt>
                <c:pt idx="2824">
                  <c:v>4.2611546749470399</c:v>
                </c:pt>
                <c:pt idx="2825">
                  <c:v>4.2737057258212703</c:v>
                </c:pt>
                <c:pt idx="2826">
                  <c:v>4.1871656725267199</c:v>
                </c:pt>
                <c:pt idx="2827">
                  <c:v>4.2551160664707002</c:v>
                </c:pt>
                <c:pt idx="2828">
                  <c:v>4.3338779372038703</c:v>
                </c:pt>
                <c:pt idx="2829">
                  <c:v>4.3714319031334599</c:v>
                </c:pt>
                <c:pt idx="2830">
                  <c:v>4.4049067455975903</c:v>
                </c:pt>
                <c:pt idx="2831">
                  <c:v>4.3930067061486398</c:v>
                </c:pt>
                <c:pt idx="2832">
                  <c:v>4.4004131217500397</c:v>
                </c:pt>
                <c:pt idx="2833">
                  <c:v>4.4334325915351602</c:v>
                </c:pt>
                <c:pt idx="2834">
                  <c:v>4.4489459682012198</c:v>
                </c:pt>
                <c:pt idx="2835">
                  <c:v>4.3352100002883001</c:v>
                </c:pt>
                <c:pt idx="2836">
                  <c:v>4.3430342768380497</c:v>
                </c:pt>
                <c:pt idx="2837">
                  <c:v>4.3254609456169399</c:v>
                </c:pt>
              </c:numCache>
            </c:numRef>
          </c:val>
          <c:smooth val="0"/>
          <c:extLst xmlns:c16r2="http://schemas.microsoft.com/office/drawing/2015/06/chart">
            <c:ext xmlns:c16="http://schemas.microsoft.com/office/drawing/2014/chart" uri="{C3380CC4-5D6E-409C-BE32-E72D297353CC}">
              <c16:uniqueId val="{00000001-7C1F-4143-9E09-A88F7E2A9BA6}"/>
            </c:ext>
          </c:extLst>
        </c:ser>
        <c:ser>
          <c:idx val="2"/>
          <c:order val="2"/>
          <c:tx>
            <c:strRef>
              <c:f>Sheet1!$D$1</c:f>
              <c:strCache>
                <c:ptCount val="1"/>
                <c:pt idx="0">
                  <c:v>第三组</c:v>
                </c:pt>
              </c:strCache>
            </c:strRef>
          </c:tx>
          <c:spPr>
            <a:ln w="28575" cap="rnd">
              <a:solidFill>
                <a:schemeClr val="accent3"/>
              </a:solidFill>
              <a:round/>
            </a:ln>
            <a:effectLst/>
          </c:spPr>
          <c:marker>
            <c:symbol val="none"/>
          </c:marker>
          <c:cat>
            <c:numRef>
              <c:f>Sheet1!$A$2:$A$2839</c:f>
              <c:numCache>
                <c:formatCode>yyyy\-mm\-dd</c:formatCode>
                <c:ptCount val="2838"/>
                <c:pt idx="0">
                  <c:v>41639</c:v>
                </c:pt>
                <c:pt idx="1">
                  <c:v>41641</c:v>
                </c:pt>
                <c:pt idx="2">
                  <c:v>41642</c:v>
                </c:pt>
                <c:pt idx="3">
                  <c:v>41645</c:v>
                </c:pt>
                <c:pt idx="4">
                  <c:v>41646</c:v>
                </c:pt>
                <c:pt idx="5">
                  <c:v>41647</c:v>
                </c:pt>
                <c:pt idx="6">
                  <c:v>41648</c:v>
                </c:pt>
                <c:pt idx="7">
                  <c:v>41649</c:v>
                </c:pt>
                <c:pt idx="8">
                  <c:v>41652</c:v>
                </c:pt>
                <c:pt idx="9">
                  <c:v>41653</c:v>
                </c:pt>
                <c:pt idx="10">
                  <c:v>41654</c:v>
                </c:pt>
                <c:pt idx="11">
                  <c:v>41655</c:v>
                </c:pt>
                <c:pt idx="12">
                  <c:v>41656</c:v>
                </c:pt>
                <c:pt idx="13">
                  <c:v>41659</c:v>
                </c:pt>
                <c:pt idx="14">
                  <c:v>41660</c:v>
                </c:pt>
                <c:pt idx="15">
                  <c:v>41661</c:v>
                </c:pt>
                <c:pt idx="16">
                  <c:v>41662</c:v>
                </c:pt>
                <c:pt idx="17">
                  <c:v>41663</c:v>
                </c:pt>
                <c:pt idx="18">
                  <c:v>41666</c:v>
                </c:pt>
                <c:pt idx="19">
                  <c:v>41667</c:v>
                </c:pt>
                <c:pt idx="20">
                  <c:v>41668</c:v>
                </c:pt>
                <c:pt idx="21">
                  <c:v>41669</c:v>
                </c:pt>
                <c:pt idx="22">
                  <c:v>41677</c:v>
                </c:pt>
                <c:pt idx="23">
                  <c:v>41680</c:v>
                </c:pt>
                <c:pt idx="24">
                  <c:v>41681</c:v>
                </c:pt>
                <c:pt idx="25">
                  <c:v>41682</c:v>
                </c:pt>
                <c:pt idx="26">
                  <c:v>41683</c:v>
                </c:pt>
                <c:pt idx="27">
                  <c:v>41684</c:v>
                </c:pt>
                <c:pt idx="28">
                  <c:v>41687</c:v>
                </c:pt>
                <c:pt idx="29">
                  <c:v>41688</c:v>
                </c:pt>
                <c:pt idx="30">
                  <c:v>41689</c:v>
                </c:pt>
                <c:pt idx="31">
                  <c:v>41690</c:v>
                </c:pt>
                <c:pt idx="32">
                  <c:v>41691</c:v>
                </c:pt>
                <c:pt idx="33">
                  <c:v>41694</c:v>
                </c:pt>
                <c:pt idx="34">
                  <c:v>41695</c:v>
                </c:pt>
                <c:pt idx="35">
                  <c:v>41696</c:v>
                </c:pt>
                <c:pt idx="36">
                  <c:v>41697</c:v>
                </c:pt>
                <c:pt idx="37">
                  <c:v>41698</c:v>
                </c:pt>
                <c:pt idx="38">
                  <c:v>41701</c:v>
                </c:pt>
                <c:pt idx="39">
                  <c:v>41702</c:v>
                </c:pt>
                <c:pt idx="40">
                  <c:v>41703</c:v>
                </c:pt>
                <c:pt idx="41">
                  <c:v>41704</c:v>
                </c:pt>
                <c:pt idx="42">
                  <c:v>41705</c:v>
                </c:pt>
                <c:pt idx="43">
                  <c:v>41708</c:v>
                </c:pt>
                <c:pt idx="44">
                  <c:v>41709</c:v>
                </c:pt>
                <c:pt idx="45">
                  <c:v>41710</c:v>
                </c:pt>
                <c:pt idx="46">
                  <c:v>41711</c:v>
                </c:pt>
                <c:pt idx="47">
                  <c:v>41712</c:v>
                </c:pt>
                <c:pt idx="48">
                  <c:v>41715</c:v>
                </c:pt>
                <c:pt idx="49">
                  <c:v>41716</c:v>
                </c:pt>
                <c:pt idx="50">
                  <c:v>41717</c:v>
                </c:pt>
                <c:pt idx="51">
                  <c:v>41718</c:v>
                </c:pt>
                <c:pt idx="52">
                  <c:v>41719</c:v>
                </c:pt>
                <c:pt idx="53">
                  <c:v>41722</c:v>
                </c:pt>
                <c:pt idx="54">
                  <c:v>41723</c:v>
                </c:pt>
                <c:pt idx="55">
                  <c:v>41724</c:v>
                </c:pt>
                <c:pt idx="56">
                  <c:v>41725</c:v>
                </c:pt>
                <c:pt idx="57">
                  <c:v>41726</c:v>
                </c:pt>
                <c:pt idx="58">
                  <c:v>41729</c:v>
                </c:pt>
                <c:pt idx="59">
                  <c:v>41730</c:v>
                </c:pt>
                <c:pt idx="60">
                  <c:v>41731</c:v>
                </c:pt>
                <c:pt idx="61">
                  <c:v>41732</c:v>
                </c:pt>
                <c:pt idx="62">
                  <c:v>41733</c:v>
                </c:pt>
                <c:pt idx="63">
                  <c:v>41737</c:v>
                </c:pt>
                <c:pt idx="64">
                  <c:v>41738</c:v>
                </c:pt>
                <c:pt idx="65">
                  <c:v>41739</c:v>
                </c:pt>
                <c:pt idx="66">
                  <c:v>41740</c:v>
                </c:pt>
                <c:pt idx="67">
                  <c:v>41743</c:v>
                </c:pt>
                <c:pt idx="68">
                  <c:v>41744</c:v>
                </c:pt>
                <c:pt idx="69">
                  <c:v>41745</c:v>
                </c:pt>
                <c:pt idx="70">
                  <c:v>41746</c:v>
                </c:pt>
                <c:pt idx="71">
                  <c:v>41747</c:v>
                </c:pt>
                <c:pt idx="72">
                  <c:v>41750</c:v>
                </c:pt>
                <c:pt idx="73">
                  <c:v>41751</c:v>
                </c:pt>
                <c:pt idx="74">
                  <c:v>41752</c:v>
                </c:pt>
                <c:pt idx="75">
                  <c:v>41753</c:v>
                </c:pt>
                <c:pt idx="76">
                  <c:v>41754</c:v>
                </c:pt>
                <c:pt idx="77">
                  <c:v>41757</c:v>
                </c:pt>
                <c:pt idx="78">
                  <c:v>41758</c:v>
                </c:pt>
                <c:pt idx="79">
                  <c:v>41759</c:v>
                </c:pt>
                <c:pt idx="80">
                  <c:v>41764</c:v>
                </c:pt>
                <c:pt idx="81">
                  <c:v>41765</c:v>
                </c:pt>
                <c:pt idx="82">
                  <c:v>41766</c:v>
                </c:pt>
                <c:pt idx="83">
                  <c:v>41767</c:v>
                </c:pt>
                <c:pt idx="84">
                  <c:v>41768</c:v>
                </c:pt>
                <c:pt idx="85">
                  <c:v>41771</c:v>
                </c:pt>
                <c:pt idx="86">
                  <c:v>41772</c:v>
                </c:pt>
                <c:pt idx="87">
                  <c:v>41773</c:v>
                </c:pt>
                <c:pt idx="88">
                  <c:v>41774</c:v>
                </c:pt>
                <c:pt idx="89">
                  <c:v>41775</c:v>
                </c:pt>
                <c:pt idx="90">
                  <c:v>41778</c:v>
                </c:pt>
                <c:pt idx="91">
                  <c:v>41779</c:v>
                </c:pt>
                <c:pt idx="92">
                  <c:v>41780</c:v>
                </c:pt>
                <c:pt idx="93">
                  <c:v>41781</c:v>
                </c:pt>
                <c:pt idx="94">
                  <c:v>41782</c:v>
                </c:pt>
                <c:pt idx="95">
                  <c:v>41785</c:v>
                </c:pt>
                <c:pt idx="96">
                  <c:v>41786</c:v>
                </c:pt>
                <c:pt idx="97">
                  <c:v>41787</c:v>
                </c:pt>
                <c:pt idx="98">
                  <c:v>41788</c:v>
                </c:pt>
                <c:pt idx="99">
                  <c:v>41789</c:v>
                </c:pt>
                <c:pt idx="100">
                  <c:v>41793</c:v>
                </c:pt>
                <c:pt idx="101">
                  <c:v>41794</c:v>
                </c:pt>
                <c:pt idx="102">
                  <c:v>41795</c:v>
                </c:pt>
                <c:pt idx="103">
                  <c:v>41796</c:v>
                </c:pt>
                <c:pt idx="104">
                  <c:v>41799</c:v>
                </c:pt>
                <c:pt idx="105">
                  <c:v>41800</c:v>
                </c:pt>
                <c:pt idx="106">
                  <c:v>41801</c:v>
                </c:pt>
                <c:pt idx="107">
                  <c:v>41802</c:v>
                </c:pt>
                <c:pt idx="108">
                  <c:v>41803</c:v>
                </c:pt>
                <c:pt idx="109">
                  <c:v>41806</c:v>
                </c:pt>
                <c:pt idx="110">
                  <c:v>41807</c:v>
                </c:pt>
                <c:pt idx="111">
                  <c:v>41808</c:v>
                </c:pt>
                <c:pt idx="112">
                  <c:v>41809</c:v>
                </c:pt>
                <c:pt idx="113">
                  <c:v>41810</c:v>
                </c:pt>
                <c:pt idx="114">
                  <c:v>41813</c:v>
                </c:pt>
                <c:pt idx="115">
                  <c:v>41814</c:v>
                </c:pt>
                <c:pt idx="116">
                  <c:v>41815</c:v>
                </c:pt>
                <c:pt idx="117">
                  <c:v>41816</c:v>
                </c:pt>
                <c:pt idx="118">
                  <c:v>41817</c:v>
                </c:pt>
                <c:pt idx="119">
                  <c:v>41820</c:v>
                </c:pt>
                <c:pt idx="120">
                  <c:v>41821</c:v>
                </c:pt>
                <c:pt idx="121">
                  <c:v>41822</c:v>
                </c:pt>
                <c:pt idx="122">
                  <c:v>41823</c:v>
                </c:pt>
                <c:pt idx="123">
                  <c:v>41824</c:v>
                </c:pt>
                <c:pt idx="124">
                  <c:v>41827</c:v>
                </c:pt>
                <c:pt idx="125">
                  <c:v>41828</c:v>
                </c:pt>
                <c:pt idx="126">
                  <c:v>41829</c:v>
                </c:pt>
                <c:pt idx="127">
                  <c:v>41830</c:v>
                </c:pt>
                <c:pt idx="128">
                  <c:v>41831</c:v>
                </c:pt>
                <c:pt idx="129">
                  <c:v>41834</c:v>
                </c:pt>
                <c:pt idx="130">
                  <c:v>41835</c:v>
                </c:pt>
                <c:pt idx="131">
                  <c:v>41836</c:v>
                </c:pt>
                <c:pt idx="132">
                  <c:v>41837</c:v>
                </c:pt>
                <c:pt idx="133">
                  <c:v>41838</c:v>
                </c:pt>
                <c:pt idx="134">
                  <c:v>41841</c:v>
                </c:pt>
                <c:pt idx="135">
                  <c:v>41842</c:v>
                </c:pt>
                <c:pt idx="136">
                  <c:v>41843</c:v>
                </c:pt>
                <c:pt idx="137">
                  <c:v>41844</c:v>
                </c:pt>
                <c:pt idx="138">
                  <c:v>41845</c:v>
                </c:pt>
                <c:pt idx="139">
                  <c:v>41848</c:v>
                </c:pt>
                <c:pt idx="140">
                  <c:v>41849</c:v>
                </c:pt>
                <c:pt idx="141">
                  <c:v>41850</c:v>
                </c:pt>
                <c:pt idx="142">
                  <c:v>41851</c:v>
                </c:pt>
                <c:pt idx="143">
                  <c:v>41852</c:v>
                </c:pt>
                <c:pt idx="144">
                  <c:v>41855</c:v>
                </c:pt>
                <c:pt idx="145">
                  <c:v>41856</c:v>
                </c:pt>
                <c:pt idx="146">
                  <c:v>41857</c:v>
                </c:pt>
                <c:pt idx="147">
                  <c:v>41858</c:v>
                </c:pt>
                <c:pt idx="148">
                  <c:v>41859</c:v>
                </c:pt>
                <c:pt idx="149">
                  <c:v>41862</c:v>
                </c:pt>
                <c:pt idx="150">
                  <c:v>41863</c:v>
                </c:pt>
                <c:pt idx="151">
                  <c:v>41864</c:v>
                </c:pt>
                <c:pt idx="152">
                  <c:v>41865</c:v>
                </c:pt>
                <c:pt idx="153">
                  <c:v>41866</c:v>
                </c:pt>
                <c:pt idx="154">
                  <c:v>41869</c:v>
                </c:pt>
                <c:pt idx="155">
                  <c:v>41870</c:v>
                </c:pt>
                <c:pt idx="156">
                  <c:v>41871</c:v>
                </c:pt>
                <c:pt idx="157">
                  <c:v>41872</c:v>
                </c:pt>
                <c:pt idx="158">
                  <c:v>41873</c:v>
                </c:pt>
                <c:pt idx="159">
                  <c:v>41876</c:v>
                </c:pt>
                <c:pt idx="160">
                  <c:v>41877</c:v>
                </c:pt>
                <c:pt idx="161">
                  <c:v>41878</c:v>
                </c:pt>
                <c:pt idx="162">
                  <c:v>41879</c:v>
                </c:pt>
                <c:pt idx="163">
                  <c:v>41880</c:v>
                </c:pt>
                <c:pt idx="164">
                  <c:v>41883</c:v>
                </c:pt>
                <c:pt idx="165">
                  <c:v>41884</c:v>
                </c:pt>
                <c:pt idx="166">
                  <c:v>41885</c:v>
                </c:pt>
                <c:pt idx="167">
                  <c:v>41886</c:v>
                </c:pt>
                <c:pt idx="168">
                  <c:v>41887</c:v>
                </c:pt>
                <c:pt idx="169">
                  <c:v>41891</c:v>
                </c:pt>
                <c:pt idx="170">
                  <c:v>41892</c:v>
                </c:pt>
                <c:pt idx="171">
                  <c:v>41893</c:v>
                </c:pt>
                <c:pt idx="172">
                  <c:v>41894</c:v>
                </c:pt>
                <c:pt idx="173">
                  <c:v>41897</c:v>
                </c:pt>
                <c:pt idx="174">
                  <c:v>41898</c:v>
                </c:pt>
                <c:pt idx="175">
                  <c:v>41899</c:v>
                </c:pt>
                <c:pt idx="176">
                  <c:v>41900</c:v>
                </c:pt>
                <c:pt idx="177">
                  <c:v>41901</c:v>
                </c:pt>
                <c:pt idx="178">
                  <c:v>41904</c:v>
                </c:pt>
                <c:pt idx="179">
                  <c:v>41905</c:v>
                </c:pt>
                <c:pt idx="180">
                  <c:v>41906</c:v>
                </c:pt>
                <c:pt idx="181">
                  <c:v>41907</c:v>
                </c:pt>
                <c:pt idx="182">
                  <c:v>41908</c:v>
                </c:pt>
                <c:pt idx="183">
                  <c:v>41911</c:v>
                </c:pt>
                <c:pt idx="184">
                  <c:v>41912</c:v>
                </c:pt>
                <c:pt idx="185">
                  <c:v>41920</c:v>
                </c:pt>
                <c:pt idx="186">
                  <c:v>41921</c:v>
                </c:pt>
                <c:pt idx="187">
                  <c:v>41922</c:v>
                </c:pt>
                <c:pt idx="188">
                  <c:v>41925</c:v>
                </c:pt>
                <c:pt idx="189">
                  <c:v>41926</c:v>
                </c:pt>
                <c:pt idx="190">
                  <c:v>41927</c:v>
                </c:pt>
                <c:pt idx="191">
                  <c:v>41928</c:v>
                </c:pt>
                <c:pt idx="192">
                  <c:v>41929</c:v>
                </c:pt>
                <c:pt idx="193">
                  <c:v>41932</c:v>
                </c:pt>
                <c:pt idx="194">
                  <c:v>41933</c:v>
                </c:pt>
                <c:pt idx="195">
                  <c:v>41934</c:v>
                </c:pt>
                <c:pt idx="196">
                  <c:v>41935</c:v>
                </c:pt>
                <c:pt idx="197">
                  <c:v>41936</c:v>
                </c:pt>
                <c:pt idx="198">
                  <c:v>41939</c:v>
                </c:pt>
                <c:pt idx="199">
                  <c:v>41940</c:v>
                </c:pt>
                <c:pt idx="200">
                  <c:v>41941</c:v>
                </c:pt>
                <c:pt idx="201">
                  <c:v>41942</c:v>
                </c:pt>
                <c:pt idx="202">
                  <c:v>41943</c:v>
                </c:pt>
                <c:pt idx="203">
                  <c:v>41946</c:v>
                </c:pt>
                <c:pt idx="204">
                  <c:v>41947</c:v>
                </c:pt>
                <c:pt idx="205">
                  <c:v>41948</c:v>
                </c:pt>
                <c:pt idx="206">
                  <c:v>41949</c:v>
                </c:pt>
                <c:pt idx="207">
                  <c:v>41950</c:v>
                </c:pt>
                <c:pt idx="208">
                  <c:v>41953</c:v>
                </c:pt>
                <c:pt idx="209">
                  <c:v>41954</c:v>
                </c:pt>
                <c:pt idx="210">
                  <c:v>41955</c:v>
                </c:pt>
                <c:pt idx="211">
                  <c:v>41956</c:v>
                </c:pt>
                <c:pt idx="212">
                  <c:v>41957</c:v>
                </c:pt>
                <c:pt idx="213">
                  <c:v>41960</c:v>
                </c:pt>
                <c:pt idx="214">
                  <c:v>41961</c:v>
                </c:pt>
                <c:pt idx="215">
                  <c:v>41962</c:v>
                </c:pt>
                <c:pt idx="216">
                  <c:v>41963</c:v>
                </c:pt>
                <c:pt idx="217">
                  <c:v>41964</c:v>
                </c:pt>
                <c:pt idx="218">
                  <c:v>41967</c:v>
                </c:pt>
                <c:pt idx="219">
                  <c:v>41968</c:v>
                </c:pt>
                <c:pt idx="220">
                  <c:v>41969</c:v>
                </c:pt>
                <c:pt idx="221">
                  <c:v>41970</c:v>
                </c:pt>
                <c:pt idx="222">
                  <c:v>41971</c:v>
                </c:pt>
                <c:pt idx="223">
                  <c:v>41974</c:v>
                </c:pt>
                <c:pt idx="224">
                  <c:v>41975</c:v>
                </c:pt>
                <c:pt idx="225">
                  <c:v>41976</c:v>
                </c:pt>
                <c:pt idx="226">
                  <c:v>41977</c:v>
                </c:pt>
                <c:pt idx="227">
                  <c:v>41978</c:v>
                </c:pt>
                <c:pt idx="228">
                  <c:v>41981</c:v>
                </c:pt>
                <c:pt idx="229">
                  <c:v>41982</c:v>
                </c:pt>
                <c:pt idx="230">
                  <c:v>41983</c:v>
                </c:pt>
                <c:pt idx="231">
                  <c:v>41984</c:v>
                </c:pt>
                <c:pt idx="232">
                  <c:v>41985</c:v>
                </c:pt>
                <c:pt idx="233">
                  <c:v>41988</c:v>
                </c:pt>
                <c:pt idx="234">
                  <c:v>41989</c:v>
                </c:pt>
                <c:pt idx="235">
                  <c:v>41990</c:v>
                </c:pt>
                <c:pt idx="236">
                  <c:v>41991</c:v>
                </c:pt>
                <c:pt idx="237">
                  <c:v>41992</c:v>
                </c:pt>
                <c:pt idx="238">
                  <c:v>41995</c:v>
                </c:pt>
                <c:pt idx="239">
                  <c:v>41996</c:v>
                </c:pt>
                <c:pt idx="240">
                  <c:v>41997</c:v>
                </c:pt>
                <c:pt idx="241">
                  <c:v>41998</c:v>
                </c:pt>
                <c:pt idx="242">
                  <c:v>41999</c:v>
                </c:pt>
                <c:pt idx="243">
                  <c:v>42002</c:v>
                </c:pt>
                <c:pt idx="244">
                  <c:v>42003</c:v>
                </c:pt>
                <c:pt idx="245">
                  <c:v>42004</c:v>
                </c:pt>
                <c:pt idx="246">
                  <c:v>42009</c:v>
                </c:pt>
                <c:pt idx="247">
                  <c:v>42010</c:v>
                </c:pt>
                <c:pt idx="248">
                  <c:v>42011</c:v>
                </c:pt>
                <c:pt idx="249">
                  <c:v>42012</c:v>
                </c:pt>
                <c:pt idx="250">
                  <c:v>42013</c:v>
                </c:pt>
                <c:pt idx="251">
                  <c:v>42016</c:v>
                </c:pt>
                <c:pt idx="252">
                  <c:v>42017</c:v>
                </c:pt>
                <c:pt idx="253">
                  <c:v>42018</c:v>
                </c:pt>
                <c:pt idx="254">
                  <c:v>42019</c:v>
                </c:pt>
                <c:pt idx="255">
                  <c:v>42020</c:v>
                </c:pt>
                <c:pt idx="256">
                  <c:v>42023</c:v>
                </c:pt>
                <c:pt idx="257">
                  <c:v>42024</c:v>
                </c:pt>
                <c:pt idx="258">
                  <c:v>42025</c:v>
                </c:pt>
                <c:pt idx="259">
                  <c:v>42026</c:v>
                </c:pt>
                <c:pt idx="260">
                  <c:v>42027</c:v>
                </c:pt>
                <c:pt idx="261">
                  <c:v>42030</c:v>
                </c:pt>
                <c:pt idx="262">
                  <c:v>42031</c:v>
                </c:pt>
                <c:pt idx="263">
                  <c:v>42032</c:v>
                </c:pt>
                <c:pt idx="264">
                  <c:v>42033</c:v>
                </c:pt>
                <c:pt idx="265">
                  <c:v>42034</c:v>
                </c:pt>
                <c:pt idx="266">
                  <c:v>42037</c:v>
                </c:pt>
                <c:pt idx="267">
                  <c:v>42038</c:v>
                </c:pt>
                <c:pt idx="268">
                  <c:v>42039</c:v>
                </c:pt>
                <c:pt idx="269">
                  <c:v>42040</c:v>
                </c:pt>
                <c:pt idx="270">
                  <c:v>42041</c:v>
                </c:pt>
                <c:pt idx="271">
                  <c:v>42044</c:v>
                </c:pt>
                <c:pt idx="272">
                  <c:v>42045</c:v>
                </c:pt>
                <c:pt idx="273">
                  <c:v>42046</c:v>
                </c:pt>
                <c:pt idx="274">
                  <c:v>42047</c:v>
                </c:pt>
                <c:pt idx="275">
                  <c:v>42048</c:v>
                </c:pt>
                <c:pt idx="276">
                  <c:v>42051</c:v>
                </c:pt>
                <c:pt idx="277">
                  <c:v>42052</c:v>
                </c:pt>
                <c:pt idx="278">
                  <c:v>42060</c:v>
                </c:pt>
                <c:pt idx="279">
                  <c:v>42061</c:v>
                </c:pt>
                <c:pt idx="280">
                  <c:v>42062</c:v>
                </c:pt>
                <c:pt idx="281">
                  <c:v>42065</c:v>
                </c:pt>
                <c:pt idx="282">
                  <c:v>42066</c:v>
                </c:pt>
                <c:pt idx="283">
                  <c:v>42067</c:v>
                </c:pt>
                <c:pt idx="284">
                  <c:v>42068</c:v>
                </c:pt>
                <c:pt idx="285">
                  <c:v>42069</c:v>
                </c:pt>
                <c:pt idx="286">
                  <c:v>42072</c:v>
                </c:pt>
                <c:pt idx="287">
                  <c:v>42073</c:v>
                </c:pt>
                <c:pt idx="288">
                  <c:v>42074</c:v>
                </c:pt>
                <c:pt idx="289">
                  <c:v>42075</c:v>
                </c:pt>
                <c:pt idx="290">
                  <c:v>42076</c:v>
                </c:pt>
                <c:pt idx="291">
                  <c:v>42079</c:v>
                </c:pt>
                <c:pt idx="292">
                  <c:v>42080</c:v>
                </c:pt>
                <c:pt idx="293">
                  <c:v>42081</c:v>
                </c:pt>
                <c:pt idx="294">
                  <c:v>42082</c:v>
                </c:pt>
                <c:pt idx="295">
                  <c:v>42083</c:v>
                </c:pt>
                <c:pt idx="296">
                  <c:v>42086</c:v>
                </c:pt>
                <c:pt idx="297">
                  <c:v>42087</c:v>
                </c:pt>
                <c:pt idx="298">
                  <c:v>42088</c:v>
                </c:pt>
                <c:pt idx="299">
                  <c:v>42089</c:v>
                </c:pt>
                <c:pt idx="300">
                  <c:v>42090</c:v>
                </c:pt>
                <c:pt idx="301">
                  <c:v>42093</c:v>
                </c:pt>
                <c:pt idx="302">
                  <c:v>42094</c:v>
                </c:pt>
                <c:pt idx="303">
                  <c:v>42095</c:v>
                </c:pt>
                <c:pt idx="304">
                  <c:v>42096</c:v>
                </c:pt>
                <c:pt idx="305">
                  <c:v>42097</c:v>
                </c:pt>
                <c:pt idx="306">
                  <c:v>42101</c:v>
                </c:pt>
                <c:pt idx="307">
                  <c:v>42102</c:v>
                </c:pt>
                <c:pt idx="308">
                  <c:v>42103</c:v>
                </c:pt>
                <c:pt idx="309">
                  <c:v>42104</c:v>
                </c:pt>
                <c:pt idx="310">
                  <c:v>42107</c:v>
                </c:pt>
                <c:pt idx="311">
                  <c:v>42108</c:v>
                </c:pt>
                <c:pt idx="312">
                  <c:v>42109</c:v>
                </c:pt>
                <c:pt idx="313">
                  <c:v>42110</c:v>
                </c:pt>
                <c:pt idx="314">
                  <c:v>42111</c:v>
                </c:pt>
                <c:pt idx="315">
                  <c:v>42114</c:v>
                </c:pt>
                <c:pt idx="316">
                  <c:v>42115</c:v>
                </c:pt>
                <c:pt idx="317">
                  <c:v>42116</c:v>
                </c:pt>
                <c:pt idx="318">
                  <c:v>42117</c:v>
                </c:pt>
                <c:pt idx="319">
                  <c:v>42118</c:v>
                </c:pt>
                <c:pt idx="320">
                  <c:v>42121</c:v>
                </c:pt>
                <c:pt idx="321">
                  <c:v>42122</c:v>
                </c:pt>
                <c:pt idx="322">
                  <c:v>42123</c:v>
                </c:pt>
                <c:pt idx="323">
                  <c:v>42124</c:v>
                </c:pt>
                <c:pt idx="324">
                  <c:v>42128</c:v>
                </c:pt>
                <c:pt idx="325">
                  <c:v>42129</c:v>
                </c:pt>
                <c:pt idx="326">
                  <c:v>42130</c:v>
                </c:pt>
                <c:pt idx="327">
                  <c:v>42131</c:v>
                </c:pt>
                <c:pt idx="328">
                  <c:v>42132</c:v>
                </c:pt>
                <c:pt idx="329">
                  <c:v>42135</c:v>
                </c:pt>
                <c:pt idx="330">
                  <c:v>42136</c:v>
                </c:pt>
                <c:pt idx="331">
                  <c:v>42137</c:v>
                </c:pt>
                <c:pt idx="332">
                  <c:v>42138</c:v>
                </c:pt>
                <c:pt idx="333">
                  <c:v>42139</c:v>
                </c:pt>
                <c:pt idx="334">
                  <c:v>42142</c:v>
                </c:pt>
                <c:pt idx="335">
                  <c:v>42143</c:v>
                </c:pt>
                <c:pt idx="336">
                  <c:v>42144</c:v>
                </c:pt>
                <c:pt idx="337">
                  <c:v>42145</c:v>
                </c:pt>
                <c:pt idx="338">
                  <c:v>42146</c:v>
                </c:pt>
                <c:pt idx="339">
                  <c:v>42149</c:v>
                </c:pt>
                <c:pt idx="340">
                  <c:v>42150</c:v>
                </c:pt>
                <c:pt idx="341">
                  <c:v>42151</c:v>
                </c:pt>
                <c:pt idx="342">
                  <c:v>42152</c:v>
                </c:pt>
                <c:pt idx="343">
                  <c:v>42153</c:v>
                </c:pt>
                <c:pt idx="344">
                  <c:v>42156</c:v>
                </c:pt>
                <c:pt idx="345">
                  <c:v>42157</c:v>
                </c:pt>
                <c:pt idx="346">
                  <c:v>42158</c:v>
                </c:pt>
                <c:pt idx="347">
                  <c:v>42159</c:v>
                </c:pt>
                <c:pt idx="348">
                  <c:v>42160</c:v>
                </c:pt>
                <c:pt idx="349">
                  <c:v>42163</c:v>
                </c:pt>
                <c:pt idx="350">
                  <c:v>42164</c:v>
                </c:pt>
                <c:pt idx="351">
                  <c:v>42165</c:v>
                </c:pt>
                <c:pt idx="352">
                  <c:v>42166</c:v>
                </c:pt>
                <c:pt idx="353">
                  <c:v>42167</c:v>
                </c:pt>
                <c:pt idx="354">
                  <c:v>42170</c:v>
                </c:pt>
                <c:pt idx="355">
                  <c:v>42171</c:v>
                </c:pt>
                <c:pt idx="356">
                  <c:v>42172</c:v>
                </c:pt>
                <c:pt idx="357">
                  <c:v>42173</c:v>
                </c:pt>
                <c:pt idx="358">
                  <c:v>42174</c:v>
                </c:pt>
                <c:pt idx="359">
                  <c:v>42178</c:v>
                </c:pt>
                <c:pt idx="360">
                  <c:v>42179</c:v>
                </c:pt>
                <c:pt idx="361">
                  <c:v>42180</c:v>
                </c:pt>
                <c:pt idx="362">
                  <c:v>42181</c:v>
                </c:pt>
                <c:pt idx="363">
                  <c:v>42184</c:v>
                </c:pt>
                <c:pt idx="364">
                  <c:v>42185</c:v>
                </c:pt>
                <c:pt idx="365">
                  <c:v>42186</c:v>
                </c:pt>
                <c:pt idx="366">
                  <c:v>42187</c:v>
                </c:pt>
                <c:pt idx="367">
                  <c:v>42188</c:v>
                </c:pt>
                <c:pt idx="368">
                  <c:v>42191</c:v>
                </c:pt>
                <c:pt idx="369">
                  <c:v>42192</c:v>
                </c:pt>
                <c:pt idx="370">
                  <c:v>42193</c:v>
                </c:pt>
                <c:pt idx="371">
                  <c:v>42194</c:v>
                </c:pt>
                <c:pt idx="372">
                  <c:v>42195</c:v>
                </c:pt>
                <c:pt idx="373">
                  <c:v>42198</c:v>
                </c:pt>
                <c:pt idx="374">
                  <c:v>42199</c:v>
                </c:pt>
                <c:pt idx="375">
                  <c:v>42200</c:v>
                </c:pt>
                <c:pt idx="376">
                  <c:v>42201</c:v>
                </c:pt>
                <c:pt idx="377">
                  <c:v>42202</c:v>
                </c:pt>
                <c:pt idx="378">
                  <c:v>42205</c:v>
                </c:pt>
                <c:pt idx="379">
                  <c:v>42206</c:v>
                </c:pt>
                <c:pt idx="380">
                  <c:v>42207</c:v>
                </c:pt>
                <c:pt idx="381">
                  <c:v>42208</c:v>
                </c:pt>
                <c:pt idx="382">
                  <c:v>42209</c:v>
                </c:pt>
                <c:pt idx="383">
                  <c:v>42212</c:v>
                </c:pt>
                <c:pt idx="384">
                  <c:v>42213</c:v>
                </c:pt>
                <c:pt idx="385">
                  <c:v>42214</c:v>
                </c:pt>
                <c:pt idx="386">
                  <c:v>42215</c:v>
                </c:pt>
                <c:pt idx="387">
                  <c:v>42216</c:v>
                </c:pt>
                <c:pt idx="388">
                  <c:v>42219</c:v>
                </c:pt>
                <c:pt idx="389">
                  <c:v>42220</c:v>
                </c:pt>
                <c:pt idx="390">
                  <c:v>42221</c:v>
                </c:pt>
                <c:pt idx="391">
                  <c:v>42222</c:v>
                </c:pt>
                <c:pt idx="392">
                  <c:v>42223</c:v>
                </c:pt>
                <c:pt idx="393">
                  <c:v>42226</c:v>
                </c:pt>
                <c:pt idx="394">
                  <c:v>42227</c:v>
                </c:pt>
                <c:pt idx="395">
                  <c:v>42228</c:v>
                </c:pt>
                <c:pt idx="396">
                  <c:v>42229</c:v>
                </c:pt>
                <c:pt idx="397">
                  <c:v>42230</c:v>
                </c:pt>
                <c:pt idx="398">
                  <c:v>42233</c:v>
                </c:pt>
                <c:pt idx="399">
                  <c:v>42234</c:v>
                </c:pt>
                <c:pt idx="400">
                  <c:v>42235</c:v>
                </c:pt>
                <c:pt idx="401">
                  <c:v>42236</c:v>
                </c:pt>
                <c:pt idx="402">
                  <c:v>42237</c:v>
                </c:pt>
                <c:pt idx="403">
                  <c:v>42240</c:v>
                </c:pt>
                <c:pt idx="404">
                  <c:v>42241</c:v>
                </c:pt>
                <c:pt idx="405">
                  <c:v>42242</c:v>
                </c:pt>
                <c:pt idx="406">
                  <c:v>42243</c:v>
                </c:pt>
                <c:pt idx="407">
                  <c:v>42244</c:v>
                </c:pt>
                <c:pt idx="408">
                  <c:v>42247</c:v>
                </c:pt>
                <c:pt idx="409">
                  <c:v>42248</c:v>
                </c:pt>
                <c:pt idx="410">
                  <c:v>42249</c:v>
                </c:pt>
                <c:pt idx="411">
                  <c:v>42254</c:v>
                </c:pt>
                <c:pt idx="412">
                  <c:v>42255</c:v>
                </c:pt>
                <c:pt idx="413">
                  <c:v>42256</c:v>
                </c:pt>
                <c:pt idx="414">
                  <c:v>42257</c:v>
                </c:pt>
                <c:pt idx="415">
                  <c:v>42258</c:v>
                </c:pt>
                <c:pt idx="416">
                  <c:v>42261</c:v>
                </c:pt>
                <c:pt idx="417">
                  <c:v>42262</c:v>
                </c:pt>
                <c:pt idx="418">
                  <c:v>42263</c:v>
                </c:pt>
                <c:pt idx="419">
                  <c:v>42264</c:v>
                </c:pt>
                <c:pt idx="420">
                  <c:v>42265</c:v>
                </c:pt>
                <c:pt idx="421">
                  <c:v>42268</c:v>
                </c:pt>
                <c:pt idx="422">
                  <c:v>42269</c:v>
                </c:pt>
                <c:pt idx="423">
                  <c:v>42270</c:v>
                </c:pt>
                <c:pt idx="424">
                  <c:v>42271</c:v>
                </c:pt>
                <c:pt idx="425">
                  <c:v>42272</c:v>
                </c:pt>
                <c:pt idx="426">
                  <c:v>42275</c:v>
                </c:pt>
                <c:pt idx="427">
                  <c:v>42276</c:v>
                </c:pt>
                <c:pt idx="428">
                  <c:v>42277</c:v>
                </c:pt>
                <c:pt idx="429">
                  <c:v>42285</c:v>
                </c:pt>
                <c:pt idx="430">
                  <c:v>42286</c:v>
                </c:pt>
                <c:pt idx="431">
                  <c:v>42289</c:v>
                </c:pt>
                <c:pt idx="432">
                  <c:v>42290</c:v>
                </c:pt>
                <c:pt idx="433">
                  <c:v>42291</c:v>
                </c:pt>
                <c:pt idx="434">
                  <c:v>42292</c:v>
                </c:pt>
                <c:pt idx="435">
                  <c:v>42293</c:v>
                </c:pt>
                <c:pt idx="436">
                  <c:v>42296</c:v>
                </c:pt>
                <c:pt idx="437">
                  <c:v>42297</c:v>
                </c:pt>
                <c:pt idx="438">
                  <c:v>42298</c:v>
                </c:pt>
                <c:pt idx="439">
                  <c:v>42299</c:v>
                </c:pt>
                <c:pt idx="440">
                  <c:v>42300</c:v>
                </c:pt>
                <c:pt idx="441">
                  <c:v>42303</c:v>
                </c:pt>
                <c:pt idx="442">
                  <c:v>42304</c:v>
                </c:pt>
                <c:pt idx="443">
                  <c:v>42305</c:v>
                </c:pt>
                <c:pt idx="444">
                  <c:v>42306</c:v>
                </c:pt>
                <c:pt idx="445">
                  <c:v>42307</c:v>
                </c:pt>
                <c:pt idx="446">
                  <c:v>42310</c:v>
                </c:pt>
                <c:pt idx="447">
                  <c:v>42311</c:v>
                </c:pt>
                <c:pt idx="448">
                  <c:v>42312</c:v>
                </c:pt>
                <c:pt idx="449">
                  <c:v>42313</c:v>
                </c:pt>
                <c:pt idx="450">
                  <c:v>42314</c:v>
                </c:pt>
                <c:pt idx="451">
                  <c:v>42317</c:v>
                </c:pt>
                <c:pt idx="452">
                  <c:v>42318</c:v>
                </c:pt>
                <c:pt idx="453">
                  <c:v>42319</c:v>
                </c:pt>
                <c:pt idx="454">
                  <c:v>42320</c:v>
                </c:pt>
                <c:pt idx="455">
                  <c:v>42321</c:v>
                </c:pt>
                <c:pt idx="456">
                  <c:v>42324</c:v>
                </c:pt>
                <c:pt idx="457">
                  <c:v>42325</c:v>
                </c:pt>
                <c:pt idx="458">
                  <c:v>42326</c:v>
                </c:pt>
                <c:pt idx="459">
                  <c:v>42327</c:v>
                </c:pt>
                <c:pt idx="460">
                  <c:v>42328</c:v>
                </c:pt>
                <c:pt idx="461">
                  <c:v>42331</c:v>
                </c:pt>
                <c:pt idx="462">
                  <c:v>42332</c:v>
                </c:pt>
                <c:pt idx="463">
                  <c:v>42333</c:v>
                </c:pt>
                <c:pt idx="464">
                  <c:v>42334</c:v>
                </c:pt>
                <c:pt idx="465">
                  <c:v>42335</c:v>
                </c:pt>
                <c:pt idx="466">
                  <c:v>42338</c:v>
                </c:pt>
                <c:pt idx="467">
                  <c:v>42339</c:v>
                </c:pt>
                <c:pt idx="468">
                  <c:v>42340</c:v>
                </c:pt>
                <c:pt idx="469">
                  <c:v>42341</c:v>
                </c:pt>
                <c:pt idx="470">
                  <c:v>42342</c:v>
                </c:pt>
                <c:pt idx="471">
                  <c:v>42345</c:v>
                </c:pt>
                <c:pt idx="472">
                  <c:v>42346</c:v>
                </c:pt>
                <c:pt idx="473">
                  <c:v>42347</c:v>
                </c:pt>
                <c:pt idx="474">
                  <c:v>42348</c:v>
                </c:pt>
                <c:pt idx="475">
                  <c:v>42349</c:v>
                </c:pt>
                <c:pt idx="476">
                  <c:v>42352</c:v>
                </c:pt>
                <c:pt idx="477">
                  <c:v>42353</c:v>
                </c:pt>
                <c:pt idx="478">
                  <c:v>42354</c:v>
                </c:pt>
                <c:pt idx="479">
                  <c:v>42355</c:v>
                </c:pt>
                <c:pt idx="480">
                  <c:v>42356</c:v>
                </c:pt>
                <c:pt idx="481">
                  <c:v>42359</c:v>
                </c:pt>
                <c:pt idx="482">
                  <c:v>42360</c:v>
                </c:pt>
                <c:pt idx="483">
                  <c:v>42361</c:v>
                </c:pt>
                <c:pt idx="484">
                  <c:v>42362</c:v>
                </c:pt>
                <c:pt idx="485">
                  <c:v>42363</c:v>
                </c:pt>
                <c:pt idx="486">
                  <c:v>42366</c:v>
                </c:pt>
                <c:pt idx="487">
                  <c:v>42367</c:v>
                </c:pt>
                <c:pt idx="488">
                  <c:v>42368</c:v>
                </c:pt>
                <c:pt idx="489">
                  <c:v>42369</c:v>
                </c:pt>
                <c:pt idx="490">
                  <c:v>42373</c:v>
                </c:pt>
                <c:pt idx="491">
                  <c:v>42374</c:v>
                </c:pt>
                <c:pt idx="492">
                  <c:v>42375</c:v>
                </c:pt>
                <c:pt idx="493">
                  <c:v>42376</c:v>
                </c:pt>
                <c:pt idx="494">
                  <c:v>42377</c:v>
                </c:pt>
                <c:pt idx="495">
                  <c:v>42380</c:v>
                </c:pt>
                <c:pt idx="496">
                  <c:v>42381</c:v>
                </c:pt>
                <c:pt idx="497">
                  <c:v>42382</c:v>
                </c:pt>
                <c:pt idx="498">
                  <c:v>42383</c:v>
                </c:pt>
                <c:pt idx="499">
                  <c:v>42384</c:v>
                </c:pt>
                <c:pt idx="500">
                  <c:v>42387</c:v>
                </c:pt>
                <c:pt idx="501">
                  <c:v>42388</c:v>
                </c:pt>
                <c:pt idx="502">
                  <c:v>42389</c:v>
                </c:pt>
                <c:pt idx="503">
                  <c:v>42390</c:v>
                </c:pt>
                <c:pt idx="504">
                  <c:v>42391</c:v>
                </c:pt>
                <c:pt idx="505">
                  <c:v>42394</c:v>
                </c:pt>
                <c:pt idx="506">
                  <c:v>42395</c:v>
                </c:pt>
                <c:pt idx="507">
                  <c:v>42396</c:v>
                </c:pt>
                <c:pt idx="508">
                  <c:v>42397</c:v>
                </c:pt>
                <c:pt idx="509">
                  <c:v>42398</c:v>
                </c:pt>
                <c:pt idx="510">
                  <c:v>42401</c:v>
                </c:pt>
                <c:pt idx="511">
                  <c:v>42402</c:v>
                </c:pt>
                <c:pt idx="512">
                  <c:v>42403</c:v>
                </c:pt>
                <c:pt idx="513">
                  <c:v>42404</c:v>
                </c:pt>
                <c:pt idx="514">
                  <c:v>42405</c:v>
                </c:pt>
                <c:pt idx="515">
                  <c:v>42415</c:v>
                </c:pt>
                <c:pt idx="516">
                  <c:v>42416</c:v>
                </c:pt>
                <c:pt idx="517">
                  <c:v>42417</c:v>
                </c:pt>
                <c:pt idx="518">
                  <c:v>42418</c:v>
                </c:pt>
                <c:pt idx="519">
                  <c:v>42419</c:v>
                </c:pt>
                <c:pt idx="520">
                  <c:v>42422</c:v>
                </c:pt>
                <c:pt idx="521">
                  <c:v>42423</c:v>
                </c:pt>
                <c:pt idx="522">
                  <c:v>42424</c:v>
                </c:pt>
                <c:pt idx="523">
                  <c:v>42425</c:v>
                </c:pt>
                <c:pt idx="524">
                  <c:v>42426</c:v>
                </c:pt>
                <c:pt idx="525">
                  <c:v>42429</c:v>
                </c:pt>
                <c:pt idx="526">
                  <c:v>42430</c:v>
                </c:pt>
                <c:pt idx="527">
                  <c:v>42431</c:v>
                </c:pt>
                <c:pt idx="528">
                  <c:v>42432</c:v>
                </c:pt>
                <c:pt idx="529">
                  <c:v>42433</c:v>
                </c:pt>
                <c:pt idx="530">
                  <c:v>42436</c:v>
                </c:pt>
                <c:pt idx="531">
                  <c:v>42437</c:v>
                </c:pt>
                <c:pt idx="532">
                  <c:v>42438</c:v>
                </c:pt>
                <c:pt idx="533">
                  <c:v>42439</c:v>
                </c:pt>
                <c:pt idx="534">
                  <c:v>42440</c:v>
                </c:pt>
                <c:pt idx="535">
                  <c:v>42443</c:v>
                </c:pt>
                <c:pt idx="536">
                  <c:v>42444</c:v>
                </c:pt>
                <c:pt idx="537">
                  <c:v>42445</c:v>
                </c:pt>
                <c:pt idx="538">
                  <c:v>42446</c:v>
                </c:pt>
                <c:pt idx="539">
                  <c:v>42447</c:v>
                </c:pt>
                <c:pt idx="540">
                  <c:v>42450</c:v>
                </c:pt>
                <c:pt idx="541">
                  <c:v>42451</c:v>
                </c:pt>
                <c:pt idx="542">
                  <c:v>42452</c:v>
                </c:pt>
                <c:pt idx="543">
                  <c:v>42453</c:v>
                </c:pt>
                <c:pt idx="544">
                  <c:v>42454</c:v>
                </c:pt>
                <c:pt idx="545">
                  <c:v>42457</c:v>
                </c:pt>
                <c:pt idx="546">
                  <c:v>42458</c:v>
                </c:pt>
                <c:pt idx="547">
                  <c:v>42459</c:v>
                </c:pt>
                <c:pt idx="548">
                  <c:v>42460</c:v>
                </c:pt>
                <c:pt idx="549">
                  <c:v>42461</c:v>
                </c:pt>
                <c:pt idx="550">
                  <c:v>42465</c:v>
                </c:pt>
                <c:pt idx="551">
                  <c:v>42466</c:v>
                </c:pt>
                <c:pt idx="552">
                  <c:v>42467</c:v>
                </c:pt>
                <c:pt idx="553">
                  <c:v>42468</c:v>
                </c:pt>
                <c:pt idx="554">
                  <c:v>42471</c:v>
                </c:pt>
                <c:pt idx="555">
                  <c:v>42472</c:v>
                </c:pt>
                <c:pt idx="556">
                  <c:v>42473</c:v>
                </c:pt>
                <c:pt idx="557">
                  <c:v>42474</c:v>
                </c:pt>
                <c:pt idx="558">
                  <c:v>42475</c:v>
                </c:pt>
                <c:pt idx="559">
                  <c:v>42478</c:v>
                </c:pt>
                <c:pt idx="560">
                  <c:v>42479</c:v>
                </c:pt>
                <c:pt idx="561">
                  <c:v>42480</c:v>
                </c:pt>
                <c:pt idx="562">
                  <c:v>42481</c:v>
                </c:pt>
                <c:pt idx="563">
                  <c:v>42482</c:v>
                </c:pt>
                <c:pt idx="564">
                  <c:v>42485</c:v>
                </c:pt>
                <c:pt idx="565">
                  <c:v>42486</c:v>
                </c:pt>
                <c:pt idx="566">
                  <c:v>42487</c:v>
                </c:pt>
                <c:pt idx="567">
                  <c:v>42488</c:v>
                </c:pt>
                <c:pt idx="568">
                  <c:v>42489</c:v>
                </c:pt>
                <c:pt idx="569">
                  <c:v>42493</c:v>
                </c:pt>
                <c:pt idx="570">
                  <c:v>42494</c:v>
                </c:pt>
                <c:pt idx="571">
                  <c:v>42495</c:v>
                </c:pt>
                <c:pt idx="572">
                  <c:v>42496</c:v>
                </c:pt>
                <c:pt idx="573">
                  <c:v>42499</c:v>
                </c:pt>
                <c:pt idx="574">
                  <c:v>42500</c:v>
                </c:pt>
                <c:pt idx="575">
                  <c:v>42501</c:v>
                </c:pt>
                <c:pt idx="576">
                  <c:v>42502</c:v>
                </c:pt>
                <c:pt idx="577">
                  <c:v>42503</c:v>
                </c:pt>
                <c:pt idx="578">
                  <c:v>42506</c:v>
                </c:pt>
                <c:pt idx="579">
                  <c:v>42507</c:v>
                </c:pt>
                <c:pt idx="580">
                  <c:v>42508</c:v>
                </c:pt>
                <c:pt idx="581">
                  <c:v>42509</c:v>
                </c:pt>
                <c:pt idx="582">
                  <c:v>42510</c:v>
                </c:pt>
                <c:pt idx="583">
                  <c:v>42513</c:v>
                </c:pt>
                <c:pt idx="584">
                  <c:v>42514</c:v>
                </c:pt>
                <c:pt idx="585">
                  <c:v>42515</c:v>
                </c:pt>
                <c:pt idx="586">
                  <c:v>42516</c:v>
                </c:pt>
                <c:pt idx="587">
                  <c:v>42517</c:v>
                </c:pt>
                <c:pt idx="588">
                  <c:v>42520</c:v>
                </c:pt>
                <c:pt idx="589">
                  <c:v>42521</c:v>
                </c:pt>
                <c:pt idx="590">
                  <c:v>42522</c:v>
                </c:pt>
                <c:pt idx="591">
                  <c:v>42523</c:v>
                </c:pt>
                <c:pt idx="592">
                  <c:v>42524</c:v>
                </c:pt>
                <c:pt idx="593">
                  <c:v>42527</c:v>
                </c:pt>
                <c:pt idx="594">
                  <c:v>42528</c:v>
                </c:pt>
                <c:pt idx="595">
                  <c:v>42529</c:v>
                </c:pt>
                <c:pt idx="596">
                  <c:v>42534</c:v>
                </c:pt>
                <c:pt idx="597">
                  <c:v>42535</c:v>
                </c:pt>
                <c:pt idx="598">
                  <c:v>42536</c:v>
                </c:pt>
                <c:pt idx="599">
                  <c:v>42537</c:v>
                </c:pt>
                <c:pt idx="600">
                  <c:v>42538</c:v>
                </c:pt>
                <c:pt idx="601">
                  <c:v>42541</c:v>
                </c:pt>
                <c:pt idx="602">
                  <c:v>42542</c:v>
                </c:pt>
                <c:pt idx="603">
                  <c:v>42543</c:v>
                </c:pt>
                <c:pt idx="604">
                  <c:v>42544</c:v>
                </c:pt>
                <c:pt idx="605">
                  <c:v>42545</c:v>
                </c:pt>
                <c:pt idx="606">
                  <c:v>42548</c:v>
                </c:pt>
                <c:pt idx="607">
                  <c:v>42549</c:v>
                </c:pt>
                <c:pt idx="608">
                  <c:v>42550</c:v>
                </c:pt>
                <c:pt idx="609">
                  <c:v>42551</c:v>
                </c:pt>
                <c:pt idx="610">
                  <c:v>42552</c:v>
                </c:pt>
                <c:pt idx="611">
                  <c:v>42555</c:v>
                </c:pt>
                <c:pt idx="612">
                  <c:v>42556</c:v>
                </c:pt>
                <c:pt idx="613">
                  <c:v>42557</c:v>
                </c:pt>
                <c:pt idx="614">
                  <c:v>42558</c:v>
                </c:pt>
                <c:pt idx="615">
                  <c:v>42559</c:v>
                </c:pt>
                <c:pt idx="616">
                  <c:v>42562</c:v>
                </c:pt>
                <c:pt idx="617">
                  <c:v>42563</c:v>
                </c:pt>
                <c:pt idx="618">
                  <c:v>42564</c:v>
                </c:pt>
                <c:pt idx="619">
                  <c:v>42565</c:v>
                </c:pt>
                <c:pt idx="620">
                  <c:v>42566</c:v>
                </c:pt>
                <c:pt idx="621">
                  <c:v>42569</c:v>
                </c:pt>
                <c:pt idx="622">
                  <c:v>42570</c:v>
                </c:pt>
                <c:pt idx="623">
                  <c:v>42571</c:v>
                </c:pt>
                <c:pt idx="624">
                  <c:v>42572</c:v>
                </c:pt>
                <c:pt idx="625">
                  <c:v>42573</c:v>
                </c:pt>
                <c:pt idx="626">
                  <c:v>42576</c:v>
                </c:pt>
                <c:pt idx="627">
                  <c:v>42577</c:v>
                </c:pt>
                <c:pt idx="628">
                  <c:v>42578</c:v>
                </c:pt>
                <c:pt idx="629">
                  <c:v>42579</c:v>
                </c:pt>
                <c:pt idx="630">
                  <c:v>42580</c:v>
                </c:pt>
                <c:pt idx="631">
                  <c:v>42583</c:v>
                </c:pt>
                <c:pt idx="632">
                  <c:v>42584</c:v>
                </c:pt>
                <c:pt idx="633">
                  <c:v>42585</c:v>
                </c:pt>
                <c:pt idx="634">
                  <c:v>42586</c:v>
                </c:pt>
                <c:pt idx="635">
                  <c:v>42587</c:v>
                </c:pt>
                <c:pt idx="636">
                  <c:v>42590</c:v>
                </c:pt>
                <c:pt idx="637">
                  <c:v>42591</c:v>
                </c:pt>
                <c:pt idx="638">
                  <c:v>42592</c:v>
                </c:pt>
                <c:pt idx="639">
                  <c:v>42593</c:v>
                </c:pt>
                <c:pt idx="640">
                  <c:v>42594</c:v>
                </c:pt>
                <c:pt idx="641">
                  <c:v>42597</c:v>
                </c:pt>
                <c:pt idx="642">
                  <c:v>42598</c:v>
                </c:pt>
                <c:pt idx="643">
                  <c:v>42599</c:v>
                </c:pt>
                <c:pt idx="644">
                  <c:v>42600</c:v>
                </c:pt>
                <c:pt idx="645">
                  <c:v>42601</c:v>
                </c:pt>
                <c:pt idx="646">
                  <c:v>42604</c:v>
                </c:pt>
                <c:pt idx="647">
                  <c:v>42605</c:v>
                </c:pt>
                <c:pt idx="648">
                  <c:v>42606</c:v>
                </c:pt>
                <c:pt idx="649">
                  <c:v>42607</c:v>
                </c:pt>
                <c:pt idx="650">
                  <c:v>42608</c:v>
                </c:pt>
                <c:pt idx="651">
                  <c:v>42611</c:v>
                </c:pt>
                <c:pt idx="652">
                  <c:v>42612</c:v>
                </c:pt>
                <c:pt idx="653">
                  <c:v>42613</c:v>
                </c:pt>
                <c:pt idx="654">
                  <c:v>42614</c:v>
                </c:pt>
                <c:pt idx="655">
                  <c:v>42615</c:v>
                </c:pt>
                <c:pt idx="656">
                  <c:v>42618</c:v>
                </c:pt>
                <c:pt idx="657">
                  <c:v>42619</c:v>
                </c:pt>
                <c:pt idx="658">
                  <c:v>42620</c:v>
                </c:pt>
                <c:pt idx="659">
                  <c:v>42621</c:v>
                </c:pt>
                <c:pt idx="660">
                  <c:v>42622</c:v>
                </c:pt>
                <c:pt idx="661">
                  <c:v>42625</c:v>
                </c:pt>
                <c:pt idx="662">
                  <c:v>42626</c:v>
                </c:pt>
                <c:pt idx="663">
                  <c:v>42627</c:v>
                </c:pt>
                <c:pt idx="664">
                  <c:v>42632</c:v>
                </c:pt>
                <c:pt idx="665">
                  <c:v>42633</c:v>
                </c:pt>
                <c:pt idx="666">
                  <c:v>42634</c:v>
                </c:pt>
                <c:pt idx="667">
                  <c:v>42635</c:v>
                </c:pt>
                <c:pt idx="668">
                  <c:v>42636</c:v>
                </c:pt>
                <c:pt idx="669">
                  <c:v>42639</c:v>
                </c:pt>
                <c:pt idx="670">
                  <c:v>42640</c:v>
                </c:pt>
                <c:pt idx="671">
                  <c:v>42641</c:v>
                </c:pt>
                <c:pt idx="672">
                  <c:v>42642</c:v>
                </c:pt>
                <c:pt idx="673">
                  <c:v>42643</c:v>
                </c:pt>
                <c:pt idx="674">
                  <c:v>42653</c:v>
                </c:pt>
                <c:pt idx="675">
                  <c:v>42654</c:v>
                </c:pt>
                <c:pt idx="676">
                  <c:v>42655</c:v>
                </c:pt>
                <c:pt idx="677">
                  <c:v>42656</c:v>
                </c:pt>
                <c:pt idx="678">
                  <c:v>42657</c:v>
                </c:pt>
                <c:pt idx="679">
                  <c:v>42660</c:v>
                </c:pt>
                <c:pt idx="680">
                  <c:v>42661</c:v>
                </c:pt>
                <c:pt idx="681">
                  <c:v>42662</c:v>
                </c:pt>
                <c:pt idx="682">
                  <c:v>42663</c:v>
                </c:pt>
                <c:pt idx="683">
                  <c:v>42664</c:v>
                </c:pt>
                <c:pt idx="684">
                  <c:v>42667</c:v>
                </c:pt>
                <c:pt idx="685">
                  <c:v>42668</c:v>
                </c:pt>
                <c:pt idx="686">
                  <c:v>42669</c:v>
                </c:pt>
                <c:pt idx="687">
                  <c:v>42670</c:v>
                </c:pt>
                <c:pt idx="688">
                  <c:v>42671</c:v>
                </c:pt>
                <c:pt idx="689">
                  <c:v>42674</c:v>
                </c:pt>
                <c:pt idx="690">
                  <c:v>42675</c:v>
                </c:pt>
                <c:pt idx="691">
                  <c:v>42676</c:v>
                </c:pt>
                <c:pt idx="692">
                  <c:v>42677</c:v>
                </c:pt>
                <c:pt idx="693">
                  <c:v>42678</c:v>
                </c:pt>
                <c:pt idx="694">
                  <c:v>42681</c:v>
                </c:pt>
                <c:pt idx="695">
                  <c:v>42682</c:v>
                </c:pt>
                <c:pt idx="696">
                  <c:v>42683</c:v>
                </c:pt>
                <c:pt idx="697">
                  <c:v>42684</c:v>
                </c:pt>
                <c:pt idx="698">
                  <c:v>42685</c:v>
                </c:pt>
                <c:pt idx="699">
                  <c:v>42688</c:v>
                </c:pt>
                <c:pt idx="700">
                  <c:v>42689</c:v>
                </c:pt>
                <c:pt idx="701">
                  <c:v>42690</c:v>
                </c:pt>
                <c:pt idx="702">
                  <c:v>42691</c:v>
                </c:pt>
                <c:pt idx="703">
                  <c:v>42692</c:v>
                </c:pt>
                <c:pt idx="704">
                  <c:v>42695</c:v>
                </c:pt>
                <c:pt idx="705">
                  <c:v>42696</c:v>
                </c:pt>
                <c:pt idx="706">
                  <c:v>42697</c:v>
                </c:pt>
                <c:pt idx="707">
                  <c:v>42698</c:v>
                </c:pt>
                <c:pt idx="708">
                  <c:v>42699</c:v>
                </c:pt>
                <c:pt idx="709">
                  <c:v>42702</c:v>
                </c:pt>
                <c:pt idx="710">
                  <c:v>42703</c:v>
                </c:pt>
                <c:pt idx="711">
                  <c:v>42704</c:v>
                </c:pt>
                <c:pt idx="712">
                  <c:v>42705</c:v>
                </c:pt>
                <c:pt idx="713">
                  <c:v>42706</c:v>
                </c:pt>
                <c:pt idx="714">
                  <c:v>42709</c:v>
                </c:pt>
                <c:pt idx="715">
                  <c:v>42710</c:v>
                </c:pt>
                <c:pt idx="716">
                  <c:v>42711</c:v>
                </c:pt>
                <c:pt idx="717">
                  <c:v>42712</c:v>
                </c:pt>
                <c:pt idx="718">
                  <c:v>42713</c:v>
                </c:pt>
                <c:pt idx="719">
                  <c:v>42716</c:v>
                </c:pt>
                <c:pt idx="720">
                  <c:v>42717</c:v>
                </c:pt>
                <c:pt idx="721">
                  <c:v>42718</c:v>
                </c:pt>
                <c:pt idx="722">
                  <c:v>42719</c:v>
                </c:pt>
                <c:pt idx="723">
                  <c:v>42720</c:v>
                </c:pt>
                <c:pt idx="724">
                  <c:v>42723</c:v>
                </c:pt>
                <c:pt idx="725">
                  <c:v>42724</c:v>
                </c:pt>
                <c:pt idx="726">
                  <c:v>42725</c:v>
                </c:pt>
                <c:pt idx="727">
                  <c:v>42726</c:v>
                </c:pt>
                <c:pt idx="728">
                  <c:v>42727</c:v>
                </c:pt>
                <c:pt idx="729">
                  <c:v>42730</c:v>
                </c:pt>
                <c:pt idx="730">
                  <c:v>42731</c:v>
                </c:pt>
                <c:pt idx="731">
                  <c:v>42732</c:v>
                </c:pt>
                <c:pt idx="732">
                  <c:v>42733</c:v>
                </c:pt>
                <c:pt idx="733">
                  <c:v>42734</c:v>
                </c:pt>
                <c:pt idx="734">
                  <c:v>42738</c:v>
                </c:pt>
                <c:pt idx="735">
                  <c:v>42739</c:v>
                </c:pt>
                <c:pt idx="736">
                  <c:v>42740</c:v>
                </c:pt>
                <c:pt idx="737">
                  <c:v>42741</c:v>
                </c:pt>
                <c:pt idx="738">
                  <c:v>42744</c:v>
                </c:pt>
                <c:pt idx="739">
                  <c:v>42745</c:v>
                </c:pt>
                <c:pt idx="740">
                  <c:v>42746</c:v>
                </c:pt>
                <c:pt idx="741">
                  <c:v>42747</c:v>
                </c:pt>
                <c:pt idx="742">
                  <c:v>42748</c:v>
                </c:pt>
                <c:pt idx="743">
                  <c:v>42751</c:v>
                </c:pt>
                <c:pt idx="744">
                  <c:v>42752</c:v>
                </c:pt>
                <c:pt idx="745">
                  <c:v>42753</c:v>
                </c:pt>
                <c:pt idx="746">
                  <c:v>42754</c:v>
                </c:pt>
                <c:pt idx="747">
                  <c:v>42755</c:v>
                </c:pt>
                <c:pt idx="748">
                  <c:v>42758</c:v>
                </c:pt>
                <c:pt idx="749">
                  <c:v>42759</c:v>
                </c:pt>
                <c:pt idx="750">
                  <c:v>42760</c:v>
                </c:pt>
                <c:pt idx="751">
                  <c:v>42761</c:v>
                </c:pt>
                <c:pt idx="752">
                  <c:v>42769</c:v>
                </c:pt>
                <c:pt idx="753">
                  <c:v>42772</c:v>
                </c:pt>
                <c:pt idx="754">
                  <c:v>42773</c:v>
                </c:pt>
                <c:pt idx="755">
                  <c:v>42774</c:v>
                </c:pt>
                <c:pt idx="756">
                  <c:v>42775</c:v>
                </c:pt>
                <c:pt idx="757">
                  <c:v>42776</c:v>
                </c:pt>
                <c:pt idx="758">
                  <c:v>42779</c:v>
                </c:pt>
                <c:pt idx="759">
                  <c:v>42780</c:v>
                </c:pt>
                <c:pt idx="760">
                  <c:v>42781</c:v>
                </c:pt>
                <c:pt idx="761">
                  <c:v>42782</c:v>
                </c:pt>
                <c:pt idx="762">
                  <c:v>42783</c:v>
                </c:pt>
                <c:pt idx="763">
                  <c:v>42786</c:v>
                </c:pt>
                <c:pt idx="764">
                  <c:v>42787</c:v>
                </c:pt>
                <c:pt idx="765">
                  <c:v>42788</c:v>
                </c:pt>
                <c:pt idx="766">
                  <c:v>42789</c:v>
                </c:pt>
                <c:pt idx="767">
                  <c:v>42790</c:v>
                </c:pt>
                <c:pt idx="768">
                  <c:v>42793</c:v>
                </c:pt>
                <c:pt idx="769">
                  <c:v>42794</c:v>
                </c:pt>
                <c:pt idx="770">
                  <c:v>42795</c:v>
                </c:pt>
                <c:pt idx="771">
                  <c:v>42796</c:v>
                </c:pt>
                <c:pt idx="772">
                  <c:v>42797</c:v>
                </c:pt>
                <c:pt idx="773">
                  <c:v>42800</c:v>
                </c:pt>
                <c:pt idx="774">
                  <c:v>42801</c:v>
                </c:pt>
                <c:pt idx="775">
                  <c:v>42802</c:v>
                </c:pt>
                <c:pt idx="776">
                  <c:v>42803</c:v>
                </c:pt>
                <c:pt idx="777">
                  <c:v>42804</c:v>
                </c:pt>
                <c:pt idx="778">
                  <c:v>42807</c:v>
                </c:pt>
                <c:pt idx="779">
                  <c:v>42808</c:v>
                </c:pt>
                <c:pt idx="780">
                  <c:v>42809</c:v>
                </c:pt>
                <c:pt idx="781">
                  <c:v>42810</c:v>
                </c:pt>
                <c:pt idx="782">
                  <c:v>42811</c:v>
                </c:pt>
                <c:pt idx="783">
                  <c:v>42814</c:v>
                </c:pt>
                <c:pt idx="784">
                  <c:v>42815</c:v>
                </c:pt>
                <c:pt idx="785">
                  <c:v>42816</c:v>
                </c:pt>
                <c:pt idx="786">
                  <c:v>42817</c:v>
                </c:pt>
                <c:pt idx="787">
                  <c:v>42818</c:v>
                </c:pt>
                <c:pt idx="788">
                  <c:v>42821</c:v>
                </c:pt>
                <c:pt idx="789">
                  <c:v>42822</c:v>
                </c:pt>
                <c:pt idx="790">
                  <c:v>42823</c:v>
                </c:pt>
                <c:pt idx="791">
                  <c:v>42824</c:v>
                </c:pt>
                <c:pt idx="792">
                  <c:v>42825</c:v>
                </c:pt>
                <c:pt idx="793">
                  <c:v>42830</c:v>
                </c:pt>
                <c:pt idx="794">
                  <c:v>42831</c:v>
                </c:pt>
                <c:pt idx="795">
                  <c:v>42832</c:v>
                </c:pt>
                <c:pt idx="796">
                  <c:v>42835</c:v>
                </c:pt>
                <c:pt idx="797">
                  <c:v>42836</c:v>
                </c:pt>
                <c:pt idx="798">
                  <c:v>42837</c:v>
                </c:pt>
                <c:pt idx="799">
                  <c:v>42838</c:v>
                </c:pt>
                <c:pt idx="800">
                  <c:v>42839</c:v>
                </c:pt>
                <c:pt idx="801">
                  <c:v>42842</c:v>
                </c:pt>
                <c:pt idx="802">
                  <c:v>42843</c:v>
                </c:pt>
                <c:pt idx="803">
                  <c:v>42844</c:v>
                </c:pt>
                <c:pt idx="804">
                  <c:v>42845</c:v>
                </c:pt>
                <c:pt idx="805">
                  <c:v>42846</c:v>
                </c:pt>
                <c:pt idx="806">
                  <c:v>42849</c:v>
                </c:pt>
                <c:pt idx="807">
                  <c:v>42850</c:v>
                </c:pt>
                <c:pt idx="808">
                  <c:v>42851</c:v>
                </c:pt>
                <c:pt idx="809">
                  <c:v>42852</c:v>
                </c:pt>
                <c:pt idx="810">
                  <c:v>42853</c:v>
                </c:pt>
                <c:pt idx="811">
                  <c:v>42857</c:v>
                </c:pt>
                <c:pt idx="812">
                  <c:v>42858</c:v>
                </c:pt>
                <c:pt idx="813">
                  <c:v>42859</c:v>
                </c:pt>
                <c:pt idx="814">
                  <c:v>42860</c:v>
                </c:pt>
                <c:pt idx="815">
                  <c:v>42863</c:v>
                </c:pt>
                <c:pt idx="816">
                  <c:v>42864</c:v>
                </c:pt>
                <c:pt idx="817">
                  <c:v>42865</c:v>
                </c:pt>
                <c:pt idx="818">
                  <c:v>42866</c:v>
                </c:pt>
                <c:pt idx="819">
                  <c:v>42867</c:v>
                </c:pt>
                <c:pt idx="820">
                  <c:v>42870</c:v>
                </c:pt>
                <c:pt idx="821">
                  <c:v>42871</c:v>
                </c:pt>
                <c:pt idx="822">
                  <c:v>42872</c:v>
                </c:pt>
                <c:pt idx="823">
                  <c:v>42873</c:v>
                </c:pt>
                <c:pt idx="824">
                  <c:v>42874</c:v>
                </c:pt>
                <c:pt idx="825">
                  <c:v>42877</c:v>
                </c:pt>
                <c:pt idx="826">
                  <c:v>42878</c:v>
                </c:pt>
                <c:pt idx="827">
                  <c:v>42879</c:v>
                </c:pt>
                <c:pt idx="828">
                  <c:v>42880</c:v>
                </c:pt>
                <c:pt idx="829">
                  <c:v>42881</c:v>
                </c:pt>
                <c:pt idx="830">
                  <c:v>42886</c:v>
                </c:pt>
                <c:pt idx="831">
                  <c:v>42887</c:v>
                </c:pt>
                <c:pt idx="832">
                  <c:v>42888</c:v>
                </c:pt>
                <c:pt idx="833">
                  <c:v>42891</c:v>
                </c:pt>
                <c:pt idx="834">
                  <c:v>42892</c:v>
                </c:pt>
                <c:pt idx="835">
                  <c:v>42893</c:v>
                </c:pt>
                <c:pt idx="836">
                  <c:v>42894</c:v>
                </c:pt>
                <c:pt idx="837">
                  <c:v>42895</c:v>
                </c:pt>
                <c:pt idx="838">
                  <c:v>42898</c:v>
                </c:pt>
                <c:pt idx="839">
                  <c:v>42899</c:v>
                </c:pt>
                <c:pt idx="840">
                  <c:v>42900</c:v>
                </c:pt>
                <c:pt idx="841">
                  <c:v>42901</c:v>
                </c:pt>
                <c:pt idx="842">
                  <c:v>42902</c:v>
                </c:pt>
                <c:pt idx="843">
                  <c:v>42905</c:v>
                </c:pt>
                <c:pt idx="844">
                  <c:v>42906</c:v>
                </c:pt>
                <c:pt idx="845">
                  <c:v>42907</c:v>
                </c:pt>
                <c:pt idx="846">
                  <c:v>42908</c:v>
                </c:pt>
                <c:pt idx="847">
                  <c:v>42909</c:v>
                </c:pt>
                <c:pt idx="848">
                  <c:v>42912</c:v>
                </c:pt>
                <c:pt idx="849">
                  <c:v>42913</c:v>
                </c:pt>
                <c:pt idx="850">
                  <c:v>42914</c:v>
                </c:pt>
                <c:pt idx="851">
                  <c:v>42915</c:v>
                </c:pt>
                <c:pt idx="852">
                  <c:v>42916</c:v>
                </c:pt>
                <c:pt idx="853">
                  <c:v>42919</c:v>
                </c:pt>
                <c:pt idx="854">
                  <c:v>42920</c:v>
                </c:pt>
                <c:pt idx="855">
                  <c:v>42921</c:v>
                </c:pt>
                <c:pt idx="856">
                  <c:v>42922</c:v>
                </c:pt>
                <c:pt idx="857">
                  <c:v>42923</c:v>
                </c:pt>
                <c:pt idx="858">
                  <c:v>42926</c:v>
                </c:pt>
                <c:pt idx="859">
                  <c:v>42927</c:v>
                </c:pt>
                <c:pt idx="860">
                  <c:v>42928</c:v>
                </c:pt>
                <c:pt idx="861">
                  <c:v>42929</c:v>
                </c:pt>
                <c:pt idx="862">
                  <c:v>42930</c:v>
                </c:pt>
                <c:pt idx="863">
                  <c:v>42933</c:v>
                </c:pt>
                <c:pt idx="864">
                  <c:v>42934</c:v>
                </c:pt>
                <c:pt idx="865">
                  <c:v>42935</c:v>
                </c:pt>
                <c:pt idx="866">
                  <c:v>42936</c:v>
                </c:pt>
                <c:pt idx="867">
                  <c:v>42937</c:v>
                </c:pt>
                <c:pt idx="868">
                  <c:v>42940</c:v>
                </c:pt>
                <c:pt idx="869">
                  <c:v>42941</c:v>
                </c:pt>
                <c:pt idx="870">
                  <c:v>42942</c:v>
                </c:pt>
                <c:pt idx="871">
                  <c:v>42943</c:v>
                </c:pt>
                <c:pt idx="872">
                  <c:v>42944</c:v>
                </c:pt>
                <c:pt idx="873">
                  <c:v>42947</c:v>
                </c:pt>
                <c:pt idx="874">
                  <c:v>42948</c:v>
                </c:pt>
                <c:pt idx="875">
                  <c:v>42949</c:v>
                </c:pt>
                <c:pt idx="876">
                  <c:v>42950</c:v>
                </c:pt>
                <c:pt idx="877">
                  <c:v>42951</c:v>
                </c:pt>
                <c:pt idx="878">
                  <c:v>42954</c:v>
                </c:pt>
                <c:pt idx="879">
                  <c:v>42955</c:v>
                </c:pt>
                <c:pt idx="880">
                  <c:v>42956</c:v>
                </c:pt>
                <c:pt idx="881">
                  <c:v>42957</c:v>
                </c:pt>
                <c:pt idx="882">
                  <c:v>42958</c:v>
                </c:pt>
                <c:pt idx="883">
                  <c:v>42961</c:v>
                </c:pt>
                <c:pt idx="884">
                  <c:v>42962</c:v>
                </c:pt>
                <c:pt idx="885">
                  <c:v>42963</c:v>
                </c:pt>
                <c:pt idx="886">
                  <c:v>42964</c:v>
                </c:pt>
                <c:pt idx="887">
                  <c:v>42965</c:v>
                </c:pt>
                <c:pt idx="888">
                  <c:v>42968</c:v>
                </c:pt>
                <c:pt idx="889">
                  <c:v>42969</c:v>
                </c:pt>
                <c:pt idx="890">
                  <c:v>42970</c:v>
                </c:pt>
                <c:pt idx="891">
                  <c:v>42971</c:v>
                </c:pt>
                <c:pt idx="892">
                  <c:v>42972</c:v>
                </c:pt>
                <c:pt idx="893">
                  <c:v>42975</c:v>
                </c:pt>
                <c:pt idx="894">
                  <c:v>42976</c:v>
                </c:pt>
                <c:pt idx="895">
                  <c:v>42977</c:v>
                </c:pt>
                <c:pt idx="896">
                  <c:v>42978</c:v>
                </c:pt>
                <c:pt idx="897">
                  <c:v>42979</c:v>
                </c:pt>
                <c:pt idx="898">
                  <c:v>42982</c:v>
                </c:pt>
                <c:pt idx="899">
                  <c:v>42983</c:v>
                </c:pt>
                <c:pt idx="900">
                  <c:v>42984</c:v>
                </c:pt>
                <c:pt idx="901">
                  <c:v>42985</c:v>
                </c:pt>
                <c:pt idx="902">
                  <c:v>42986</c:v>
                </c:pt>
                <c:pt idx="903">
                  <c:v>42989</c:v>
                </c:pt>
                <c:pt idx="904">
                  <c:v>42990</c:v>
                </c:pt>
                <c:pt idx="905">
                  <c:v>42991</c:v>
                </c:pt>
                <c:pt idx="906">
                  <c:v>42992</c:v>
                </c:pt>
                <c:pt idx="907">
                  <c:v>42993</c:v>
                </c:pt>
                <c:pt idx="908">
                  <c:v>42996</c:v>
                </c:pt>
                <c:pt idx="909">
                  <c:v>42997</c:v>
                </c:pt>
                <c:pt idx="910">
                  <c:v>42998</c:v>
                </c:pt>
                <c:pt idx="911">
                  <c:v>42999</c:v>
                </c:pt>
                <c:pt idx="912">
                  <c:v>43000</c:v>
                </c:pt>
                <c:pt idx="913">
                  <c:v>43003</c:v>
                </c:pt>
                <c:pt idx="914">
                  <c:v>43004</c:v>
                </c:pt>
                <c:pt idx="915">
                  <c:v>43005</c:v>
                </c:pt>
                <c:pt idx="916">
                  <c:v>43006</c:v>
                </c:pt>
                <c:pt idx="917">
                  <c:v>43007</c:v>
                </c:pt>
                <c:pt idx="918">
                  <c:v>43017</c:v>
                </c:pt>
                <c:pt idx="919">
                  <c:v>43018</c:v>
                </c:pt>
                <c:pt idx="920">
                  <c:v>43019</c:v>
                </c:pt>
                <c:pt idx="921">
                  <c:v>43020</c:v>
                </c:pt>
                <c:pt idx="922">
                  <c:v>43021</c:v>
                </c:pt>
                <c:pt idx="923">
                  <c:v>43024</c:v>
                </c:pt>
                <c:pt idx="924">
                  <c:v>43025</c:v>
                </c:pt>
                <c:pt idx="925">
                  <c:v>43026</c:v>
                </c:pt>
                <c:pt idx="926">
                  <c:v>43027</c:v>
                </c:pt>
                <c:pt idx="927">
                  <c:v>43028</c:v>
                </c:pt>
                <c:pt idx="928">
                  <c:v>43031</c:v>
                </c:pt>
                <c:pt idx="929">
                  <c:v>43032</c:v>
                </c:pt>
                <c:pt idx="930">
                  <c:v>43033</c:v>
                </c:pt>
                <c:pt idx="931">
                  <c:v>43034</c:v>
                </c:pt>
                <c:pt idx="932">
                  <c:v>43035</c:v>
                </c:pt>
                <c:pt idx="933">
                  <c:v>43038</c:v>
                </c:pt>
                <c:pt idx="934">
                  <c:v>43039</c:v>
                </c:pt>
                <c:pt idx="935">
                  <c:v>43040</c:v>
                </c:pt>
                <c:pt idx="936">
                  <c:v>43041</c:v>
                </c:pt>
                <c:pt idx="937">
                  <c:v>43042</c:v>
                </c:pt>
                <c:pt idx="938">
                  <c:v>43045</c:v>
                </c:pt>
                <c:pt idx="939">
                  <c:v>43046</c:v>
                </c:pt>
                <c:pt idx="940">
                  <c:v>43047</c:v>
                </c:pt>
                <c:pt idx="941">
                  <c:v>43048</c:v>
                </c:pt>
                <c:pt idx="942">
                  <c:v>43049</c:v>
                </c:pt>
                <c:pt idx="943">
                  <c:v>43052</c:v>
                </c:pt>
                <c:pt idx="944">
                  <c:v>43053</c:v>
                </c:pt>
                <c:pt idx="945">
                  <c:v>43054</c:v>
                </c:pt>
                <c:pt idx="946">
                  <c:v>43055</c:v>
                </c:pt>
                <c:pt idx="947">
                  <c:v>43056</c:v>
                </c:pt>
                <c:pt idx="948">
                  <c:v>43059</c:v>
                </c:pt>
                <c:pt idx="949">
                  <c:v>43060</c:v>
                </c:pt>
                <c:pt idx="950">
                  <c:v>43061</c:v>
                </c:pt>
                <c:pt idx="951">
                  <c:v>43062</c:v>
                </c:pt>
                <c:pt idx="952">
                  <c:v>43063</c:v>
                </c:pt>
                <c:pt idx="953">
                  <c:v>43066</c:v>
                </c:pt>
                <c:pt idx="954">
                  <c:v>43067</c:v>
                </c:pt>
                <c:pt idx="955">
                  <c:v>43068</c:v>
                </c:pt>
                <c:pt idx="956">
                  <c:v>43069</c:v>
                </c:pt>
                <c:pt idx="957">
                  <c:v>43070</c:v>
                </c:pt>
                <c:pt idx="958">
                  <c:v>43073</c:v>
                </c:pt>
                <c:pt idx="959">
                  <c:v>43074</c:v>
                </c:pt>
                <c:pt idx="960">
                  <c:v>43075</c:v>
                </c:pt>
                <c:pt idx="961">
                  <c:v>43076</c:v>
                </c:pt>
                <c:pt idx="962">
                  <c:v>43077</c:v>
                </c:pt>
                <c:pt idx="963">
                  <c:v>43080</c:v>
                </c:pt>
                <c:pt idx="964">
                  <c:v>43081</c:v>
                </c:pt>
                <c:pt idx="965">
                  <c:v>43082</c:v>
                </c:pt>
                <c:pt idx="966">
                  <c:v>43083</c:v>
                </c:pt>
                <c:pt idx="967">
                  <c:v>43084</c:v>
                </c:pt>
                <c:pt idx="968">
                  <c:v>43087</c:v>
                </c:pt>
                <c:pt idx="969">
                  <c:v>43088</c:v>
                </c:pt>
                <c:pt idx="970">
                  <c:v>43089</c:v>
                </c:pt>
                <c:pt idx="971">
                  <c:v>43090</c:v>
                </c:pt>
                <c:pt idx="972">
                  <c:v>43091</c:v>
                </c:pt>
                <c:pt idx="973">
                  <c:v>43094</c:v>
                </c:pt>
                <c:pt idx="974">
                  <c:v>43095</c:v>
                </c:pt>
                <c:pt idx="975">
                  <c:v>43096</c:v>
                </c:pt>
                <c:pt idx="976">
                  <c:v>43097</c:v>
                </c:pt>
                <c:pt idx="977">
                  <c:v>43098</c:v>
                </c:pt>
                <c:pt idx="978">
                  <c:v>43102</c:v>
                </c:pt>
                <c:pt idx="979">
                  <c:v>43103</c:v>
                </c:pt>
                <c:pt idx="980">
                  <c:v>43104</c:v>
                </c:pt>
                <c:pt idx="981">
                  <c:v>43105</c:v>
                </c:pt>
                <c:pt idx="982">
                  <c:v>43108</c:v>
                </c:pt>
                <c:pt idx="983">
                  <c:v>43109</c:v>
                </c:pt>
                <c:pt idx="984">
                  <c:v>43110</c:v>
                </c:pt>
                <c:pt idx="985">
                  <c:v>43111</c:v>
                </c:pt>
                <c:pt idx="986">
                  <c:v>43112</c:v>
                </c:pt>
                <c:pt idx="987">
                  <c:v>43115</c:v>
                </c:pt>
                <c:pt idx="988">
                  <c:v>43116</c:v>
                </c:pt>
                <c:pt idx="989">
                  <c:v>43117</c:v>
                </c:pt>
                <c:pt idx="990">
                  <c:v>43118</c:v>
                </c:pt>
                <c:pt idx="991">
                  <c:v>43119</c:v>
                </c:pt>
                <c:pt idx="992">
                  <c:v>43122</c:v>
                </c:pt>
                <c:pt idx="993">
                  <c:v>43123</c:v>
                </c:pt>
                <c:pt idx="994">
                  <c:v>43124</c:v>
                </c:pt>
                <c:pt idx="995">
                  <c:v>43125</c:v>
                </c:pt>
                <c:pt idx="996">
                  <c:v>43126</c:v>
                </c:pt>
                <c:pt idx="997">
                  <c:v>43129</c:v>
                </c:pt>
                <c:pt idx="998">
                  <c:v>43130</c:v>
                </c:pt>
                <c:pt idx="999">
                  <c:v>43131</c:v>
                </c:pt>
                <c:pt idx="1000">
                  <c:v>43132</c:v>
                </c:pt>
                <c:pt idx="1001">
                  <c:v>43133</c:v>
                </c:pt>
                <c:pt idx="1002">
                  <c:v>43136</c:v>
                </c:pt>
                <c:pt idx="1003">
                  <c:v>43137</c:v>
                </c:pt>
                <c:pt idx="1004">
                  <c:v>43138</c:v>
                </c:pt>
                <c:pt idx="1005">
                  <c:v>43139</c:v>
                </c:pt>
                <c:pt idx="1006">
                  <c:v>43140</c:v>
                </c:pt>
                <c:pt idx="1007">
                  <c:v>43143</c:v>
                </c:pt>
                <c:pt idx="1008">
                  <c:v>43144</c:v>
                </c:pt>
                <c:pt idx="1009">
                  <c:v>43145</c:v>
                </c:pt>
                <c:pt idx="1010">
                  <c:v>43153</c:v>
                </c:pt>
                <c:pt idx="1011">
                  <c:v>43154</c:v>
                </c:pt>
                <c:pt idx="1012">
                  <c:v>43157</c:v>
                </c:pt>
                <c:pt idx="1013">
                  <c:v>43158</c:v>
                </c:pt>
                <c:pt idx="1014">
                  <c:v>43159</c:v>
                </c:pt>
                <c:pt idx="1015">
                  <c:v>43160</c:v>
                </c:pt>
                <c:pt idx="1016">
                  <c:v>43161</c:v>
                </c:pt>
                <c:pt idx="1017">
                  <c:v>43164</c:v>
                </c:pt>
                <c:pt idx="1018">
                  <c:v>43165</c:v>
                </c:pt>
                <c:pt idx="1019">
                  <c:v>43166</c:v>
                </c:pt>
                <c:pt idx="1020">
                  <c:v>43167</c:v>
                </c:pt>
                <c:pt idx="1021">
                  <c:v>43168</c:v>
                </c:pt>
                <c:pt idx="1022">
                  <c:v>43171</c:v>
                </c:pt>
                <c:pt idx="1023">
                  <c:v>43172</c:v>
                </c:pt>
                <c:pt idx="1024">
                  <c:v>43173</c:v>
                </c:pt>
                <c:pt idx="1025">
                  <c:v>43174</c:v>
                </c:pt>
                <c:pt idx="1026">
                  <c:v>43175</c:v>
                </c:pt>
                <c:pt idx="1027">
                  <c:v>43178</c:v>
                </c:pt>
                <c:pt idx="1028">
                  <c:v>43179</c:v>
                </c:pt>
                <c:pt idx="1029">
                  <c:v>43180</c:v>
                </c:pt>
                <c:pt idx="1030">
                  <c:v>43181</c:v>
                </c:pt>
                <c:pt idx="1031">
                  <c:v>43182</c:v>
                </c:pt>
                <c:pt idx="1032">
                  <c:v>43185</c:v>
                </c:pt>
                <c:pt idx="1033">
                  <c:v>43186</c:v>
                </c:pt>
                <c:pt idx="1034">
                  <c:v>43187</c:v>
                </c:pt>
                <c:pt idx="1035">
                  <c:v>43188</c:v>
                </c:pt>
                <c:pt idx="1036">
                  <c:v>43189</c:v>
                </c:pt>
                <c:pt idx="1037">
                  <c:v>43192</c:v>
                </c:pt>
                <c:pt idx="1038">
                  <c:v>43193</c:v>
                </c:pt>
                <c:pt idx="1039">
                  <c:v>43194</c:v>
                </c:pt>
                <c:pt idx="1040">
                  <c:v>43199</c:v>
                </c:pt>
                <c:pt idx="1041">
                  <c:v>43200</c:v>
                </c:pt>
                <c:pt idx="1042">
                  <c:v>43201</c:v>
                </c:pt>
                <c:pt idx="1043">
                  <c:v>43202</c:v>
                </c:pt>
                <c:pt idx="1044">
                  <c:v>43203</c:v>
                </c:pt>
                <c:pt idx="1045">
                  <c:v>43206</c:v>
                </c:pt>
                <c:pt idx="1046">
                  <c:v>43207</c:v>
                </c:pt>
                <c:pt idx="1047">
                  <c:v>43208</c:v>
                </c:pt>
                <c:pt idx="1048">
                  <c:v>43209</c:v>
                </c:pt>
                <c:pt idx="1049">
                  <c:v>43210</c:v>
                </c:pt>
                <c:pt idx="1050">
                  <c:v>43213</c:v>
                </c:pt>
                <c:pt idx="1051">
                  <c:v>43214</c:v>
                </c:pt>
                <c:pt idx="1052">
                  <c:v>43215</c:v>
                </c:pt>
                <c:pt idx="1053">
                  <c:v>43216</c:v>
                </c:pt>
                <c:pt idx="1054">
                  <c:v>43217</c:v>
                </c:pt>
                <c:pt idx="1055">
                  <c:v>43222</c:v>
                </c:pt>
                <c:pt idx="1056">
                  <c:v>43223</c:v>
                </c:pt>
                <c:pt idx="1057">
                  <c:v>43224</c:v>
                </c:pt>
                <c:pt idx="1058">
                  <c:v>43227</c:v>
                </c:pt>
                <c:pt idx="1059">
                  <c:v>43228</c:v>
                </c:pt>
                <c:pt idx="1060">
                  <c:v>43229</c:v>
                </c:pt>
                <c:pt idx="1061">
                  <c:v>43230</c:v>
                </c:pt>
                <c:pt idx="1062">
                  <c:v>43231</c:v>
                </c:pt>
                <c:pt idx="1063">
                  <c:v>43234</c:v>
                </c:pt>
                <c:pt idx="1064">
                  <c:v>43235</c:v>
                </c:pt>
                <c:pt idx="1065">
                  <c:v>43236</c:v>
                </c:pt>
                <c:pt idx="1066">
                  <c:v>43237</c:v>
                </c:pt>
                <c:pt idx="1067">
                  <c:v>43238</c:v>
                </c:pt>
                <c:pt idx="1068">
                  <c:v>43241</c:v>
                </c:pt>
                <c:pt idx="1069">
                  <c:v>43242</c:v>
                </c:pt>
                <c:pt idx="1070">
                  <c:v>43243</c:v>
                </c:pt>
                <c:pt idx="1071">
                  <c:v>43244</c:v>
                </c:pt>
                <c:pt idx="1072">
                  <c:v>43245</c:v>
                </c:pt>
                <c:pt idx="1073">
                  <c:v>43248</c:v>
                </c:pt>
                <c:pt idx="1074">
                  <c:v>43249</c:v>
                </c:pt>
                <c:pt idx="1075">
                  <c:v>43250</c:v>
                </c:pt>
                <c:pt idx="1076">
                  <c:v>43251</c:v>
                </c:pt>
                <c:pt idx="1077">
                  <c:v>43252</c:v>
                </c:pt>
                <c:pt idx="1078">
                  <c:v>43255</c:v>
                </c:pt>
                <c:pt idx="1079">
                  <c:v>43256</c:v>
                </c:pt>
                <c:pt idx="1080">
                  <c:v>43257</c:v>
                </c:pt>
                <c:pt idx="1081">
                  <c:v>43258</c:v>
                </c:pt>
                <c:pt idx="1082">
                  <c:v>43259</c:v>
                </c:pt>
                <c:pt idx="1083">
                  <c:v>43262</c:v>
                </c:pt>
                <c:pt idx="1084">
                  <c:v>43263</c:v>
                </c:pt>
                <c:pt idx="1085">
                  <c:v>43264</c:v>
                </c:pt>
                <c:pt idx="1086">
                  <c:v>43265</c:v>
                </c:pt>
                <c:pt idx="1087">
                  <c:v>43266</c:v>
                </c:pt>
                <c:pt idx="1088">
                  <c:v>43270</c:v>
                </c:pt>
                <c:pt idx="1089">
                  <c:v>43271</c:v>
                </c:pt>
                <c:pt idx="1090">
                  <c:v>43272</c:v>
                </c:pt>
                <c:pt idx="1091">
                  <c:v>43273</c:v>
                </c:pt>
                <c:pt idx="1092">
                  <c:v>43276</c:v>
                </c:pt>
                <c:pt idx="1093">
                  <c:v>43277</c:v>
                </c:pt>
                <c:pt idx="1094">
                  <c:v>43278</c:v>
                </c:pt>
                <c:pt idx="1095">
                  <c:v>43279</c:v>
                </c:pt>
                <c:pt idx="1096">
                  <c:v>43280</c:v>
                </c:pt>
                <c:pt idx="1097">
                  <c:v>43283</c:v>
                </c:pt>
                <c:pt idx="1098">
                  <c:v>43284</c:v>
                </c:pt>
                <c:pt idx="1099">
                  <c:v>43285</c:v>
                </c:pt>
                <c:pt idx="1100">
                  <c:v>43286</c:v>
                </c:pt>
                <c:pt idx="1101">
                  <c:v>43287</c:v>
                </c:pt>
                <c:pt idx="1102">
                  <c:v>43290</c:v>
                </c:pt>
                <c:pt idx="1103">
                  <c:v>43291</c:v>
                </c:pt>
                <c:pt idx="1104">
                  <c:v>43292</c:v>
                </c:pt>
                <c:pt idx="1105">
                  <c:v>43293</c:v>
                </c:pt>
                <c:pt idx="1106">
                  <c:v>43294</c:v>
                </c:pt>
                <c:pt idx="1107">
                  <c:v>43297</c:v>
                </c:pt>
                <c:pt idx="1108">
                  <c:v>43298</c:v>
                </c:pt>
                <c:pt idx="1109">
                  <c:v>43299</c:v>
                </c:pt>
                <c:pt idx="1110">
                  <c:v>43300</c:v>
                </c:pt>
                <c:pt idx="1111">
                  <c:v>43301</c:v>
                </c:pt>
                <c:pt idx="1112">
                  <c:v>43304</c:v>
                </c:pt>
                <c:pt idx="1113">
                  <c:v>43305</c:v>
                </c:pt>
                <c:pt idx="1114">
                  <c:v>43306</c:v>
                </c:pt>
                <c:pt idx="1115">
                  <c:v>43307</c:v>
                </c:pt>
                <c:pt idx="1116">
                  <c:v>43308</c:v>
                </c:pt>
                <c:pt idx="1117">
                  <c:v>43311</c:v>
                </c:pt>
                <c:pt idx="1118">
                  <c:v>43312</c:v>
                </c:pt>
                <c:pt idx="1119">
                  <c:v>43313</c:v>
                </c:pt>
                <c:pt idx="1120">
                  <c:v>43314</c:v>
                </c:pt>
                <c:pt idx="1121">
                  <c:v>43315</c:v>
                </c:pt>
                <c:pt idx="1122">
                  <c:v>43318</c:v>
                </c:pt>
                <c:pt idx="1123">
                  <c:v>43319</c:v>
                </c:pt>
                <c:pt idx="1124">
                  <c:v>43320</c:v>
                </c:pt>
                <c:pt idx="1125">
                  <c:v>43321</c:v>
                </c:pt>
                <c:pt idx="1126">
                  <c:v>43322</c:v>
                </c:pt>
                <c:pt idx="1127">
                  <c:v>43325</c:v>
                </c:pt>
                <c:pt idx="1128">
                  <c:v>43326</c:v>
                </c:pt>
                <c:pt idx="1129">
                  <c:v>43327</c:v>
                </c:pt>
                <c:pt idx="1130">
                  <c:v>43328</c:v>
                </c:pt>
                <c:pt idx="1131">
                  <c:v>43329</c:v>
                </c:pt>
                <c:pt idx="1132">
                  <c:v>43332</c:v>
                </c:pt>
                <c:pt idx="1133">
                  <c:v>43333</c:v>
                </c:pt>
                <c:pt idx="1134">
                  <c:v>43334</c:v>
                </c:pt>
                <c:pt idx="1135">
                  <c:v>43335</c:v>
                </c:pt>
                <c:pt idx="1136">
                  <c:v>43336</c:v>
                </c:pt>
                <c:pt idx="1137">
                  <c:v>43339</c:v>
                </c:pt>
                <c:pt idx="1138">
                  <c:v>43340</c:v>
                </c:pt>
                <c:pt idx="1139">
                  <c:v>43341</c:v>
                </c:pt>
                <c:pt idx="1140">
                  <c:v>43342</c:v>
                </c:pt>
                <c:pt idx="1141">
                  <c:v>43343</c:v>
                </c:pt>
                <c:pt idx="1142">
                  <c:v>43346</c:v>
                </c:pt>
                <c:pt idx="1143">
                  <c:v>43347</c:v>
                </c:pt>
                <c:pt idx="1144">
                  <c:v>43348</c:v>
                </c:pt>
                <c:pt idx="1145">
                  <c:v>43349</c:v>
                </c:pt>
                <c:pt idx="1146">
                  <c:v>43350</c:v>
                </c:pt>
                <c:pt idx="1147">
                  <c:v>43353</c:v>
                </c:pt>
                <c:pt idx="1148">
                  <c:v>43354</c:v>
                </c:pt>
                <c:pt idx="1149">
                  <c:v>43355</c:v>
                </c:pt>
                <c:pt idx="1150">
                  <c:v>43356</c:v>
                </c:pt>
                <c:pt idx="1151">
                  <c:v>43357</c:v>
                </c:pt>
                <c:pt idx="1152">
                  <c:v>43360</c:v>
                </c:pt>
                <c:pt idx="1153">
                  <c:v>43361</c:v>
                </c:pt>
                <c:pt idx="1154">
                  <c:v>43362</c:v>
                </c:pt>
                <c:pt idx="1155">
                  <c:v>43363</c:v>
                </c:pt>
                <c:pt idx="1156">
                  <c:v>43364</c:v>
                </c:pt>
                <c:pt idx="1157">
                  <c:v>43368</c:v>
                </c:pt>
                <c:pt idx="1158">
                  <c:v>43369</c:v>
                </c:pt>
                <c:pt idx="1159">
                  <c:v>43370</c:v>
                </c:pt>
                <c:pt idx="1160">
                  <c:v>43371</c:v>
                </c:pt>
                <c:pt idx="1161">
                  <c:v>43381</c:v>
                </c:pt>
                <c:pt idx="1162">
                  <c:v>43382</c:v>
                </c:pt>
                <c:pt idx="1163">
                  <c:v>43383</c:v>
                </c:pt>
                <c:pt idx="1164">
                  <c:v>43384</c:v>
                </c:pt>
                <c:pt idx="1165">
                  <c:v>43385</c:v>
                </c:pt>
                <c:pt idx="1166">
                  <c:v>43388</c:v>
                </c:pt>
                <c:pt idx="1167">
                  <c:v>43389</c:v>
                </c:pt>
                <c:pt idx="1168">
                  <c:v>43390</c:v>
                </c:pt>
                <c:pt idx="1169">
                  <c:v>43391</c:v>
                </c:pt>
                <c:pt idx="1170">
                  <c:v>43392</c:v>
                </c:pt>
                <c:pt idx="1171">
                  <c:v>43395</c:v>
                </c:pt>
                <c:pt idx="1172">
                  <c:v>43396</c:v>
                </c:pt>
                <c:pt idx="1173">
                  <c:v>43397</c:v>
                </c:pt>
                <c:pt idx="1174">
                  <c:v>43398</c:v>
                </c:pt>
                <c:pt idx="1175">
                  <c:v>43399</c:v>
                </c:pt>
                <c:pt idx="1176">
                  <c:v>43402</c:v>
                </c:pt>
                <c:pt idx="1177">
                  <c:v>43403</c:v>
                </c:pt>
                <c:pt idx="1178">
                  <c:v>43404</c:v>
                </c:pt>
                <c:pt idx="1179">
                  <c:v>43405</c:v>
                </c:pt>
                <c:pt idx="1180">
                  <c:v>43406</c:v>
                </c:pt>
                <c:pt idx="1181">
                  <c:v>43409</c:v>
                </c:pt>
                <c:pt idx="1182">
                  <c:v>43410</c:v>
                </c:pt>
                <c:pt idx="1183">
                  <c:v>43411</c:v>
                </c:pt>
                <c:pt idx="1184">
                  <c:v>43412</c:v>
                </c:pt>
                <c:pt idx="1185">
                  <c:v>43413</c:v>
                </c:pt>
                <c:pt idx="1186">
                  <c:v>43416</c:v>
                </c:pt>
                <c:pt idx="1187">
                  <c:v>43417</c:v>
                </c:pt>
                <c:pt idx="1188">
                  <c:v>43418</c:v>
                </c:pt>
                <c:pt idx="1189">
                  <c:v>43419</c:v>
                </c:pt>
                <c:pt idx="1190">
                  <c:v>43420</c:v>
                </c:pt>
                <c:pt idx="1191">
                  <c:v>43423</c:v>
                </c:pt>
                <c:pt idx="1192">
                  <c:v>43424</c:v>
                </c:pt>
                <c:pt idx="1193">
                  <c:v>43425</c:v>
                </c:pt>
                <c:pt idx="1194">
                  <c:v>43426</c:v>
                </c:pt>
                <c:pt idx="1195">
                  <c:v>43427</c:v>
                </c:pt>
                <c:pt idx="1196">
                  <c:v>43430</c:v>
                </c:pt>
                <c:pt idx="1197">
                  <c:v>43431</c:v>
                </c:pt>
                <c:pt idx="1198">
                  <c:v>43432</c:v>
                </c:pt>
                <c:pt idx="1199">
                  <c:v>43433</c:v>
                </c:pt>
                <c:pt idx="1200">
                  <c:v>43434</c:v>
                </c:pt>
                <c:pt idx="1201">
                  <c:v>43437</c:v>
                </c:pt>
                <c:pt idx="1202">
                  <c:v>43438</c:v>
                </c:pt>
                <c:pt idx="1203">
                  <c:v>43439</c:v>
                </c:pt>
                <c:pt idx="1204">
                  <c:v>43440</c:v>
                </c:pt>
                <c:pt idx="1205">
                  <c:v>43441</c:v>
                </c:pt>
                <c:pt idx="1206">
                  <c:v>43444</c:v>
                </c:pt>
                <c:pt idx="1207">
                  <c:v>43445</c:v>
                </c:pt>
                <c:pt idx="1208">
                  <c:v>43446</c:v>
                </c:pt>
                <c:pt idx="1209">
                  <c:v>43447</c:v>
                </c:pt>
                <c:pt idx="1210">
                  <c:v>43448</c:v>
                </c:pt>
                <c:pt idx="1211">
                  <c:v>43451</c:v>
                </c:pt>
                <c:pt idx="1212">
                  <c:v>43452</c:v>
                </c:pt>
                <c:pt idx="1213">
                  <c:v>43453</c:v>
                </c:pt>
                <c:pt idx="1214">
                  <c:v>43454</c:v>
                </c:pt>
                <c:pt idx="1215">
                  <c:v>43455</c:v>
                </c:pt>
                <c:pt idx="1216">
                  <c:v>43458</c:v>
                </c:pt>
                <c:pt idx="1217">
                  <c:v>43459</c:v>
                </c:pt>
                <c:pt idx="1218">
                  <c:v>43460</c:v>
                </c:pt>
                <c:pt idx="1219">
                  <c:v>43461</c:v>
                </c:pt>
                <c:pt idx="1220">
                  <c:v>43462</c:v>
                </c:pt>
                <c:pt idx="1221">
                  <c:v>43467</c:v>
                </c:pt>
                <c:pt idx="1222">
                  <c:v>43468</c:v>
                </c:pt>
                <c:pt idx="1223">
                  <c:v>43469</c:v>
                </c:pt>
                <c:pt idx="1224">
                  <c:v>43472</c:v>
                </c:pt>
                <c:pt idx="1225">
                  <c:v>43473</c:v>
                </c:pt>
                <c:pt idx="1226">
                  <c:v>43474</c:v>
                </c:pt>
                <c:pt idx="1227">
                  <c:v>43475</c:v>
                </c:pt>
                <c:pt idx="1228">
                  <c:v>43476</c:v>
                </c:pt>
                <c:pt idx="1229">
                  <c:v>43479</c:v>
                </c:pt>
                <c:pt idx="1230">
                  <c:v>43480</c:v>
                </c:pt>
                <c:pt idx="1231">
                  <c:v>43481</c:v>
                </c:pt>
                <c:pt idx="1232">
                  <c:v>43482</c:v>
                </c:pt>
                <c:pt idx="1233">
                  <c:v>43483</c:v>
                </c:pt>
                <c:pt idx="1234">
                  <c:v>43486</c:v>
                </c:pt>
                <c:pt idx="1235">
                  <c:v>43487</c:v>
                </c:pt>
                <c:pt idx="1236">
                  <c:v>43488</c:v>
                </c:pt>
                <c:pt idx="1237">
                  <c:v>43489</c:v>
                </c:pt>
                <c:pt idx="1238">
                  <c:v>43490</c:v>
                </c:pt>
                <c:pt idx="1239">
                  <c:v>43493</c:v>
                </c:pt>
                <c:pt idx="1240">
                  <c:v>43494</c:v>
                </c:pt>
                <c:pt idx="1241">
                  <c:v>43495</c:v>
                </c:pt>
                <c:pt idx="1242">
                  <c:v>43496</c:v>
                </c:pt>
                <c:pt idx="1243">
                  <c:v>43497</c:v>
                </c:pt>
                <c:pt idx="1244">
                  <c:v>43507</c:v>
                </c:pt>
                <c:pt idx="1245">
                  <c:v>43508</c:v>
                </c:pt>
                <c:pt idx="1246">
                  <c:v>43509</c:v>
                </c:pt>
                <c:pt idx="1247">
                  <c:v>43510</c:v>
                </c:pt>
                <c:pt idx="1248">
                  <c:v>43511</c:v>
                </c:pt>
                <c:pt idx="1249">
                  <c:v>43514</c:v>
                </c:pt>
                <c:pt idx="1250">
                  <c:v>43515</c:v>
                </c:pt>
                <c:pt idx="1251">
                  <c:v>43516</c:v>
                </c:pt>
                <c:pt idx="1252">
                  <c:v>43517</c:v>
                </c:pt>
                <c:pt idx="1253">
                  <c:v>43518</c:v>
                </c:pt>
                <c:pt idx="1254">
                  <c:v>43521</c:v>
                </c:pt>
                <c:pt idx="1255">
                  <c:v>43522</c:v>
                </c:pt>
                <c:pt idx="1256">
                  <c:v>43523</c:v>
                </c:pt>
                <c:pt idx="1257">
                  <c:v>43524</c:v>
                </c:pt>
                <c:pt idx="1258">
                  <c:v>43525</c:v>
                </c:pt>
                <c:pt idx="1259">
                  <c:v>43528</c:v>
                </c:pt>
                <c:pt idx="1260">
                  <c:v>43529</c:v>
                </c:pt>
                <c:pt idx="1261">
                  <c:v>43530</c:v>
                </c:pt>
                <c:pt idx="1262">
                  <c:v>43531</c:v>
                </c:pt>
                <c:pt idx="1263">
                  <c:v>43532</c:v>
                </c:pt>
                <c:pt idx="1264">
                  <c:v>43535</c:v>
                </c:pt>
                <c:pt idx="1265">
                  <c:v>43536</c:v>
                </c:pt>
                <c:pt idx="1266">
                  <c:v>43537</c:v>
                </c:pt>
                <c:pt idx="1267">
                  <c:v>43538</c:v>
                </c:pt>
                <c:pt idx="1268">
                  <c:v>43539</c:v>
                </c:pt>
                <c:pt idx="1269">
                  <c:v>43542</c:v>
                </c:pt>
                <c:pt idx="1270">
                  <c:v>43543</c:v>
                </c:pt>
                <c:pt idx="1271">
                  <c:v>43544</c:v>
                </c:pt>
                <c:pt idx="1272">
                  <c:v>43545</c:v>
                </c:pt>
                <c:pt idx="1273">
                  <c:v>43546</c:v>
                </c:pt>
                <c:pt idx="1274">
                  <c:v>43549</c:v>
                </c:pt>
                <c:pt idx="1275">
                  <c:v>43550</c:v>
                </c:pt>
                <c:pt idx="1276">
                  <c:v>43551</c:v>
                </c:pt>
                <c:pt idx="1277">
                  <c:v>43552</c:v>
                </c:pt>
                <c:pt idx="1278">
                  <c:v>43553</c:v>
                </c:pt>
                <c:pt idx="1279">
                  <c:v>43556</c:v>
                </c:pt>
                <c:pt idx="1280">
                  <c:v>43557</c:v>
                </c:pt>
                <c:pt idx="1281">
                  <c:v>43558</c:v>
                </c:pt>
                <c:pt idx="1282">
                  <c:v>43559</c:v>
                </c:pt>
                <c:pt idx="1283">
                  <c:v>43563</c:v>
                </c:pt>
                <c:pt idx="1284">
                  <c:v>43564</c:v>
                </c:pt>
                <c:pt idx="1285">
                  <c:v>43565</c:v>
                </c:pt>
                <c:pt idx="1286">
                  <c:v>43566</c:v>
                </c:pt>
                <c:pt idx="1287">
                  <c:v>43567</c:v>
                </c:pt>
                <c:pt idx="1288">
                  <c:v>43570</c:v>
                </c:pt>
                <c:pt idx="1289">
                  <c:v>43571</c:v>
                </c:pt>
                <c:pt idx="1290">
                  <c:v>43572</c:v>
                </c:pt>
                <c:pt idx="1291">
                  <c:v>43573</c:v>
                </c:pt>
                <c:pt idx="1292">
                  <c:v>43574</c:v>
                </c:pt>
                <c:pt idx="1293">
                  <c:v>43577</c:v>
                </c:pt>
                <c:pt idx="1294">
                  <c:v>43578</c:v>
                </c:pt>
                <c:pt idx="1295">
                  <c:v>43579</c:v>
                </c:pt>
                <c:pt idx="1296">
                  <c:v>43580</c:v>
                </c:pt>
                <c:pt idx="1297">
                  <c:v>43581</c:v>
                </c:pt>
                <c:pt idx="1298">
                  <c:v>43584</c:v>
                </c:pt>
                <c:pt idx="1299">
                  <c:v>43585</c:v>
                </c:pt>
                <c:pt idx="1300">
                  <c:v>43591</c:v>
                </c:pt>
                <c:pt idx="1301">
                  <c:v>43592</c:v>
                </c:pt>
                <c:pt idx="1302">
                  <c:v>43593</c:v>
                </c:pt>
                <c:pt idx="1303">
                  <c:v>43594</c:v>
                </c:pt>
                <c:pt idx="1304">
                  <c:v>43595</c:v>
                </c:pt>
                <c:pt idx="1305">
                  <c:v>43598</c:v>
                </c:pt>
                <c:pt idx="1306">
                  <c:v>43599</c:v>
                </c:pt>
                <c:pt idx="1307">
                  <c:v>43600</c:v>
                </c:pt>
                <c:pt idx="1308">
                  <c:v>43601</c:v>
                </c:pt>
                <c:pt idx="1309">
                  <c:v>43602</c:v>
                </c:pt>
                <c:pt idx="1310">
                  <c:v>43605</c:v>
                </c:pt>
                <c:pt idx="1311">
                  <c:v>43606</c:v>
                </c:pt>
                <c:pt idx="1312">
                  <c:v>43607</c:v>
                </c:pt>
                <c:pt idx="1313">
                  <c:v>43608</c:v>
                </c:pt>
                <c:pt idx="1314">
                  <c:v>43609</c:v>
                </c:pt>
                <c:pt idx="1315">
                  <c:v>43612</c:v>
                </c:pt>
                <c:pt idx="1316">
                  <c:v>43613</c:v>
                </c:pt>
                <c:pt idx="1317">
                  <c:v>43614</c:v>
                </c:pt>
                <c:pt idx="1318">
                  <c:v>43615</c:v>
                </c:pt>
                <c:pt idx="1319">
                  <c:v>43616</c:v>
                </c:pt>
                <c:pt idx="1320">
                  <c:v>43619</c:v>
                </c:pt>
                <c:pt idx="1321">
                  <c:v>43620</c:v>
                </c:pt>
                <c:pt idx="1322">
                  <c:v>43621</c:v>
                </c:pt>
                <c:pt idx="1323">
                  <c:v>43622</c:v>
                </c:pt>
                <c:pt idx="1324">
                  <c:v>43626</c:v>
                </c:pt>
                <c:pt idx="1325">
                  <c:v>43627</c:v>
                </c:pt>
                <c:pt idx="1326">
                  <c:v>43628</c:v>
                </c:pt>
                <c:pt idx="1327">
                  <c:v>43629</c:v>
                </c:pt>
                <c:pt idx="1328">
                  <c:v>43630</c:v>
                </c:pt>
                <c:pt idx="1329">
                  <c:v>43633</c:v>
                </c:pt>
                <c:pt idx="1330">
                  <c:v>43634</c:v>
                </c:pt>
                <c:pt idx="1331">
                  <c:v>43635</c:v>
                </c:pt>
                <c:pt idx="1332">
                  <c:v>43636</c:v>
                </c:pt>
                <c:pt idx="1333">
                  <c:v>43637</c:v>
                </c:pt>
                <c:pt idx="1334">
                  <c:v>43640</c:v>
                </c:pt>
                <c:pt idx="1335">
                  <c:v>43641</c:v>
                </c:pt>
                <c:pt idx="1336">
                  <c:v>43642</c:v>
                </c:pt>
                <c:pt idx="1337">
                  <c:v>43643</c:v>
                </c:pt>
                <c:pt idx="1338">
                  <c:v>43644</c:v>
                </c:pt>
                <c:pt idx="1339">
                  <c:v>43647</c:v>
                </c:pt>
                <c:pt idx="1340">
                  <c:v>43648</c:v>
                </c:pt>
                <c:pt idx="1341">
                  <c:v>43649</c:v>
                </c:pt>
                <c:pt idx="1342">
                  <c:v>43650</c:v>
                </c:pt>
                <c:pt idx="1343">
                  <c:v>43651</c:v>
                </c:pt>
                <c:pt idx="1344">
                  <c:v>43654</c:v>
                </c:pt>
                <c:pt idx="1345">
                  <c:v>43655</c:v>
                </c:pt>
                <c:pt idx="1346">
                  <c:v>43656</c:v>
                </c:pt>
                <c:pt idx="1347">
                  <c:v>43657</c:v>
                </c:pt>
                <c:pt idx="1348">
                  <c:v>43658</c:v>
                </c:pt>
                <c:pt idx="1349">
                  <c:v>43661</c:v>
                </c:pt>
                <c:pt idx="1350">
                  <c:v>43662</c:v>
                </c:pt>
                <c:pt idx="1351">
                  <c:v>43663</c:v>
                </c:pt>
                <c:pt idx="1352">
                  <c:v>43664</c:v>
                </c:pt>
                <c:pt idx="1353">
                  <c:v>43665</c:v>
                </c:pt>
                <c:pt idx="1354">
                  <c:v>43668</c:v>
                </c:pt>
                <c:pt idx="1355">
                  <c:v>43669</c:v>
                </c:pt>
                <c:pt idx="1356">
                  <c:v>43670</c:v>
                </c:pt>
                <c:pt idx="1357">
                  <c:v>43671</c:v>
                </c:pt>
                <c:pt idx="1358">
                  <c:v>43672</c:v>
                </c:pt>
                <c:pt idx="1359">
                  <c:v>43675</c:v>
                </c:pt>
                <c:pt idx="1360">
                  <c:v>43676</c:v>
                </c:pt>
                <c:pt idx="1361">
                  <c:v>43677</c:v>
                </c:pt>
                <c:pt idx="1362">
                  <c:v>43678</c:v>
                </c:pt>
                <c:pt idx="1363">
                  <c:v>43679</c:v>
                </c:pt>
                <c:pt idx="1364">
                  <c:v>43682</c:v>
                </c:pt>
                <c:pt idx="1365">
                  <c:v>43683</c:v>
                </c:pt>
                <c:pt idx="1366">
                  <c:v>43684</c:v>
                </c:pt>
                <c:pt idx="1367">
                  <c:v>43685</c:v>
                </c:pt>
                <c:pt idx="1368">
                  <c:v>43686</c:v>
                </c:pt>
                <c:pt idx="1369">
                  <c:v>43689</c:v>
                </c:pt>
                <c:pt idx="1370">
                  <c:v>43690</c:v>
                </c:pt>
                <c:pt idx="1371">
                  <c:v>43691</c:v>
                </c:pt>
                <c:pt idx="1372">
                  <c:v>43692</c:v>
                </c:pt>
                <c:pt idx="1373">
                  <c:v>43693</c:v>
                </c:pt>
                <c:pt idx="1374">
                  <c:v>43696</c:v>
                </c:pt>
                <c:pt idx="1375">
                  <c:v>43697</c:v>
                </c:pt>
                <c:pt idx="1376">
                  <c:v>43698</c:v>
                </c:pt>
                <c:pt idx="1377">
                  <c:v>43699</c:v>
                </c:pt>
                <c:pt idx="1378">
                  <c:v>43700</c:v>
                </c:pt>
                <c:pt idx="1379">
                  <c:v>43703</c:v>
                </c:pt>
                <c:pt idx="1380">
                  <c:v>43704</c:v>
                </c:pt>
                <c:pt idx="1381">
                  <c:v>43705</c:v>
                </c:pt>
                <c:pt idx="1382">
                  <c:v>43706</c:v>
                </c:pt>
                <c:pt idx="1383">
                  <c:v>43707</c:v>
                </c:pt>
                <c:pt idx="1384">
                  <c:v>43710</c:v>
                </c:pt>
                <c:pt idx="1385">
                  <c:v>43711</c:v>
                </c:pt>
                <c:pt idx="1386">
                  <c:v>43712</c:v>
                </c:pt>
                <c:pt idx="1387">
                  <c:v>43713</c:v>
                </c:pt>
                <c:pt idx="1388">
                  <c:v>43714</c:v>
                </c:pt>
                <c:pt idx="1389">
                  <c:v>43717</c:v>
                </c:pt>
                <c:pt idx="1390">
                  <c:v>43718</c:v>
                </c:pt>
                <c:pt idx="1391">
                  <c:v>43719</c:v>
                </c:pt>
                <c:pt idx="1392">
                  <c:v>43720</c:v>
                </c:pt>
                <c:pt idx="1393">
                  <c:v>43724</c:v>
                </c:pt>
                <c:pt idx="1394">
                  <c:v>43725</c:v>
                </c:pt>
                <c:pt idx="1395">
                  <c:v>43726</c:v>
                </c:pt>
                <c:pt idx="1396">
                  <c:v>43727</c:v>
                </c:pt>
                <c:pt idx="1397">
                  <c:v>43728</c:v>
                </c:pt>
                <c:pt idx="1398">
                  <c:v>43731</c:v>
                </c:pt>
                <c:pt idx="1399">
                  <c:v>43732</c:v>
                </c:pt>
                <c:pt idx="1400">
                  <c:v>43733</c:v>
                </c:pt>
                <c:pt idx="1401">
                  <c:v>43734</c:v>
                </c:pt>
                <c:pt idx="1402">
                  <c:v>43735</c:v>
                </c:pt>
                <c:pt idx="1403">
                  <c:v>43738</c:v>
                </c:pt>
                <c:pt idx="1404">
                  <c:v>43746</c:v>
                </c:pt>
                <c:pt idx="1405">
                  <c:v>43747</c:v>
                </c:pt>
                <c:pt idx="1406">
                  <c:v>43748</c:v>
                </c:pt>
                <c:pt idx="1407">
                  <c:v>43749</c:v>
                </c:pt>
                <c:pt idx="1408">
                  <c:v>43752</c:v>
                </c:pt>
                <c:pt idx="1409">
                  <c:v>43753</c:v>
                </c:pt>
                <c:pt idx="1410">
                  <c:v>43754</c:v>
                </c:pt>
                <c:pt idx="1411">
                  <c:v>43755</c:v>
                </c:pt>
                <c:pt idx="1412">
                  <c:v>43756</c:v>
                </c:pt>
                <c:pt idx="1413">
                  <c:v>43759</c:v>
                </c:pt>
                <c:pt idx="1414">
                  <c:v>43760</c:v>
                </c:pt>
                <c:pt idx="1415">
                  <c:v>43761</c:v>
                </c:pt>
                <c:pt idx="1416">
                  <c:v>43762</c:v>
                </c:pt>
                <c:pt idx="1417">
                  <c:v>43763</c:v>
                </c:pt>
                <c:pt idx="1418">
                  <c:v>43766</c:v>
                </c:pt>
                <c:pt idx="1419">
                  <c:v>43767</c:v>
                </c:pt>
                <c:pt idx="1420">
                  <c:v>43768</c:v>
                </c:pt>
                <c:pt idx="1421">
                  <c:v>43769</c:v>
                </c:pt>
                <c:pt idx="1422">
                  <c:v>43770</c:v>
                </c:pt>
                <c:pt idx="1423">
                  <c:v>43773</c:v>
                </c:pt>
                <c:pt idx="1424">
                  <c:v>43774</c:v>
                </c:pt>
                <c:pt idx="1425">
                  <c:v>43775</c:v>
                </c:pt>
                <c:pt idx="1426">
                  <c:v>43776</c:v>
                </c:pt>
                <c:pt idx="1427">
                  <c:v>43777</c:v>
                </c:pt>
                <c:pt idx="1428">
                  <c:v>43780</c:v>
                </c:pt>
                <c:pt idx="1429">
                  <c:v>43781</c:v>
                </c:pt>
                <c:pt idx="1430">
                  <c:v>43782</c:v>
                </c:pt>
                <c:pt idx="1431">
                  <c:v>43783</c:v>
                </c:pt>
                <c:pt idx="1432">
                  <c:v>43784</c:v>
                </c:pt>
                <c:pt idx="1433">
                  <c:v>43787</c:v>
                </c:pt>
                <c:pt idx="1434">
                  <c:v>43788</c:v>
                </c:pt>
                <c:pt idx="1435">
                  <c:v>43789</c:v>
                </c:pt>
                <c:pt idx="1436">
                  <c:v>43790</c:v>
                </c:pt>
                <c:pt idx="1437">
                  <c:v>43791</c:v>
                </c:pt>
                <c:pt idx="1438">
                  <c:v>43794</c:v>
                </c:pt>
                <c:pt idx="1439">
                  <c:v>43795</c:v>
                </c:pt>
                <c:pt idx="1440">
                  <c:v>43796</c:v>
                </c:pt>
                <c:pt idx="1441">
                  <c:v>43797</c:v>
                </c:pt>
                <c:pt idx="1442">
                  <c:v>43798</c:v>
                </c:pt>
                <c:pt idx="1443">
                  <c:v>43801</c:v>
                </c:pt>
                <c:pt idx="1444">
                  <c:v>43802</c:v>
                </c:pt>
                <c:pt idx="1445">
                  <c:v>43803</c:v>
                </c:pt>
                <c:pt idx="1446">
                  <c:v>43804</c:v>
                </c:pt>
                <c:pt idx="1447">
                  <c:v>43805</c:v>
                </c:pt>
                <c:pt idx="1448">
                  <c:v>43808</c:v>
                </c:pt>
                <c:pt idx="1449">
                  <c:v>43809</c:v>
                </c:pt>
                <c:pt idx="1450">
                  <c:v>43810</c:v>
                </c:pt>
                <c:pt idx="1451">
                  <c:v>43811</c:v>
                </c:pt>
                <c:pt idx="1452">
                  <c:v>43812</c:v>
                </c:pt>
                <c:pt idx="1453">
                  <c:v>43815</c:v>
                </c:pt>
                <c:pt idx="1454">
                  <c:v>43816</c:v>
                </c:pt>
                <c:pt idx="1455">
                  <c:v>43817</c:v>
                </c:pt>
                <c:pt idx="1456">
                  <c:v>43818</c:v>
                </c:pt>
                <c:pt idx="1457">
                  <c:v>43819</c:v>
                </c:pt>
                <c:pt idx="1458">
                  <c:v>43822</c:v>
                </c:pt>
                <c:pt idx="1459">
                  <c:v>43823</c:v>
                </c:pt>
                <c:pt idx="1460">
                  <c:v>43824</c:v>
                </c:pt>
                <c:pt idx="1461">
                  <c:v>43825</c:v>
                </c:pt>
                <c:pt idx="1462">
                  <c:v>43826</c:v>
                </c:pt>
                <c:pt idx="1463">
                  <c:v>43829</c:v>
                </c:pt>
                <c:pt idx="1464">
                  <c:v>43830</c:v>
                </c:pt>
                <c:pt idx="1465">
                  <c:v>43832</c:v>
                </c:pt>
                <c:pt idx="1466">
                  <c:v>43833</c:v>
                </c:pt>
                <c:pt idx="1467">
                  <c:v>43836</c:v>
                </c:pt>
                <c:pt idx="1468">
                  <c:v>43837</c:v>
                </c:pt>
                <c:pt idx="1469">
                  <c:v>43838</c:v>
                </c:pt>
                <c:pt idx="1470">
                  <c:v>43839</c:v>
                </c:pt>
                <c:pt idx="1471">
                  <c:v>43840</c:v>
                </c:pt>
                <c:pt idx="1472">
                  <c:v>43843</c:v>
                </c:pt>
                <c:pt idx="1473">
                  <c:v>43844</c:v>
                </c:pt>
                <c:pt idx="1474">
                  <c:v>43845</c:v>
                </c:pt>
                <c:pt idx="1475">
                  <c:v>43846</c:v>
                </c:pt>
                <c:pt idx="1476">
                  <c:v>43847</c:v>
                </c:pt>
                <c:pt idx="1477">
                  <c:v>43850</c:v>
                </c:pt>
                <c:pt idx="1478">
                  <c:v>43851</c:v>
                </c:pt>
                <c:pt idx="1479">
                  <c:v>43852</c:v>
                </c:pt>
                <c:pt idx="1480">
                  <c:v>43853</c:v>
                </c:pt>
                <c:pt idx="1481">
                  <c:v>43864</c:v>
                </c:pt>
                <c:pt idx="1482">
                  <c:v>43865</c:v>
                </c:pt>
                <c:pt idx="1483">
                  <c:v>43866</c:v>
                </c:pt>
                <c:pt idx="1484">
                  <c:v>43867</c:v>
                </c:pt>
                <c:pt idx="1485">
                  <c:v>43868</c:v>
                </c:pt>
                <c:pt idx="1486">
                  <c:v>43871</c:v>
                </c:pt>
                <c:pt idx="1487">
                  <c:v>43872</c:v>
                </c:pt>
                <c:pt idx="1488">
                  <c:v>43873</c:v>
                </c:pt>
                <c:pt idx="1489">
                  <c:v>43874</c:v>
                </c:pt>
                <c:pt idx="1490">
                  <c:v>43875</c:v>
                </c:pt>
                <c:pt idx="1491">
                  <c:v>43878</c:v>
                </c:pt>
                <c:pt idx="1492">
                  <c:v>43879</c:v>
                </c:pt>
                <c:pt idx="1493">
                  <c:v>43880</c:v>
                </c:pt>
                <c:pt idx="1494">
                  <c:v>43881</c:v>
                </c:pt>
                <c:pt idx="1495">
                  <c:v>43882</c:v>
                </c:pt>
                <c:pt idx="1496">
                  <c:v>43885</c:v>
                </c:pt>
                <c:pt idx="1497">
                  <c:v>43886</c:v>
                </c:pt>
                <c:pt idx="1498">
                  <c:v>43887</c:v>
                </c:pt>
                <c:pt idx="1499">
                  <c:v>43888</c:v>
                </c:pt>
                <c:pt idx="1500">
                  <c:v>43889</c:v>
                </c:pt>
                <c:pt idx="1501">
                  <c:v>43892</c:v>
                </c:pt>
                <c:pt idx="1502">
                  <c:v>43893</c:v>
                </c:pt>
                <c:pt idx="1503">
                  <c:v>43894</c:v>
                </c:pt>
                <c:pt idx="1504">
                  <c:v>43895</c:v>
                </c:pt>
                <c:pt idx="1505">
                  <c:v>43896</c:v>
                </c:pt>
                <c:pt idx="1506">
                  <c:v>43899</c:v>
                </c:pt>
                <c:pt idx="1507">
                  <c:v>43900</c:v>
                </c:pt>
                <c:pt idx="1508">
                  <c:v>43901</c:v>
                </c:pt>
                <c:pt idx="1509">
                  <c:v>43902</c:v>
                </c:pt>
                <c:pt idx="1510">
                  <c:v>43903</c:v>
                </c:pt>
                <c:pt idx="1511">
                  <c:v>43906</c:v>
                </c:pt>
                <c:pt idx="1512">
                  <c:v>43907</c:v>
                </c:pt>
                <c:pt idx="1513">
                  <c:v>43908</c:v>
                </c:pt>
                <c:pt idx="1514">
                  <c:v>43909</c:v>
                </c:pt>
                <c:pt idx="1515">
                  <c:v>43910</c:v>
                </c:pt>
                <c:pt idx="1516">
                  <c:v>43913</c:v>
                </c:pt>
                <c:pt idx="1517">
                  <c:v>43914</c:v>
                </c:pt>
                <c:pt idx="1518">
                  <c:v>43915</c:v>
                </c:pt>
                <c:pt idx="1519">
                  <c:v>43916</c:v>
                </c:pt>
                <c:pt idx="1520">
                  <c:v>43917</c:v>
                </c:pt>
                <c:pt idx="1521">
                  <c:v>43920</c:v>
                </c:pt>
                <c:pt idx="1522">
                  <c:v>43921</c:v>
                </c:pt>
                <c:pt idx="1523">
                  <c:v>43922</c:v>
                </c:pt>
                <c:pt idx="1524">
                  <c:v>43923</c:v>
                </c:pt>
                <c:pt idx="1525">
                  <c:v>43924</c:v>
                </c:pt>
                <c:pt idx="1526">
                  <c:v>43928</c:v>
                </c:pt>
                <c:pt idx="1527">
                  <c:v>43929</c:v>
                </c:pt>
                <c:pt idx="1528">
                  <c:v>43930</c:v>
                </c:pt>
                <c:pt idx="1529">
                  <c:v>43931</c:v>
                </c:pt>
                <c:pt idx="1530">
                  <c:v>43934</c:v>
                </c:pt>
                <c:pt idx="1531">
                  <c:v>43935</c:v>
                </c:pt>
                <c:pt idx="1532">
                  <c:v>43936</c:v>
                </c:pt>
                <c:pt idx="1533">
                  <c:v>43937</c:v>
                </c:pt>
                <c:pt idx="1534">
                  <c:v>43938</c:v>
                </c:pt>
                <c:pt idx="1535">
                  <c:v>43941</c:v>
                </c:pt>
                <c:pt idx="1536">
                  <c:v>43942</c:v>
                </c:pt>
                <c:pt idx="1537">
                  <c:v>43943</c:v>
                </c:pt>
                <c:pt idx="1538">
                  <c:v>43944</c:v>
                </c:pt>
                <c:pt idx="1539">
                  <c:v>43945</c:v>
                </c:pt>
                <c:pt idx="1540">
                  <c:v>43948</c:v>
                </c:pt>
                <c:pt idx="1541">
                  <c:v>43949</c:v>
                </c:pt>
                <c:pt idx="1542">
                  <c:v>43950</c:v>
                </c:pt>
                <c:pt idx="1543">
                  <c:v>43951</c:v>
                </c:pt>
                <c:pt idx="1544">
                  <c:v>43957</c:v>
                </c:pt>
                <c:pt idx="1545">
                  <c:v>43958</c:v>
                </c:pt>
                <c:pt idx="1546">
                  <c:v>43959</c:v>
                </c:pt>
                <c:pt idx="1547">
                  <c:v>43962</c:v>
                </c:pt>
                <c:pt idx="1548">
                  <c:v>43963</c:v>
                </c:pt>
                <c:pt idx="1549">
                  <c:v>43964</c:v>
                </c:pt>
                <c:pt idx="1550">
                  <c:v>43965</c:v>
                </c:pt>
                <c:pt idx="1551">
                  <c:v>43966</c:v>
                </c:pt>
                <c:pt idx="1552">
                  <c:v>43969</c:v>
                </c:pt>
                <c:pt idx="1553">
                  <c:v>43970</c:v>
                </c:pt>
                <c:pt idx="1554">
                  <c:v>43971</c:v>
                </c:pt>
                <c:pt idx="1555">
                  <c:v>43972</c:v>
                </c:pt>
                <c:pt idx="1556">
                  <c:v>43973</c:v>
                </c:pt>
                <c:pt idx="1557">
                  <c:v>43976</c:v>
                </c:pt>
                <c:pt idx="1558">
                  <c:v>43977</c:v>
                </c:pt>
                <c:pt idx="1559">
                  <c:v>43978</c:v>
                </c:pt>
                <c:pt idx="1560">
                  <c:v>43979</c:v>
                </c:pt>
                <c:pt idx="1561">
                  <c:v>43980</c:v>
                </c:pt>
                <c:pt idx="1562">
                  <c:v>43983</c:v>
                </c:pt>
                <c:pt idx="1563">
                  <c:v>43984</c:v>
                </c:pt>
                <c:pt idx="1564">
                  <c:v>43985</c:v>
                </c:pt>
                <c:pt idx="1565">
                  <c:v>43986</c:v>
                </c:pt>
                <c:pt idx="1566">
                  <c:v>43987</c:v>
                </c:pt>
                <c:pt idx="1567">
                  <c:v>43990</c:v>
                </c:pt>
                <c:pt idx="1568">
                  <c:v>43991</c:v>
                </c:pt>
                <c:pt idx="1569">
                  <c:v>43992</c:v>
                </c:pt>
                <c:pt idx="1570">
                  <c:v>43993</c:v>
                </c:pt>
                <c:pt idx="1571">
                  <c:v>43994</c:v>
                </c:pt>
                <c:pt idx="1572">
                  <c:v>43997</c:v>
                </c:pt>
                <c:pt idx="1573">
                  <c:v>43998</c:v>
                </c:pt>
                <c:pt idx="1574">
                  <c:v>43999</c:v>
                </c:pt>
                <c:pt idx="1575">
                  <c:v>44000</c:v>
                </c:pt>
                <c:pt idx="1576">
                  <c:v>44001</c:v>
                </c:pt>
                <c:pt idx="1577">
                  <c:v>44004</c:v>
                </c:pt>
                <c:pt idx="1578">
                  <c:v>44005</c:v>
                </c:pt>
                <c:pt idx="1579">
                  <c:v>44006</c:v>
                </c:pt>
                <c:pt idx="1580">
                  <c:v>44011</c:v>
                </c:pt>
                <c:pt idx="1581">
                  <c:v>44012</c:v>
                </c:pt>
                <c:pt idx="1582">
                  <c:v>44013</c:v>
                </c:pt>
                <c:pt idx="1583">
                  <c:v>44014</c:v>
                </c:pt>
                <c:pt idx="1584">
                  <c:v>44015</c:v>
                </c:pt>
                <c:pt idx="1585">
                  <c:v>44018</c:v>
                </c:pt>
                <c:pt idx="1586">
                  <c:v>44019</c:v>
                </c:pt>
                <c:pt idx="1587">
                  <c:v>44020</c:v>
                </c:pt>
                <c:pt idx="1588">
                  <c:v>44021</c:v>
                </c:pt>
                <c:pt idx="1589">
                  <c:v>44022</c:v>
                </c:pt>
                <c:pt idx="1590">
                  <c:v>44025</c:v>
                </c:pt>
                <c:pt idx="1591">
                  <c:v>44026</c:v>
                </c:pt>
                <c:pt idx="1592">
                  <c:v>44027</c:v>
                </c:pt>
                <c:pt idx="1593">
                  <c:v>44028</c:v>
                </c:pt>
                <c:pt idx="1594">
                  <c:v>44029</c:v>
                </c:pt>
                <c:pt idx="1595">
                  <c:v>44032</c:v>
                </c:pt>
                <c:pt idx="1596">
                  <c:v>44033</c:v>
                </c:pt>
                <c:pt idx="1597">
                  <c:v>44034</c:v>
                </c:pt>
                <c:pt idx="1598">
                  <c:v>44035</c:v>
                </c:pt>
                <c:pt idx="1599">
                  <c:v>44036</c:v>
                </c:pt>
                <c:pt idx="1600">
                  <c:v>44039</c:v>
                </c:pt>
                <c:pt idx="1601">
                  <c:v>44040</c:v>
                </c:pt>
                <c:pt idx="1602">
                  <c:v>44041</c:v>
                </c:pt>
                <c:pt idx="1603">
                  <c:v>44042</c:v>
                </c:pt>
                <c:pt idx="1604">
                  <c:v>44043</c:v>
                </c:pt>
                <c:pt idx="1605">
                  <c:v>44046</c:v>
                </c:pt>
                <c:pt idx="1606">
                  <c:v>44047</c:v>
                </c:pt>
                <c:pt idx="1607">
                  <c:v>44048</c:v>
                </c:pt>
                <c:pt idx="1608">
                  <c:v>44049</c:v>
                </c:pt>
                <c:pt idx="1609">
                  <c:v>44050</c:v>
                </c:pt>
                <c:pt idx="1610">
                  <c:v>44053</c:v>
                </c:pt>
                <c:pt idx="1611">
                  <c:v>44054</c:v>
                </c:pt>
                <c:pt idx="1612">
                  <c:v>44055</c:v>
                </c:pt>
                <c:pt idx="1613">
                  <c:v>44056</c:v>
                </c:pt>
                <c:pt idx="1614">
                  <c:v>44057</c:v>
                </c:pt>
                <c:pt idx="1615">
                  <c:v>44060</c:v>
                </c:pt>
                <c:pt idx="1616">
                  <c:v>44061</c:v>
                </c:pt>
                <c:pt idx="1617">
                  <c:v>44062</c:v>
                </c:pt>
                <c:pt idx="1618">
                  <c:v>44063</c:v>
                </c:pt>
                <c:pt idx="1619">
                  <c:v>44064</c:v>
                </c:pt>
                <c:pt idx="1620">
                  <c:v>44067</c:v>
                </c:pt>
                <c:pt idx="1621">
                  <c:v>44068</c:v>
                </c:pt>
                <c:pt idx="1622">
                  <c:v>44069</c:v>
                </c:pt>
                <c:pt idx="1623">
                  <c:v>44070</c:v>
                </c:pt>
                <c:pt idx="1624">
                  <c:v>44071</c:v>
                </c:pt>
                <c:pt idx="1625">
                  <c:v>44074</c:v>
                </c:pt>
                <c:pt idx="1626">
                  <c:v>44075</c:v>
                </c:pt>
                <c:pt idx="1627">
                  <c:v>44076</c:v>
                </c:pt>
                <c:pt idx="1628">
                  <c:v>44077</c:v>
                </c:pt>
                <c:pt idx="1629">
                  <c:v>44078</c:v>
                </c:pt>
                <c:pt idx="1630">
                  <c:v>44081</c:v>
                </c:pt>
                <c:pt idx="1631">
                  <c:v>44082</c:v>
                </c:pt>
                <c:pt idx="1632">
                  <c:v>44083</c:v>
                </c:pt>
                <c:pt idx="1633">
                  <c:v>44084</c:v>
                </c:pt>
                <c:pt idx="1634">
                  <c:v>44085</c:v>
                </c:pt>
                <c:pt idx="1635">
                  <c:v>44088</c:v>
                </c:pt>
                <c:pt idx="1636">
                  <c:v>44089</c:v>
                </c:pt>
                <c:pt idx="1637">
                  <c:v>44090</c:v>
                </c:pt>
                <c:pt idx="1638">
                  <c:v>44091</c:v>
                </c:pt>
                <c:pt idx="1639">
                  <c:v>44092</c:v>
                </c:pt>
                <c:pt idx="1640">
                  <c:v>44095</c:v>
                </c:pt>
                <c:pt idx="1641">
                  <c:v>44096</c:v>
                </c:pt>
                <c:pt idx="1642">
                  <c:v>44097</c:v>
                </c:pt>
                <c:pt idx="1643">
                  <c:v>44098</c:v>
                </c:pt>
                <c:pt idx="1644">
                  <c:v>44099</c:v>
                </c:pt>
                <c:pt idx="1645">
                  <c:v>44102</c:v>
                </c:pt>
                <c:pt idx="1646">
                  <c:v>44103</c:v>
                </c:pt>
                <c:pt idx="1647">
                  <c:v>44104</c:v>
                </c:pt>
                <c:pt idx="1648">
                  <c:v>44113</c:v>
                </c:pt>
                <c:pt idx="1649">
                  <c:v>44116</c:v>
                </c:pt>
                <c:pt idx="1650">
                  <c:v>44117</c:v>
                </c:pt>
                <c:pt idx="1651">
                  <c:v>44118</c:v>
                </c:pt>
                <c:pt idx="1652">
                  <c:v>44119</c:v>
                </c:pt>
                <c:pt idx="1653">
                  <c:v>44120</c:v>
                </c:pt>
                <c:pt idx="1654">
                  <c:v>44123</c:v>
                </c:pt>
                <c:pt idx="1655">
                  <c:v>44124</c:v>
                </c:pt>
                <c:pt idx="1656">
                  <c:v>44125</c:v>
                </c:pt>
                <c:pt idx="1657">
                  <c:v>44126</c:v>
                </c:pt>
                <c:pt idx="1658">
                  <c:v>44127</c:v>
                </c:pt>
                <c:pt idx="1659">
                  <c:v>44130</c:v>
                </c:pt>
                <c:pt idx="1660">
                  <c:v>44131</c:v>
                </c:pt>
                <c:pt idx="1661">
                  <c:v>44132</c:v>
                </c:pt>
                <c:pt idx="1662">
                  <c:v>44133</c:v>
                </c:pt>
                <c:pt idx="1663">
                  <c:v>44134</c:v>
                </c:pt>
                <c:pt idx="1664">
                  <c:v>44137</c:v>
                </c:pt>
                <c:pt idx="1665">
                  <c:v>44138</c:v>
                </c:pt>
                <c:pt idx="1666">
                  <c:v>44139</c:v>
                </c:pt>
                <c:pt idx="1667">
                  <c:v>44140</c:v>
                </c:pt>
                <c:pt idx="1668">
                  <c:v>44141</c:v>
                </c:pt>
                <c:pt idx="1669">
                  <c:v>44144</c:v>
                </c:pt>
                <c:pt idx="1670">
                  <c:v>44145</c:v>
                </c:pt>
                <c:pt idx="1671">
                  <c:v>44146</c:v>
                </c:pt>
                <c:pt idx="1672">
                  <c:v>44147</c:v>
                </c:pt>
                <c:pt idx="1673">
                  <c:v>44148</c:v>
                </c:pt>
                <c:pt idx="1674">
                  <c:v>44151</c:v>
                </c:pt>
                <c:pt idx="1675">
                  <c:v>44152</c:v>
                </c:pt>
                <c:pt idx="1676">
                  <c:v>44153</c:v>
                </c:pt>
                <c:pt idx="1677">
                  <c:v>44154</c:v>
                </c:pt>
                <c:pt idx="1678">
                  <c:v>44155</c:v>
                </c:pt>
                <c:pt idx="1679">
                  <c:v>44158</c:v>
                </c:pt>
                <c:pt idx="1680">
                  <c:v>44159</c:v>
                </c:pt>
                <c:pt idx="1681">
                  <c:v>44160</c:v>
                </c:pt>
                <c:pt idx="1682">
                  <c:v>44161</c:v>
                </c:pt>
                <c:pt idx="1683">
                  <c:v>44162</c:v>
                </c:pt>
                <c:pt idx="1684">
                  <c:v>44165</c:v>
                </c:pt>
                <c:pt idx="1685">
                  <c:v>44166</c:v>
                </c:pt>
                <c:pt idx="1686">
                  <c:v>44167</c:v>
                </c:pt>
                <c:pt idx="1687">
                  <c:v>44168</c:v>
                </c:pt>
                <c:pt idx="1688">
                  <c:v>44169</c:v>
                </c:pt>
                <c:pt idx="1689">
                  <c:v>44172</c:v>
                </c:pt>
                <c:pt idx="1690">
                  <c:v>44173</c:v>
                </c:pt>
                <c:pt idx="1691">
                  <c:v>44174</c:v>
                </c:pt>
                <c:pt idx="1692">
                  <c:v>44175</c:v>
                </c:pt>
                <c:pt idx="1693">
                  <c:v>44176</c:v>
                </c:pt>
                <c:pt idx="1694">
                  <c:v>44179</c:v>
                </c:pt>
                <c:pt idx="1695">
                  <c:v>44180</c:v>
                </c:pt>
                <c:pt idx="1696">
                  <c:v>44181</c:v>
                </c:pt>
                <c:pt idx="1697">
                  <c:v>44182</c:v>
                </c:pt>
                <c:pt idx="1698">
                  <c:v>44183</c:v>
                </c:pt>
                <c:pt idx="1699">
                  <c:v>44186</c:v>
                </c:pt>
                <c:pt idx="1700">
                  <c:v>44187</c:v>
                </c:pt>
                <c:pt idx="1701">
                  <c:v>44188</c:v>
                </c:pt>
                <c:pt idx="1702">
                  <c:v>44189</c:v>
                </c:pt>
                <c:pt idx="1703">
                  <c:v>44190</c:v>
                </c:pt>
                <c:pt idx="1704">
                  <c:v>44193</c:v>
                </c:pt>
                <c:pt idx="1705">
                  <c:v>44194</c:v>
                </c:pt>
                <c:pt idx="1706">
                  <c:v>44195</c:v>
                </c:pt>
                <c:pt idx="1707">
                  <c:v>44196</c:v>
                </c:pt>
                <c:pt idx="1708">
                  <c:v>44200</c:v>
                </c:pt>
                <c:pt idx="1709">
                  <c:v>44201</c:v>
                </c:pt>
                <c:pt idx="1710">
                  <c:v>44202</c:v>
                </c:pt>
                <c:pt idx="1711">
                  <c:v>44203</c:v>
                </c:pt>
                <c:pt idx="1712">
                  <c:v>44204</c:v>
                </c:pt>
                <c:pt idx="1713">
                  <c:v>44207</c:v>
                </c:pt>
                <c:pt idx="1714">
                  <c:v>44208</c:v>
                </c:pt>
                <c:pt idx="1715">
                  <c:v>44209</c:v>
                </c:pt>
                <c:pt idx="1716">
                  <c:v>44210</c:v>
                </c:pt>
                <c:pt idx="1717">
                  <c:v>44211</c:v>
                </c:pt>
                <c:pt idx="1718">
                  <c:v>44214</c:v>
                </c:pt>
                <c:pt idx="1719">
                  <c:v>44215</c:v>
                </c:pt>
                <c:pt idx="1720">
                  <c:v>44216</c:v>
                </c:pt>
                <c:pt idx="1721">
                  <c:v>44217</c:v>
                </c:pt>
                <c:pt idx="1722">
                  <c:v>44218</c:v>
                </c:pt>
                <c:pt idx="1723">
                  <c:v>44221</c:v>
                </c:pt>
                <c:pt idx="1724">
                  <c:v>44222</c:v>
                </c:pt>
                <c:pt idx="1725">
                  <c:v>44223</c:v>
                </c:pt>
                <c:pt idx="1726">
                  <c:v>44224</c:v>
                </c:pt>
                <c:pt idx="1727">
                  <c:v>44225</c:v>
                </c:pt>
                <c:pt idx="1728">
                  <c:v>44228</c:v>
                </c:pt>
                <c:pt idx="1729">
                  <c:v>44229</c:v>
                </c:pt>
                <c:pt idx="1730">
                  <c:v>44230</c:v>
                </c:pt>
                <c:pt idx="1731">
                  <c:v>44231</c:v>
                </c:pt>
                <c:pt idx="1732">
                  <c:v>44232</c:v>
                </c:pt>
                <c:pt idx="1733">
                  <c:v>44235</c:v>
                </c:pt>
                <c:pt idx="1734">
                  <c:v>44236</c:v>
                </c:pt>
                <c:pt idx="1735">
                  <c:v>44237</c:v>
                </c:pt>
                <c:pt idx="1736">
                  <c:v>44245</c:v>
                </c:pt>
                <c:pt idx="1737">
                  <c:v>44246</c:v>
                </c:pt>
                <c:pt idx="1738">
                  <c:v>44249</c:v>
                </c:pt>
                <c:pt idx="1739">
                  <c:v>44250</c:v>
                </c:pt>
                <c:pt idx="1740">
                  <c:v>44251</c:v>
                </c:pt>
                <c:pt idx="1741">
                  <c:v>44252</c:v>
                </c:pt>
                <c:pt idx="1742">
                  <c:v>44253</c:v>
                </c:pt>
                <c:pt idx="1743">
                  <c:v>44256</c:v>
                </c:pt>
                <c:pt idx="1744">
                  <c:v>44257</c:v>
                </c:pt>
                <c:pt idx="1745">
                  <c:v>44258</c:v>
                </c:pt>
                <c:pt idx="1746">
                  <c:v>44259</c:v>
                </c:pt>
                <c:pt idx="1747">
                  <c:v>44260</c:v>
                </c:pt>
                <c:pt idx="1748">
                  <c:v>44263</c:v>
                </c:pt>
                <c:pt idx="1749">
                  <c:v>44264</c:v>
                </c:pt>
                <c:pt idx="1750">
                  <c:v>44265</c:v>
                </c:pt>
                <c:pt idx="1751">
                  <c:v>44266</c:v>
                </c:pt>
                <c:pt idx="1752">
                  <c:v>44267</c:v>
                </c:pt>
                <c:pt idx="1753">
                  <c:v>44270</c:v>
                </c:pt>
                <c:pt idx="1754">
                  <c:v>44271</c:v>
                </c:pt>
                <c:pt idx="1755">
                  <c:v>44272</c:v>
                </c:pt>
                <c:pt idx="1756">
                  <c:v>44273</c:v>
                </c:pt>
                <c:pt idx="1757">
                  <c:v>44274</c:v>
                </c:pt>
                <c:pt idx="1758">
                  <c:v>44277</c:v>
                </c:pt>
                <c:pt idx="1759">
                  <c:v>44278</c:v>
                </c:pt>
                <c:pt idx="1760">
                  <c:v>44279</c:v>
                </c:pt>
                <c:pt idx="1761">
                  <c:v>44280</c:v>
                </c:pt>
                <c:pt idx="1762">
                  <c:v>44281</c:v>
                </c:pt>
                <c:pt idx="1763">
                  <c:v>44284</c:v>
                </c:pt>
                <c:pt idx="1764">
                  <c:v>44285</c:v>
                </c:pt>
                <c:pt idx="1765">
                  <c:v>44286</c:v>
                </c:pt>
                <c:pt idx="1766">
                  <c:v>44287</c:v>
                </c:pt>
                <c:pt idx="1767">
                  <c:v>44288</c:v>
                </c:pt>
                <c:pt idx="1768">
                  <c:v>44292</c:v>
                </c:pt>
                <c:pt idx="1769">
                  <c:v>44293</c:v>
                </c:pt>
                <c:pt idx="1770">
                  <c:v>44294</c:v>
                </c:pt>
                <c:pt idx="1771">
                  <c:v>44295</c:v>
                </c:pt>
                <c:pt idx="1772">
                  <c:v>44298</c:v>
                </c:pt>
                <c:pt idx="1773">
                  <c:v>44299</c:v>
                </c:pt>
                <c:pt idx="1774">
                  <c:v>44300</c:v>
                </c:pt>
                <c:pt idx="1775">
                  <c:v>44301</c:v>
                </c:pt>
                <c:pt idx="1776">
                  <c:v>44302</c:v>
                </c:pt>
                <c:pt idx="1777">
                  <c:v>44305</c:v>
                </c:pt>
                <c:pt idx="1778">
                  <c:v>44306</c:v>
                </c:pt>
                <c:pt idx="1779">
                  <c:v>44307</c:v>
                </c:pt>
                <c:pt idx="1780">
                  <c:v>44308</c:v>
                </c:pt>
                <c:pt idx="1781">
                  <c:v>44309</c:v>
                </c:pt>
                <c:pt idx="1782">
                  <c:v>44312</c:v>
                </c:pt>
                <c:pt idx="1783">
                  <c:v>44313</c:v>
                </c:pt>
                <c:pt idx="1784">
                  <c:v>44314</c:v>
                </c:pt>
                <c:pt idx="1785">
                  <c:v>44315</c:v>
                </c:pt>
                <c:pt idx="1786">
                  <c:v>44316</c:v>
                </c:pt>
                <c:pt idx="1787">
                  <c:v>44322</c:v>
                </c:pt>
                <c:pt idx="1788">
                  <c:v>44323</c:v>
                </c:pt>
                <c:pt idx="1789">
                  <c:v>44326</c:v>
                </c:pt>
                <c:pt idx="1790">
                  <c:v>44327</c:v>
                </c:pt>
                <c:pt idx="1791">
                  <c:v>44328</c:v>
                </c:pt>
                <c:pt idx="1792">
                  <c:v>44329</c:v>
                </c:pt>
                <c:pt idx="1793">
                  <c:v>44330</c:v>
                </c:pt>
                <c:pt idx="1794">
                  <c:v>44333</c:v>
                </c:pt>
                <c:pt idx="1795">
                  <c:v>44334</c:v>
                </c:pt>
                <c:pt idx="1796">
                  <c:v>44335</c:v>
                </c:pt>
                <c:pt idx="1797">
                  <c:v>44336</c:v>
                </c:pt>
                <c:pt idx="1798">
                  <c:v>44337</c:v>
                </c:pt>
                <c:pt idx="1799">
                  <c:v>44340</c:v>
                </c:pt>
                <c:pt idx="1800">
                  <c:v>44341</c:v>
                </c:pt>
                <c:pt idx="1801">
                  <c:v>44342</c:v>
                </c:pt>
                <c:pt idx="1802">
                  <c:v>44343</c:v>
                </c:pt>
                <c:pt idx="1803">
                  <c:v>44344</c:v>
                </c:pt>
                <c:pt idx="1804">
                  <c:v>44347</c:v>
                </c:pt>
                <c:pt idx="1805">
                  <c:v>44348</c:v>
                </c:pt>
                <c:pt idx="1806">
                  <c:v>44349</c:v>
                </c:pt>
                <c:pt idx="1807">
                  <c:v>44350</c:v>
                </c:pt>
                <c:pt idx="1808">
                  <c:v>44351</c:v>
                </c:pt>
                <c:pt idx="1809">
                  <c:v>44354</c:v>
                </c:pt>
                <c:pt idx="1810">
                  <c:v>44355</c:v>
                </c:pt>
                <c:pt idx="1811">
                  <c:v>44356</c:v>
                </c:pt>
                <c:pt idx="1812">
                  <c:v>44357</c:v>
                </c:pt>
                <c:pt idx="1813">
                  <c:v>44358</c:v>
                </c:pt>
                <c:pt idx="1814">
                  <c:v>44362</c:v>
                </c:pt>
                <c:pt idx="1815">
                  <c:v>44363</c:v>
                </c:pt>
                <c:pt idx="1816">
                  <c:v>44364</c:v>
                </c:pt>
                <c:pt idx="1817">
                  <c:v>44365</c:v>
                </c:pt>
                <c:pt idx="1818">
                  <c:v>44368</c:v>
                </c:pt>
                <c:pt idx="1819">
                  <c:v>44369</c:v>
                </c:pt>
                <c:pt idx="1820">
                  <c:v>44370</c:v>
                </c:pt>
                <c:pt idx="1821">
                  <c:v>44371</c:v>
                </c:pt>
                <c:pt idx="1822">
                  <c:v>44372</c:v>
                </c:pt>
                <c:pt idx="1823">
                  <c:v>44375</c:v>
                </c:pt>
                <c:pt idx="1824">
                  <c:v>44376</c:v>
                </c:pt>
                <c:pt idx="1825">
                  <c:v>44377</c:v>
                </c:pt>
                <c:pt idx="1826">
                  <c:v>44378</c:v>
                </c:pt>
                <c:pt idx="1827">
                  <c:v>44379</c:v>
                </c:pt>
                <c:pt idx="1828">
                  <c:v>44382</c:v>
                </c:pt>
                <c:pt idx="1829">
                  <c:v>44383</c:v>
                </c:pt>
                <c:pt idx="1830">
                  <c:v>44384</c:v>
                </c:pt>
                <c:pt idx="1831">
                  <c:v>44385</c:v>
                </c:pt>
                <c:pt idx="1832">
                  <c:v>44386</c:v>
                </c:pt>
                <c:pt idx="1833">
                  <c:v>44389</c:v>
                </c:pt>
                <c:pt idx="1834">
                  <c:v>44390</c:v>
                </c:pt>
                <c:pt idx="1835">
                  <c:v>44391</c:v>
                </c:pt>
                <c:pt idx="1836">
                  <c:v>44392</c:v>
                </c:pt>
                <c:pt idx="1837">
                  <c:v>44393</c:v>
                </c:pt>
                <c:pt idx="1838">
                  <c:v>44396</c:v>
                </c:pt>
                <c:pt idx="1839">
                  <c:v>44397</c:v>
                </c:pt>
                <c:pt idx="1840">
                  <c:v>44398</c:v>
                </c:pt>
                <c:pt idx="1841">
                  <c:v>44399</c:v>
                </c:pt>
                <c:pt idx="1842">
                  <c:v>44400</c:v>
                </c:pt>
                <c:pt idx="1843">
                  <c:v>44403</c:v>
                </c:pt>
                <c:pt idx="1844">
                  <c:v>44404</c:v>
                </c:pt>
                <c:pt idx="1845">
                  <c:v>44405</c:v>
                </c:pt>
                <c:pt idx="1846">
                  <c:v>44406</c:v>
                </c:pt>
                <c:pt idx="1847">
                  <c:v>44407</c:v>
                </c:pt>
                <c:pt idx="1848">
                  <c:v>44410</c:v>
                </c:pt>
                <c:pt idx="1849">
                  <c:v>44411</c:v>
                </c:pt>
                <c:pt idx="1850">
                  <c:v>44412</c:v>
                </c:pt>
                <c:pt idx="1851">
                  <c:v>44413</c:v>
                </c:pt>
                <c:pt idx="1852">
                  <c:v>44414</c:v>
                </c:pt>
                <c:pt idx="1853">
                  <c:v>44417</c:v>
                </c:pt>
                <c:pt idx="1854">
                  <c:v>44418</c:v>
                </c:pt>
                <c:pt idx="1855">
                  <c:v>44419</c:v>
                </c:pt>
                <c:pt idx="1856">
                  <c:v>44420</c:v>
                </c:pt>
                <c:pt idx="1857">
                  <c:v>44421</c:v>
                </c:pt>
                <c:pt idx="1858">
                  <c:v>44424</c:v>
                </c:pt>
                <c:pt idx="1859">
                  <c:v>44425</c:v>
                </c:pt>
                <c:pt idx="1860">
                  <c:v>44426</c:v>
                </c:pt>
                <c:pt idx="1861">
                  <c:v>44427</c:v>
                </c:pt>
                <c:pt idx="1862">
                  <c:v>44428</c:v>
                </c:pt>
                <c:pt idx="1863">
                  <c:v>44431</c:v>
                </c:pt>
                <c:pt idx="1864">
                  <c:v>44432</c:v>
                </c:pt>
                <c:pt idx="1865">
                  <c:v>44433</c:v>
                </c:pt>
                <c:pt idx="1866">
                  <c:v>44434</c:v>
                </c:pt>
                <c:pt idx="1867">
                  <c:v>44435</c:v>
                </c:pt>
                <c:pt idx="1868">
                  <c:v>44438</c:v>
                </c:pt>
                <c:pt idx="1869">
                  <c:v>44439</c:v>
                </c:pt>
                <c:pt idx="1870">
                  <c:v>44440</c:v>
                </c:pt>
                <c:pt idx="1871">
                  <c:v>44441</c:v>
                </c:pt>
                <c:pt idx="1872">
                  <c:v>44442</c:v>
                </c:pt>
                <c:pt idx="1873">
                  <c:v>44445</c:v>
                </c:pt>
                <c:pt idx="1874">
                  <c:v>44446</c:v>
                </c:pt>
                <c:pt idx="1875">
                  <c:v>44447</c:v>
                </c:pt>
                <c:pt idx="1876">
                  <c:v>44448</c:v>
                </c:pt>
                <c:pt idx="1877">
                  <c:v>44449</c:v>
                </c:pt>
                <c:pt idx="1878">
                  <c:v>44452</c:v>
                </c:pt>
                <c:pt idx="1879">
                  <c:v>44453</c:v>
                </c:pt>
                <c:pt idx="1880">
                  <c:v>44454</c:v>
                </c:pt>
                <c:pt idx="1881">
                  <c:v>44455</c:v>
                </c:pt>
                <c:pt idx="1882">
                  <c:v>44456</c:v>
                </c:pt>
                <c:pt idx="1883">
                  <c:v>44461</c:v>
                </c:pt>
                <c:pt idx="1884">
                  <c:v>44462</c:v>
                </c:pt>
                <c:pt idx="1885">
                  <c:v>44463</c:v>
                </c:pt>
                <c:pt idx="1886">
                  <c:v>44466</c:v>
                </c:pt>
                <c:pt idx="1887">
                  <c:v>44467</c:v>
                </c:pt>
                <c:pt idx="1888">
                  <c:v>44468</c:v>
                </c:pt>
                <c:pt idx="1889">
                  <c:v>44469</c:v>
                </c:pt>
                <c:pt idx="1890">
                  <c:v>44477</c:v>
                </c:pt>
                <c:pt idx="1891">
                  <c:v>44480</c:v>
                </c:pt>
                <c:pt idx="1892">
                  <c:v>44481</c:v>
                </c:pt>
                <c:pt idx="1893">
                  <c:v>44482</c:v>
                </c:pt>
                <c:pt idx="1894">
                  <c:v>44483</c:v>
                </c:pt>
                <c:pt idx="1895">
                  <c:v>44484</c:v>
                </c:pt>
                <c:pt idx="1896">
                  <c:v>44487</c:v>
                </c:pt>
                <c:pt idx="1897">
                  <c:v>44488</c:v>
                </c:pt>
                <c:pt idx="1898">
                  <c:v>44489</c:v>
                </c:pt>
                <c:pt idx="1899">
                  <c:v>44490</c:v>
                </c:pt>
                <c:pt idx="1900">
                  <c:v>44491</c:v>
                </c:pt>
                <c:pt idx="1901">
                  <c:v>44494</c:v>
                </c:pt>
                <c:pt idx="1902">
                  <c:v>44495</c:v>
                </c:pt>
                <c:pt idx="1903">
                  <c:v>44496</c:v>
                </c:pt>
                <c:pt idx="1904">
                  <c:v>44497</c:v>
                </c:pt>
                <c:pt idx="1905">
                  <c:v>44498</c:v>
                </c:pt>
                <c:pt idx="1906">
                  <c:v>44501</c:v>
                </c:pt>
                <c:pt idx="1907">
                  <c:v>44502</c:v>
                </c:pt>
                <c:pt idx="1908">
                  <c:v>44503</c:v>
                </c:pt>
                <c:pt idx="1909">
                  <c:v>44504</c:v>
                </c:pt>
                <c:pt idx="1910">
                  <c:v>44505</c:v>
                </c:pt>
                <c:pt idx="1911">
                  <c:v>44508</c:v>
                </c:pt>
                <c:pt idx="1912">
                  <c:v>44509</c:v>
                </c:pt>
                <c:pt idx="1913">
                  <c:v>44510</c:v>
                </c:pt>
                <c:pt idx="1914">
                  <c:v>44511</c:v>
                </c:pt>
                <c:pt idx="1915">
                  <c:v>44512</c:v>
                </c:pt>
                <c:pt idx="1916">
                  <c:v>44515</c:v>
                </c:pt>
                <c:pt idx="1917">
                  <c:v>44516</c:v>
                </c:pt>
                <c:pt idx="1918">
                  <c:v>44517</c:v>
                </c:pt>
                <c:pt idx="1919">
                  <c:v>44518</c:v>
                </c:pt>
                <c:pt idx="1920">
                  <c:v>44519</c:v>
                </c:pt>
                <c:pt idx="1921">
                  <c:v>44522</c:v>
                </c:pt>
                <c:pt idx="1922">
                  <c:v>44523</c:v>
                </c:pt>
                <c:pt idx="1923">
                  <c:v>44524</c:v>
                </c:pt>
                <c:pt idx="1924">
                  <c:v>44525</c:v>
                </c:pt>
                <c:pt idx="1925">
                  <c:v>44526</c:v>
                </c:pt>
                <c:pt idx="1926">
                  <c:v>44529</c:v>
                </c:pt>
                <c:pt idx="1927">
                  <c:v>44530</c:v>
                </c:pt>
                <c:pt idx="1928">
                  <c:v>44531</c:v>
                </c:pt>
                <c:pt idx="1929">
                  <c:v>44532</c:v>
                </c:pt>
                <c:pt idx="1930">
                  <c:v>44533</c:v>
                </c:pt>
                <c:pt idx="1931">
                  <c:v>44536</c:v>
                </c:pt>
                <c:pt idx="1932">
                  <c:v>44537</c:v>
                </c:pt>
                <c:pt idx="1933">
                  <c:v>44538</c:v>
                </c:pt>
                <c:pt idx="1934">
                  <c:v>44539</c:v>
                </c:pt>
                <c:pt idx="1935">
                  <c:v>44540</c:v>
                </c:pt>
                <c:pt idx="1936">
                  <c:v>44543</c:v>
                </c:pt>
                <c:pt idx="1937">
                  <c:v>44544</c:v>
                </c:pt>
                <c:pt idx="1938">
                  <c:v>44545</c:v>
                </c:pt>
                <c:pt idx="1939">
                  <c:v>44546</c:v>
                </c:pt>
                <c:pt idx="1940">
                  <c:v>44547</c:v>
                </c:pt>
                <c:pt idx="1941">
                  <c:v>44550</c:v>
                </c:pt>
                <c:pt idx="1942">
                  <c:v>44551</c:v>
                </c:pt>
                <c:pt idx="1943">
                  <c:v>44552</c:v>
                </c:pt>
                <c:pt idx="1944">
                  <c:v>44553</c:v>
                </c:pt>
                <c:pt idx="1945">
                  <c:v>44554</c:v>
                </c:pt>
                <c:pt idx="1946">
                  <c:v>44557</c:v>
                </c:pt>
                <c:pt idx="1947">
                  <c:v>44558</c:v>
                </c:pt>
                <c:pt idx="1948">
                  <c:v>44559</c:v>
                </c:pt>
                <c:pt idx="1949">
                  <c:v>44560</c:v>
                </c:pt>
                <c:pt idx="1950">
                  <c:v>44561</c:v>
                </c:pt>
                <c:pt idx="1951">
                  <c:v>44565</c:v>
                </c:pt>
                <c:pt idx="1952">
                  <c:v>44566</c:v>
                </c:pt>
                <c:pt idx="1953">
                  <c:v>44567</c:v>
                </c:pt>
                <c:pt idx="1954">
                  <c:v>44568</c:v>
                </c:pt>
                <c:pt idx="1955">
                  <c:v>44571</c:v>
                </c:pt>
                <c:pt idx="1956">
                  <c:v>44572</c:v>
                </c:pt>
                <c:pt idx="1957">
                  <c:v>44573</c:v>
                </c:pt>
                <c:pt idx="1958">
                  <c:v>44574</c:v>
                </c:pt>
                <c:pt idx="1959">
                  <c:v>44575</c:v>
                </c:pt>
                <c:pt idx="1960">
                  <c:v>44578</c:v>
                </c:pt>
                <c:pt idx="1961">
                  <c:v>44579</c:v>
                </c:pt>
                <c:pt idx="1962">
                  <c:v>44580</c:v>
                </c:pt>
                <c:pt idx="1963">
                  <c:v>44581</c:v>
                </c:pt>
                <c:pt idx="1964">
                  <c:v>44582</c:v>
                </c:pt>
                <c:pt idx="1965">
                  <c:v>44585</c:v>
                </c:pt>
                <c:pt idx="1966">
                  <c:v>44586</c:v>
                </c:pt>
                <c:pt idx="1967">
                  <c:v>44587</c:v>
                </c:pt>
                <c:pt idx="1968">
                  <c:v>44588</c:v>
                </c:pt>
                <c:pt idx="1969">
                  <c:v>44589</c:v>
                </c:pt>
                <c:pt idx="1970">
                  <c:v>44599</c:v>
                </c:pt>
                <c:pt idx="1971">
                  <c:v>44600</c:v>
                </c:pt>
                <c:pt idx="1972">
                  <c:v>44601</c:v>
                </c:pt>
                <c:pt idx="1973">
                  <c:v>44602</c:v>
                </c:pt>
                <c:pt idx="1974">
                  <c:v>44603</c:v>
                </c:pt>
                <c:pt idx="1975">
                  <c:v>44606</c:v>
                </c:pt>
                <c:pt idx="1976">
                  <c:v>44607</c:v>
                </c:pt>
                <c:pt idx="1977">
                  <c:v>44608</c:v>
                </c:pt>
                <c:pt idx="1978">
                  <c:v>44609</c:v>
                </c:pt>
                <c:pt idx="1979">
                  <c:v>44610</c:v>
                </c:pt>
                <c:pt idx="1980">
                  <c:v>44613</c:v>
                </c:pt>
                <c:pt idx="1981">
                  <c:v>44614</c:v>
                </c:pt>
                <c:pt idx="1982">
                  <c:v>44615</c:v>
                </c:pt>
                <c:pt idx="1983">
                  <c:v>44616</c:v>
                </c:pt>
                <c:pt idx="1984">
                  <c:v>44617</c:v>
                </c:pt>
                <c:pt idx="1985">
                  <c:v>44620</c:v>
                </c:pt>
                <c:pt idx="1986">
                  <c:v>44621</c:v>
                </c:pt>
                <c:pt idx="1987">
                  <c:v>44622</c:v>
                </c:pt>
                <c:pt idx="1988">
                  <c:v>44623</c:v>
                </c:pt>
                <c:pt idx="1989">
                  <c:v>44624</c:v>
                </c:pt>
                <c:pt idx="1990">
                  <c:v>44627</c:v>
                </c:pt>
                <c:pt idx="1991">
                  <c:v>44628</c:v>
                </c:pt>
                <c:pt idx="1992">
                  <c:v>44629</c:v>
                </c:pt>
                <c:pt idx="1993">
                  <c:v>44630</c:v>
                </c:pt>
                <c:pt idx="1994">
                  <c:v>44631</c:v>
                </c:pt>
                <c:pt idx="1995">
                  <c:v>44634</c:v>
                </c:pt>
                <c:pt idx="1996">
                  <c:v>44635</c:v>
                </c:pt>
                <c:pt idx="1997">
                  <c:v>44636</c:v>
                </c:pt>
                <c:pt idx="1998">
                  <c:v>44637</c:v>
                </c:pt>
                <c:pt idx="1999">
                  <c:v>44638</c:v>
                </c:pt>
                <c:pt idx="2000">
                  <c:v>44641</c:v>
                </c:pt>
                <c:pt idx="2001">
                  <c:v>44642</c:v>
                </c:pt>
                <c:pt idx="2002">
                  <c:v>44643</c:v>
                </c:pt>
                <c:pt idx="2003">
                  <c:v>44644</c:v>
                </c:pt>
                <c:pt idx="2004">
                  <c:v>44645</c:v>
                </c:pt>
                <c:pt idx="2005">
                  <c:v>44648</c:v>
                </c:pt>
                <c:pt idx="2006">
                  <c:v>44649</c:v>
                </c:pt>
                <c:pt idx="2007">
                  <c:v>44650</c:v>
                </c:pt>
                <c:pt idx="2008">
                  <c:v>44651</c:v>
                </c:pt>
                <c:pt idx="2009">
                  <c:v>44652</c:v>
                </c:pt>
                <c:pt idx="2010">
                  <c:v>44657</c:v>
                </c:pt>
                <c:pt idx="2011">
                  <c:v>44658</c:v>
                </c:pt>
                <c:pt idx="2012">
                  <c:v>44659</c:v>
                </c:pt>
                <c:pt idx="2013">
                  <c:v>44662</c:v>
                </c:pt>
                <c:pt idx="2014">
                  <c:v>44663</c:v>
                </c:pt>
                <c:pt idx="2015">
                  <c:v>44664</c:v>
                </c:pt>
                <c:pt idx="2016">
                  <c:v>44665</c:v>
                </c:pt>
                <c:pt idx="2017">
                  <c:v>44666</c:v>
                </c:pt>
                <c:pt idx="2018">
                  <c:v>44669</c:v>
                </c:pt>
                <c:pt idx="2019">
                  <c:v>44670</c:v>
                </c:pt>
                <c:pt idx="2020">
                  <c:v>44671</c:v>
                </c:pt>
                <c:pt idx="2021">
                  <c:v>44672</c:v>
                </c:pt>
                <c:pt idx="2022">
                  <c:v>44673</c:v>
                </c:pt>
                <c:pt idx="2023">
                  <c:v>44676</c:v>
                </c:pt>
                <c:pt idx="2024">
                  <c:v>44677</c:v>
                </c:pt>
                <c:pt idx="2025">
                  <c:v>44678</c:v>
                </c:pt>
                <c:pt idx="2026">
                  <c:v>44679</c:v>
                </c:pt>
                <c:pt idx="2027">
                  <c:v>44680</c:v>
                </c:pt>
                <c:pt idx="2028">
                  <c:v>44686</c:v>
                </c:pt>
                <c:pt idx="2029">
                  <c:v>44687</c:v>
                </c:pt>
                <c:pt idx="2030">
                  <c:v>44690</c:v>
                </c:pt>
                <c:pt idx="2031">
                  <c:v>44691</c:v>
                </c:pt>
                <c:pt idx="2032">
                  <c:v>44692</c:v>
                </c:pt>
                <c:pt idx="2033">
                  <c:v>44693</c:v>
                </c:pt>
                <c:pt idx="2034">
                  <c:v>44694</c:v>
                </c:pt>
                <c:pt idx="2035">
                  <c:v>44697</c:v>
                </c:pt>
                <c:pt idx="2036">
                  <c:v>44698</c:v>
                </c:pt>
                <c:pt idx="2037">
                  <c:v>44699</c:v>
                </c:pt>
                <c:pt idx="2038">
                  <c:v>44700</c:v>
                </c:pt>
                <c:pt idx="2039">
                  <c:v>44701</c:v>
                </c:pt>
                <c:pt idx="2040">
                  <c:v>44704</c:v>
                </c:pt>
                <c:pt idx="2041">
                  <c:v>44705</c:v>
                </c:pt>
                <c:pt idx="2042">
                  <c:v>44706</c:v>
                </c:pt>
                <c:pt idx="2043">
                  <c:v>44707</c:v>
                </c:pt>
                <c:pt idx="2044">
                  <c:v>44708</c:v>
                </c:pt>
                <c:pt idx="2045">
                  <c:v>44711</c:v>
                </c:pt>
                <c:pt idx="2046">
                  <c:v>44712</c:v>
                </c:pt>
                <c:pt idx="2047">
                  <c:v>44713</c:v>
                </c:pt>
                <c:pt idx="2048">
                  <c:v>44714</c:v>
                </c:pt>
                <c:pt idx="2049">
                  <c:v>44718</c:v>
                </c:pt>
                <c:pt idx="2050">
                  <c:v>44719</c:v>
                </c:pt>
                <c:pt idx="2051">
                  <c:v>44720</c:v>
                </c:pt>
                <c:pt idx="2052">
                  <c:v>44721</c:v>
                </c:pt>
                <c:pt idx="2053">
                  <c:v>44722</c:v>
                </c:pt>
                <c:pt idx="2054">
                  <c:v>44725</c:v>
                </c:pt>
                <c:pt idx="2055">
                  <c:v>44726</c:v>
                </c:pt>
                <c:pt idx="2056">
                  <c:v>44727</c:v>
                </c:pt>
                <c:pt idx="2057">
                  <c:v>44728</c:v>
                </c:pt>
                <c:pt idx="2058">
                  <c:v>44729</c:v>
                </c:pt>
                <c:pt idx="2059">
                  <c:v>44732</c:v>
                </c:pt>
                <c:pt idx="2060">
                  <c:v>44733</c:v>
                </c:pt>
                <c:pt idx="2061">
                  <c:v>44734</c:v>
                </c:pt>
                <c:pt idx="2062">
                  <c:v>44735</c:v>
                </c:pt>
                <c:pt idx="2063">
                  <c:v>44736</c:v>
                </c:pt>
                <c:pt idx="2064">
                  <c:v>44739</c:v>
                </c:pt>
                <c:pt idx="2065">
                  <c:v>44740</c:v>
                </c:pt>
                <c:pt idx="2066">
                  <c:v>44741</c:v>
                </c:pt>
                <c:pt idx="2067">
                  <c:v>44742</c:v>
                </c:pt>
                <c:pt idx="2068">
                  <c:v>44743</c:v>
                </c:pt>
                <c:pt idx="2069">
                  <c:v>44746</c:v>
                </c:pt>
                <c:pt idx="2070">
                  <c:v>44747</c:v>
                </c:pt>
                <c:pt idx="2071">
                  <c:v>44748</c:v>
                </c:pt>
                <c:pt idx="2072">
                  <c:v>44749</c:v>
                </c:pt>
                <c:pt idx="2073">
                  <c:v>44750</c:v>
                </c:pt>
                <c:pt idx="2074">
                  <c:v>44753</c:v>
                </c:pt>
                <c:pt idx="2075">
                  <c:v>44754</c:v>
                </c:pt>
                <c:pt idx="2076">
                  <c:v>44755</c:v>
                </c:pt>
                <c:pt idx="2077">
                  <c:v>44756</c:v>
                </c:pt>
                <c:pt idx="2078">
                  <c:v>44757</c:v>
                </c:pt>
                <c:pt idx="2079">
                  <c:v>44760</c:v>
                </c:pt>
                <c:pt idx="2080">
                  <c:v>44761</c:v>
                </c:pt>
                <c:pt idx="2081">
                  <c:v>44762</c:v>
                </c:pt>
                <c:pt idx="2082">
                  <c:v>44763</c:v>
                </c:pt>
                <c:pt idx="2083">
                  <c:v>44764</c:v>
                </c:pt>
                <c:pt idx="2084">
                  <c:v>44767</c:v>
                </c:pt>
                <c:pt idx="2085">
                  <c:v>44768</c:v>
                </c:pt>
                <c:pt idx="2086">
                  <c:v>44769</c:v>
                </c:pt>
                <c:pt idx="2087">
                  <c:v>44770</c:v>
                </c:pt>
                <c:pt idx="2088">
                  <c:v>44771</c:v>
                </c:pt>
                <c:pt idx="2089">
                  <c:v>44774</c:v>
                </c:pt>
                <c:pt idx="2090">
                  <c:v>44775</c:v>
                </c:pt>
                <c:pt idx="2091">
                  <c:v>44776</c:v>
                </c:pt>
                <c:pt idx="2092">
                  <c:v>44777</c:v>
                </c:pt>
                <c:pt idx="2093">
                  <c:v>44778</c:v>
                </c:pt>
                <c:pt idx="2094">
                  <c:v>44781</c:v>
                </c:pt>
                <c:pt idx="2095">
                  <c:v>44782</c:v>
                </c:pt>
                <c:pt idx="2096">
                  <c:v>44783</c:v>
                </c:pt>
                <c:pt idx="2097">
                  <c:v>44784</c:v>
                </c:pt>
                <c:pt idx="2098">
                  <c:v>44785</c:v>
                </c:pt>
                <c:pt idx="2099">
                  <c:v>44788</c:v>
                </c:pt>
                <c:pt idx="2100">
                  <c:v>44789</c:v>
                </c:pt>
                <c:pt idx="2101">
                  <c:v>44790</c:v>
                </c:pt>
                <c:pt idx="2102">
                  <c:v>44791</c:v>
                </c:pt>
                <c:pt idx="2103">
                  <c:v>44792</c:v>
                </c:pt>
                <c:pt idx="2104">
                  <c:v>44795</c:v>
                </c:pt>
                <c:pt idx="2105">
                  <c:v>44796</c:v>
                </c:pt>
                <c:pt idx="2106">
                  <c:v>44797</c:v>
                </c:pt>
                <c:pt idx="2107">
                  <c:v>44798</c:v>
                </c:pt>
                <c:pt idx="2108">
                  <c:v>44799</c:v>
                </c:pt>
                <c:pt idx="2109">
                  <c:v>44802</c:v>
                </c:pt>
                <c:pt idx="2110">
                  <c:v>44803</c:v>
                </c:pt>
                <c:pt idx="2111">
                  <c:v>44804</c:v>
                </c:pt>
                <c:pt idx="2112">
                  <c:v>44805</c:v>
                </c:pt>
                <c:pt idx="2113">
                  <c:v>44806</c:v>
                </c:pt>
                <c:pt idx="2114">
                  <c:v>44809</c:v>
                </c:pt>
                <c:pt idx="2115">
                  <c:v>44810</c:v>
                </c:pt>
                <c:pt idx="2116">
                  <c:v>44811</c:v>
                </c:pt>
                <c:pt idx="2117">
                  <c:v>44812</c:v>
                </c:pt>
                <c:pt idx="2118">
                  <c:v>44813</c:v>
                </c:pt>
                <c:pt idx="2119">
                  <c:v>44817</c:v>
                </c:pt>
                <c:pt idx="2120">
                  <c:v>44818</c:v>
                </c:pt>
                <c:pt idx="2121">
                  <c:v>44819</c:v>
                </c:pt>
                <c:pt idx="2122">
                  <c:v>44820</c:v>
                </c:pt>
                <c:pt idx="2123">
                  <c:v>44823</c:v>
                </c:pt>
                <c:pt idx="2124">
                  <c:v>44824</c:v>
                </c:pt>
                <c:pt idx="2125">
                  <c:v>44825</c:v>
                </c:pt>
                <c:pt idx="2126">
                  <c:v>44826</c:v>
                </c:pt>
                <c:pt idx="2127">
                  <c:v>44827</c:v>
                </c:pt>
                <c:pt idx="2128">
                  <c:v>44830</c:v>
                </c:pt>
                <c:pt idx="2129">
                  <c:v>44831</c:v>
                </c:pt>
                <c:pt idx="2130">
                  <c:v>44832</c:v>
                </c:pt>
                <c:pt idx="2131">
                  <c:v>44833</c:v>
                </c:pt>
                <c:pt idx="2132">
                  <c:v>44834</c:v>
                </c:pt>
                <c:pt idx="2133">
                  <c:v>44844</c:v>
                </c:pt>
                <c:pt idx="2134">
                  <c:v>44845</c:v>
                </c:pt>
                <c:pt idx="2135">
                  <c:v>44846</c:v>
                </c:pt>
                <c:pt idx="2136">
                  <c:v>44847</c:v>
                </c:pt>
                <c:pt idx="2137">
                  <c:v>44848</c:v>
                </c:pt>
                <c:pt idx="2138">
                  <c:v>44851</c:v>
                </c:pt>
                <c:pt idx="2139">
                  <c:v>44852</c:v>
                </c:pt>
                <c:pt idx="2140">
                  <c:v>44853</c:v>
                </c:pt>
                <c:pt idx="2141">
                  <c:v>44854</c:v>
                </c:pt>
                <c:pt idx="2142">
                  <c:v>44855</c:v>
                </c:pt>
                <c:pt idx="2143">
                  <c:v>44858</c:v>
                </c:pt>
                <c:pt idx="2144">
                  <c:v>44859</c:v>
                </c:pt>
                <c:pt idx="2145">
                  <c:v>44860</c:v>
                </c:pt>
                <c:pt idx="2146">
                  <c:v>44861</c:v>
                </c:pt>
                <c:pt idx="2147">
                  <c:v>44862</c:v>
                </c:pt>
                <c:pt idx="2148">
                  <c:v>44865</c:v>
                </c:pt>
                <c:pt idx="2149">
                  <c:v>44866</c:v>
                </c:pt>
                <c:pt idx="2150">
                  <c:v>44867</c:v>
                </c:pt>
                <c:pt idx="2151">
                  <c:v>44868</c:v>
                </c:pt>
                <c:pt idx="2152">
                  <c:v>44869</c:v>
                </c:pt>
                <c:pt idx="2153">
                  <c:v>44872</c:v>
                </c:pt>
                <c:pt idx="2154">
                  <c:v>44873</c:v>
                </c:pt>
                <c:pt idx="2155">
                  <c:v>44874</c:v>
                </c:pt>
                <c:pt idx="2156">
                  <c:v>44875</c:v>
                </c:pt>
                <c:pt idx="2157">
                  <c:v>44876</c:v>
                </c:pt>
                <c:pt idx="2158">
                  <c:v>44879</c:v>
                </c:pt>
                <c:pt idx="2159">
                  <c:v>44880</c:v>
                </c:pt>
                <c:pt idx="2160">
                  <c:v>44881</c:v>
                </c:pt>
                <c:pt idx="2161">
                  <c:v>44882</c:v>
                </c:pt>
                <c:pt idx="2162">
                  <c:v>44883</c:v>
                </c:pt>
                <c:pt idx="2163">
                  <c:v>44886</c:v>
                </c:pt>
                <c:pt idx="2164">
                  <c:v>44887</c:v>
                </c:pt>
                <c:pt idx="2165">
                  <c:v>44888</c:v>
                </c:pt>
                <c:pt idx="2166">
                  <c:v>44889</c:v>
                </c:pt>
                <c:pt idx="2167">
                  <c:v>44890</c:v>
                </c:pt>
                <c:pt idx="2168">
                  <c:v>44893</c:v>
                </c:pt>
                <c:pt idx="2169">
                  <c:v>44894</c:v>
                </c:pt>
                <c:pt idx="2170">
                  <c:v>44895</c:v>
                </c:pt>
                <c:pt idx="2171">
                  <c:v>44896</c:v>
                </c:pt>
                <c:pt idx="2172">
                  <c:v>44897</c:v>
                </c:pt>
                <c:pt idx="2173">
                  <c:v>44900</c:v>
                </c:pt>
                <c:pt idx="2174">
                  <c:v>44901</c:v>
                </c:pt>
                <c:pt idx="2175">
                  <c:v>44902</c:v>
                </c:pt>
                <c:pt idx="2176">
                  <c:v>44903</c:v>
                </c:pt>
                <c:pt idx="2177">
                  <c:v>44904</c:v>
                </c:pt>
                <c:pt idx="2178">
                  <c:v>44907</c:v>
                </c:pt>
                <c:pt idx="2179">
                  <c:v>44908</c:v>
                </c:pt>
                <c:pt idx="2180">
                  <c:v>44909</c:v>
                </c:pt>
                <c:pt idx="2181">
                  <c:v>44910</c:v>
                </c:pt>
                <c:pt idx="2182">
                  <c:v>44911</c:v>
                </c:pt>
                <c:pt idx="2183">
                  <c:v>44914</c:v>
                </c:pt>
                <c:pt idx="2184">
                  <c:v>44915</c:v>
                </c:pt>
                <c:pt idx="2185">
                  <c:v>44916</c:v>
                </c:pt>
                <c:pt idx="2186">
                  <c:v>44917</c:v>
                </c:pt>
                <c:pt idx="2187">
                  <c:v>44918</c:v>
                </c:pt>
                <c:pt idx="2188">
                  <c:v>44921</c:v>
                </c:pt>
                <c:pt idx="2189">
                  <c:v>44922</c:v>
                </c:pt>
                <c:pt idx="2190">
                  <c:v>44923</c:v>
                </c:pt>
                <c:pt idx="2191">
                  <c:v>44924</c:v>
                </c:pt>
                <c:pt idx="2192">
                  <c:v>44925</c:v>
                </c:pt>
                <c:pt idx="2193">
                  <c:v>44929</c:v>
                </c:pt>
                <c:pt idx="2194">
                  <c:v>44930</c:v>
                </c:pt>
                <c:pt idx="2195">
                  <c:v>44931</c:v>
                </c:pt>
                <c:pt idx="2196">
                  <c:v>44932</c:v>
                </c:pt>
                <c:pt idx="2197">
                  <c:v>44935</c:v>
                </c:pt>
                <c:pt idx="2198">
                  <c:v>44936</c:v>
                </c:pt>
                <c:pt idx="2199">
                  <c:v>44937</c:v>
                </c:pt>
                <c:pt idx="2200">
                  <c:v>44938</c:v>
                </c:pt>
                <c:pt idx="2201">
                  <c:v>44939</c:v>
                </c:pt>
                <c:pt idx="2202">
                  <c:v>44942</c:v>
                </c:pt>
                <c:pt idx="2203">
                  <c:v>44943</c:v>
                </c:pt>
                <c:pt idx="2204">
                  <c:v>44944</c:v>
                </c:pt>
                <c:pt idx="2205">
                  <c:v>44945</c:v>
                </c:pt>
                <c:pt idx="2206">
                  <c:v>44946</c:v>
                </c:pt>
                <c:pt idx="2207">
                  <c:v>44956</c:v>
                </c:pt>
                <c:pt idx="2208">
                  <c:v>44957</c:v>
                </c:pt>
                <c:pt idx="2209">
                  <c:v>44958</c:v>
                </c:pt>
                <c:pt idx="2210">
                  <c:v>44959</c:v>
                </c:pt>
                <c:pt idx="2211">
                  <c:v>44960</c:v>
                </c:pt>
                <c:pt idx="2212">
                  <c:v>44963</c:v>
                </c:pt>
                <c:pt idx="2213">
                  <c:v>44964</c:v>
                </c:pt>
                <c:pt idx="2214">
                  <c:v>44965</c:v>
                </c:pt>
                <c:pt idx="2215">
                  <c:v>44966</c:v>
                </c:pt>
                <c:pt idx="2216">
                  <c:v>44967</c:v>
                </c:pt>
                <c:pt idx="2217">
                  <c:v>44970</c:v>
                </c:pt>
                <c:pt idx="2218">
                  <c:v>44971</c:v>
                </c:pt>
                <c:pt idx="2219">
                  <c:v>44972</c:v>
                </c:pt>
                <c:pt idx="2220">
                  <c:v>44973</c:v>
                </c:pt>
                <c:pt idx="2221">
                  <c:v>44974</c:v>
                </c:pt>
                <c:pt idx="2222">
                  <c:v>44977</c:v>
                </c:pt>
                <c:pt idx="2223">
                  <c:v>44978</c:v>
                </c:pt>
                <c:pt idx="2224">
                  <c:v>44979</c:v>
                </c:pt>
                <c:pt idx="2225">
                  <c:v>44980</c:v>
                </c:pt>
                <c:pt idx="2226">
                  <c:v>44981</c:v>
                </c:pt>
                <c:pt idx="2227">
                  <c:v>44984</c:v>
                </c:pt>
                <c:pt idx="2228">
                  <c:v>44985</c:v>
                </c:pt>
                <c:pt idx="2229">
                  <c:v>44986</c:v>
                </c:pt>
                <c:pt idx="2230">
                  <c:v>44987</c:v>
                </c:pt>
                <c:pt idx="2231">
                  <c:v>44988</c:v>
                </c:pt>
                <c:pt idx="2232">
                  <c:v>44991</c:v>
                </c:pt>
                <c:pt idx="2233">
                  <c:v>44992</c:v>
                </c:pt>
                <c:pt idx="2234">
                  <c:v>44993</c:v>
                </c:pt>
                <c:pt idx="2235">
                  <c:v>44994</c:v>
                </c:pt>
                <c:pt idx="2236">
                  <c:v>44995</c:v>
                </c:pt>
                <c:pt idx="2237">
                  <c:v>44998</c:v>
                </c:pt>
                <c:pt idx="2238">
                  <c:v>44999</c:v>
                </c:pt>
                <c:pt idx="2239">
                  <c:v>45000</c:v>
                </c:pt>
                <c:pt idx="2240">
                  <c:v>45001</c:v>
                </c:pt>
                <c:pt idx="2241">
                  <c:v>45002</c:v>
                </c:pt>
                <c:pt idx="2242">
                  <c:v>45005</c:v>
                </c:pt>
                <c:pt idx="2243">
                  <c:v>45006</c:v>
                </c:pt>
                <c:pt idx="2244">
                  <c:v>45007</c:v>
                </c:pt>
                <c:pt idx="2245">
                  <c:v>45008</c:v>
                </c:pt>
                <c:pt idx="2246">
                  <c:v>45009</c:v>
                </c:pt>
                <c:pt idx="2247">
                  <c:v>45012</c:v>
                </c:pt>
                <c:pt idx="2248">
                  <c:v>45013</c:v>
                </c:pt>
                <c:pt idx="2249">
                  <c:v>45014</c:v>
                </c:pt>
                <c:pt idx="2250">
                  <c:v>45015</c:v>
                </c:pt>
                <c:pt idx="2251">
                  <c:v>45016</c:v>
                </c:pt>
                <c:pt idx="2252">
                  <c:v>45019</c:v>
                </c:pt>
                <c:pt idx="2253">
                  <c:v>45020</c:v>
                </c:pt>
                <c:pt idx="2254">
                  <c:v>45022</c:v>
                </c:pt>
                <c:pt idx="2255">
                  <c:v>45023</c:v>
                </c:pt>
                <c:pt idx="2256">
                  <c:v>45026</c:v>
                </c:pt>
                <c:pt idx="2257">
                  <c:v>45027</c:v>
                </c:pt>
                <c:pt idx="2258">
                  <c:v>45028</c:v>
                </c:pt>
                <c:pt idx="2259">
                  <c:v>45029</c:v>
                </c:pt>
                <c:pt idx="2260">
                  <c:v>45030</c:v>
                </c:pt>
                <c:pt idx="2261">
                  <c:v>45033</c:v>
                </c:pt>
                <c:pt idx="2262">
                  <c:v>45034</c:v>
                </c:pt>
                <c:pt idx="2263">
                  <c:v>45035</c:v>
                </c:pt>
                <c:pt idx="2264">
                  <c:v>45036</c:v>
                </c:pt>
                <c:pt idx="2265">
                  <c:v>45037</c:v>
                </c:pt>
                <c:pt idx="2266">
                  <c:v>45040</c:v>
                </c:pt>
                <c:pt idx="2267">
                  <c:v>45041</c:v>
                </c:pt>
                <c:pt idx="2268">
                  <c:v>45042</c:v>
                </c:pt>
                <c:pt idx="2269">
                  <c:v>45043</c:v>
                </c:pt>
                <c:pt idx="2270">
                  <c:v>45044</c:v>
                </c:pt>
                <c:pt idx="2271">
                  <c:v>45050</c:v>
                </c:pt>
                <c:pt idx="2272">
                  <c:v>45051</c:v>
                </c:pt>
                <c:pt idx="2273">
                  <c:v>45054</c:v>
                </c:pt>
                <c:pt idx="2274">
                  <c:v>45055</c:v>
                </c:pt>
                <c:pt idx="2275">
                  <c:v>45056</c:v>
                </c:pt>
                <c:pt idx="2276">
                  <c:v>45057</c:v>
                </c:pt>
                <c:pt idx="2277">
                  <c:v>45058</c:v>
                </c:pt>
                <c:pt idx="2278">
                  <c:v>45061</c:v>
                </c:pt>
                <c:pt idx="2279">
                  <c:v>45062</c:v>
                </c:pt>
                <c:pt idx="2280">
                  <c:v>45063</c:v>
                </c:pt>
                <c:pt idx="2281">
                  <c:v>45064</c:v>
                </c:pt>
                <c:pt idx="2282">
                  <c:v>45065</c:v>
                </c:pt>
                <c:pt idx="2283">
                  <c:v>45068</c:v>
                </c:pt>
                <c:pt idx="2284">
                  <c:v>45069</c:v>
                </c:pt>
                <c:pt idx="2285">
                  <c:v>45070</c:v>
                </c:pt>
                <c:pt idx="2286">
                  <c:v>45071</c:v>
                </c:pt>
                <c:pt idx="2287">
                  <c:v>45072</c:v>
                </c:pt>
                <c:pt idx="2288">
                  <c:v>45075</c:v>
                </c:pt>
                <c:pt idx="2289">
                  <c:v>45076</c:v>
                </c:pt>
                <c:pt idx="2290">
                  <c:v>45077</c:v>
                </c:pt>
                <c:pt idx="2291">
                  <c:v>45078</c:v>
                </c:pt>
                <c:pt idx="2292">
                  <c:v>45079</c:v>
                </c:pt>
                <c:pt idx="2293">
                  <c:v>45082</c:v>
                </c:pt>
                <c:pt idx="2294">
                  <c:v>45083</c:v>
                </c:pt>
                <c:pt idx="2295">
                  <c:v>45084</c:v>
                </c:pt>
                <c:pt idx="2296">
                  <c:v>45085</c:v>
                </c:pt>
                <c:pt idx="2297">
                  <c:v>45086</c:v>
                </c:pt>
                <c:pt idx="2298">
                  <c:v>45089</c:v>
                </c:pt>
                <c:pt idx="2299">
                  <c:v>45090</c:v>
                </c:pt>
                <c:pt idx="2300">
                  <c:v>45091</c:v>
                </c:pt>
                <c:pt idx="2301">
                  <c:v>45092</c:v>
                </c:pt>
                <c:pt idx="2302">
                  <c:v>45093</c:v>
                </c:pt>
                <c:pt idx="2303">
                  <c:v>45096</c:v>
                </c:pt>
                <c:pt idx="2304">
                  <c:v>45097</c:v>
                </c:pt>
                <c:pt idx="2305">
                  <c:v>45098</c:v>
                </c:pt>
                <c:pt idx="2306">
                  <c:v>45103</c:v>
                </c:pt>
                <c:pt idx="2307">
                  <c:v>45104</c:v>
                </c:pt>
                <c:pt idx="2308">
                  <c:v>45105</c:v>
                </c:pt>
                <c:pt idx="2309">
                  <c:v>45106</c:v>
                </c:pt>
                <c:pt idx="2310">
                  <c:v>45107</c:v>
                </c:pt>
                <c:pt idx="2311">
                  <c:v>45110</c:v>
                </c:pt>
                <c:pt idx="2312">
                  <c:v>45111</c:v>
                </c:pt>
                <c:pt idx="2313">
                  <c:v>45112</c:v>
                </c:pt>
                <c:pt idx="2314">
                  <c:v>45113</c:v>
                </c:pt>
                <c:pt idx="2315">
                  <c:v>45114</c:v>
                </c:pt>
                <c:pt idx="2316">
                  <c:v>45117</c:v>
                </c:pt>
                <c:pt idx="2317">
                  <c:v>45118</c:v>
                </c:pt>
                <c:pt idx="2318">
                  <c:v>45119</c:v>
                </c:pt>
                <c:pt idx="2319">
                  <c:v>45120</c:v>
                </c:pt>
                <c:pt idx="2320">
                  <c:v>45121</c:v>
                </c:pt>
                <c:pt idx="2321">
                  <c:v>45124</c:v>
                </c:pt>
                <c:pt idx="2322">
                  <c:v>45125</c:v>
                </c:pt>
                <c:pt idx="2323">
                  <c:v>45126</c:v>
                </c:pt>
                <c:pt idx="2324">
                  <c:v>45127</c:v>
                </c:pt>
                <c:pt idx="2325">
                  <c:v>45128</c:v>
                </c:pt>
                <c:pt idx="2326">
                  <c:v>45131</c:v>
                </c:pt>
                <c:pt idx="2327">
                  <c:v>45132</c:v>
                </c:pt>
                <c:pt idx="2328">
                  <c:v>45133</c:v>
                </c:pt>
                <c:pt idx="2329">
                  <c:v>45134</c:v>
                </c:pt>
                <c:pt idx="2330">
                  <c:v>45135</c:v>
                </c:pt>
                <c:pt idx="2331">
                  <c:v>45138</c:v>
                </c:pt>
                <c:pt idx="2332">
                  <c:v>45139</c:v>
                </c:pt>
                <c:pt idx="2333">
                  <c:v>45140</c:v>
                </c:pt>
                <c:pt idx="2334">
                  <c:v>45141</c:v>
                </c:pt>
                <c:pt idx="2335">
                  <c:v>45142</c:v>
                </c:pt>
                <c:pt idx="2336">
                  <c:v>45145</c:v>
                </c:pt>
                <c:pt idx="2337">
                  <c:v>45146</c:v>
                </c:pt>
                <c:pt idx="2338">
                  <c:v>45147</c:v>
                </c:pt>
                <c:pt idx="2339">
                  <c:v>45148</c:v>
                </c:pt>
                <c:pt idx="2340">
                  <c:v>45149</c:v>
                </c:pt>
                <c:pt idx="2341">
                  <c:v>45152</c:v>
                </c:pt>
                <c:pt idx="2342">
                  <c:v>45153</c:v>
                </c:pt>
                <c:pt idx="2343">
                  <c:v>45154</c:v>
                </c:pt>
                <c:pt idx="2344">
                  <c:v>45155</c:v>
                </c:pt>
                <c:pt idx="2345">
                  <c:v>45156</c:v>
                </c:pt>
                <c:pt idx="2346">
                  <c:v>45159</c:v>
                </c:pt>
                <c:pt idx="2347">
                  <c:v>45160</c:v>
                </c:pt>
                <c:pt idx="2348">
                  <c:v>45161</c:v>
                </c:pt>
                <c:pt idx="2349">
                  <c:v>45162</c:v>
                </c:pt>
                <c:pt idx="2350">
                  <c:v>45163</c:v>
                </c:pt>
                <c:pt idx="2351">
                  <c:v>45166</c:v>
                </c:pt>
                <c:pt idx="2352">
                  <c:v>45167</c:v>
                </c:pt>
                <c:pt idx="2353">
                  <c:v>45168</c:v>
                </c:pt>
                <c:pt idx="2354">
                  <c:v>45169</c:v>
                </c:pt>
                <c:pt idx="2355">
                  <c:v>45170</c:v>
                </c:pt>
                <c:pt idx="2356">
                  <c:v>45173</c:v>
                </c:pt>
                <c:pt idx="2357">
                  <c:v>45174</c:v>
                </c:pt>
                <c:pt idx="2358">
                  <c:v>45175</c:v>
                </c:pt>
                <c:pt idx="2359">
                  <c:v>45176</c:v>
                </c:pt>
                <c:pt idx="2360">
                  <c:v>45177</c:v>
                </c:pt>
                <c:pt idx="2361">
                  <c:v>45180</c:v>
                </c:pt>
                <c:pt idx="2362">
                  <c:v>45181</c:v>
                </c:pt>
                <c:pt idx="2363">
                  <c:v>45182</c:v>
                </c:pt>
                <c:pt idx="2364">
                  <c:v>45183</c:v>
                </c:pt>
                <c:pt idx="2365">
                  <c:v>45184</c:v>
                </c:pt>
                <c:pt idx="2366">
                  <c:v>45187</c:v>
                </c:pt>
                <c:pt idx="2367">
                  <c:v>45188</c:v>
                </c:pt>
                <c:pt idx="2368">
                  <c:v>45189</c:v>
                </c:pt>
                <c:pt idx="2369">
                  <c:v>45190</c:v>
                </c:pt>
                <c:pt idx="2370">
                  <c:v>45191</c:v>
                </c:pt>
                <c:pt idx="2371">
                  <c:v>45194</c:v>
                </c:pt>
                <c:pt idx="2372">
                  <c:v>45195</c:v>
                </c:pt>
                <c:pt idx="2373">
                  <c:v>45196</c:v>
                </c:pt>
                <c:pt idx="2374">
                  <c:v>45197</c:v>
                </c:pt>
                <c:pt idx="2375">
                  <c:v>45208</c:v>
                </c:pt>
                <c:pt idx="2376">
                  <c:v>45209</c:v>
                </c:pt>
                <c:pt idx="2377">
                  <c:v>45210</c:v>
                </c:pt>
                <c:pt idx="2378">
                  <c:v>45211</c:v>
                </c:pt>
                <c:pt idx="2379">
                  <c:v>45212</c:v>
                </c:pt>
                <c:pt idx="2380">
                  <c:v>45215</c:v>
                </c:pt>
                <c:pt idx="2381">
                  <c:v>45216</c:v>
                </c:pt>
                <c:pt idx="2382">
                  <c:v>45217</c:v>
                </c:pt>
                <c:pt idx="2383">
                  <c:v>45218</c:v>
                </c:pt>
                <c:pt idx="2384">
                  <c:v>45219</c:v>
                </c:pt>
                <c:pt idx="2385">
                  <c:v>45222</c:v>
                </c:pt>
                <c:pt idx="2386">
                  <c:v>45223</c:v>
                </c:pt>
                <c:pt idx="2387">
                  <c:v>45224</c:v>
                </c:pt>
                <c:pt idx="2388">
                  <c:v>45225</c:v>
                </c:pt>
                <c:pt idx="2389">
                  <c:v>45226</c:v>
                </c:pt>
                <c:pt idx="2390">
                  <c:v>45229</c:v>
                </c:pt>
                <c:pt idx="2391">
                  <c:v>45230</c:v>
                </c:pt>
                <c:pt idx="2392">
                  <c:v>45231</c:v>
                </c:pt>
                <c:pt idx="2393">
                  <c:v>45232</c:v>
                </c:pt>
                <c:pt idx="2394">
                  <c:v>45233</c:v>
                </c:pt>
                <c:pt idx="2395">
                  <c:v>45236</c:v>
                </c:pt>
                <c:pt idx="2396">
                  <c:v>45237</c:v>
                </c:pt>
                <c:pt idx="2397">
                  <c:v>45238</c:v>
                </c:pt>
                <c:pt idx="2398">
                  <c:v>45239</c:v>
                </c:pt>
                <c:pt idx="2399">
                  <c:v>45240</c:v>
                </c:pt>
                <c:pt idx="2400">
                  <c:v>45243</c:v>
                </c:pt>
                <c:pt idx="2401">
                  <c:v>45244</c:v>
                </c:pt>
                <c:pt idx="2402">
                  <c:v>45245</c:v>
                </c:pt>
                <c:pt idx="2403">
                  <c:v>45246</c:v>
                </c:pt>
                <c:pt idx="2404">
                  <c:v>45247</c:v>
                </c:pt>
                <c:pt idx="2405">
                  <c:v>45250</c:v>
                </c:pt>
                <c:pt idx="2406">
                  <c:v>45251</c:v>
                </c:pt>
                <c:pt idx="2407">
                  <c:v>45252</c:v>
                </c:pt>
                <c:pt idx="2408">
                  <c:v>45253</c:v>
                </c:pt>
                <c:pt idx="2409">
                  <c:v>45254</c:v>
                </c:pt>
                <c:pt idx="2410">
                  <c:v>45257</c:v>
                </c:pt>
                <c:pt idx="2411">
                  <c:v>45258</c:v>
                </c:pt>
                <c:pt idx="2412">
                  <c:v>45259</c:v>
                </c:pt>
                <c:pt idx="2413">
                  <c:v>45260</c:v>
                </c:pt>
                <c:pt idx="2414">
                  <c:v>45261</c:v>
                </c:pt>
                <c:pt idx="2415">
                  <c:v>45264</c:v>
                </c:pt>
                <c:pt idx="2416">
                  <c:v>45265</c:v>
                </c:pt>
                <c:pt idx="2417">
                  <c:v>45266</c:v>
                </c:pt>
                <c:pt idx="2418">
                  <c:v>45267</c:v>
                </c:pt>
                <c:pt idx="2419">
                  <c:v>45268</c:v>
                </c:pt>
                <c:pt idx="2420">
                  <c:v>45271</c:v>
                </c:pt>
                <c:pt idx="2421">
                  <c:v>45272</c:v>
                </c:pt>
                <c:pt idx="2422">
                  <c:v>45273</c:v>
                </c:pt>
                <c:pt idx="2423">
                  <c:v>45274</c:v>
                </c:pt>
                <c:pt idx="2424">
                  <c:v>45275</c:v>
                </c:pt>
                <c:pt idx="2425">
                  <c:v>45278</c:v>
                </c:pt>
                <c:pt idx="2426">
                  <c:v>45279</c:v>
                </c:pt>
                <c:pt idx="2427">
                  <c:v>45280</c:v>
                </c:pt>
                <c:pt idx="2428">
                  <c:v>45281</c:v>
                </c:pt>
                <c:pt idx="2429">
                  <c:v>45282</c:v>
                </c:pt>
                <c:pt idx="2430">
                  <c:v>45285</c:v>
                </c:pt>
                <c:pt idx="2431">
                  <c:v>45286</c:v>
                </c:pt>
                <c:pt idx="2432">
                  <c:v>45287</c:v>
                </c:pt>
                <c:pt idx="2433">
                  <c:v>45288</c:v>
                </c:pt>
                <c:pt idx="2434">
                  <c:v>45289</c:v>
                </c:pt>
                <c:pt idx="2435">
                  <c:v>45293</c:v>
                </c:pt>
                <c:pt idx="2436">
                  <c:v>45294</c:v>
                </c:pt>
                <c:pt idx="2437">
                  <c:v>45295</c:v>
                </c:pt>
                <c:pt idx="2438">
                  <c:v>45296</c:v>
                </c:pt>
                <c:pt idx="2439">
                  <c:v>45299</c:v>
                </c:pt>
                <c:pt idx="2440">
                  <c:v>45300</c:v>
                </c:pt>
                <c:pt idx="2441">
                  <c:v>45301</c:v>
                </c:pt>
                <c:pt idx="2442">
                  <c:v>45302</c:v>
                </c:pt>
                <c:pt idx="2443">
                  <c:v>45303</c:v>
                </c:pt>
                <c:pt idx="2444">
                  <c:v>45306</c:v>
                </c:pt>
                <c:pt idx="2445">
                  <c:v>45307</c:v>
                </c:pt>
                <c:pt idx="2446">
                  <c:v>45308</c:v>
                </c:pt>
                <c:pt idx="2447">
                  <c:v>45309</c:v>
                </c:pt>
                <c:pt idx="2448">
                  <c:v>45310</c:v>
                </c:pt>
                <c:pt idx="2449">
                  <c:v>45313</c:v>
                </c:pt>
                <c:pt idx="2450">
                  <c:v>45314</c:v>
                </c:pt>
                <c:pt idx="2451">
                  <c:v>45315</c:v>
                </c:pt>
                <c:pt idx="2452">
                  <c:v>45316</c:v>
                </c:pt>
                <c:pt idx="2453">
                  <c:v>45317</c:v>
                </c:pt>
                <c:pt idx="2454">
                  <c:v>45320</c:v>
                </c:pt>
                <c:pt idx="2455">
                  <c:v>45321</c:v>
                </c:pt>
                <c:pt idx="2456">
                  <c:v>45322</c:v>
                </c:pt>
                <c:pt idx="2457">
                  <c:v>45323</c:v>
                </c:pt>
                <c:pt idx="2458">
                  <c:v>45324</c:v>
                </c:pt>
                <c:pt idx="2459">
                  <c:v>45327</c:v>
                </c:pt>
                <c:pt idx="2460">
                  <c:v>45328</c:v>
                </c:pt>
                <c:pt idx="2461">
                  <c:v>45329</c:v>
                </c:pt>
                <c:pt idx="2462">
                  <c:v>45330</c:v>
                </c:pt>
                <c:pt idx="2463">
                  <c:v>45341</c:v>
                </c:pt>
                <c:pt idx="2464">
                  <c:v>45342</c:v>
                </c:pt>
                <c:pt idx="2465">
                  <c:v>45343</c:v>
                </c:pt>
                <c:pt idx="2466">
                  <c:v>45344</c:v>
                </c:pt>
                <c:pt idx="2467">
                  <c:v>45345</c:v>
                </c:pt>
                <c:pt idx="2468">
                  <c:v>45348</c:v>
                </c:pt>
                <c:pt idx="2469">
                  <c:v>45349</c:v>
                </c:pt>
                <c:pt idx="2470">
                  <c:v>45350</c:v>
                </c:pt>
                <c:pt idx="2471">
                  <c:v>45351</c:v>
                </c:pt>
                <c:pt idx="2472">
                  <c:v>45352</c:v>
                </c:pt>
                <c:pt idx="2473">
                  <c:v>45355</c:v>
                </c:pt>
                <c:pt idx="2474">
                  <c:v>45356</c:v>
                </c:pt>
                <c:pt idx="2475">
                  <c:v>45357</c:v>
                </c:pt>
                <c:pt idx="2476">
                  <c:v>45358</c:v>
                </c:pt>
                <c:pt idx="2477">
                  <c:v>45359</c:v>
                </c:pt>
                <c:pt idx="2478">
                  <c:v>45362</c:v>
                </c:pt>
                <c:pt idx="2479">
                  <c:v>45363</c:v>
                </c:pt>
                <c:pt idx="2480">
                  <c:v>45364</c:v>
                </c:pt>
                <c:pt idx="2481">
                  <c:v>45365</c:v>
                </c:pt>
                <c:pt idx="2482">
                  <c:v>45366</c:v>
                </c:pt>
                <c:pt idx="2483">
                  <c:v>45369</c:v>
                </c:pt>
                <c:pt idx="2484">
                  <c:v>45370</c:v>
                </c:pt>
                <c:pt idx="2485">
                  <c:v>45371</c:v>
                </c:pt>
                <c:pt idx="2486">
                  <c:v>45372</c:v>
                </c:pt>
                <c:pt idx="2487">
                  <c:v>45373</c:v>
                </c:pt>
                <c:pt idx="2488">
                  <c:v>45376</c:v>
                </c:pt>
                <c:pt idx="2489">
                  <c:v>45377</c:v>
                </c:pt>
                <c:pt idx="2490">
                  <c:v>45378</c:v>
                </c:pt>
                <c:pt idx="2491">
                  <c:v>45379</c:v>
                </c:pt>
                <c:pt idx="2492">
                  <c:v>45380</c:v>
                </c:pt>
                <c:pt idx="2493">
                  <c:v>45383</c:v>
                </c:pt>
                <c:pt idx="2494">
                  <c:v>45384</c:v>
                </c:pt>
                <c:pt idx="2495">
                  <c:v>45385</c:v>
                </c:pt>
                <c:pt idx="2496">
                  <c:v>45390</c:v>
                </c:pt>
                <c:pt idx="2497">
                  <c:v>45391</c:v>
                </c:pt>
                <c:pt idx="2498">
                  <c:v>45392</c:v>
                </c:pt>
                <c:pt idx="2499">
                  <c:v>45393</c:v>
                </c:pt>
                <c:pt idx="2500">
                  <c:v>45394</c:v>
                </c:pt>
                <c:pt idx="2501">
                  <c:v>45397</c:v>
                </c:pt>
                <c:pt idx="2502">
                  <c:v>45398</c:v>
                </c:pt>
                <c:pt idx="2503">
                  <c:v>45399</c:v>
                </c:pt>
                <c:pt idx="2504">
                  <c:v>45400</c:v>
                </c:pt>
                <c:pt idx="2505">
                  <c:v>45401</c:v>
                </c:pt>
                <c:pt idx="2506">
                  <c:v>45404</c:v>
                </c:pt>
                <c:pt idx="2507">
                  <c:v>45405</c:v>
                </c:pt>
                <c:pt idx="2508">
                  <c:v>45406</c:v>
                </c:pt>
                <c:pt idx="2509">
                  <c:v>45407</c:v>
                </c:pt>
                <c:pt idx="2510">
                  <c:v>45408</c:v>
                </c:pt>
                <c:pt idx="2511">
                  <c:v>45411</c:v>
                </c:pt>
                <c:pt idx="2512">
                  <c:v>45412</c:v>
                </c:pt>
                <c:pt idx="2513">
                  <c:v>45418</c:v>
                </c:pt>
                <c:pt idx="2514">
                  <c:v>45419</c:v>
                </c:pt>
                <c:pt idx="2515">
                  <c:v>45420</c:v>
                </c:pt>
                <c:pt idx="2516">
                  <c:v>45421</c:v>
                </c:pt>
                <c:pt idx="2517">
                  <c:v>45422</c:v>
                </c:pt>
                <c:pt idx="2518">
                  <c:v>45425</c:v>
                </c:pt>
                <c:pt idx="2519">
                  <c:v>45426</c:v>
                </c:pt>
                <c:pt idx="2520">
                  <c:v>45427</c:v>
                </c:pt>
                <c:pt idx="2521">
                  <c:v>45428</c:v>
                </c:pt>
                <c:pt idx="2522">
                  <c:v>45429</c:v>
                </c:pt>
                <c:pt idx="2523">
                  <c:v>45432</c:v>
                </c:pt>
                <c:pt idx="2524">
                  <c:v>45433</c:v>
                </c:pt>
                <c:pt idx="2525">
                  <c:v>45434</c:v>
                </c:pt>
                <c:pt idx="2526">
                  <c:v>45435</c:v>
                </c:pt>
                <c:pt idx="2527">
                  <c:v>45436</c:v>
                </c:pt>
                <c:pt idx="2528">
                  <c:v>45439</c:v>
                </c:pt>
                <c:pt idx="2529">
                  <c:v>45440</c:v>
                </c:pt>
                <c:pt idx="2530">
                  <c:v>45441</c:v>
                </c:pt>
                <c:pt idx="2531">
                  <c:v>45442</c:v>
                </c:pt>
                <c:pt idx="2532">
                  <c:v>45443</c:v>
                </c:pt>
                <c:pt idx="2533">
                  <c:v>45446</c:v>
                </c:pt>
                <c:pt idx="2534">
                  <c:v>45447</c:v>
                </c:pt>
                <c:pt idx="2535">
                  <c:v>45448</c:v>
                </c:pt>
                <c:pt idx="2536">
                  <c:v>45449</c:v>
                </c:pt>
                <c:pt idx="2537">
                  <c:v>45450</c:v>
                </c:pt>
                <c:pt idx="2538">
                  <c:v>45454</c:v>
                </c:pt>
                <c:pt idx="2539">
                  <c:v>45455</c:v>
                </c:pt>
                <c:pt idx="2540">
                  <c:v>45456</c:v>
                </c:pt>
                <c:pt idx="2541">
                  <c:v>45457</c:v>
                </c:pt>
                <c:pt idx="2542">
                  <c:v>45460</c:v>
                </c:pt>
                <c:pt idx="2543">
                  <c:v>45461</c:v>
                </c:pt>
                <c:pt idx="2544">
                  <c:v>45462</c:v>
                </c:pt>
                <c:pt idx="2545">
                  <c:v>45463</c:v>
                </c:pt>
                <c:pt idx="2546">
                  <c:v>45464</c:v>
                </c:pt>
                <c:pt idx="2547">
                  <c:v>45467</c:v>
                </c:pt>
                <c:pt idx="2548">
                  <c:v>45468</c:v>
                </c:pt>
                <c:pt idx="2549">
                  <c:v>45469</c:v>
                </c:pt>
                <c:pt idx="2550">
                  <c:v>45470</c:v>
                </c:pt>
                <c:pt idx="2551">
                  <c:v>45471</c:v>
                </c:pt>
                <c:pt idx="2552">
                  <c:v>45474</c:v>
                </c:pt>
                <c:pt idx="2553">
                  <c:v>45475</c:v>
                </c:pt>
                <c:pt idx="2554">
                  <c:v>45476</c:v>
                </c:pt>
                <c:pt idx="2555">
                  <c:v>45477</c:v>
                </c:pt>
                <c:pt idx="2556">
                  <c:v>45478</c:v>
                </c:pt>
                <c:pt idx="2557">
                  <c:v>45481</c:v>
                </c:pt>
                <c:pt idx="2558">
                  <c:v>45482</c:v>
                </c:pt>
                <c:pt idx="2559">
                  <c:v>45483</c:v>
                </c:pt>
                <c:pt idx="2560">
                  <c:v>45484</c:v>
                </c:pt>
                <c:pt idx="2561">
                  <c:v>45485</c:v>
                </c:pt>
                <c:pt idx="2562">
                  <c:v>45488</c:v>
                </c:pt>
                <c:pt idx="2563">
                  <c:v>45489</c:v>
                </c:pt>
                <c:pt idx="2564">
                  <c:v>45490</c:v>
                </c:pt>
                <c:pt idx="2565">
                  <c:v>45491</c:v>
                </c:pt>
                <c:pt idx="2566">
                  <c:v>45492</c:v>
                </c:pt>
                <c:pt idx="2567">
                  <c:v>45495</c:v>
                </c:pt>
                <c:pt idx="2568">
                  <c:v>45496</c:v>
                </c:pt>
                <c:pt idx="2569">
                  <c:v>45497</c:v>
                </c:pt>
                <c:pt idx="2570">
                  <c:v>45498</c:v>
                </c:pt>
                <c:pt idx="2571">
                  <c:v>45499</c:v>
                </c:pt>
                <c:pt idx="2572">
                  <c:v>45502</c:v>
                </c:pt>
                <c:pt idx="2573">
                  <c:v>45503</c:v>
                </c:pt>
                <c:pt idx="2574">
                  <c:v>45504</c:v>
                </c:pt>
                <c:pt idx="2575">
                  <c:v>45505</c:v>
                </c:pt>
                <c:pt idx="2576">
                  <c:v>45506</c:v>
                </c:pt>
                <c:pt idx="2577">
                  <c:v>45509</c:v>
                </c:pt>
                <c:pt idx="2578">
                  <c:v>45510</c:v>
                </c:pt>
                <c:pt idx="2579">
                  <c:v>45511</c:v>
                </c:pt>
                <c:pt idx="2580">
                  <c:v>45512</c:v>
                </c:pt>
                <c:pt idx="2581">
                  <c:v>45513</c:v>
                </c:pt>
                <c:pt idx="2582">
                  <c:v>45516</c:v>
                </c:pt>
                <c:pt idx="2583">
                  <c:v>45517</c:v>
                </c:pt>
                <c:pt idx="2584">
                  <c:v>45518</c:v>
                </c:pt>
                <c:pt idx="2585">
                  <c:v>45519</c:v>
                </c:pt>
                <c:pt idx="2586">
                  <c:v>45520</c:v>
                </c:pt>
                <c:pt idx="2587">
                  <c:v>45523</c:v>
                </c:pt>
                <c:pt idx="2588">
                  <c:v>45524</c:v>
                </c:pt>
                <c:pt idx="2589">
                  <c:v>45525</c:v>
                </c:pt>
                <c:pt idx="2590">
                  <c:v>45526</c:v>
                </c:pt>
                <c:pt idx="2591">
                  <c:v>45527</c:v>
                </c:pt>
                <c:pt idx="2592">
                  <c:v>45530</c:v>
                </c:pt>
                <c:pt idx="2593">
                  <c:v>45531</c:v>
                </c:pt>
                <c:pt idx="2594">
                  <c:v>45532</c:v>
                </c:pt>
                <c:pt idx="2595">
                  <c:v>45533</c:v>
                </c:pt>
                <c:pt idx="2596">
                  <c:v>45534</c:v>
                </c:pt>
                <c:pt idx="2597">
                  <c:v>45537</c:v>
                </c:pt>
                <c:pt idx="2598">
                  <c:v>45538</c:v>
                </c:pt>
                <c:pt idx="2599">
                  <c:v>45539</c:v>
                </c:pt>
                <c:pt idx="2600">
                  <c:v>45540</c:v>
                </c:pt>
                <c:pt idx="2601">
                  <c:v>45541</c:v>
                </c:pt>
                <c:pt idx="2602">
                  <c:v>45544</c:v>
                </c:pt>
                <c:pt idx="2603">
                  <c:v>45545</c:v>
                </c:pt>
                <c:pt idx="2604">
                  <c:v>45546</c:v>
                </c:pt>
                <c:pt idx="2605">
                  <c:v>45547</c:v>
                </c:pt>
                <c:pt idx="2606">
                  <c:v>45548</c:v>
                </c:pt>
                <c:pt idx="2607">
                  <c:v>45553</c:v>
                </c:pt>
                <c:pt idx="2608">
                  <c:v>45554</c:v>
                </c:pt>
                <c:pt idx="2609">
                  <c:v>45555</c:v>
                </c:pt>
                <c:pt idx="2610">
                  <c:v>45558</c:v>
                </c:pt>
                <c:pt idx="2611">
                  <c:v>45559</c:v>
                </c:pt>
                <c:pt idx="2612">
                  <c:v>45560</c:v>
                </c:pt>
                <c:pt idx="2613">
                  <c:v>45561</c:v>
                </c:pt>
                <c:pt idx="2614">
                  <c:v>45562</c:v>
                </c:pt>
                <c:pt idx="2615">
                  <c:v>45565</c:v>
                </c:pt>
                <c:pt idx="2616">
                  <c:v>45573</c:v>
                </c:pt>
                <c:pt idx="2617">
                  <c:v>45574</c:v>
                </c:pt>
                <c:pt idx="2618">
                  <c:v>45575</c:v>
                </c:pt>
                <c:pt idx="2619">
                  <c:v>45576</c:v>
                </c:pt>
                <c:pt idx="2620">
                  <c:v>45579</c:v>
                </c:pt>
                <c:pt idx="2621">
                  <c:v>45580</c:v>
                </c:pt>
                <c:pt idx="2622">
                  <c:v>45581</c:v>
                </c:pt>
                <c:pt idx="2623">
                  <c:v>45582</c:v>
                </c:pt>
                <c:pt idx="2624">
                  <c:v>45583</c:v>
                </c:pt>
                <c:pt idx="2625">
                  <c:v>45586</c:v>
                </c:pt>
                <c:pt idx="2626">
                  <c:v>45587</c:v>
                </c:pt>
                <c:pt idx="2627">
                  <c:v>45588</c:v>
                </c:pt>
                <c:pt idx="2628">
                  <c:v>45589</c:v>
                </c:pt>
                <c:pt idx="2629">
                  <c:v>45590</c:v>
                </c:pt>
                <c:pt idx="2630">
                  <c:v>45593</c:v>
                </c:pt>
                <c:pt idx="2631">
                  <c:v>45594</c:v>
                </c:pt>
                <c:pt idx="2632">
                  <c:v>45595</c:v>
                </c:pt>
                <c:pt idx="2633">
                  <c:v>45596</c:v>
                </c:pt>
                <c:pt idx="2634">
                  <c:v>45597</c:v>
                </c:pt>
                <c:pt idx="2635">
                  <c:v>45600</c:v>
                </c:pt>
                <c:pt idx="2636">
                  <c:v>45601</c:v>
                </c:pt>
                <c:pt idx="2637">
                  <c:v>45602</c:v>
                </c:pt>
                <c:pt idx="2638">
                  <c:v>45603</c:v>
                </c:pt>
                <c:pt idx="2639">
                  <c:v>45604</c:v>
                </c:pt>
                <c:pt idx="2640">
                  <c:v>45607</c:v>
                </c:pt>
                <c:pt idx="2641">
                  <c:v>45608</c:v>
                </c:pt>
                <c:pt idx="2642">
                  <c:v>45609</c:v>
                </c:pt>
                <c:pt idx="2643">
                  <c:v>45610</c:v>
                </c:pt>
                <c:pt idx="2644">
                  <c:v>45611</c:v>
                </c:pt>
                <c:pt idx="2645">
                  <c:v>45614</c:v>
                </c:pt>
                <c:pt idx="2646">
                  <c:v>45615</c:v>
                </c:pt>
                <c:pt idx="2647">
                  <c:v>45616</c:v>
                </c:pt>
                <c:pt idx="2648">
                  <c:v>45617</c:v>
                </c:pt>
                <c:pt idx="2649">
                  <c:v>45618</c:v>
                </c:pt>
                <c:pt idx="2650">
                  <c:v>45621</c:v>
                </c:pt>
                <c:pt idx="2651">
                  <c:v>45622</c:v>
                </c:pt>
                <c:pt idx="2652">
                  <c:v>45623</c:v>
                </c:pt>
                <c:pt idx="2653">
                  <c:v>45624</c:v>
                </c:pt>
                <c:pt idx="2654">
                  <c:v>45625</c:v>
                </c:pt>
                <c:pt idx="2655">
                  <c:v>45628</c:v>
                </c:pt>
                <c:pt idx="2656">
                  <c:v>45629</c:v>
                </c:pt>
                <c:pt idx="2657">
                  <c:v>45630</c:v>
                </c:pt>
                <c:pt idx="2658">
                  <c:v>45631</c:v>
                </c:pt>
                <c:pt idx="2659">
                  <c:v>45632</c:v>
                </c:pt>
                <c:pt idx="2660">
                  <c:v>45635</c:v>
                </c:pt>
                <c:pt idx="2661">
                  <c:v>45636</c:v>
                </c:pt>
                <c:pt idx="2662">
                  <c:v>45637</c:v>
                </c:pt>
                <c:pt idx="2663">
                  <c:v>45638</c:v>
                </c:pt>
                <c:pt idx="2664">
                  <c:v>45639</c:v>
                </c:pt>
                <c:pt idx="2665">
                  <c:v>45642</c:v>
                </c:pt>
                <c:pt idx="2666">
                  <c:v>45643</c:v>
                </c:pt>
                <c:pt idx="2667">
                  <c:v>45644</c:v>
                </c:pt>
                <c:pt idx="2668">
                  <c:v>45645</c:v>
                </c:pt>
                <c:pt idx="2669">
                  <c:v>45646</c:v>
                </c:pt>
                <c:pt idx="2670">
                  <c:v>45649</c:v>
                </c:pt>
                <c:pt idx="2671">
                  <c:v>45650</c:v>
                </c:pt>
                <c:pt idx="2672">
                  <c:v>45651</c:v>
                </c:pt>
                <c:pt idx="2673">
                  <c:v>45652</c:v>
                </c:pt>
                <c:pt idx="2674">
                  <c:v>45653</c:v>
                </c:pt>
                <c:pt idx="2675">
                  <c:v>45656</c:v>
                </c:pt>
                <c:pt idx="2676">
                  <c:v>45657</c:v>
                </c:pt>
                <c:pt idx="2677">
                  <c:v>45659</c:v>
                </c:pt>
                <c:pt idx="2678">
                  <c:v>45660</c:v>
                </c:pt>
                <c:pt idx="2679">
                  <c:v>45663</c:v>
                </c:pt>
                <c:pt idx="2680">
                  <c:v>45664</c:v>
                </c:pt>
                <c:pt idx="2681">
                  <c:v>45665</c:v>
                </c:pt>
                <c:pt idx="2682">
                  <c:v>45666</c:v>
                </c:pt>
                <c:pt idx="2683">
                  <c:v>45667</c:v>
                </c:pt>
                <c:pt idx="2684">
                  <c:v>45670</c:v>
                </c:pt>
                <c:pt idx="2685">
                  <c:v>45671</c:v>
                </c:pt>
                <c:pt idx="2686">
                  <c:v>45672</c:v>
                </c:pt>
                <c:pt idx="2687">
                  <c:v>45673</c:v>
                </c:pt>
                <c:pt idx="2688">
                  <c:v>45674</c:v>
                </c:pt>
                <c:pt idx="2689">
                  <c:v>45677</c:v>
                </c:pt>
                <c:pt idx="2690">
                  <c:v>45678</c:v>
                </c:pt>
                <c:pt idx="2691">
                  <c:v>45679</c:v>
                </c:pt>
                <c:pt idx="2692">
                  <c:v>45680</c:v>
                </c:pt>
                <c:pt idx="2693">
                  <c:v>45681</c:v>
                </c:pt>
                <c:pt idx="2694">
                  <c:v>45684</c:v>
                </c:pt>
                <c:pt idx="2695">
                  <c:v>45693</c:v>
                </c:pt>
                <c:pt idx="2696">
                  <c:v>45694</c:v>
                </c:pt>
                <c:pt idx="2697">
                  <c:v>45695</c:v>
                </c:pt>
                <c:pt idx="2698">
                  <c:v>45698</c:v>
                </c:pt>
                <c:pt idx="2699">
                  <c:v>45699</c:v>
                </c:pt>
                <c:pt idx="2700">
                  <c:v>45700</c:v>
                </c:pt>
                <c:pt idx="2701">
                  <c:v>45701</c:v>
                </c:pt>
                <c:pt idx="2702">
                  <c:v>45702</c:v>
                </c:pt>
                <c:pt idx="2703">
                  <c:v>45705</c:v>
                </c:pt>
                <c:pt idx="2704">
                  <c:v>45706</c:v>
                </c:pt>
                <c:pt idx="2705">
                  <c:v>45707</c:v>
                </c:pt>
                <c:pt idx="2706">
                  <c:v>45708</c:v>
                </c:pt>
                <c:pt idx="2707">
                  <c:v>45709</c:v>
                </c:pt>
                <c:pt idx="2708">
                  <c:v>45712</c:v>
                </c:pt>
                <c:pt idx="2709">
                  <c:v>45713</c:v>
                </c:pt>
                <c:pt idx="2710">
                  <c:v>45714</c:v>
                </c:pt>
                <c:pt idx="2711">
                  <c:v>45715</c:v>
                </c:pt>
                <c:pt idx="2712">
                  <c:v>45716</c:v>
                </c:pt>
                <c:pt idx="2713">
                  <c:v>45719</c:v>
                </c:pt>
                <c:pt idx="2714">
                  <c:v>45720</c:v>
                </c:pt>
                <c:pt idx="2715">
                  <c:v>45721</c:v>
                </c:pt>
                <c:pt idx="2716">
                  <c:v>45722</c:v>
                </c:pt>
                <c:pt idx="2717">
                  <c:v>45723</c:v>
                </c:pt>
                <c:pt idx="2718">
                  <c:v>45726</c:v>
                </c:pt>
                <c:pt idx="2719">
                  <c:v>45727</c:v>
                </c:pt>
                <c:pt idx="2720">
                  <c:v>45728</c:v>
                </c:pt>
                <c:pt idx="2721">
                  <c:v>45729</c:v>
                </c:pt>
                <c:pt idx="2722">
                  <c:v>45730</c:v>
                </c:pt>
                <c:pt idx="2723">
                  <c:v>45733</c:v>
                </c:pt>
                <c:pt idx="2724">
                  <c:v>45734</c:v>
                </c:pt>
                <c:pt idx="2725">
                  <c:v>45735</c:v>
                </c:pt>
                <c:pt idx="2726">
                  <c:v>45736</c:v>
                </c:pt>
                <c:pt idx="2727">
                  <c:v>45737</c:v>
                </c:pt>
                <c:pt idx="2728">
                  <c:v>45740</c:v>
                </c:pt>
                <c:pt idx="2729">
                  <c:v>45741</c:v>
                </c:pt>
                <c:pt idx="2730">
                  <c:v>45742</c:v>
                </c:pt>
                <c:pt idx="2731">
                  <c:v>45743</c:v>
                </c:pt>
                <c:pt idx="2732">
                  <c:v>45744</c:v>
                </c:pt>
                <c:pt idx="2733">
                  <c:v>45747</c:v>
                </c:pt>
                <c:pt idx="2734">
                  <c:v>45748</c:v>
                </c:pt>
                <c:pt idx="2735">
                  <c:v>45749</c:v>
                </c:pt>
                <c:pt idx="2736">
                  <c:v>45750</c:v>
                </c:pt>
                <c:pt idx="2737">
                  <c:v>45754</c:v>
                </c:pt>
                <c:pt idx="2738">
                  <c:v>45755</c:v>
                </c:pt>
                <c:pt idx="2739">
                  <c:v>45756</c:v>
                </c:pt>
                <c:pt idx="2740">
                  <c:v>45757</c:v>
                </c:pt>
                <c:pt idx="2741">
                  <c:v>45758</c:v>
                </c:pt>
                <c:pt idx="2742">
                  <c:v>45761</c:v>
                </c:pt>
                <c:pt idx="2743">
                  <c:v>45762</c:v>
                </c:pt>
                <c:pt idx="2744">
                  <c:v>45763</c:v>
                </c:pt>
                <c:pt idx="2745">
                  <c:v>45764</c:v>
                </c:pt>
                <c:pt idx="2746">
                  <c:v>45765</c:v>
                </c:pt>
                <c:pt idx="2747">
                  <c:v>45768</c:v>
                </c:pt>
                <c:pt idx="2748">
                  <c:v>45769</c:v>
                </c:pt>
                <c:pt idx="2749">
                  <c:v>45770</c:v>
                </c:pt>
                <c:pt idx="2750">
                  <c:v>45771</c:v>
                </c:pt>
                <c:pt idx="2751">
                  <c:v>45772</c:v>
                </c:pt>
                <c:pt idx="2752">
                  <c:v>45775</c:v>
                </c:pt>
                <c:pt idx="2753">
                  <c:v>45776</c:v>
                </c:pt>
                <c:pt idx="2754">
                  <c:v>45777</c:v>
                </c:pt>
                <c:pt idx="2755">
                  <c:v>45783</c:v>
                </c:pt>
                <c:pt idx="2756">
                  <c:v>45784</c:v>
                </c:pt>
                <c:pt idx="2757">
                  <c:v>45785</c:v>
                </c:pt>
                <c:pt idx="2758">
                  <c:v>45786</c:v>
                </c:pt>
                <c:pt idx="2759">
                  <c:v>45789</c:v>
                </c:pt>
                <c:pt idx="2760">
                  <c:v>45790</c:v>
                </c:pt>
                <c:pt idx="2761">
                  <c:v>45791</c:v>
                </c:pt>
                <c:pt idx="2762">
                  <c:v>45792</c:v>
                </c:pt>
                <c:pt idx="2763">
                  <c:v>45793</c:v>
                </c:pt>
                <c:pt idx="2764">
                  <c:v>45796</c:v>
                </c:pt>
                <c:pt idx="2765">
                  <c:v>45797</c:v>
                </c:pt>
                <c:pt idx="2766">
                  <c:v>45798</c:v>
                </c:pt>
                <c:pt idx="2767">
                  <c:v>45799</c:v>
                </c:pt>
                <c:pt idx="2768">
                  <c:v>45800</c:v>
                </c:pt>
                <c:pt idx="2769">
                  <c:v>45803</c:v>
                </c:pt>
                <c:pt idx="2770">
                  <c:v>45804</c:v>
                </c:pt>
                <c:pt idx="2771">
                  <c:v>45805</c:v>
                </c:pt>
                <c:pt idx="2772">
                  <c:v>45806</c:v>
                </c:pt>
                <c:pt idx="2773">
                  <c:v>45807</c:v>
                </c:pt>
                <c:pt idx="2774">
                  <c:v>45811</c:v>
                </c:pt>
                <c:pt idx="2775">
                  <c:v>45812</c:v>
                </c:pt>
                <c:pt idx="2776">
                  <c:v>45813</c:v>
                </c:pt>
                <c:pt idx="2777">
                  <c:v>45814</c:v>
                </c:pt>
                <c:pt idx="2778">
                  <c:v>45817</c:v>
                </c:pt>
                <c:pt idx="2779">
                  <c:v>45818</c:v>
                </c:pt>
                <c:pt idx="2780">
                  <c:v>45819</c:v>
                </c:pt>
                <c:pt idx="2781">
                  <c:v>45820</c:v>
                </c:pt>
                <c:pt idx="2782">
                  <c:v>45821</c:v>
                </c:pt>
                <c:pt idx="2783">
                  <c:v>45824</c:v>
                </c:pt>
                <c:pt idx="2784">
                  <c:v>45825</c:v>
                </c:pt>
                <c:pt idx="2785">
                  <c:v>45826</c:v>
                </c:pt>
                <c:pt idx="2786">
                  <c:v>45827</c:v>
                </c:pt>
                <c:pt idx="2787">
                  <c:v>45828</c:v>
                </c:pt>
                <c:pt idx="2788">
                  <c:v>45831</c:v>
                </c:pt>
                <c:pt idx="2789">
                  <c:v>45832</c:v>
                </c:pt>
                <c:pt idx="2790">
                  <c:v>45833</c:v>
                </c:pt>
                <c:pt idx="2791">
                  <c:v>45834</c:v>
                </c:pt>
                <c:pt idx="2792">
                  <c:v>45835</c:v>
                </c:pt>
                <c:pt idx="2793">
                  <c:v>45838</c:v>
                </c:pt>
                <c:pt idx="2794">
                  <c:v>45839</c:v>
                </c:pt>
                <c:pt idx="2795">
                  <c:v>45840</c:v>
                </c:pt>
                <c:pt idx="2796">
                  <c:v>45841</c:v>
                </c:pt>
                <c:pt idx="2797">
                  <c:v>45842</c:v>
                </c:pt>
                <c:pt idx="2798">
                  <c:v>45845</c:v>
                </c:pt>
                <c:pt idx="2799">
                  <c:v>45846</c:v>
                </c:pt>
                <c:pt idx="2800">
                  <c:v>45847</c:v>
                </c:pt>
                <c:pt idx="2801">
                  <c:v>45848</c:v>
                </c:pt>
                <c:pt idx="2802">
                  <c:v>45849</c:v>
                </c:pt>
                <c:pt idx="2803">
                  <c:v>45852</c:v>
                </c:pt>
                <c:pt idx="2804">
                  <c:v>45853</c:v>
                </c:pt>
                <c:pt idx="2805">
                  <c:v>45854</c:v>
                </c:pt>
                <c:pt idx="2806">
                  <c:v>45855</c:v>
                </c:pt>
                <c:pt idx="2807">
                  <c:v>45856</c:v>
                </c:pt>
                <c:pt idx="2808">
                  <c:v>45859</c:v>
                </c:pt>
                <c:pt idx="2809">
                  <c:v>45860</c:v>
                </c:pt>
                <c:pt idx="2810">
                  <c:v>45861</c:v>
                </c:pt>
                <c:pt idx="2811">
                  <c:v>45862</c:v>
                </c:pt>
                <c:pt idx="2812">
                  <c:v>45863</c:v>
                </c:pt>
                <c:pt idx="2813">
                  <c:v>45866</c:v>
                </c:pt>
                <c:pt idx="2814">
                  <c:v>45867</c:v>
                </c:pt>
                <c:pt idx="2815">
                  <c:v>45868</c:v>
                </c:pt>
                <c:pt idx="2816">
                  <c:v>45869</c:v>
                </c:pt>
                <c:pt idx="2817">
                  <c:v>45870</c:v>
                </c:pt>
                <c:pt idx="2818">
                  <c:v>45873</c:v>
                </c:pt>
                <c:pt idx="2819">
                  <c:v>45874</c:v>
                </c:pt>
                <c:pt idx="2820">
                  <c:v>45875</c:v>
                </c:pt>
                <c:pt idx="2821">
                  <c:v>45876</c:v>
                </c:pt>
                <c:pt idx="2822">
                  <c:v>45877</c:v>
                </c:pt>
                <c:pt idx="2823">
                  <c:v>45880</c:v>
                </c:pt>
                <c:pt idx="2824">
                  <c:v>45881</c:v>
                </c:pt>
                <c:pt idx="2825">
                  <c:v>45882</c:v>
                </c:pt>
                <c:pt idx="2826">
                  <c:v>45883</c:v>
                </c:pt>
                <c:pt idx="2827">
                  <c:v>45884</c:v>
                </c:pt>
                <c:pt idx="2828">
                  <c:v>45887</c:v>
                </c:pt>
                <c:pt idx="2829">
                  <c:v>45888</c:v>
                </c:pt>
                <c:pt idx="2830">
                  <c:v>45889</c:v>
                </c:pt>
                <c:pt idx="2831">
                  <c:v>45890</c:v>
                </c:pt>
                <c:pt idx="2832">
                  <c:v>45891</c:v>
                </c:pt>
                <c:pt idx="2833">
                  <c:v>45894</c:v>
                </c:pt>
                <c:pt idx="2834">
                  <c:v>45895</c:v>
                </c:pt>
                <c:pt idx="2835">
                  <c:v>45896</c:v>
                </c:pt>
                <c:pt idx="2836">
                  <c:v>45897</c:v>
                </c:pt>
                <c:pt idx="2837">
                  <c:v>45898</c:v>
                </c:pt>
              </c:numCache>
            </c:numRef>
          </c:cat>
          <c:val>
            <c:numRef>
              <c:f>Sheet1!$D$2:$D$2839</c:f>
              <c:numCache>
                <c:formatCode>0.0000</c:formatCode>
                <c:ptCount val="2838"/>
                <c:pt idx="0">
                  <c:v>1</c:v>
                </c:pt>
                <c:pt idx="1">
                  <c:v>1.0096653320636899</c:v>
                </c:pt>
                <c:pt idx="2">
                  <c:v>1.00443304462036</c:v>
                </c:pt>
                <c:pt idx="3">
                  <c:v>0.97572810434355395</c:v>
                </c:pt>
                <c:pt idx="4">
                  <c:v>0.98419652978474503</c:v>
                </c:pt>
                <c:pt idx="5">
                  <c:v>0.98916141597653096</c:v>
                </c:pt>
                <c:pt idx="6">
                  <c:v>0.97212627486707803</c:v>
                </c:pt>
                <c:pt idx="7">
                  <c:v>0.95598251740957496</c:v>
                </c:pt>
                <c:pt idx="8">
                  <c:v>0.95455069989637298</c:v>
                </c:pt>
                <c:pt idx="9">
                  <c:v>0.976564375082008</c:v>
                </c:pt>
                <c:pt idx="10">
                  <c:v>0.98489208750888901</c:v>
                </c:pt>
                <c:pt idx="11">
                  <c:v>0.98638601000130699</c:v>
                </c:pt>
                <c:pt idx="12">
                  <c:v>0.97710491046316905</c:v>
                </c:pt>
                <c:pt idx="13">
                  <c:v>0.97059235728404203</c:v>
                </c:pt>
                <c:pt idx="14">
                  <c:v>0.98592360181127503</c:v>
                </c:pt>
                <c:pt idx="15">
                  <c:v>1.00930815143747</c:v>
                </c:pt>
                <c:pt idx="16">
                  <c:v>1.0173251068340099</c:v>
                </c:pt>
                <c:pt idx="17">
                  <c:v>1.03270792257474</c:v>
                </c:pt>
                <c:pt idx="18">
                  <c:v>1.0305939906791699</c:v>
                </c:pt>
                <c:pt idx="19">
                  <c:v>1.0287000873294401</c:v>
                </c:pt>
                <c:pt idx="20">
                  <c:v>1.04118689803766</c:v>
                </c:pt>
                <c:pt idx="21">
                  <c:v>1.0369740418937901</c:v>
                </c:pt>
                <c:pt idx="22">
                  <c:v>1.05764288196048</c:v>
                </c:pt>
                <c:pt idx="23">
                  <c:v>1.08700159398296</c:v>
                </c:pt>
                <c:pt idx="24">
                  <c:v>1.0922171538141601</c:v>
                </c:pt>
                <c:pt idx="25">
                  <c:v>1.10953040169923</c:v>
                </c:pt>
                <c:pt idx="26">
                  <c:v>1.0921996843133199</c:v>
                </c:pt>
                <c:pt idx="27">
                  <c:v>1.11578063868221</c:v>
                </c:pt>
                <c:pt idx="28">
                  <c:v>1.1395124680467299</c:v>
                </c:pt>
                <c:pt idx="29">
                  <c:v>1.14045804497046</c:v>
                </c:pt>
                <c:pt idx="30">
                  <c:v>1.1393915130716501</c:v>
                </c:pt>
                <c:pt idx="31">
                  <c:v>1.1221176097680901</c:v>
                </c:pt>
                <c:pt idx="32">
                  <c:v>1.1184377296743</c:v>
                </c:pt>
                <c:pt idx="33">
                  <c:v>1.12143891073147</c:v>
                </c:pt>
                <c:pt idx="34">
                  <c:v>1.0748513051706901</c:v>
                </c:pt>
                <c:pt idx="35">
                  <c:v>1.08469770165124</c:v>
                </c:pt>
                <c:pt idx="36">
                  <c:v>1.07248477809086</c:v>
                </c:pt>
                <c:pt idx="37">
                  <c:v>1.0850395234774799</c:v>
                </c:pt>
                <c:pt idx="38">
                  <c:v>1.10893854724775</c:v>
                </c:pt>
                <c:pt idx="39">
                  <c:v>1.1108846042946301</c:v>
                </c:pt>
                <c:pt idx="40">
                  <c:v>1.1111335761612999</c:v>
                </c:pt>
                <c:pt idx="41">
                  <c:v>1.1133176885990801</c:v>
                </c:pt>
                <c:pt idx="42">
                  <c:v>1.10908517679671</c:v>
                </c:pt>
                <c:pt idx="43">
                  <c:v>1.0661743072919601</c:v>
                </c:pt>
                <c:pt idx="44">
                  <c:v>1.0655171985963801</c:v>
                </c:pt>
                <c:pt idx="45">
                  <c:v>1.0616222293931501</c:v>
                </c:pt>
                <c:pt idx="46">
                  <c:v>1.0765485952518199</c:v>
                </c:pt>
                <c:pt idx="47">
                  <c:v>1.07339072668281</c:v>
                </c:pt>
                <c:pt idx="48">
                  <c:v>1.0965710166601299</c:v>
                </c:pt>
                <c:pt idx="49">
                  <c:v>1.1017456067021401</c:v>
                </c:pt>
                <c:pt idx="50">
                  <c:v>1.1029161344801399</c:v>
                </c:pt>
                <c:pt idx="51">
                  <c:v>1.07363966838259</c:v>
                </c:pt>
                <c:pt idx="52">
                  <c:v>1.0943461389539</c:v>
                </c:pt>
                <c:pt idx="53">
                  <c:v>1.09972633741104</c:v>
                </c:pt>
                <c:pt idx="54">
                  <c:v>1.0995033839752399</c:v>
                </c:pt>
                <c:pt idx="55">
                  <c:v>1.1046537218533199</c:v>
                </c:pt>
                <c:pt idx="56">
                  <c:v>1.0847573121101</c:v>
                </c:pt>
                <c:pt idx="57">
                  <c:v>1.0590491447943999</c:v>
                </c:pt>
                <c:pt idx="58">
                  <c:v>1.05206010492475</c:v>
                </c:pt>
                <c:pt idx="59">
                  <c:v>1.0695929901764401</c:v>
                </c:pt>
                <c:pt idx="60">
                  <c:v>1.0670381524250701</c:v>
                </c:pt>
                <c:pt idx="61">
                  <c:v>1.0662873309166201</c:v>
                </c:pt>
                <c:pt idx="62">
                  <c:v>1.0780929966205699</c:v>
                </c:pt>
                <c:pt idx="63">
                  <c:v>1.0866187157685401</c:v>
                </c:pt>
                <c:pt idx="64">
                  <c:v>1.0963551448739799</c:v>
                </c:pt>
                <c:pt idx="65">
                  <c:v>1.0994989449708299</c:v>
                </c:pt>
                <c:pt idx="66">
                  <c:v>1.09432859530321</c:v>
                </c:pt>
                <c:pt idx="67">
                  <c:v>1.1036166367684299</c:v>
                </c:pt>
                <c:pt idx="68">
                  <c:v>1.09585331887376</c:v>
                </c:pt>
                <c:pt idx="69">
                  <c:v>1.0967975760391899</c:v>
                </c:pt>
                <c:pt idx="70">
                  <c:v>1.09689563079851</c:v>
                </c:pt>
                <c:pt idx="71">
                  <c:v>1.10097604470173</c:v>
                </c:pt>
                <c:pt idx="72">
                  <c:v>1.0819358632432501</c:v>
                </c:pt>
                <c:pt idx="73">
                  <c:v>1.0744670309917701</c:v>
                </c:pt>
                <c:pt idx="74">
                  <c:v>1.0715679804517799</c:v>
                </c:pt>
                <c:pt idx="75">
                  <c:v>1.0600495517220401</c:v>
                </c:pt>
                <c:pt idx="76">
                  <c:v>1.03665459777962</c:v>
                </c:pt>
                <c:pt idx="77">
                  <c:v>1.00096343837491</c:v>
                </c:pt>
                <c:pt idx="78">
                  <c:v>1.0148862177823801</c:v>
                </c:pt>
                <c:pt idx="79">
                  <c:v>1.0238798551916899</c:v>
                </c:pt>
                <c:pt idx="80">
                  <c:v>1.0349042873484999</c:v>
                </c:pt>
                <c:pt idx="81">
                  <c:v>1.0414553623511</c:v>
                </c:pt>
                <c:pt idx="82">
                  <c:v>1.02388909559581</c:v>
                </c:pt>
                <c:pt idx="83">
                  <c:v>1.0257168107321399</c:v>
                </c:pt>
                <c:pt idx="84">
                  <c:v>1.0147922746628599</c:v>
                </c:pt>
                <c:pt idx="85">
                  <c:v>1.0400968005742901</c:v>
                </c:pt>
                <c:pt idx="86">
                  <c:v>1.04089405716482</c:v>
                </c:pt>
                <c:pt idx="87">
                  <c:v>1.0397042704111901</c:v>
                </c:pt>
                <c:pt idx="88">
                  <c:v>1.01937989161902</c:v>
                </c:pt>
                <c:pt idx="89">
                  <c:v>1.0184952178948701</c:v>
                </c:pt>
                <c:pt idx="90">
                  <c:v>1.01523663320554</c:v>
                </c:pt>
                <c:pt idx="91">
                  <c:v>1.01930180832282</c:v>
                </c:pt>
                <c:pt idx="92">
                  <c:v>1.02941780903855</c:v>
                </c:pt>
                <c:pt idx="93">
                  <c:v>1.02947613935363</c:v>
                </c:pt>
                <c:pt idx="94">
                  <c:v>1.0408526813519801</c:v>
                </c:pt>
                <c:pt idx="95">
                  <c:v>1.0533450731838601</c:v>
                </c:pt>
                <c:pt idx="96">
                  <c:v>1.0501180573453099</c:v>
                </c:pt>
                <c:pt idx="97">
                  <c:v>1.06304902256634</c:v>
                </c:pt>
                <c:pt idx="98">
                  <c:v>1.05170080693445</c:v>
                </c:pt>
                <c:pt idx="99">
                  <c:v>1.0535583558205099</c:v>
                </c:pt>
                <c:pt idx="100">
                  <c:v>1.05152904789771</c:v>
                </c:pt>
                <c:pt idx="101">
                  <c:v>1.0424337743248999</c:v>
                </c:pt>
                <c:pt idx="102">
                  <c:v>1.0550262204816001</c:v>
                </c:pt>
                <c:pt idx="103">
                  <c:v>1.0516223947660099</c:v>
                </c:pt>
                <c:pt idx="104">
                  <c:v>1.0453160295170001</c:v>
                </c:pt>
                <c:pt idx="105">
                  <c:v>1.0572069932153301</c:v>
                </c:pt>
                <c:pt idx="106">
                  <c:v>1.06356195722097</c:v>
                </c:pt>
                <c:pt idx="107">
                  <c:v>1.06243929410252</c:v>
                </c:pt>
                <c:pt idx="108">
                  <c:v>1.0748039550491599</c:v>
                </c:pt>
                <c:pt idx="109">
                  <c:v>1.08257039888548</c:v>
                </c:pt>
                <c:pt idx="110">
                  <c:v>1.0726627132530999</c:v>
                </c:pt>
                <c:pt idx="111">
                  <c:v>1.06470754304959</c:v>
                </c:pt>
                <c:pt idx="112">
                  <c:v>1.0346055851899201</c:v>
                </c:pt>
                <c:pt idx="113">
                  <c:v>1.04527966142522</c:v>
                </c:pt>
                <c:pt idx="114">
                  <c:v>1.05775075936889</c:v>
                </c:pt>
                <c:pt idx="115">
                  <c:v>1.06719251793632</c:v>
                </c:pt>
                <c:pt idx="116">
                  <c:v>1.0621913792009301</c:v>
                </c:pt>
                <c:pt idx="117">
                  <c:v>1.07965284588207</c:v>
                </c:pt>
                <c:pt idx="118">
                  <c:v>1.0898301894422899</c:v>
                </c:pt>
                <c:pt idx="119">
                  <c:v>1.1009371399941199</c:v>
                </c:pt>
                <c:pt idx="120">
                  <c:v>1.1089255599021599</c:v>
                </c:pt>
                <c:pt idx="121">
                  <c:v>1.11504267056422</c:v>
                </c:pt>
                <c:pt idx="122">
                  <c:v>1.1233192843958599</c:v>
                </c:pt>
                <c:pt idx="123">
                  <c:v>1.1218255655088001</c:v>
                </c:pt>
                <c:pt idx="124">
                  <c:v>1.1234379812581201</c:v>
                </c:pt>
                <c:pt idx="125">
                  <c:v>1.1313985779462801</c:v>
                </c:pt>
                <c:pt idx="126">
                  <c:v>1.11516914042216</c:v>
                </c:pt>
                <c:pt idx="127">
                  <c:v>1.11913697573976</c:v>
                </c:pt>
                <c:pt idx="128">
                  <c:v>1.12999257963426</c:v>
                </c:pt>
                <c:pt idx="129">
                  <c:v>1.14653261499134</c:v>
                </c:pt>
                <c:pt idx="130">
                  <c:v>1.14362407150435</c:v>
                </c:pt>
                <c:pt idx="131">
                  <c:v>1.13096190617975</c:v>
                </c:pt>
                <c:pt idx="132">
                  <c:v>1.1265729560136399</c:v>
                </c:pt>
                <c:pt idx="133">
                  <c:v>1.12865922870208</c:v>
                </c:pt>
                <c:pt idx="134">
                  <c:v>1.12587057633624</c:v>
                </c:pt>
                <c:pt idx="135">
                  <c:v>1.13919068421655</c:v>
                </c:pt>
                <c:pt idx="136">
                  <c:v>1.1266431676240201</c:v>
                </c:pt>
                <c:pt idx="137">
                  <c:v>1.1212215705212001</c:v>
                </c:pt>
                <c:pt idx="138">
                  <c:v>1.1310946792816201</c:v>
                </c:pt>
                <c:pt idx="139">
                  <c:v>1.15144958968514</c:v>
                </c:pt>
                <c:pt idx="140">
                  <c:v>1.1666848075080001</c:v>
                </c:pt>
                <c:pt idx="141">
                  <c:v>1.17297308585282</c:v>
                </c:pt>
                <c:pt idx="142">
                  <c:v>1.1828096270925501</c:v>
                </c:pt>
                <c:pt idx="143">
                  <c:v>1.16767171562006</c:v>
                </c:pt>
                <c:pt idx="144">
                  <c:v>1.18574478804429</c:v>
                </c:pt>
                <c:pt idx="145">
                  <c:v>1.19585543584243</c:v>
                </c:pt>
                <c:pt idx="146">
                  <c:v>1.19897352671984</c:v>
                </c:pt>
                <c:pt idx="147">
                  <c:v>1.18887454651066</c:v>
                </c:pt>
                <c:pt idx="148">
                  <c:v>1.1989874082715499</c:v>
                </c:pt>
                <c:pt idx="149">
                  <c:v>1.21664990578301</c:v>
                </c:pt>
                <c:pt idx="150">
                  <c:v>1.2254432557219399</c:v>
                </c:pt>
                <c:pt idx="151">
                  <c:v>1.2270057902239699</c:v>
                </c:pt>
                <c:pt idx="152">
                  <c:v>1.22381413323515</c:v>
                </c:pt>
                <c:pt idx="153">
                  <c:v>1.2378788180365801</c:v>
                </c:pt>
                <c:pt idx="154">
                  <c:v>1.25754483508612</c:v>
                </c:pt>
                <c:pt idx="155">
                  <c:v>1.2622140877110599</c:v>
                </c:pt>
                <c:pt idx="156">
                  <c:v>1.2623355677522701</c:v>
                </c:pt>
                <c:pt idx="157">
                  <c:v>1.2648401017858399</c:v>
                </c:pt>
                <c:pt idx="158">
                  <c:v>1.2759518551273501</c:v>
                </c:pt>
                <c:pt idx="159">
                  <c:v>1.26753260817554</c:v>
                </c:pt>
                <c:pt idx="160">
                  <c:v>1.2423930869884701</c:v>
                </c:pt>
                <c:pt idx="161">
                  <c:v>1.24831208853818</c:v>
                </c:pt>
                <c:pt idx="162">
                  <c:v>1.2374793351016999</c:v>
                </c:pt>
                <c:pt idx="163">
                  <c:v>1.2512430355431201</c:v>
                </c:pt>
                <c:pt idx="164">
                  <c:v>1.2754756995340699</c:v>
                </c:pt>
                <c:pt idx="165">
                  <c:v>1.2938094929292701</c:v>
                </c:pt>
                <c:pt idx="166">
                  <c:v>1.3045304346420701</c:v>
                </c:pt>
                <c:pt idx="167">
                  <c:v>1.3167742119440999</c:v>
                </c:pt>
                <c:pt idx="168">
                  <c:v>1.32305747501604</c:v>
                </c:pt>
                <c:pt idx="169">
                  <c:v>1.3333226878529401</c:v>
                </c:pt>
                <c:pt idx="170">
                  <c:v>1.3421484992719801</c:v>
                </c:pt>
                <c:pt idx="171">
                  <c:v>1.3398829276764299</c:v>
                </c:pt>
                <c:pt idx="172">
                  <c:v>1.3590531987930099</c:v>
                </c:pt>
                <c:pt idx="173">
                  <c:v>1.3771387736960801</c:v>
                </c:pt>
                <c:pt idx="174">
                  <c:v>1.33205585390112</c:v>
                </c:pt>
                <c:pt idx="175">
                  <c:v>1.34528809660724</c:v>
                </c:pt>
                <c:pt idx="176">
                  <c:v>1.35474797863004</c:v>
                </c:pt>
                <c:pt idx="177">
                  <c:v>1.36585580659909</c:v>
                </c:pt>
                <c:pt idx="178">
                  <c:v>1.35004245359611</c:v>
                </c:pt>
                <c:pt idx="179">
                  <c:v>1.3673903187121801</c:v>
                </c:pt>
                <c:pt idx="180">
                  <c:v>1.38545691571532</c:v>
                </c:pt>
                <c:pt idx="181">
                  <c:v>1.38547329294002</c:v>
                </c:pt>
                <c:pt idx="182">
                  <c:v>1.3926914088381099</c:v>
                </c:pt>
                <c:pt idx="183">
                  <c:v>1.40718389185856</c:v>
                </c:pt>
                <c:pt idx="184">
                  <c:v>1.4166099500906499</c:v>
                </c:pt>
                <c:pt idx="185">
                  <c:v>1.4352126611003599</c:v>
                </c:pt>
                <c:pt idx="186">
                  <c:v>1.44005376399881</c:v>
                </c:pt>
                <c:pt idx="187">
                  <c:v>1.4341736203947799</c:v>
                </c:pt>
                <c:pt idx="188">
                  <c:v>1.4352317830811501</c:v>
                </c:pt>
                <c:pt idx="189">
                  <c:v>1.4329711321855401</c:v>
                </c:pt>
                <c:pt idx="190">
                  <c:v>1.43825309949138</c:v>
                </c:pt>
                <c:pt idx="191">
                  <c:v>1.41590117449505</c:v>
                </c:pt>
                <c:pt idx="192">
                  <c:v>1.3970022034180201</c:v>
                </c:pt>
                <c:pt idx="193">
                  <c:v>1.4191893016139401</c:v>
                </c:pt>
                <c:pt idx="194">
                  <c:v>1.40727499198949</c:v>
                </c:pt>
                <c:pt idx="195">
                  <c:v>1.38973607805901</c:v>
                </c:pt>
                <c:pt idx="196">
                  <c:v>1.3655901985430201</c:v>
                </c:pt>
                <c:pt idx="197">
                  <c:v>1.3688440350353701</c:v>
                </c:pt>
                <c:pt idx="198">
                  <c:v>1.38347768623999</c:v>
                </c:pt>
                <c:pt idx="199">
                  <c:v>1.4212554038018499</c:v>
                </c:pt>
                <c:pt idx="200">
                  <c:v>1.4425123301898299</c:v>
                </c:pt>
                <c:pt idx="201">
                  <c:v>1.44317376297575</c:v>
                </c:pt>
                <c:pt idx="202">
                  <c:v>1.4407173807764799</c:v>
                </c:pt>
                <c:pt idx="203">
                  <c:v>1.4577189561464099</c:v>
                </c:pt>
                <c:pt idx="204">
                  <c:v>1.4487252154721899</c:v>
                </c:pt>
                <c:pt idx="205">
                  <c:v>1.4484417059580399</c:v>
                </c:pt>
                <c:pt idx="206">
                  <c:v>1.46333780926778</c:v>
                </c:pt>
                <c:pt idx="207">
                  <c:v>1.44946197090428</c:v>
                </c:pt>
                <c:pt idx="208">
                  <c:v>1.4603651226724801</c:v>
                </c:pt>
                <c:pt idx="209">
                  <c:v>1.40717555452224</c:v>
                </c:pt>
                <c:pt idx="210">
                  <c:v>1.4300576435777199</c:v>
                </c:pt>
                <c:pt idx="211">
                  <c:v>1.4083989937575201</c:v>
                </c:pt>
                <c:pt idx="212">
                  <c:v>1.4032697123582201</c:v>
                </c:pt>
                <c:pt idx="213">
                  <c:v>1.4237639534884501</c:v>
                </c:pt>
                <c:pt idx="214">
                  <c:v>1.4296523276134601</c:v>
                </c:pt>
                <c:pt idx="215">
                  <c:v>1.44219683818369</c:v>
                </c:pt>
                <c:pt idx="216">
                  <c:v>1.44082149540315</c:v>
                </c:pt>
                <c:pt idx="217">
                  <c:v>1.4566236120579199</c:v>
                </c:pt>
                <c:pt idx="218">
                  <c:v>1.47280101822914</c:v>
                </c:pt>
                <c:pt idx="219">
                  <c:v>1.4963652523736699</c:v>
                </c:pt>
                <c:pt idx="220">
                  <c:v>1.5058601930628599</c:v>
                </c:pt>
                <c:pt idx="221">
                  <c:v>1.5164150996832799</c:v>
                </c:pt>
                <c:pt idx="222">
                  <c:v>1.52033786056219</c:v>
                </c:pt>
                <c:pt idx="223">
                  <c:v>1.5015106081248299</c:v>
                </c:pt>
                <c:pt idx="224">
                  <c:v>1.5172153014176899</c:v>
                </c:pt>
                <c:pt idx="225">
                  <c:v>1.5287630615354999</c:v>
                </c:pt>
                <c:pt idx="226">
                  <c:v>1.5501698370068899</c:v>
                </c:pt>
                <c:pt idx="227">
                  <c:v>1.5080499024307601</c:v>
                </c:pt>
                <c:pt idx="228">
                  <c:v>1.51147725289174</c:v>
                </c:pt>
                <c:pt idx="229">
                  <c:v>1.4451346512129399</c:v>
                </c:pt>
                <c:pt idx="230">
                  <c:v>1.49240208250742</c:v>
                </c:pt>
                <c:pt idx="231">
                  <c:v>1.51250005583128</c:v>
                </c:pt>
                <c:pt idx="232">
                  <c:v>1.5311460341358201</c:v>
                </c:pt>
                <c:pt idx="233">
                  <c:v>1.55685606790255</c:v>
                </c:pt>
                <c:pt idx="234">
                  <c:v>1.55201039390513</c:v>
                </c:pt>
                <c:pt idx="235">
                  <c:v>1.53112194540917</c:v>
                </c:pt>
                <c:pt idx="236">
                  <c:v>1.52663255128592</c:v>
                </c:pt>
                <c:pt idx="237">
                  <c:v>1.5017602915208801</c:v>
                </c:pt>
                <c:pt idx="238">
                  <c:v>1.4269333099853101</c:v>
                </c:pt>
                <c:pt idx="239">
                  <c:v>1.4077994554334801</c:v>
                </c:pt>
                <c:pt idx="240">
                  <c:v>1.4413596967843201</c:v>
                </c:pt>
                <c:pt idx="241">
                  <c:v>1.4597453914137699</c:v>
                </c:pt>
                <c:pt idx="242">
                  <c:v>1.4638777742453699</c:v>
                </c:pt>
                <c:pt idx="243">
                  <c:v>1.4355014524262</c:v>
                </c:pt>
                <c:pt idx="244">
                  <c:v>1.4105271237318</c:v>
                </c:pt>
                <c:pt idx="245">
                  <c:v>1.42021178864008</c:v>
                </c:pt>
                <c:pt idx="246">
                  <c:v>1.43248488397111</c:v>
                </c:pt>
                <c:pt idx="247">
                  <c:v>1.4583214372745199</c:v>
                </c:pt>
                <c:pt idx="248">
                  <c:v>1.4550579787526401</c:v>
                </c:pt>
                <c:pt idx="249">
                  <c:v>1.4532845980407001</c:v>
                </c:pt>
                <c:pt idx="250">
                  <c:v>1.44500693971336</c:v>
                </c:pt>
                <c:pt idx="251">
                  <c:v>1.4277744900793501</c:v>
                </c:pt>
                <c:pt idx="252">
                  <c:v>1.45290133206998</c:v>
                </c:pt>
                <c:pt idx="253">
                  <c:v>1.4471219943257501</c:v>
                </c:pt>
                <c:pt idx="254">
                  <c:v>1.4554109814462199</c:v>
                </c:pt>
                <c:pt idx="255">
                  <c:v>1.4723488537990601</c:v>
                </c:pt>
                <c:pt idx="256">
                  <c:v>1.4361294481895699</c:v>
                </c:pt>
                <c:pt idx="257">
                  <c:v>1.48760700254406</c:v>
                </c:pt>
                <c:pt idx="258">
                  <c:v>1.5174904933718201</c:v>
                </c:pt>
                <c:pt idx="259">
                  <c:v>1.54138513101136</c:v>
                </c:pt>
                <c:pt idx="260">
                  <c:v>1.52752446343952</c:v>
                </c:pt>
                <c:pt idx="261">
                  <c:v>1.56056421265677</c:v>
                </c:pt>
                <c:pt idx="262">
                  <c:v>1.57146508098543</c:v>
                </c:pt>
                <c:pt idx="263">
                  <c:v>1.5683517821302799</c:v>
                </c:pt>
                <c:pt idx="264">
                  <c:v>1.5589500146973401</c:v>
                </c:pt>
                <c:pt idx="265">
                  <c:v>1.5417206706620601</c:v>
                </c:pt>
                <c:pt idx="266">
                  <c:v>1.5381017100883601</c:v>
                </c:pt>
                <c:pt idx="267">
                  <c:v>1.5627966759851399</c:v>
                </c:pt>
                <c:pt idx="268">
                  <c:v>1.5619298888158499</c:v>
                </c:pt>
                <c:pt idx="269">
                  <c:v>1.5583584500010199</c:v>
                </c:pt>
                <c:pt idx="270">
                  <c:v>1.5281278050212399</c:v>
                </c:pt>
                <c:pt idx="271">
                  <c:v>1.51680905554784</c:v>
                </c:pt>
                <c:pt idx="272">
                  <c:v>1.53250727585645</c:v>
                </c:pt>
                <c:pt idx="273">
                  <c:v>1.55086265803692</c:v>
                </c:pt>
                <c:pt idx="274">
                  <c:v>1.5638213819625399</c:v>
                </c:pt>
                <c:pt idx="275">
                  <c:v>1.5893679568566501</c:v>
                </c:pt>
                <c:pt idx="276">
                  <c:v>1.62105976602546</c:v>
                </c:pt>
                <c:pt idx="277">
                  <c:v>1.62993702066488</c:v>
                </c:pt>
                <c:pt idx="278">
                  <c:v>1.6288180561527199</c:v>
                </c:pt>
                <c:pt idx="279">
                  <c:v>1.6402771811886401</c:v>
                </c:pt>
                <c:pt idx="280">
                  <c:v>1.6588836408780501</c:v>
                </c:pt>
                <c:pt idx="281">
                  <c:v>1.6966323027547401</c:v>
                </c:pt>
                <c:pt idx="282">
                  <c:v>1.6893685681114901</c:v>
                </c:pt>
                <c:pt idx="283">
                  <c:v>1.72006629707342</c:v>
                </c:pt>
                <c:pt idx="284">
                  <c:v>1.7292416528665899</c:v>
                </c:pt>
                <c:pt idx="285">
                  <c:v>1.71084570704251</c:v>
                </c:pt>
                <c:pt idx="286">
                  <c:v>1.7347969135508801</c:v>
                </c:pt>
                <c:pt idx="287">
                  <c:v>1.7574256344813</c:v>
                </c:pt>
                <c:pt idx="288">
                  <c:v>1.7594649457088101</c:v>
                </c:pt>
                <c:pt idx="289">
                  <c:v>1.7489333310568</c:v>
                </c:pt>
                <c:pt idx="290">
                  <c:v>1.7748633317371001</c:v>
                </c:pt>
                <c:pt idx="291">
                  <c:v>1.8290694590916901</c:v>
                </c:pt>
                <c:pt idx="292">
                  <c:v>1.8536301292833599</c:v>
                </c:pt>
                <c:pt idx="293">
                  <c:v>1.8885522896153899</c:v>
                </c:pt>
                <c:pt idx="294">
                  <c:v>1.90357184918383</c:v>
                </c:pt>
                <c:pt idx="295">
                  <c:v>1.9239146016986199</c:v>
                </c:pt>
                <c:pt idx="296">
                  <c:v>1.9751941377957201</c:v>
                </c:pt>
                <c:pt idx="297">
                  <c:v>1.98559808924253</c:v>
                </c:pt>
                <c:pt idx="298">
                  <c:v>2.0127584319646599</c:v>
                </c:pt>
                <c:pt idx="299">
                  <c:v>1.9916035574836</c:v>
                </c:pt>
                <c:pt idx="300">
                  <c:v>2.0152017345159501</c:v>
                </c:pt>
                <c:pt idx="301">
                  <c:v>2.0276739283610099</c:v>
                </c:pt>
                <c:pt idx="302">
                  <c:v>2.0367991775351699</c:v>
                </c:pt>
                <c:pt idx="303">
                  <c:v>2.0872552776300002</c:v>
                </c:pt>
                <c:pt idx="304">
                  <c:v>2.1402477541563401</c:v>
                </c:pt>
                <c:pt idx="305">
                  <c:v>2.186475518135</c:v>
                </c:pt>
                <c:pt idx="306">
                  <c:v>2.2334675927002201</c:v>
                </c:pt>
                <c:pt idx="307">
                  <c:v>2.2110647194103699</c:v>
                </c:pt>
                <c:pt idx="308">
                  <c:v>2.1842120280592598</c:v>
                </c:pt>
                <c:pt idx="309">
                  <c:v>2.2392479261129101</c:v>
                </c:pt>
                <c:pt idx="310">
                  <c:v>2.2919806982985098</c:v>
                </c:pt>
                <c:pt idx="311">
                  <c:v>2.2909010693976</c:v>
                </c:pt>
                <c:pt idx="312">
                  <c:v>2.2024479945816502</c:v>
                </c:pt>
                <c:pt idx="313">
                  <c:v>2.2256187255172799</c:v>
                </c:pt>
                <c:pt idx="314">
                  <c:v>2.2350497823090199</c:v>
                </c:pt>
                <c:pt idx="315">
                  <c:v>2.1887794013429298</c:v>
                </c:pt>
                <c:pt idx="316">
                  <c:v>2.27145778164408</c:v>
                </c:pt>
                <c:pt idx="317">
                  <c:v>2.3329587866668602</c:v>
                </c:pt>
                <c:pt idx="318">
                  <c:v>2.36068193910969</c:v>
                </c:pt>
                <c:pt idx="319">
                  <c:v>2.3627205476091899</c:v>
                </c:pt>
                <c:pt idx="320">
                  <c:v>2.3710886444732502</c:v>
                </c:pt>
                <c:pt idx="321">
                  <c:v>2.29377516815399</c:v>
                </c:pt>
                <c:pt idx="322">
                  <c:v>2.3487700995879002</c:v>
                </c:pt>
                <c:pt idx="323">
                  <c:v>2.35690927447948</c:v>
                </c:pt>
                <c:pt idx="324">
                  <c:v>2.37971477727528</c:v>
                </c:pt>
                <c:pt idx="325">
                  <c:v>2.31643977398506</c:v>
                </c:pt>
                <c:pt idx="326">
                  <c:v>2.2901740568390299</c:v>
                </c:pt>
                <c:pt idx="327">
                  <c:v>2.2504323676153399</c:v>
                </c:pt>
                <c:pt idx="328">
                  <c:v>2.3504194164251699</c:v>
                </c:pt>
                <c:pt idx="329">
                  <c:v>2.4532827138383402</c:v>
                </c:pt>
                <c:pt idx="330">
                  <c:v>2.50236389268232</c:v>
                </c:pt>
                <c:pt idx="331">
                  <c:v>2.5291652123386301</c:v>
                </c:pt>
                <c:pt idx="332">
                  <c:v>2.5564126342812798</c:v>
                </c:pt>
                <c:pt idx="333">
                  <c:v>2.5422666825490601</c:v>
                </c:pt>
                <c:pt idx="334">
                  <c:v>2.60514839448386</c:v>
                </c:pt>
                <c:pt idx="335">
                  <c:v>2.67489011948404</c:v>
                </c:pt>
                <c:pt idx="336">
                  <c:v>2.7282220082376099</c:v>
                </c:pt>
                <c:pt idx="337">
                  <c:v>2.8328592815421798</c:v>
                </c:pt>
                <c:pt idx="338">
                  <c:v>2.8686594036256299</c:v>
                </c:pt>
                <c:pt idx="339">
                  <c:v>2.9436585911458901</c:v>
                </c:pt>
                <c:pt idx="340">
                  <c:v>3.0595153614388599</c:v>
                </c:pt>
                <c:pt idx="341">
                  <c:v>3.12272579578489</c:v>
                </c:pt>
                <c:pt idx="342">
                  <c:v>2.9430537967036901</c:v>
                </c:pt>
                <c:pt idx="343">
                  <c:v>2.9781085196913502</c:v>
                </c:pt>
                <c:pt idx="344">
                  <c:v>3.1439399574253701</c:v>
                </c:pt>
                <c:pt idx="345">
                  <c:v>3.2812545324414502</c:v>
                </c:pt>
                <c:pt idx="346">
                  <c:v>3.2894398774342299</c:v>
                </c:pt>
                <c:pt idx="347">
                  <c:v>3.2799275246197501</c:v>
                </c:pt>
                <c:pt idx="348">
                  <c:v>3.3386876597514399</c:v>
                </c:pt>
                <c:pt idx="349">
                  <c:v>3.2819855149610402</c:v>
                </c:pt>
                <c:pt idx="350">
                  <c:v>3.28321314721379</c:v>
                </c:pt>
                <c:pt idx="351">
                  <c:v>3.3592709807460999</c:v>
                </c:pt>
                <c:pt idx="352">
                  <c:v>3.4389572663368599</c:v>
                </c:pt>
                <c:pt idx="353">
                  <c:v>3.49966709145873</c:v>
                </c:pt>
                <c:pt idx="354">
                  <c:v>3.4416798612867798</c:v>
                </c:pt>
                <c:pt idx="355">
                  <c:v>3.29419437900876</c:v>
                </c:pt>
                <c:pt idx="356">
                  <c:v>3.3608121421036299</c:v>
                </c:pt>
                <c:pt idx="357">
                  <c:v>3.2506275656237902</c:v>
                </c:pt>
                <c:pt idx="358">
                  <c:v>3.0178756561847502</c:v>
                </c:pt>
                <c:pt idx="359">
                  <c:v>3.00931601446056</c:v>
                </c:pt>
                <c:pt idx="360">
                  <c:v>3.0768609411500099</c:v>
                </c:pt>
                <c:pt idx="361">
                  <c:v>2.9480058106441702</c:v>
                </c:pt>
                <c:pt idx="362">
                  <c:v>2.6987984824315698</c:v>
                </c:pt>
                <c:pt idx="363">
                  <c:v>2.5004510831230702</c:v>
                </c:pt>
                <c:pt idx="364">
                  <c:v>2.6125835536203699</c:v>
                </c:pt>
                <c:pt idx="365">
                  <c:v>2.4588510420122098</c:v>
                </c:pt>
                <c:pt idx="366">
                  <c:v>2.2791838992929598</c:v>
                </c:pt>
                <c:pt idx="367">
                  <c:v>2.1225349806337999</c:v>
                </c:pt>
                <c:pt idx="368">
                  <c:v>2.01484137002147</c:v>
                </c:pt>
                <c:pt idx="369">
                  <c:v>1.8775788557805699</c:v>
                </c:pt>
                <c:pt idx="370">
                  <c:v>1.81551435175405</c:v>
                </c:pt>
                <c:pt idx="371">
                  <c:v>1.8919448242302599</c:v>
                </c:pt>
                <c:pt idx="372">
                  <c:v>1.9756988627947101</c:v>
                </c:pt>
                <c:pt idx="373">
                  <c:v>2.08942880539397</c:v>
                </c:pt>
                <c:pt idx="374">
                  <c:v>2.1643928756202002</c:v>
                </c:pt>
                <c:pt idx="375">
                  <c:v>2.0628775582485801</c:v>
                </c:pt>
                <c:pt idx="376">
                  <c:v>2.09198524529892</c:v>
                </c:pt>
                <c:pt idx="377">
                  <c:v>2.2114635974080601</c:v>
                </c:pt>
                <c:pt idx="378">
                  <c:v>2.27141446301719</c:v>
                </c:pt>
                <c:pt idx="379">
                  <c:v>2.3283269808170299</c:v>
                </c:pt>
                <c:pt idx="380">
                  <c:v>2.3633495038558401</c:v>
                </c:pt>
                <c:pt idx="381">
                  <c:v>2.4392744217279398</c:v>
                </c:pt>
                <c:pt idx="382">
                  <c:v>2.4093921267002498</c:v>
                </c:pt>
                <c:pt idx="383">
                  <c:v>2.2402696336410099</c:v>
                </c:pt>
                <c:pt idx="384">
                  <c:v>2.1572897576327099</c:v>
                </c:pt>
                <c:pt idx="385">
                  <c:v>2.2688143260573201</c:v>
                </c:pt>
                <c:pt idx="386">
                  <c:v>2.2081512112546</c:v>
                </c:pt>
                <c:pt idx="387">
                  <c:v>2.1641419562845301</c:v>
                </c:pt>
                <c:pt idx="388">
                  <c:v>2.06420676844701</c:v>
                </c:pt>
                <c:pt idx="389">
                  <c:v>2.1966649302852201</c:v>
                </c:pt>
                <c:pt idx="390">
                  <c:v>2.18904373127438</c:v>
                </c:pt>
                <c:pt idx="391">
                  <c:v>2.1795600844619099</c:v>
                </c:pt>
                <c:pt idx="392">
                  <c:v>2.2643189897329501</c:v>
                </c:pt>
                <c:pt idx="393">
                  <c:v>2.3834940525968999</c:v>
                </c:pt>
                <c:pt idx="394">
                  <c:v>2.4068547008572501</c:v>
                </c:pt>
                <c:pt idx="395">
                  <c:v>2.3766932291641298</c:v>
                </c:pt>
                <c:pt idx="396">
                  <c:v>2.4473021213018602</c:v>
                </c:pt>
                <c:pt idx="397">
                  <c:v>2.4667347281779302</c:v>
                </c:pt>
                <c:pt idx="398">
                  <c:v>2.5101784211583298</c:v>
                </c:pt>
                <c:pt idx="399">
                  <c:v>2.3254764596123501</c:v>
                </c:pt>
                <c:pt idx="400">
                  <c:v>2.3837123096451198</c:v>
                </c:pt>
                <c:pt idx="401">
                  <c:v>2.3081718099445498</c:v>
                </c:pt>
                <c:pt idx="402">
                  <c:v>2.1743293216368298</c:v>
                </c:pt>
                <c:pt idx="403">
                  <c:v>1.9966979792395201</c:v>
                </c:pt>
                <c:pt idx="404">
                  <c:v>1.8357213469461799</c:v>
                </c:pt>
                <c:pt idx="405">
                  <c:v>1.75586261877054</c:v>
                </c:pt>
                <c:pt idx="406">
                  <c:v>1.82058810148033</c:v>
                </c:pt>
                <c:pt idx="407">
                  <c:v>1.94310054747149</c:v>
                </c:pt>
                <c:pt idx="408">
                  <c:v>1.85752276428815</c:v>
                </c:pt>
                <c:pt idx="409">
                  <c:v>1.73012275340879</c:v>
                </c:pt>
                <c:pt idx="410">
                  <c:v>1.66982136455275</c:v>
                </c:pt>
                <c:pt idx="411">
                  <c:v>1.7048751776495299</c:v>
                </c:pt>
                <c:pt idx="412">
                  <c:v>1.79715535125033</c:v>
                </c:pt>
                <c:pt idx="413">
                  <c:v>1.87278278013685</c:v>
                </c:pt>
                <c:pt idx="414">
                  <c:v>1.8417751229963999</c:v>
                </c:pt>
                <c:pt idx="415">
                  <c:v>1.868806669642</c:v>
                </c:pt>
                <c:pt idx="416">
                  <c:v>1.73030862566719</c:v>
                </c:pt>
                <c:pt idx="417">
                  <c:v>1.6350050882448399</c:v>
                </c:pt>
                <c:pt idx="418">
                  <c:v>1.75927653662539</c:v>
                </c:pt>
                <c:pt idx="419">
                  <c:v>1.733748013557</c:v>
                </c:pt>
                <c:pt idx="420">
                  <c:v>1.7607492990631499</c:v>
                </c:pt>
                <c:pt idx="421">
                  <c:v>1.8324291610385901</c:v>
                </c:pt>
                <c:pt idx="422">
                  <c:v>1.8468730619170799</c:v>
                </c:pt>
                <c:pt idx="423">
                  <c:v>1.8255840726455099</c:v>
                </c:pt>
                <c:pt idx="424">
                  <c:v>1.85385124456276</c:v>
                </c:pt>
                <c:pt idx="425">
                  <c:v>1.7857616656158799</c:v>
                </c:pt>
                <c:pt idx="426">
                  <c:v>1.8270318895158899</c:v>
                </c:pt>
                <c:pt idx="427">
                  <c:v>1.7950211612276401</c:v>
                </c:pt>
                <c:pt idx="428">
                  <c:v>1.7979131102907999</c:v>
                </c:pt>
                <c:pt idx="429">
                  <c:v>1.87536438188009</c:v>
                </c:pt>
                <c:pt idx="430">
                  <c:v>1.90619812265668</c:v>
                </c:pt>
                <c:pt idx="431">
                  <c:v>1.9955967748041801</c:v>
                </c:pt>
                <c:pt idx="432">
                  <c:v>2.0278573310523802</c:v>
                </c:pt>
                <c:pt idx="433">
                  <c:v>2.0019392420645299</c:v>
                </c:pt>
                <c:pt idx="434">
                  <c:v>2.0691294641371498</c:v>
                </c:pt>
                <c:pt idx="435">
                  <c:v>2.1043517251685202</c:v>
                </c:pt>
                <c:pt idx="436">
                  <c:v>2.1052569127129601</c:v>
                </c:pt>
                <c:pt idx="437">
                  <c:v>2.1464199795691501</c:v>
                </c:pt>
                <c:pt idx="438">
                  <c:v>2.0107408914957401</c:v>
                </c:pt>
                <c:pt idx="439">
                  <c:v>2.0930419715678301</c:v>
                </c:pt>
                <c:pt idx="440">
                  <c:v>2.1653759538073798</c:v>
                </c:pt>
                <c:pt idx="441">
                  <c:v>2.1812631380885699</c:v>
                </c:pt>
                <c:pt idx="442">
                  <c:v>2.1979011951421099</c:v>
                </c:pt>
                <c:pt idx="443">
                  <c:v>2.1556767825788801</c:v>
                </c:pt>
                <c:pt idx="444">
                  <c:v>2.1782805576423998</c:v>
                </c:pt>
                <c:pt idx="445">
                  <c:v>2.1712300177231998</c:v>
                </c:pt>
                <c:pt idx="446">
                  <c:v>2.12086065785642</c:v>
                </c:pt>
                <c:pt idx="447">
                  <c:v>2.1187770895550102</c:v>
                </c:pt>
                <c:pt idx="448">
                  <c:v>2.2291202282732301</c:v>
                </c:pt>
                <c:pt idx="449">
                  <c:v>2.23229799674847</c:v>
                </c:pt>
                <c:pt idx="450">
                  <c:v>2.2871308915254902</c:v>
                </c:pt>
                <c:pt idx="451">
                  <c:v>2.32104742060167</c:v>
                </c:pt>
                <c:pt idx="452">
                  <c:v>2.3439775346525402</c:v>
                </c:pt>
                <c:pt idx="453">
                  <c:v>2.3860607355512702</c:v>
                </c:pt>
                <c:pt idx="454">
                  <c:v>2.39111691430191</c:v>
                </c:pt>
                <c:pt idx="455">
                  <c:v>2.3424534878465999</c:v>
                </c:pt>
                <c:pt idx="456">
                  <c:v>2.3995692693518702</c:v>
                </c:pt>
                <c:pt idx="457">
                  <c:v>2.38200342911209</c:v>
                </c:pt>
                <c:pt idx="458">
                  <c:v>2.34368140020718</c:v>
                </c:pt>
                <c:pt idx="459">
                  <c:v>2.4086599771299801</c:v>
                </c:pt>
                <c:pt idx="460">
                  <c:v>2.4486222889530498</c:v>
                </c:pt>
                <c:pt idx="461">
                  <c:v>2.4398144815226299</c:v>
                </c:pt>
                <c:pt idx="462">
                  <c:v>2.47292606433466</c:v>
                </c:pt>
                <c:pt idx="463">
                  <c:v>2.5261112473251601</c:v>
                </c:pt>
                <c:pt idx="464">
                  <c:v>2.5186012770514701</c:v>
                </c:pt>
                <c:pt idx="465">
                  <c:v>2.36991254749026</c:v>
                </c:pt>
                <c:pt idx="466">
                  <c:v>2.38762792096243</c:v>
                </c:pt>
                <c:pt idx="467">
                  <c:v>2.3835145163367599</c:v>
                </c:pt>
                <c:pt idx="468">
                  <c:v>2.3568096033049399</c:v>
                </c:pt>
                <c:pt idx="469">
                  <c:v>2.4203791824161698</c:v>
                </c:pt>
                <c:pt idx="470">
                  <c:v>2.4155260521578099</c:v>
                </c:pt>
                <c:pt idx="471">
                  <c:v>2.4502491818007202</c:v>
                </c:pt>
                <c:pt idx="472">
                  <c:v>2.3992157653315198</c:v>
                </c:pt>
                <c:pt idx="473">
                  <c:v>2.39001750384219</c:v>
                </c:pt>
                <c:pt idx="474">
                  <c:v>2.3872626644051</c:v>
                </c:pt>
                <c:pt idx="475">
                  <c:v>2.3666006083412898</c:v>
                </c:pt>
                <c:pt idx="476">
                  <c:v>2.40732051889964</c:v>
                </c:pt>
                <c:pt idx="477">
                  <c:v>2.4419286490997698</c:v>
                </c:pt>
                <c:pt idx="478">
                  <c:v>2.4658830454560698</c:v>
                </c:pt>
                <c:pt idx="479">
                  <c:v>2.5383276335857299</c:v>
                </c:pt>
                <c:pt idx="480">
                  <c:v>2.5312955480362298</c:v>
                </c:pt>
                <c:pt idx="481">
                  <c:v>2.5531049703550899</c:v>
                </c:pt>
                <c:pt idx="482">
                  <c:v>2.57869991146495</c:v>
                </c:pt>
                <c:pt idx="483">
                  <c:v>2.54452579715245</c:v>
                </c:pt>
                <c:pt idx="484">
                  <c:v>2.54275037813558</c:v>
                </c:pt>
                <c:pt idx="485">
                  <c:v>2.5586211072904499</c:v>
                </c:pt>
                <c:pt idx="486">
                  <c:v>2.5045467833719099</c:v>
                </c:pt>
                <c:pt idx="487">
                  <c:v>2.5348923988140002</c:v>
                </c:pt>
                <c:pt idx="488">
                  <c:v>2.5697255982705398</c:v>
                </c:pt>
                <c:pt idx="489">
                  <c:v>2.5263255479067399</c:v>
                </c:pt>
                <c:pt idx="490">
                  <c:v>2.30613484727757</c:v>
                </c:pt>
                <c:pt idx="491">
                  <c:v>2.2511505744524101</c:v>
                </c:pt>
                <c:pt idx="492">
                  <c:v>2.3201011746854601</c:v>
                </c:pt>
                <c:pt idx="493">
                  <c:v>2.1134731393964699</c:v>
                </c:pt>
                <c:pt idx="494">
                  <c:v>2.1301785785857099</c:v>
                </c:pt>
                <c:pt idx="495">
                  <c:v>1.96764073581785</c:v>
                </c:pt>
                <c:pt idx="496">
                  <c:v>1.9659602979833</c:v>
                </c:pt>
                <c:pt idx="497">
                  <c:v>1.88125400172434</c:v>
                </c:pt>
                <c:pt idx="498">
                  <c:v>1.9571675929186101</c:v>
                </c:pt>
                <c:pt idx="499">
                  <c:v>1.87942927381588</c:v>
                </c:pt>
                <c:pt idx="500">
                  <c:v>1.9258661291641099</c:v>
                </c:pt>
                <c:pt idx="501">
                  <c:v>2.0071970062447999</c:v>
                </c:pt>
                <c:pt idx="502">
                  <c:v>1.99517694972149</c:v>
                </c:pt>
                <c:pt idx="503">
                  <c:v>1.91129239847628</c:v>
                </c:pt>
                <c:pt idx="504">
                  <c:v>1.9496086681788101</c:v>
                </c:pt>
                <c:pt idx="505">
                  <c:v>1.9769543988476399</c:v>
                </c:pt>
                <c:pt idx="506">
                  <c:v>1.8213084793627901</c:v>
                </c:pt>
                <c:pt idx="507">
                  <c:v>1.8067075813993501</c:v>
                </c:pt>
                <c:pt idx="508">
                  <c:v>1.7160014130202901</c:v>
                </c:pt>
                <c:pt idx="509">
                  <c:v>1.7836328720250401</c:v>
                </c:pt>
                <c:pt idx="510">
                  <c:v>1.75553936869144</c:v>
                </c:pt>
                <c:pt idx="511">
                  <c:v>1.8247768832594</c:v>
                </c:pt>
                <c:pt idx="512">
                  <c:v>1.8376770417383199</c:v>
                </c:pt>
                <c:pt idx="513">
                  <c:v>1.8840592800695899</c:v>
                </c:pt>
                <c:pt idx="514">
                  <c:v>1.86591219011966</c:v>
                </c:pt>
                <c:pt idx="515">
                  <c:v>1.8641366249403799</c:v>
                </c:pt>
                <c:pt idx="516">
                  <c:v>1.9493033328326801</c:v>
                </c:pt>
                <c:pt idx="517">
                  <c:v>1.98018187972406</c:v>
                </c:pt>
                <c:pt idx="518">
                  <c:v>1.9768679040206101</c:v>
                </c:pt>
                <c:pt idx="519">
                  <c:v>1.98890049804277</c:v>
                </c:pt>
                <c:pt idx="520">
                  <c:v>2.0301165868190001</c:v>
                </c:pt>
                <c:pt idx="521">
                  <c:v>2.0206649274506101</c:v>
                </c:pt>
                <c:pt idx="522">
                  <c:v>2.0261911653223299</c:v>
                </c:pt>
                <c:pt idx="523">
                  <c:v>1.86237427354381</c:v>
                </c:pt>
                <c:pt idx="524">
                  <c:v>1.8585839558263499</c:v>
                </c:pt>
                <c:pt idx="525">
                  <c:v>1.7418657061515499</c:v>
                </c:pt>
                <c:pt idx="526">
                  <c:v>1.7803594749721401</c:v>
                </c:pt>
                <c:pt idx="527">
                  <c:v>1.8709106303598999</c:v>
                </c:pt>
                <c:pt idx="528">
                  <c:v>1.8737117914972199</c:v>
                </c:pt>
                <c:pt idx="529">
                  <c:v>1.80332709095981</c:v>
                </c:pt>
                <c:pt idx="530">
                  <c:v>1.8512498727348901</c:v>
                </c:pt>
                <c:pt idx="531">
                  <c:v>1.86793537397031</c:v>
                </c:pt>
                <c:pt idx="532">
                  <c:v>1.82464896278191</c:v>
                </c:pt>
                <c:pt idx="533">
                  <c:v>1.7976660411185701</c:v>
                </c:pt>
                <c:pt idx="534">
                  <c:v>1.7935132376377201</c:v>
                </c:pt>
                <c:pt idx="535">
                  <c:v>1.8665984529997599</c:v>
                </c:pt>
                <c:pt idx="536">
                  <c:v>1.8528005529942</c:v>
                </c:pt>
                <c:pt idx="537">
                  <c:v>1.8277316351431101</c:v>
                </c:pt>
                <c:pt idx="538">
                  <c:v>1.8972021459500501</c:v>
                </c:pt>
                <c:pt idx="539">
                  <c:v>1.9732416840350699</c:v>
                </c:pt>
                <c:pt idx="540">
                  <c:v>2.0289770784794401</c:v>
                </c:pt>
                <c:pt idx="541">
                  <c:v>2.02571042346456</c:v>
                </c:pt>
                <c:pt idx="542">
                  <c:v>2.0517665407921402</c:v>
                </c:pt>
                <c:pt idx="543">
                  <c:v>2.0246986614120202</c:v>
                </c:pt>
                <c:pt idx="544">
                  <c:v>2.0436584623846898</c:v>
                </c:pt>
                <c:pt idx="545">
                  <c:v>2.0295818262605199</c:v>
                </c:pt>
                <c:pt idx="546">
                  <c:v>1.9871582400062799</c:v>
                </c:pt>
                <c:pt idx="547">
                  <c:v>2.0649470547914301</c:v>
                </c:pt>
                <c:pt idx="548">
                  <c:v>2.0711066258755602</c:v>
                </c:pt>
                <c:pt idx="549">
                  <c:v>2.0594063515701801</c:v>
                </c:pt>
                <c:pt idx="550">
                  <c:v>2.1180680470102198</c:v>
                </c:pt>
                <c:pt idx="551">
                  <c:v>2.13354244909825</c:v>
                </c:pt>
                <c:pt idx="552">
                  <c:v>2.0988691161884501</c:v>
                </c:pt>
                <c:pt idx="553">
                  <c:v>2.0799226250225402</c:v>
                </c:pt>
                <c:pt idx="554">
                  <c:v>2.1290415099820001</c:v>
                </c:pt>
                <c:pt idx="555">
                  <c:v>2.1128499538947101</c:v>
                </c:pt>
                <c:pt idx="556">
                  <c:v>2.1457114366566601</c:v>
                </c:pt>
                <c:pt idx="557">
                  <c:v>2.16953006226503</c:v>
                </c:pt>
                <c:pt idx="558">
                  <c:v>2.1681685121476102</c:v>
                </c:pt>
                <c:pt idx="559">
                  <c:v>2.1349899918425699</c:v>
                </c:pt>
                <c:pt idx="560">
                  <c:v>2.1443363388465002</c:v>
                </c:pt>
                <c:pt idx="561">
                  <c:v>2.0320128995696098</c:v>
                </c:pt>
                <c:pt idx="562">
                  <c:v>2.0071544120772198</c:v>
                </c:pt>
                <c:pt idx="563">
                  <c:v>2.0256931837612999</c:v>
                </c:pt>
                <c:pt idx="564">
                  <c:v>2.0137418263628</c:v>
                </c:pt>
                <c:pt idx="565">
                  <c:v>2.0397988700412402</c:v>
                </c:pt>
                <c:pt idx="566">
                  <c:v>2.0332526740349</c:v>
                </c:pt>
                <c:pt idx="567">
                  <c:v>2.03027658400902</c:v>
                </c:pt>
                <c:pt idx="568">
                  <c:v>2.0304360889853998</c:v>
                </c:pt>
                <c:pt idx="569">
                  <c:v>2.0932756825114098</c:v>
                </c:pt>
                <c:pt idx="570">
                  <c:v>2.0944682456406398</c:v>
                </c:pt>
                <c:pt idx="571">
                  <c:v>2.1108537367741</c:v>
                </c:pt>
                <c:pt idx="572">
                  <c:v>2.02832695444281</c:v>
                </c:pt>
                <c:pt idx="573">
                  <c:v>1.9417253519725199</c:v>
                </c:pt>
                <c:pt idx="574">
                  <c:v>1.9366054069329199</c:v>
                </c:pt>
                <c:pt idx="575">
                  <c:v>1.9214701854652301</c:v>
                </c:pt>
                <c:pt idx="576">
                  <c:v>1.9151713784714099</c:v>
                </c:pt>
                <c:pt idx="577">
                  <c:v>1.91248467466053</c:v>
                </c:pt>
                <c:pt idx="578">
                  <c:v>1.95117155717549</c:v>
                </c:pt>
                <c:pt idx="579">
                  <c:v>1.94956268762866</c:v>
                </c:pt>
                <c:pt idx="580">
                  <c:v>1.8821061192142601</c:v>
                </c:pt>
                <c:pt idx="581">
                  <c:v>1.89329537770898</c:v>
                </c:pt>
                <c:pt idx="582">
                  <c:v>1.9182762699493401</c:v>
                </c:pt>
                <c:pt idx="583">
                  <c:v>1.95196271057125</c:v>
                </c:pt>
                <c:pt idx="584">
                  <c:v>1.9298509310279</c:v>
                </c:pt>
                <c:pt idx="585">
                  <c:v>1.9279943235471599</c:v>
                </c:pt>
                <c:pt idx="586">
                  <c:v>1.9374145377905001</c:v>
                </c:pt>
                <c:pt idx="587">
                  <c:v>1.9381814897912699</c:v>
                </c:pt>
                <c:pt idx="588">
                  <c:v>1.9273023312479201</c:v>
                </c:pt>
                <c:pt idx="589">
                  <c:v>2.0068922742967001</c:v>
                </c:pt>
                <c:pt idx="590">
                  <c:v>2.0246603797232998</c:v>
                </c:pt>
                <c:pt idx="591">
                  <c:v>2.0532619851377301</c:v>
                </c:pt>
                <c:pt idx="592">
                  <c:v>2.06013538959205</c:v>
                </c:pt>
                <c:pt idx="593">
                  <c:v>2.0649922337197801</c:v>
                </c:pt>
                <c:pt idx="594">
                  <c:v>2.0749014852205598</c:v>
                </c:pt>
                <c:pt idx="595">
                  <c:v>2.06802999194647</c:v>
                </c:pt>
                <c:pt idx="596">
                  <c:v>1.9641962421058701</c:v>
                </c:pt>
                <c:pt idx="597">
                  <c:v>1.9725732124240201</c:v>
                </c:pt>
                <c:pt idx="598">
                  <c:v>2.0441210571564898</c:v>
                </c:pt>
                <c:pt idx="599">
                  <c:v>2.0467666413739201</c:v>
                </c:pt>
                <c:pt idx="600">
                  <c:v>2.0652413379134802</c:v>
                </c:pt>
                <c:pt idx="601">
                  <c:v>2.0761306183956698</c:v>
                </c:pt>
                <c:pt idx="602">
                  <c:v>2.0530783862277699</c:v>
                </c:pt>
                <c:pt idx="603">
                  <c:v>2.0890876393971101</c:v>
                </c:pt>
                <c:pt idx="604">
                  <c:v>2.08235607470673</c:v>
                </c:pt>
                <c:pt idx="605">
                  <c:v>2.0650575260179198</c:v>
                </c:pt>
                <c:pt idx="606">
                  <c:v>2.1170317023984002</c:v>
                </c:pt>
                <c:pt idx="607">
                  <c:v>2.1421156910033501</c:v>
                </c:pt>
                <c:pt idx="608">
                  <c:v>2.1473031893675598</c:v>
                </c:pt>
                <c:pt idx="609">
                  <c:v>2.1495748517990099</c:v>
                </c:pt>
                <c:pt idx="610">
                  <c:v>2.1446883820481899</c:v>
                </c:pt>
                <c:pt idx="611">
                  <c:v>2.1876167921865699</c:v>
                </c:pt>
                <c:pt idx="612">
                  <c:v>2.2002306526670998</c:v>
                </c:pt>
                <c:pt idx="613">
                  <c:v>2.2093908510510598</c:v>
                </c:pt>
                <c:pt idx="614">
                  <c:v>2.2127228410256401</c:v>
                </c:pt>
                <c:pt idx="615">
                  <c:v>2.2059535783373998</c:v>
                </c:pt>
                <c:pt idx="616">
                  <c:v>2.19004282282769</c:v>
                </c:pt>
                <c:pt idx="617">
                  <c:v>2.20952079811171</c:v>
                </c:pt>
                <c:pt idx="618">
                  <c:v>2.2261271684046902</c:v>
                </c:pt>
                <c:pt idx="619">
                  <c:v>2.2299129625860998</c:v>
                </c:pt>
                <c:pt idx="620">
                  <c:v>2.2181459989585499</c:v>
                </c:pt>
                <c:pt idx="621">
                  <c:v>2.20565393614645</c:v>
                </c:pt>
                <c:pt idx="622">
                  <c:v>2.2199227859532402</c:v>
                </c:pt>
                <c:pt idx="623">
                  <c:v>2.2203145037724701</c:v>
                </c:pt>
                <c:pt idx="624">
                  <c:v>2.2206449726411002</c:v>
                </c:pt>
                <c:pt idx="625">
                  <c:v>2.2013880948764801</c:v>
                </c:pt>
                <c:pt idx="626">
                  <c:v>2.2070903807229398</c:v>
                </c:pt>
                <c:pt idx="627">
                  <c:v>2.2324005162631302</c:v>
                </c:pt>
                <c:pt idx="628">
                  <c:v>2.1238062830134501</c:v>
                </c:pt>
                <c:pt idx="629">
                  <c:v>2.1192779423891799</c:v>
                </c:pt>
                <c:pt idx="630">
                  <c:v>2.1062101625082601</c:v>
                </c:pt>
                <c:pt idx="631">
                  <c:v>2.0718177711046999</c:v>
                </c:pt>
                <c:pt idx="632">
                  <c:v>2.09175966858581</c:v>
                </c:pt>
                <c:pt idx="633">
                  <c:v>2.1011482779525998</c:v>
                </c:pt>
                <c:pt idx="634">
                  <c:v>2.1142452657826998</c:v>
                </c:pt>
                <c:pt idx="635">
                  <c:v>2.10384189289449</c:v>
                </c:pt>
                <c:pt idx="636">
                  <c:v>2.12776321393804</c:v>
                </c:pt>
                <c:pt idx="637">
                  <c:v>2.1517777690195898</c:v>
                </c:pt>
                <c:pt idx="638">
                  <c:v>2.14617105057502</c:v>
                </c:pt>
                <c:pt idx="639">
                  <c:v>2.1116549288766802</c:v>
                </c:pt>
                <c:pt idx="640">
                  <c:v>2.1320035387654599</c:v>
                </c:pt>
                <c:pt idx="641">
                  <c:v>2.1778342488085598</c:v>
                </c:pt>
                <c:pt idx="642">
                  <c:v>2.1945916506193899</c:v>
                </c:pt>
                <c:pt idx="643">
                  <c:v>2.2037921959993998</c:v>
                </c:pt>
                <c:pt idx="644">
                  <c:v>2.2023462391514599</c:v>
                </c:pt>
                <c:pt idx="645">
                  <c:v>2.20837073731713</c:v>
                </c:pt>
                <c:pt idx="646">
                  <c:v>2.1829120609324502</c:v>
                </c:pt>
                <c:pt idx="647">
                  <c:v>2.1901687379043899</c:v>
                </c:pt>
                <c:pt idx="648">
                  <c:v>2.1960007023888402</c:v>
                </c:pt>
                <c:pt idx="649">
                  <c:v>2.1819530124371198</c:v>
                </c:pt>
                <c:pt idx="650">
                  <c:v>2.19188965868618</c:v>
                </c:pt>
                <c:pt idx="651">
                  <c:v>2.1976077783353101</c:v>
                </c:pt>
                <c:pt idx="652">
                  <c:v>2.1975414199061101</c:v>
                </c:pt>
                <c:pt idx="653">
                  <c:v>2.19910116412226</c:v>
                </c:pt>
                <c:pt idx="654">
                  <c:v>2.1853511025023402</c:v>
                </c:pt>
                <c:pt idx="655">
                  <c:v>2.1750992966658802</c:v>
                </c:pt>
                <c:pt idx="656">
                  <c:v>2.1872271650665698</c:v>
                </c:pt>
                <c:pt idx="657">
                  <c:v>2.22171726337249</c:v>
                </c:pt>
                <c:pt idx="658">
                  <c:v>2.2223336404728502</c:v>
                </c:pt>
                <c:pt idx="659">
                  <c:v>2.2318559225638199</c:v>
                </c:pt>
                <c:pt idx="660">
                  <c:v>2.21626991821622</c:v>
                </c:pt>
                <c:pt idx="661">
                  <c:v>2.1463766948685201</c:v>
                </c:pt>
                <c:pt idx="662">
                  <c:v>2.1640121386845901</c:v>
                </c:pt>
                <c:pt idx="663">
                  <c:v>2.1538937722676201</c:v>
                </c:pt>
                <c:pt idx="664">
                  <c:v>2.1807419833954702</c:v>
                </c:pt>
                <c:pt idx="665">
                  <c:v>2.1819841882110498</c:v>
                </c:pt>
                <c:pt idx="666">
                  <c:v>2.1869608638855298</c:v>
                </c:pt>
                <c:pt idx="667">
                  <c:v>2.2002140345933201</c:v>
                </c:pt>
                <c:pt idx="668">
                  <c:v>2.1917771997664399</c:v>
                </c:pt>
                <c:pt idx="669">
                  <c:v>2.1438555146716398</c:v>
                </c:pt>
                <c:pt idx="670">
                  <c:v>2.1608072257688602</c:v>
                </c:pt>
                <c:pt idx="671">
                  <c:v>2.1544001619089301</c:v>
                </c:pt>
                <c:pt idx="672">
                  <c:v>2.1596602515583601</c:v>
                </c:pt>
                <c:pt idx="673">
                  <c:v>2.16730167294262</c:v>
                </c:pt>
                <c:pt idx="674">
                  <c:v>2.2170643797118199</c:v>
                </c:pt>
                <c:pt idx="675">
                  <c:v>2.2334886101261899</c:v>
                </c:pt>
                <c:pt idx="676">
                  <c:v>2.2377698634758998</c:v>
                </c:pt>
                <c:pt idx="677">
                  <c:v>2.2454040702278699</c:v>
                </c:pt>
                <c:pt idx="678">
                  <c:v>2.2457196511971</c:v>
                </c:pt>
                <c:pt idx="679">
                  <c:v>2.2282602441715298</c:v>
                </c:pt>
                <c:pt idx="680">
                  <c:v>2.2615706415746701</c:v>
                </c:pt>
                <c:pt idx="681">
                  <c:v>2.2598747502015502</c:v>
                </c:pt>
                <c:pt idx="682">
                  <c:v>2.26977974886919</c:v>
                </c:pt>
                <c:pt idx="683">
                  <c:v>2.2599093165691801</c:v>
                </c:pt>
                <c:pt idx="684">
                  <c:v>2.27966089552995</c:v>
                </c:pt>
                <c:pt idx="685">
                  <c:v>2.28934432092275</c:v>
                </c:pt>
                <c:pt idx="686">
                  <c:v>2.2801140755870399</c:v>
                </c:pt>
                <c:pt idx="687">
                  <c:v>2.2820178838557701</c:v>
                </c:pt>
                <c:pt idx="688">
                  <c:v>2.2602269240230002</c:v>
                </c:pt>
                <c:pt idx="689">
                  <c:v>2.2603064579081802</c:v>
                </c:pt>
                <c:pt idx="690">
                  <c:v>2.2857235163180798</c:v>
                </c:pt>
                <c:pt idx="691">
                  <c:v>2.26902726483535</c:v>
                </c:pt>
                <c:pt idx="692">
                  <c:v>2.2824914528045399</c:v>
                </c:pt>
                <c:pt idx="693">
                  <c:v>2.2768322922270201</c:v>
                </c:pt>
                <c:pt idx="694">
                  <c:v>2.2777035763448699</c:v>
                </c:pt>
                <c:pt idx="695">
                  <c:v>2.2916028003523099</c:v>
                </c:pt>
                <c:pt idx="696">
                  <c:v>2.2726569489849799</c:v>
                </c:pt>
                <c:pt idx="697">
                  <c:v>2.3064326657417</c:v>
                </c:pt>
                <c:pt idx="698">
                  <c:v>2.3206630078680499</c:v>
                </c:pt>
                <c:pt idx="699">
                  <c:v>2.33185869383736</c:v>
                </c:pt>
                <c:pt idx="700">
                  <c:v>2.3432321894804899</c:v>
                </c:pt>
                <c:pt idx="701">
                  <c:v>2.3451418884819</c:v>
                </c:pt>
                <c:pt idx="702">
                  <c:v>2.3349599775099699</c:v>
                </c:pt>
                <c:pt idx="703">
                  <c:v>2.3296785177317898</c:v>
                </c:pt>
                <c:pt idx="704">
                  <c:v>2.34177812196091</c:v>
                </c:pt>
                <c:pt idx="705">
                  <c:v>2.3654476327887899</c:v>
                </c:pt>
                <c:pt idx="706">
                  <c:v>2.3464743821543901</c:v>
                </c:pt>
                <c:pt idx="707">
                  <c:v>2.3355831961512998</c:v>
                </c:pt>
                <c:pt idx="708">
                  <c:v>2.3392688214693802</c:v>
                </c:pt>
                <c:pt idx="709">
                  <c:v>2.3380747711607999</c:v>
                </c:pt>
                <c:pt idx="710">
                  <c:v>2.3127999632459399</c:v>
                </c:pt>
                <c:pt idx="711">
                  <c:v>2.3096131851607198</c:v>
                </c:pt>
                <c:pt idx="712">
                  <c:v>2.3186580439334699</c:v>
                </c:pt>
                <c:pt idx="713">
                  <c:v>2.2764976085901898</c:v>
                </c:pt>
                <c:pt idx="714">
                  <c:v>2.26411775486583</c:v>
                </c:pt>
                <c:pt idx="715">
                  <c:v>2.2670024112667702</c:v>
                </c:pt>
                <c:pt idx="716">
                  <c:v>2.29484381876886</c:v>
                </c:pt>
                <c:pt idx="717">
                  <c:v>2.2805487749097799</c:v>
                </c:pt>
                <c:pt idx="718">
                  <c:v>2.2741603755135098</c:v>
                </c:pt>
                <c:pt idx="719">
                  <c:v>2.15749578066568</c:v>
                </c:pt>
                <c:pt idx="720">
                  <c:v>2.1667573043141402</c:v>
                </c:pt>
                <c:pt idx="721">
                  <c:v>2.1530916231575001</c:v>
                </c:pt>
                <c:pt idx="722">
                  <c:v>2.1756722397404702</c:v>
                </c:pt>
                <c:pt idx="723">
                  <c:v>2.1933967448309701</c:v>
                </c:pt>
                <c:pt idx="724">
                  <c:v>2.1921761318146902</c:v>
                </c:pt>
                <c:pt idx="725">
                  <c:v>2.19155456641252</c:v>
                </c:pt>
                <c:pt idx="726">
                  <c:v>2.20809992915291</c:v>
                </c:pt>
                <c:pt idx="727">
                  <c:v>2.2070659965823198</c:v>
                </c:pt>
                <c:pt idx="728">
                  <c:v>2.1821583768050399</c:v>
                </c:pt>
                <c:pt idx="729">
                  <c:v>2.1908552508528101</c:v>
                </c:pt>
                <c:pt idx="730">
                  <c:v>2.19196980360487</c:v>
                </c:pt>
                <c:pt idx="731">
                  <c:v>2.1836482851024002</c:v>
                </c:pt>
                <c:pt idx="732">
                  <c:v>2.1771945578433001</c:v>
                </c:pt>
                <c:pt idx="733">
                  <c:v>2.1773570649690002</c:v>
                </c:pt>
                <c:pt idx="734">
                  <c:v>2.1970563633288398</c:v>
                </c:pt>
                <c:pt idx="735">
                  <c:v>2.2251194995433798</c:v>
                </c:pt>
                <c:pt idx="736">
                  <c:v>2.2247144715031801</c:v>
                </c:pt>
                <c:pt idx="737">
                  <c:v>2.2099682794309601</c:v>
                </c:pt>
                <c:pt idx="738">
                  <c:v>2.22232119397898</c:v>
                </c:pt>
                <c:pt idx="739">
                  <c:v>2.21379086893482</c:v>
                </c:pt>
                <c:pt idx="740">
                  <c:v>2.1907631364960198</c:v>
                </c:pt>
                <c:pt idx="741">
                  <c:v>2.17118175124609</c:v>
                </c:pt>
                <c:pt idx="742">
                  <c:v>2.12865296776849</c:v>
                </c:pt>
                <c:pt idx="743">
                  <c:v>2.03897868371324</c:v>
                </c:pt>
                <c:pt idx="744">
                  <c:v>2.0636204053359202</c:v>
                </c:pt>
                <c:pt idx="745">
                  <c:v>2.05648777637998</c:v>
                </c:pt>
                <c:pt idx="746">
                  <c:v>2.0512873231031299</c:v>
                </c:pt>
                <c:pt idx="747">
                  <c:v>2.0849926801490999</c:v>
                </c:pt>
                <c:pt idx="748">
                  <c:v>2.10641824725935</c:v>
                </c:pt>
                <c:pt idx="749">
                  <c:v>2.0986998184309398</c:v>
                </c:pt>
                <c:pt idx="750">
                  <c:v>2.1068686573892901</c:v>
                </c:pt>
                <c:pt idx="751">
                  <c:v>2.1199833178488499</c:v>
                </c:pt>
                <c:pt idx="752">
                  <c:v>2.1140817534820799</c:v>
                </c:pt>
                <c:pt idx="753">
                  <c:v>2.1374722893509701</c:v>
                </c:pt>
                <c:pt idx="754">
                  <c:v>2.1412766308565199</c:v>
                </c:pt>
                <c:pt idx="755">
                  <c:v>2.1576587531004598</c:v>
                </c:pt>
                <c:pt idx="756">
                  <c:v>2.17681297057482</c:v>
                </c:pt>
                <c:pt idx="757">
                  <c:v>2.1704153813300699</c:v>
                </c:pt>
                <c:pt idx="758">
                  <c:v>2.1844433840498598</c:v>
                </c:pt>
                <c:pt idx="759">
                  <c:v>2.1831261902230898</c:v>
                </c:pt>
                <c:pt idx="760">
                  <c:v>2.1635417698570798</c:v>
                </c:pt>
                <c:pt idx="761">
                  <c:v>2.1766522377811</c:v>
                </c:pt>
                <c:pt idx="762">
                  <c:v>2.15558069208695</c:v>
                </c:pt>
                <c:pt idx="763">
                  <c:v>2.1773219622920998</c:v>
                </c:pt>
                <c:pt idx="764">
                  <c:v>2.1981575227291699</c:v>
                </c:pt>
                <c:pt idx="765">
                  <c:v>2.2055377731884098</c:v>
                </c:pt>
                <c:pt idx="766">
                  <c:v>2.2040173832305499</c:v>
                </c:pt>
                <c:pt idx="767">
                  <c:v>2.2106772521589</c:v>
                </c:pt>
                <c:pt idx="768">
                  <c:v>2.1930908286411799</c:v>
                </c:pt>
                <c:pt idx="769">
                  <c:v>2.2031306995977098</c:v>
                </c:pt>
                <c:pt idx="770">
                  <c:v>2.2085457945933298</c:v>
                </c:pt>
                <c:pt idx="771">
                  <c:v>2.19358119875002</c:v>
                </c:pt>
                <c:pt idx="772">
                  <c:v>2.2009192126459398</c:v>
                </c:pt>
                <c:pt idx="773">
                  <c:v>2.2256203261592602</c:v>
                </c:pt>
                <c:pt idx="774">
                  <c:v>2.2295881031862899</c:v>
                </c:pt>
                <c:pt idx="775">
                  <c:v>2.2215670749645899</c:v>
                </c:pt>
                <c:pt idx="776">
                  <c:v>2.2060820285494498</c:v>
                </c:pt>
                <c:pt idx="777">
                  <c:v>2.20650534327743</c:v>
                </c:pt>
                <c:pt idx="778">
                  <c:v>2.22167670781874</c:v>
                </c:pt>
                <c:pt idx="779">
                  <c:v>2.2148885131880398</c:v>
                </c:pt>
                <c:pt idx="780">
                  <c:v>2.2124978378826299</c:v>
                </c:pt>
                <c:pt idx="781">
                  <c:v>2.23472106450243</c:v>
                </c:pt>
                <c:pt idx="782">
                  <c:v>2.2195362883000902</c:v>
                </c:pt>
                <c:pt idx="783">
                  <c:v>2.2285504647746501</c:v>
                </c:pt>
                <c:pt idx="784">
                  <c:v>2.2317570884287301</c:v>
                </c:pt>
                <c:pt idx="785">
                  <c:v>2.2176696774321001</c:v>
                </c:pt>
                <c:pt idx="786">
                  <c:v>2.21617395799657</c:v>
                </c:pt>
                <c:pt idx="787">
                  <c:v>2.2232186477545901</c:v>
                </c:pt>
                <c:pt idx="788">
                  <c:v>2.2211487405409098</c:v>
                </c:pt>
                <c:pt idx="789">
                  <c:v>2.2145908159812202</c:v>
                </c:pt>
                <c:pt idx="790">
                  <c:v>2.1984894718669499</c:v>
                </c:pt>
                <c:pt idx="791">
                  <c:v>2.1524382773620099</c:v>
                </c:pt>
                <c:pt idx="792">
                  <c:v>2.1576901059009699</c:v>
                </c:pt>
                <c:pt idx="793">
                  <c:v>2.2033028219100901</c:v>
                </c:pt>
                <c:pt idx="794">
                  <c:v>2.2092854200336798</c:v>
                </c:pt>
                <c:pt idx="795">
                  <c:v>2.20729194473653</c:v>
                </c:pt>
                <c:pt idx="796">
                  <c:v>2.1824338506212801</c:v>
                </c:pt>
                <c:pt idx="797">
                  <c:v>2.1991043861996902</c:v>
                </c:pt>
                <c:pt idx="798">
                  <c:v>2.1778295293416998</c:v>
                </c:pt>
                <c:pt idx="799">
                  <c:v>2.1815291673308801</c:v>
                </c:pt>
                <c:pt idx="800">
                  <c:v>2.1453940172418999</c:v>
                </c:pt>
                <c:pt idx="801">
                  <c:v>2.11166376748649</c:v>
                </c:pt>
                <c:pt idx="802">
                  <c:v>2.0885656485178798</c:v>
                </c:pt>
                <c:pt idx="803">
                  <c:v>2.0604175555510098</c:v>
                </c:pt>
                <c:pt idx="804">
                  <c:v>2.0506142080526</c:v>
                </c:pt>
                <c:pt idx="805">
                  <c:v>2.0386669609510499</c:v>
                </c:pt>
                <c:pt idx="806">
                  <c:v>1.97046610649219</c:v>
                </c:pt>
                <c:pt idx="807">
                  <c:v>1.9785206716581301</c:v>
                </c:pt>
                <c:pt idx="808">
                  <c:v>1.9845824835175201</c:v>
                </c:pt>
                <c:pt idx="809">
                  <c:v>1.99907865031781</c:v>
                </c:pt>
                <c:pt idx="810">
                  <c:v>2.0131513262992402</c:v>
                </c:pt>
                <c:pt idx="811">
                  <c:v>2.0149618835343799</c:v>
                </c:pt>
                <c:pt idx="812">
                  <c:v>2.01214021325606</c:v>
                </c:pt>
                <c:pt idx="813">
                  <c:v>2.00416651179422</c:v>
                </c:pt>
                <c:pt idx="814">
                  <c:v>1.9765366191746501</c:v>
                </c:pt>
                <c:pt idx="815">
                  <c:v>1.9382087924673099</c:v>
                </c:pt>
                <c:pt idx="816">
                  <c:v>1.9519254299903599</c:v>
                </c:pt>
                <c:pt idx="817">
                  <c:v>1.9119142607618</c:v>
                </c:pt>
                <c:pt idx="818">
                  <c:v>1.8965975093904199</c:v>
                </c:pt>
                <c:pt idx="819">
                  <c:v>1.8934794159036501</c:v>
                </c:pt>
                <c:pt idx="820">
                  <c:v>1.9016702008780899</c:v>
                </c:pt>
                <c:pt idx="821">
                  <c:v>1.9411586333851401</c:v>
                </c:pt>
                <c:pt idx="822">
                  <c:v>1.9497439519661799</c:v>
                </c:pt>
                <c:pt idx="823">
                  <c:v>1.9363146503406701</c:v>
                </c:pt>
                <c:pt idx="824">
                  <c:v>1.9353406827041999</c:v>
                </c:pt>
                <c:pt idx="825">
                  <c:v>1.89884343815098</c:v>
                </c:pt>
                <c:pt idx="826">
                  <c:v>1.83566528090115</c:v>
                </c:pt>
                <c:pt idx="827">
                  <c:v>1.8439951020999199</c:v>
                </c:pt>
                <c:pt idx="828">
                  <c:v>1.85746833887578</c:v>
                </c:pt>
                <c:pt idx="829">
                  <c:v>1.85842211418189</c:v>
                </c:pt>
                <c:pt idx="830">
                  <c:v>1.8538165273391001</c:v>
                </c:pt>
                <c:pt idx="831">
                  <c:v>1.8054511180777699</c:v>
                </c:pt>
                <c:pt idx="832">
                  <c:v>1.8287983981677101</c:v>
                </c:pt>
                <c:pt idx="833">
                  <c:v>1.8454583798058899</c:v>
                </c:pt>
                <c:pt idx="834">
                  <c:v>1.8530017998375199</c:v>
                </c:pt>
                <c:pt idx="835">
                  <c:v>1.8929385618029699</c:v>
                </c:pt>
                <c:pt idx="836">
                  <c:v>1.89059439011557</c:v>
                </c:pt>
                <c:pt idx="837">
                  <c:v>1.8929803063321899</c:v>
                </c:pt>
                <c:pt idx="838">
                  <c:v>1.8667401159136301</c:v>
                </c:pt>
                <c:pt idx="839">
                  <c:v>1.89233798814359</c:v>
                </c:pt>
                <c:pt idx="840">
                  <c:v>1.8956029759872499</c:v>
                </c:pt>
                <c:pt idx="841">
                  <c:v>1.91980062855665</c:v>
                </c:pt>
                <c:pt idx="842">
                  <c:v>1.9167211624093601</c:v>
                </c:pt>
                <c:pt idx="843">
                  <c:v>1.9280114039227001</c:v>
                </c:pt>
                <c:pt idx="844">
                  <c:v>1.9284490887444601</c:v>
                </c:pt>
                <c:pt idx="845">
                  <c:v>1.9268727388395299</c:v>
                </c:pt>
                <c:pt idx="846">
                  <c:v>1.8930423572050199</c:v>
                </c:pt>
                <c:pt idx="847">
                  <c:v>1.8923603499667601</c:v>
                </c:pt>
                <c:pt idx="848">
                  <c:v>1.9142151924309201</c:v>
                </c:pt>
                <c:pt idx="849">
                  <c:v>1.9186594910993799</c:v>
                </c:pt>
                <c:pt idx="850">
                  <c:v>1.9086178982645301</c:v>
                </c:pt>
                <c:pt idx="851">
                  <c:v>1.9162390611210001</c:v>
                </c:pt>
                <c:pt idx="852">
                  <c:v>1.9170905341221101</c:v>
                </c:pt>
                <c:pt idx="853">
                  <c:v>1.9355546620935</c:v>
                </c:pt>
                <c:pt idx="854">
                  <c:v>1.9332552312645599</c:v>
                </c:pt>
                <c:pt idx="855">
                  <c:v>1.9484299945469501</c:v>
                </c:pt>
                <c:pt idx="856">
                  <c:v>1.95057346414458</c:v>
                </c:pt>
                <c:pt idx="857">
                  <c:v>1.95765173157052</c:v>
                </c:pt>
                <c:pt idx="858">
                  <c:v>1.9469992958696001</c:v>
                </c:pt>
                <c:pt idx="859">
                  <c:v>1.92345272970936</c:v>
                </c:pt>
                <c:pt idx="860">
                  <c:v>1.9197268522876201</c:v>
                </c:pt>
                <c:pt idx="861">
                  <c:v>1.9202736422353901</c:v>
                </c:pt>
                <c:pt idx="862">
                  <c:v>1.9105211252401699</c:v>
                </c:pt>
                <c:pt idx="863">
                  <c:v>1.8057034675213599</c:v>
                </c:pt>
                <c:pt idx="864">
                  <c:v>1.82400023648794</c:v>
                </c:pt>
                <c:pt idx="865">
                  <c:v>1.8470717924225599</c:v>
                </c:pt>
                <c:pt idx="866">
                  <c:v>1.85485976440523</c:v>
                </c:pt>
                <c:pt idx="867">
                  <c:v>1.85462521870789</c:v>
                </c:pt>
                <c:pt idx="868">
                  <c:v>1.8675981587213999</c:v>
                </c:pt>
                <c:pt idx="869">
                  <c:v>1.8655565669288801</c:v>
                </c:pt>
                <c:pt idx="870">
                  <c:v>1.86804093940958</c:v>
                </c:pt>
                <c:pt idx="871">
                  <c:v>1.89670267810312</c:v>
                </c:pt>
                <c:pt idx="872">
                  <c:v>1.8947537428590699</c:v>
                </c:pt>
                <c:pt idx="873">
                  <c:v>1.90844423908145</c:v>
                </c:pt>
                <c:pt idx="874">
                  <c:v>1.90947744425975</c:v>
                </c:pt>
                <c:pt idx="875">
                  <c:v>1.8952111810496299</c:v>
                </c:pt>
                <c:pt idx="876">
                  <c:v>1.9042215747511699</c:v>
                </c:pt>
                <c:pt idx="877">
                  <c:v>1.89567680862199</c:v>
                </c:pt>
                <c:pt idx="878">
                  <c:v>1.91091818171366</c:v>
                </c:pt>
                <c:pt idx="879">
                  <c:v>1.9171778971065701</c:v>
                </c:pt>
                <c:pt idx="880">
                  <c:v>1.9215023879350399</c:v>
                </c:pt>
                <c:pt idx="881">
                  <c:v>1.90567046994334</c:v>
                </c:pt>
                <c:pt idx="882">
                  <c:v>1.8777576953144699</c:v>
                </c:pt>
                <c:pt idx="883">
                  <c:v>1.91408437771282</c:v>
                </c:pt>
                <c:pt idx="884">
                  <c:v>1.9211770002879101</c:v>
                </c:pt>
                <c:pt idx="885">
                  <c:v>1.9306818190734001</c:v>
                </c:pt>
                <c:pt idx="886">
                  <c:v>1.9486020546383001</c:v>
                </c:pt>
                <c:pt idx="887">
                  <c:v>1.9419313859255101</c:v>
                </c:pt>
                <c:pt idx="888">
                  <c:v>1.9567184036777101</c:v>
                </c:pt>
                <c:pt idx="889">
                  <c:v>1.9439008656938399</c:v>
                </c:pt>
                <c:pt idx="890">
                  <c:v>1.93263360400752</c:v>
                </c:pt>
                <c:pt idx="891">
                  <c:v>1.91981943638923</c:v>
                </c:pt>
                <c:pt idx="892">
                  <c:v>1.93810030009436</c:v>
                </c:pt>
                <c:pt idx="893">
                  <c:v>1.9574513772097799</c:v>
                </c:pt>
                <c:pt idx="894">
                  <c:v>1.95443101535471</c:v>
                </c:pt>
                <c:pt idx="895">
                  <c:v>1.9611011529931299</c:v>
                </c:pt>
                <c:pt idx="896">
                  <c:v>1.9654225793411699</c:v>
                </c:pt>
                <c:pt idx="897">
                  <c:v>1.9779072053292801</c:v>
                </c:pt>
                <c:pt idx="898">
                  <c:v>1.9898984640550701</c:v>
                </c:pt>
                <c:pt idx="899">
                  <c:v>1.9896819559230501</c:v>
                </c:pt>
                <c:pt idx="900">
                  <c:v>1.99914121569134</c:v>
                </c:pt>
                <c:pt idx="901">
                  <c:v>1.9935776500408899</c:v>
                </c:pt>
                <c:pt idx="902">
                  <c:v>1.99813183269998</c:v>
                </c:pt>
                <c:pt idx="903">
                  <c:v>2.0156969171178698</c:v>
                </c:pt>
                <c:pt idx="904">
                  <c:v>2.00876905577663</c:v>
                </c:pt>
                <c:pt idx="905">
                  <c:v>2.0162618246278798</c:v>
                </c:pt>
                <c:pt idx="906">
                  <c:v>2.01530993192848</c:v>
                </c:pt>
                <c:pt idx="907">
                  <c:v>2.0072262861927901</c:v>
                </c:pt>
                <c:pt idx="908">
                  <c:v>2.02175087902142</c:v>
                </c:pt>
                <c:pt idx="909">
                  <c:v>2.0123975645582801</c:v>
                </c:pt>
                <c:pt idx="910">
                  <c:v>2.0280649679170799</c:v>
                </c:pt>
                <c:pt idx="911">
                  <c:v>2.0069265779715502</c:v>
                </c:pt>
                <c:pt idx="912">
                  <c:v>1.9980832938724</c:v>
                </c:pt>
                <c:pt idx="913">
                  <c:v>1.97002664926561</c:v>
                </c:pt>
                <c:pt idx="914">
                  <c:v>1.97233920930365</c:v>
                </c:pt>
                <c:pt idx="915">
                  <c:v>1.98420525424325</c:v>
                </c:pt>
                <c:pt idx="916">
                  <c:v>1.9746596573037301</c:v>
                </c:pt>
                <c:pt idx="917">
                  <c:v>1.99113428111511</c:v>
                </c:pt>
                <c:pt idx="918">
                  <c:v>2.0154664438590202</c:v>
                </c:pt>
                <c:pt idx="919">
                  <c:v>2.0362190517504</c:v>
                </c:pt>
                <c:pt idx="920">
                  <c:v>2.02926147594586</c:v>
                </c:pt>
                <c:pt idx="921">
                  <c:v>2.0263925622203498</c:v>
                </c:pt>
                <c:pt idx="922">
                  <c:v>2.03380019168568</c:v>
                </c:pt>
                <c:pt idx="923">
                  <c:v>1.9905151928834</c:v>
                </c:pt>
                <c:pt idx="924">
                  <c:v>1.99126782042838</c:v>
                </c:pt>
                <c:pt idx="925">
                  <c:v>1.9709515279516501</c:v>
                </c:pt>
                <c:pt idx="926">
                  <c:v>1.9494314708262099</c:v>
                </c:pt>
                <c:pt idx="927">
                  <c:v>1.97274310912558</c:v>
                </c:pt>
                <c:pt idx="928">
                  <c:v>1.9849746453091499</c:v>
                </c:pt>
                <c:pt idx="929">
                  <c:v>1.97296589802529</c:v>
                </c:pt>
                <c:pt idx="930">
                  <c:v>1.9850915848433099</c:v>
                </c:pt>
                <c:pt idx="931">
                  <c:v>1.99371049168326</c:v>
                </c:pt>
                <c:pt idx="932">
                  <c:v>1.97925587143041</c:v>
                </c:pt>
                <c:pt idx="933">
                  <c:v>1.9263284157357901</c:v>
                </c:pt>
                <c:pt idx="934">
                  <c:v>1.9406397514798199</c:v>
                </c:pt>
                <c:pt idx="935">
                  <c:v>1.9398226404049399</c:v>
                </c:pt>
                <c:pt idx="936">
                  <c:v>1.91667752634996</c:v>
                </c:pt>
                <c:pt idx="937">
                  <c:v>1.9016513452391</c:v>
                </c:pt>
                <c:pt idx="938">
                  <c:v>1.9177628305238399</c:v>
                </c:pt>
                <c:pt idx="939">
                  <c:v>1.92709918448198</c:v>
                </c:pt>
                <c:pt idx="940">
                  <c:v>1.9342209440441001</c:v>
                </c:pt>
                <c:pt idx="941">
                  <c:v>1.94354933159205</c:v>
                </c:pt>
                <c:pt idx="942">
                  <c:v>1.9428519879245201</c:v>
                </c:pt>
                <c:pt idx="943">
                  <c:v>1.9389045944477099</c:v>
                </c:pt>
                <c:pt idx="944">
                  <c:v>1.9245608274317301</c:v>
                </c:pt>
                <c:pt idx="945">
                  <c:v>1.91050218507067</c:v>
                </c:pt>
                <c:pt idx="946">
                  <c:v>1.9042518557227801</c:v>
                </c:pt>
                <c:pt idx="947">
                  <c:v>1.8349631182444801</c:v>
                </c:pt>
                <c:pt idx="948">
                  <c:v>1.83761916293453</c:v>
                </c:pt>
                <c:pt idx="949">
                  <c:v>1.8338623079776999</c:v>
                </c:pt>
                <c:pt idx="950">
                  <c:v>1.8341404456122601</c:v>
                </c:pt>
                <c:pt idx="951">
                  <c:v>1.79675980474384</c:v>
                </c:pt>
                <c:pt idx="952">
                  <c:v>1.80035235827558</c:v>
                </c:pt>
                <c:pt idx="953">
                  <c:v>1.7844245495092601</c:v>
                </c:pt>
                <c:pt idx="954">
                  <c:v>1.8093895191393601</c:v>
                </c:pt>
                <c:pt idx="955">
                  <c:v>1.8107152283966601</c:v>
                </c:pt>
                <c:pt idx="956">
                  <c:v>1.8022495623967101</c:v>
                </c:pt>
                <c:pt idx="957">
                  <c:v>1.8174506847054099</c:v>
                </c:pt>
                <c:pt idx="958">
                  <c:v>1.7955267060392599</c:v>
                </c:pt>
                <c:pt idx="959">
                  <c:v>1.7476646980981601</c:v>
                </c:pt>
                <c:pt idx="960">
                  <c:v>1.7647788332738701</c:v>
                </c:pt>
                <c:pt idx="961">
                  <c:v>1.7638822980742701</c:v>
                </c:pt>
                <c:pt idx="962">
                  <c:v>1.7810588592963701</c:v>
                </c:pt>
                <c:pt idx="963">
                  <c:v>1.7986083350359301</c:v>
                </c:pt>
                <c:pt idx="964">
                  <c:v>1.7807359505553499</c:v>
                </c:pt>
                <c:pt idx="965">
                  <c:v>1.7919218023049699</c:v>
                </c:pt>
                <c:pt idx="966">
                  <c:v>1.79281628753412</c:v>
                </c:pt>
                <c:pt idx="967">
                  <c:v>1.7899771997826699</c:v>
                </c:pt>
                <c:pt idx="968">
                  <c:v>1.7790276458622301</c:v>
                </c:pt>
                <c:pt idx="969">
                  <c:v>1.7894031446711101</c:v>
                </c:pt>
                <c:pt idx="970">
                  <c:v>1.76843216016552</c:v>
                </c:pt>
                <c:pt idx="971">
                  <c:v>1.7676732721822399</c:v>
                </c:pt>
                <c:pt idx="972">
                  <c:v>1.7615696258079101</c:v>
                </c:pt>
                <c:pt idx="973">
                  <c:v>1.7356848169450501</c:v>
                </c:pt>
                <c:pt idx="974">
                  <c:v>1.7458996838341101</c:v>
                </c:pt>
                <c:pt idx="975">
                  <c:v>1.73909444059519</c:v>
                </c:pt>
                <c:pt idx="976">
                  <c:v>1.7425881839608699</c:v>
                </c:pt>
                <c:pt idx="977">
                  <c:v>1.7555285201227899</c:v>
                </c:pt>
                <c:pt idx="978">
                  <c:v>1.7703974544558601</c:v>
                </c:pt>
                <c:pt idx="979">
                  <c:v>1.7880987919576199</c:v>
                </c:pt>
                <c:pt idx="980">
                  <c:v>1.78905967732786</c:v>
                </c:pt>
                <c:pt idx="981">
                  <c:v>1.79005469391383</c:v>
                </c:pt>
                <c:pt idx="982">
                  <c:v>1.7909847778800601</c:v>
                </c:pt>
                <c:pt idx="983">
                  <c:v>1.7900348962316499</c:v>
                </c:pt>
                <c:pt idx="984">
                  <c:v>1.7764103255916399</c:v>
                </c:pt>
                <c:pt idx="985">
                  <c:v>1.78818885339953</c:v>
                </c:pt>
                <c:pt idx="986">
                  <c:v>1.7777155112824601</c:v>
                </c:pt>
                <c:pt idx="987">
                  <c:v>1.72750570142653</c:v>
                </c:pt>
                <c:pt idx="988">
                  <c:v>1.7353132590704701</c:v>
                </c:pt>
                <c:pt idx="989">
                  <c:v>1.73729747188701</c:v>
                </c:pt>
                <c:pt idx="990">
                  <c:v>1.7381498939178699</c:v>
                </c:pt>
                <c:pt idx="991">
                  <c:v>1.73561233634665</c:v>
                </c:pt>
                <c:pt idx="992">
                  <c:v>1.75073087063215</c:v>
                </c:pt>
                <c:pt idx="993">
                  <c:v>1.7511928134967301</c:v>
                </c:pt>
                <c:pt idx="994">
                  <c:v>1.7622038200748</c:v>
                </c:pt>
                <c:pt idx="995">
                  <c:v>1.7611270015043301</c:v>
                </c:pt>
                <c:pt idx="996">
                  <c:v>1.75671556257576</c:v>
                </c:pt>
                <c:pt idx="997">
                  <c:v>1.7369504721596001</c:v>
                </c:pt>
                <c:pt idx="998">
                  <c:v>1.73482855290537</c:v>
                </c:pt>
                <c:pt idx="999">
                  <c:v>1.6906343641628201</c:v>
                </c:pt>
                <c:pt idx="1000">
                  <c:v>1.61771204644843</c:v>
                </c:pt>
                <c:pt idx="1001">
                  <c:v>1.6043331739095099</c:v>
                </c:pt>
                <c:pt idx="1002">
                  <c:v>1.5942698173260801</c:v>
                </c:pt>
                <c:pt idx="1003">
                  <c:v>1.5113072486429799</c:v>
                </c:pt>
                <c:pt idx="1004">
                  <c:v>1.5195133706688</c:v>
                </c:pt>
                <c:pt idx="1005">
                  <c:v>1.5385141372625899</c:v>
                </c:pt>
                <c:pt idx="1006">
                  <c:v>1.4953974541227699</c:v>
                </c:pt>
                <c:pt idx="1007">
                  <c:v>1.5318774196086999</c:v>
                </c:pt>
                <c:pt idx="1008">
                  <c:v>1.53294262204445</c:v>
                </c:pt>
                <c:pt idx="1009">
                  <c:v>1.5364492038819599</c:v>
                </c:pt>
                <c:pt idx="1010">
                  <c:v>1.5600235785352501</c:v>
                </c:pt>
                <c:pt idx="1011">
                  <c:v>1.5646792143606101</c:v>
                </c:pt>
                <c:pt idx="1012">
                  <c:v>1.5990576406946599</c:v>
                </c:pt>
                <c:pt idx="1013">
                  <c:v>1.6058806921809301</c:v>
                </c:pt>
                <c:pt idx="1014">
                  <c:v>1.61034350352311</c:v>
                </c:pt>
                <c:pt idx="1015">
                  <c:v>1.6353564879793501</c:v>
                </c:pt>
                <c:pt idx="1016">
                  <c:v>1.6312208370169199</c:v>
                </c:pt>
                <c:pt idx="1017">
                  <c:v>1.64071097238445</c:v>
                </c:pt>
                <c:pt idx="1018">
                  <c:v>1.6558175774689301</c:v>
                </c:pt>
                <c:pt idx="1019">
                  <c:v>1.6443997127127199</c:v>
                </c:pt>
                <c:pt idx="1020">
                  <c:v>1.65697090702925</c:v>
                </c:pt>
                <c:pt idx="1021">
                  <c:v>1.6838039462374299</c:v>
                </c:pt>
                <c:pt idx="1022">
                  <c:v>1.7093540337361399</c:v>
                </c:pt>
                <c:pt idx="1023">
                  <c:v>1.70363786297308</c:v>
                </c:pt>
                <c:pt idx="1024">
                  <c:v>1.6845344894847201</c:v>
                </c:pt>
                <c:pt idx="1025">
                  <c:v>1.67699959410055</c:v>
                </c:pt>
                <c:pt idx="1026">
                  <c:v>1.67699848529296</c:v>
                </c:pt>
                <c:pt idx="1027">
                  <c:v>1.6823327333620799</c:v>
                </c:pt>
                <c:pt idx="1028">
                  <c:v>1.6839247263522501</c:v>
                </c:pt>
                <c:pt idx="1029">
                  <c:v>1.6748104771829999</c:v>
                </c:pt>
                <c:pt idx="1030">
                  <c:v>1.67729109198076</c:v>
                </c:pt>
                <c:pt idx="1031">
                  <c:v>1.58462502494559</c:v>
                </c:pt>
                <c:pt idx="1032">
                  <c:v>1.60724203070653</c:v>
                </c:pt>
                <c:pt idx="1033">
                  <c:v>1.6508282168783901</c:v>
                </c:pt>
                <c:pt idx="1034">
                  <c:v>1.6445862342653399</c:v>
                </c:pt>
                <c:pt idx="1035">
                  <c:v>1.6594915189705599</c:v>
                </c:pt>
                <c:pt idx="1036">
                  <c:v>1.68510694523307</c:v>
                </c:pt>
                <c:pt idx="1037">
                  <c:v>1.69403411709834</c:v>
                </c:pt>
                <c:pt idx="1038">
                  <c:v>1.6785807975006899</c:v>
                </c:pt>
                <c:pt idx="1039">
                  <c:v>1.6684902437584801</c:v>
                </c:pt>
                <c:pt idx="1040">
                  <c:v>1.6706689074652801</c:v>
                </c:pt>
                <c:pt idx="1041">
                  <c:v>1.6713775569462099</c:v>
                </c:pt>
                <c:pt idx="1042">
                  <c:v>1.6815212370846999</c:v>
                </c:pt>
                <c:pt idx="1043">
                  <c:v>1.67277799971263</c:v>
                </c:pt>
                <c:pt idx="1044">
                  <c:v>1.66875531107886</c:v>
                </c:pt>
                <c:pt idx="1045">
                  <c:v>1.6612835749555099</c:v>
                </c:pt>
                <c:pt idx="1046">
                  <c:v>1.6256304877568499</c:v>
                </c:pt>
                <c:pt idx="1047">
                  <c:v>1.648399170422</c:v>
                </c:pt>
                <c:pt idx="1048">
                  <c:v>1.65243324855549</c:v>
                </c:pt>
                <c:pt idx="1049">
                  <c:v>1.61867860190709</c:v>
                </c:pt>
                <c:pt idx="1050">
                  <c:v>1.6034251593183</c:v>
                </c:pt>
                <c:pt idx="1051">
                  <c:v>1.6357606509270499</c:v>
                </c:pt>
                <c:pt idx="1052">
                  <c:v>1.6422698300990399</c:v>
                </c:pt>
                <c:pt idx="1053">
                  <c:v>1.6093490988216199</c:v>
                </c:pt>
                <c:pt idx="1054">
                  <c:v>1.6105331662189499</c:v>
                </c:pt>
                <c:pt idx="1055">
                  <c:v>1.6004238113020199</c:v>
                </c:pt>
                <c:pt idx="1056">
                  <c:v>1.6146021283869101</c:v>
                </c:pt>
                <c:pt idx="1057">
                  <c:v>1.6109087768641399</c:v>
                </c:pt>
                <c:pt idx="1058">
                  <c:v>1.63938989543576</c:v>
                </c:pt>
                <c:pt idx="1059">
                  <c:v>1.6485118741314999</c:v>
                </c:pt>
                <c:pt idx="1060">
                  <c:v>1.64792954953881</c:v>
                </c:pt>
                <c:pt idx="1061">
                  <c:v>1.6570407466808801</c:v>
                </c:pt>
                <c:pt idx="1062">
                  <c:v>1.6402535196446699</c:v>
                </c:pt>
                <c:pt idx="1063">
                  <c:v>1.62821836604782</c:v>
                </c:pt>
                <c:pt idx="1064">
                  <c:v>1.6461516222538899</c:v>
                </c:pt>
                <c:pt idx="1065">
                  <c:v>1.6389594237987</c:v>
                </c:pt>
                <c:pt idx="1066">
                  <c:v>1.6333586130406501</c:v>
                </c:pt>
                <c:pt idx="1067">
                  <c:v>1.6399964842276999</c:v>
                </c:pt>
                <c:pt idx="1068">
                  <c:v>1.66033741783702</c:v>
                </c:pt>
                <c:pt idx="1069">
                  <c:v>1.6676092456368501</c:v>
                </c:pt>
                <c:pt idx="1070">
                  <c:v>1.6513096284462701</c:v>
                </c:pt>
                <c:pt idx="1071">
                  <c:v>1.6471015163004199</c:v>
                </c:pt>
                <c:pt idx="1072">
                  <c:v>1.6307717053686901</c:v>
                </c:pt>
                <c:pt idx="1073">
                  <c:v>1.6177987292673</c:v>
                </c:pt>
                <c:pt idx="1074">
                  <c:v>1.6040337934886599</c:v>
                </c:pt>
                <c:pt idx="1075">
                  <c:v>1.5463091647956799</c:v>
                </c:pt>
                <c:pt idx="1076">
                  <c:v>1.56959490220224</c:v>
                </c:pt>
                <c:pt idx="1077">
                  <c:v>1.5544525113849801</c:v>
                </c:pt>
                <c:pt idx="1078">
                  <c:v>1.54955123851096</c:v>
                </c:pt>
                <c:pt idx="1079">
                  <c:v>1.57308120304017</c:v>
                </c:pt>
                <c:pt idx="1080">
                  <c:v>1.57366299972173</c:v>
                </c:pt>
                <c:pt idx="1081">
                  <c:v>1.5598940283011999</c:v>
                </c:pt>
                <c:pt idx="1082">
                  <c:v>1.54433601220679</c:v>
                </c:pt>
                <c:pt idx="1083">
                  <c:v>1.53154592612082</c:v>
                </c:pt>
                <c:pt idx="1084">
                  <c:v>1.54090802564651</c:v>
                </c:pt>
                <c:pt idx="1085">
                  <c:v>1.51262263292571</c:v>
                </c:pt>
                <c:pt idx="1086">
                  <c:v>1.5056718139087899</c:v>
                </c:pt>
                <c:pt idx="1087">
                  <c:v>1.47127337639907</c:v>
                </c:pt>
                <c:pt idx="1088">
                  <c:v>1.3652217216824101</c:v>
                </c:pt>
                <c:pt idx="1089">
                  <c:v>1.3800744196114501</c:v>
                </c:pt>
                <c:pt idx="1090">
                  <c:v>1.34265232835452</c:v>
                </c:pt>
                <c:pt idx="1091">
                  <c:v>1.36223265450452</c:v>
                </c:pt>
                <c:pt idx="1092">
                  <c:v>1.3582984442545301</c:v>
                </c:pt>
                <c:pt idx="1093">
                  <c:v>1.3722993167846</c:v>
                </c:pt>
                <c:pt idx="1094">
                  <c:v>1.3664695110082501</c:v>
                </c:pt>
                <c:pt idx="1095">
                  <c:v>1.3519791456342301</c:v>
                </c:pt>
                <c:pt idx="1096">
                  <c:v>1.39004311258965</c:v>
                </c:pt>
                <c:pt idx="1097">
                  <c:v>1.3733569797307601</c:v>
                </c:pt>
                <c:pt idx="1098">
                  <c:v>1.3960941592787</c:v>
                </c:pt>
                <c:pt idx="1099">
                  <c:v>1.37061794041955</c:v>
                </c:pt>
                <c:pt idx="1100">
                  <c:v>1.3323322295101601</c:v>
                </c:pt>
                <c:pt idx="1101">
                  <c:v>1.3365240745670499</c:v>
                </c:pt>
                <c:pt idx="1102">
                  <c:v>1.3621673199705899</c:v>
                </c:pt>
                <c:pt idx="1103">
                  <c:v>1.3742974241274599</c:v>
                </c:pt>
                <c:pt idx="1104">
                  <c:v>1.3391747700135299</c:v>
                </c:pt>
                <c:pt idx="1105">
                  <c:v>1.3742056494238</c:v>
                </c:pt>
                <c:pt idx="1106">
                  <c:v>1.37659160428663</c:v>
                </c:pt>
                <c:pt idx="1107">
                  <c:v>1.3769204949359599</c:v>
                </c:pt>
                <c:pt idx="1108">
                  <c:v>1.38328480572</c:v>
                </c:pt>
                <c:pt idx="1109">
                  <c:v>1.3772759036948401</c:v>
                </c:pt>
                <c:pt idx="1110">
                  <c:v>1.36007695081328</c:v>
                </c:pt>
                <c:pt idx="1111">
                  <c:v>1.37401961131981</c:v>
                </c:pt>
                <c:pt idx="1112">
                  <c:v>1.3859057401324799</c:v>
                </c:pt>
                <c:pt idx="1113">
                  <c:v>1.4118770908137701</c:v>
                </c:pt>
                <c:pt idx="1114">
                  <c:v>1.4151604739655601</c:v>
                </c:pt>
                <c:pt idx="1115">
                  <c:v>1.4159796983966599</c:v>
                </c:pt>
                <c:pt idx="1116">
                  <c:v>1.40650153810509</c:v>
                </c:pt>
                <c:pt idx="1117">
                  <c:v>1.3833764336893399</c:v>
                </c:pt>
                <c:pt idx="1118">
                  <c:v>1.3841367359874099</c:v>
                </c:pt>
                <c:pt idx="1119">
                  <c:v>1.3620943682289901</c:v>
                </c:pt>
                <c:pt idx="1120">
                  <c:v>1.3260486559389499</c:v>
                </c:pt>
                <c:pt idx="1121">
                  <c:v>1.3118884489287701</c:v>
                </c:pt>
                <c:pt idx="1122">
                  <c:v>1.2852652168416201</c:v>
                </c:pt>
                <c:pt idx="1123">
                  <c:v>1.3172938797328</c:v>
                </c:pt>
                <c:pt idx="1124">
                  <c:v>1.2999081578868501</c:v>
                </c:pt>
                <c:pt idx="1125">
                  <c:v>1.3264509233336199</c:v>
                </c:pt>
                <c:pt idx="1126">
                  <c:v>1.3335814140989899</c:v>
                </c:pt>
                <c:pt idx="1127">
                  <c:v>1.3366964556288801</c:v>
                </c:pt>
                <c:pt idx="1128">
                  <c:v>1.3357541684663601</c:v>
                </c:pt>
                <c:pt idx="1129">
                  <c:v>1.3133790567360799</c:v>
                </c:pt>
                <c:pt idx="1130">
                  <c:v>1.2993174985289999</c:v>
                </c:pt>
                <c:pt idx="1131">
                  <c:v>1.2747840552174099</c:v>
                </c:pt>
                <c:pt idx="1132">
                  <c:v>1.2821306922889699</c:v>
                </c:pt>
                <c:pt idx="1133">
                  <c:v>1.29456511430768</c:v>
                </c:pt>
                <c:pt idx="1134">
                  <c:v>1.2797710874650099</c:v>
                </c:pt>
                <c:pt idx="1135">
                  <c:v>1.28758903264761</c:v>
                </c:pt>
                <c:pt idx="1136">
                  <c:v>1.2850902641570501</c:v>
                </c:pt>
                <c:pt idx="1137">
                  <c:v>1.30935009481484</c:v>
                </c:pt>
                <c:pt idx="1138">
                  <c:v>1.3108119582015101</c:v>
                </c:pt>
                <c:pt idx="1139">
                  <c:v>1.30515145920799</c:v>
                </c:pt>
                <c:pt idx="1140">
                  <c:v>1.28405552422082</c:v>
                </c:pt>
                <c:pt idx="1141">
                  <c:v>1.2721138426499701</c:v>
                </c:pt>
                <c:pt idx="1142">
                  <c:v>1.27144772600536</c:v>
                </c:pt>
                <c:pt idx="1143">
                  <c:v>1.2865659997712999</c:v>
                </c:pt>
                <c:pt idx="1144">
                  <c:v>1.2694758181875201</c:v>
                </c:pt>
                <c:pt idx="1145">
                  <c:v>1.2642401484803101</c:v>
                </c:pt>
                <c:pt idx="1146">
                  <c:v>1.26794419129116</c:v>
                </c:pt>
                <c:pt idx="1147">
                  <c:v>1.24331765048316</c:v>
                </c:pt>
                <c:pt idx="1148">
                  <c:v>1.2457137765292099</c:v>
                </c:pt>
                <c:pt idx="1149">
                  <c:v>1.24818725173314</c:v>
                </c:pt>
                <c:pt idx="1150">
                  <c:v>1.2592009257264001</c:v>
                </c:pt>
                <c:pt idx="1151">
                  <c:v>1.2453796723564601</c:v>
                </c:pt>
                <c:pt idx="1152">
                  <c:v>1.22438616268598</c:v>
                </c:pt>
                <c:pt idx="1153">
                  <c:v>1.24463412281942</c:v>
                </c:pt>
                <c:pt idx="1154">
                  <c:v>1.2573505507314</c:v>
                </c:pt>
                <c:pt idx="1155">
                  <c:v>1.2553160755550401</c:v>
                </c:pt>
                <c:pt idx="1156">
                  <c:v>1.2685324510940099</c:v>
                </c:pt>
                <c:pt idx="1157">
                  <c:v>1.2639186818428001</c:v>
                </c:pt>
                <c:pt idx="1158">
                  <c:v>1.2671570695271801</c:v>
                </c:pt>
                <c:pt idx="1159">
                  <c:v>1.24476358522174</c:v>
                </c:pt>
                <c:pt idx="1160">
                  <c:v>1.25560308552914</c:v>
                </c:pt>
                <c:pt idx="1161">
                  <c:v>1.2149783740835101</c:v>
                </c:pt>
                <c:pt idx="1162">
                  <c:v>1.2184100411311301</c:v>
                </c:pt>
                <c:pt idx="1163">
                  <c:v>1.2197406639522199</c:v>
                </c:pt>
                <c:pt idx="1164">
                  <c:v>1.1246140650783101</c:v>
                </c:pt>
                <c:pt idx="1165">
                  <c:v>1.1083554194585099</c:v>
                </c:pt>
                <c:pt idx="1166">
                  <c:v>1.0957200380257801</c:v>
                </c:pt>
                <c:pt idx="1167">
                  <c:v>1.0772717979886</c:v>
                </c:pt>
                <c:pt idx="1168">
                  <c:v>1.08692556997496</c:v>
                </c:pt>
                <c:pt idx="1169">
                  <c:v>1.0506922179306699</c:v>
                </c:pt>
                <c:pt idx="1170">
                  <c:v>1.07057517179087</c:v>
                </c:pt>
                <c:pt idx="1171">
                  <c:v>1.12087112861296</c:v>
                </c:pt>
                <c:pt idx="1172">
                  <c:v>1.1059646076399301</c:v>
                </c:pt>
                <c:pt idx="1173">
                  <c:v>1.10766672309355</c:v>
                </c:pt>
                <c:pt idx="1174">
                  <c:v>1.09945886568408</c:v>
                </c:pt>
                <c:pt idx="1175">
                  <c:v>1.1073475423813499</c:v>
                </c:pt>
                <c:pt idx="1176">
                  <c:v>1.0935388398718999</c:v>
                </c:pt>
                <c:pt idx="1177">
                  <c:v>1.10446815223468</c:v>
                </c:pt>
                <c:pt idx="1178">
                  <c:v>1.1203240382961299</c:v>
                </c:pt>
                <c:pt idx="1179">
                  <c:v>1.1256021933692</c:v>
                </c:pt>
                <c:pt idx="1180">
                  <c:v>1.1559203361594199</c:v>
                </c:pt>
                <c:pt idx="1181">
                  <c:v>1.1675412289575</c:v>
                </c:pt>
                <c:pt idx="1182">
                  <c:v>1.1699730577718299</c:v>
                </c:pt>
                <c:pt idx="1183">
                  <c:v>1.1679446589828</c:v>
                </c:pt>
                <c:pt idx="1184">
                  <c:v>1.1647945415071801</c:v>
                </c:pt>
                <c:pt idx="1185">
                  <c:v>1.16435271837302</c:v>
                </c:pt>
                <c:pt idx="1186">
                  <c:v>1.19952649249191</c:v>
                </c:pt>
                <c:pt idx="1187">
                  <c:v>1.2260918840542101</c:v>
                </c:pt>
                <c:pt idx="1188">
                  <c:v>1.2278498091268999</c:v>
                </c:pt>
                <c:pt idx="1189">
                  <c:v>1.2525371586846801</c:v>
                </c:pt>
                <c:pt idx="1190">
                  <c:v>1.26885930714206</c:v>
                </c:pt>
                <c:pt idx="1191">
                  <c:v>1.2743387192775799</c:v>
                </c:pt>
                <c:pt idx="1192">
                  <c:v>1.24070668561633</c:v>
                </c:pt>
                <c:pt idx="1193">
                  <c:v>1.2518170058224001</c:v>
                </c:pt>
                <c:pt idx="1194">
                  <c:v>1.2537112583755901</c:v>
                </c:pt>
                <c:pt idx="1195">
                  <c:v>1.1958191808115399</c:v>
                </c:pt>
                <c:pt idx="1196">
                  <c:v>1.1942490597998201</c:v>
                </c:pt>
                <c:pt idx="1197">
                  <c:v>1.2052038634161799</c:v>
                </c:pt>
                <c:pt idx="1198">
                  <c:v>1.21901749954372</c:v>
                </c:pt>
                <c:pt idx="1199">
                  <c:v>1.1868614651723699</c:v>
                </c:pt>
                <c:pt idx="1200">
                  <c:v>1.19337827436851</c:v>
                </c:pt>
                <c:pt idx="1201">
                  <c:v>1.23235276429477</c:v>
                </c:pt>
                <c:pt idx="1202">
                  <c:v>1.24338720699204</c:v>
                </c:pt>
                <c:pt idx="1203">
                  <c:v>1.2309057300291699</c:v>
                </c:pt>
                <c:pt idx="1204">
                  <c:v>1.207938893159</c:v>
                </c:pt>
                <c:pt idx="1205">
                  <c:v>1.2082308146774201</c:v>
                </c:pt>
                <c:pt idx="1206">
                  <c:v>1.1922620102914701</c:v>
                </c:pt>
                <c:pt idx="1207">
                  <c:v>1.2037390264965799</c:v>
                </c:pt>
                <c:pt idx="1208">
                  <c:v>1.202107213643</c:v>
                </c:pt>
                <c:pt idx="1209">
                  <c:v>1.2121379777207999</c:v>
                </c:pt>
                <c:pt idx="1210">
                  <c:v>1.18117034974075</c:v>
                </c:pt>
                <c:pt idx="1211">
                  <c:v>1.18115110632385</c:v>
                </c:pt>
                <c:pt idx="1212">
                  <c:v>1.1737064669391</c:v>
                </c:pt>
                <c:pt idx="1213">
                  <c:v>1.16059353619191</c:v>
                </c:pt>
                <c:pt idx="1214">
                  <c:v>1.16743808575685</c:v>
                </c:pt>
                <c:pt idx="1215">
                  <c:v>1.15951012134063</c:v>
                </c:pt>
                <c:pt idx="1216">
                  <c:v>1.16912204526158</c:v>
                </c:pt>
                <c:pt idx="1217">
                  <c:v>1.15340515022696</c:v>
                </c:pt>
                <c:pt idx="1218">
                  <c:v>1.1512844791460699</c:v>
                </c:pt>
                <c:pt idx="1219">
                  <c:v>1.1311955391801001</c:v>
                </c:pt>
                <c:pt idx="1220">
                  <c:v>1.1322388323172301</c:v>
                </c:pt>
                <c:pt idx="1221">
                  <c:v>1.1322193984350799</c:v>
                </c:pt>
                <c:pt idx="1222">
                  <c:v>1.12646799809536</c:v>
                </c:pt>
                <c:pt idx="1223">
                  <c:v>1.15674616823082</c:v>
                </c:pt>
                <c:pt idx="1224">
                  <c:v>1.1820694342501601</c:v>
                </c:pt>
                <c:pt idx="1225">
                  <c:v>1.18150625420342</c:v>
                </c:pt>
                <c:pt idx="1226">
                  <c:v>1.1851877901421799</c:v>
                </c:pt>
                <c:pt idx="1227">
                  <c:v>1.1847536653238899</c:v>
                </c:pt>
                <c:pt idx="1228">
                  <c:v>1.1974051706605999</c:v>
                </c:pt>
                <c:pt idx="1229">
                  <c:v>1.1931286489434101</c:v>
                </c:pt>
                <c:pt idx="1230">
                  <c:v>1.20521900927439</c:v>
                </c:pt>
                <c:pt idx="1231">
                  <c:v>1.2036812520702</c:v>
                </c:pt>
                <c:pt idx="1232">
                  <c:v>1.19179840945537</c:v>
                </c:pt>
                <c:pt idx="1233">
                  <c:v>1.1964911989525699</c:v>
                </c:pt>
                <c:pt idx="1234">
                  <c:v>1.2042575175441801</c:v>
                </c:pt>
                <c:pt idx="1235">
                  <c:v>1.1922017300554</c:v>
                </c:pt>
                <c:pt idx="1236">
                  <c:v>1.1955486120210499</c:v>
                </c:pt>
                <c:pt idx="1237">
                  <c:v>1.2007946675846599</c:v>
                </c:pt>
                <c:pt idx="1238">
                  <c:v>1.18880233636049</c:v>
                </c:pt>
                <c:pt idx="1239">
                  <c:v>1.1764795101619601</c:v>
                </c:pt>
                <c:pt idx="1240">
                  <c:v>1.1494605035850201</c:v>
                </c:pt>
                <c:pt idx="1241">
                  <c:v>1.1304505285031099</c:v>
                </c:pt>
                <c:pt idx="1242">
                  <c:v>1.10584170989301</c:v>
                </c:pt>
                <c:pt idx="1243">
                  <c:v>1.13660961800065</c:v>
                </c:pt>
                <c:pt idx="1244">
                  <c:v>1.1679731583144299</c:v>
                </c:pt>
                <c:pt idx="1245">
                  <c:v>1.1848257386088199</c:v>
                </c:pt>
                <c:pt idx="1246">
                  <c:v>1.2046448628558599</c:v>
                </c:pt>
                <c:pt idx="1247">
                  <c:v>1.21062299898216</c:v>
                </c:pt>
                <c:pt idx="1248">
                  <c:v>1.21110060050279</c:v>
                </c:pt>
                <c:pt idx="1249">
                  <c:v>1.2512798895616699</c:v>
                </c:pt>
                <c:pt idx="1250">
                  <c:v>1.2593504597807099</c:v>
                </c:pt>
                <c:pt idx="1251">
                  <c:v>1.2628674728145</c:v>
                </c:pt>
                <c:pt idx="1252">
                  <c:v>1.25899447938488</c:v>
                </c:pt>
                <c:pt idx="1253">
                  <c:v>1.2876914680753699</c:v>
                </c:pt>
                <c:pt idx="1254">
                  <c:v>1.3508868725334999</c:v>
                </c:pt>
                <c:pt idx="1255">
                  <c:v>1.3508112988986201</c:v>
                </c:pt>
                <c:pt idx="1256">
                  <c:v>1.3501837934751599</c:v>
                </c:pt>
                <c:pt idx="1257">
                  <c:v>1.3551349462764899</c:v>
                </c:pt>
                <c:pt idx="1258">
                  <c:v>1.3614165685326001</c:v>
                </c:pt>
                <c:pt idx="1259">
                  <c:v>1.38562424817734</c:v>
                </c:pt>
                <c:pt idx="1260">
                  <c:v>1.42918387874666</c:v>
                </c:pt>
                <c:pt idx="1261">
                  <c:v>1.46476227443519</c:v>
                </c:pt>
                <c:pt idx="1262">
                  <c:v>1.4945342924449201</c:v>
                </c:pt>
                <c:pt idx="1263">
                  <c:v>1.42490745591343</c:v>
                </c:pt>
                <c:pt idx="1264">
                  <c:v>1.4873675034279299</c:v>
                </c:pt>
                <c:pt idx="1265">
                  <c:v>1.5186151413972899</c:v>
                </c:pt>
                <c:pt idx="1266">
                  <c:v>1.48966571880499</c:v>
                </c:pt>
                <c:pt idx="1267">
                  <c:v>1.4433772298076799</c:v>
                </c:pt>
                <c:pt idx="1268">
                  <c:v>1.4661831625248101</c:v>
                </c:pt>
                <c:pt idx="1269">
                  <c:v>1.4986734474969901</c:v>
                </c:pt>
                <c:pt idx="1270">
                  <c:v>1.5064309343171201</c:v>
                </c:pt>
                <c:pt idx="1271">
                  <c:v>1.5071613303289999</c:v>
                </c:pt>
                <c:pt idx="1272">
                  <c:v>1.5266752275108799</c:v>
                </c:pt>
                <c:pt idx="1273">
                  <c:v>1.53493948283837</c:v>
                </c:pt>
                <c:pt idx="1274">
                  <c:v>1.52327457334081</c:v>
                </c:pt>
                <c:pt idx="1275">
                  <c:v>1.4790560594134201</c:v>
                </c:pt>
                <c:pt idx="1276">
                  <c:v>1.4879240476514</c:v>
                </c:pt>
                <c:pt idx="1277">
                  <c:v>1.4660544524455199</c:v>
                </c:pt>
                <c:pt idx="1278">
                  <c:v>1.50575831915956</c:v>
                </c:pt>
                <c:pt idx="1279">
                  <c:v>1.5618939157303999</c:v>
                </c:pt>
                <c:pt idx="1280">
                  <c:v>1.5747035033386101</c:v>
                </c:pt>
                <c:pt idx="1281">
                  <c:v>1.5893992557426799</c:v>
                </c:pt>
                <c:pt idx="1282">
                  <c:v>1.5954419293733</c:v>
                </c:pt>
                <c:pt idx="1283">
                  <c:v>1.5881768413449899</c:v>
                </c:pt>
                <c:pt idx="1284">
                  <c:v>1.5985788951759701</c:v>
                </c:pt>
                <c:pt idx="1285">
                  <c:v>1.59886832745939</c:v>
                </c:pt>
                <c:pt idx="1286">
                  <c:v>1.57079494009454</c:v>
                </c:pt>
                <c:pt idx="1287">
                  <c:v>1.5703126658233499</c:v>
                </c:pt>
                <c:pt idx="1288">
                  <c:v>1.557768922151</c:v>
                </c:pt>
                <c:pt idx="1289">
                  <c:v>1.5878444329550201</c:v>
                </c:pt>
                <c:pt idx="1290">
                  <c:v>1.6046776985395499</c:v>
                </c:pt>
                <c:pt idx="1291">
                  <c:v>1.5958817898208599</c:v>
                </c:pt>
                <c:pt idx="1292">
                  <c:v>1.6122449577414799</c:v>
                </c:pt>
                <c:pt idx="1293">
                  <c:v>1.5915739007843399</c:v>
                </c:pt>
                <c:pt idx="1294">
                  <c:v>1.5581432500463399</c:v>
                </c:pt>
                <c:pt idx="1295">
                  <c:v>1.5735177639782201</c:v>
                </c:pt>
                <c:pt idx="1296">
                  <c:v>1.50488507123301</c:v>
                </c:pt>
                <c:pt idx="1297">
                  <c:v>1.4830253853805999</c:v>
                </c:pt>
                <c:pt idx="1298">
                  <c:v>1.4266209472016</c:v>
                </c:pt>
                <c:pt idx="1299">
                  <c:v>1.4425786264313301</c:v>
                </c:pt>
                <c:pt idx="1300">
                  <c:v>1.33136683529546</c:v>
                </c:pt>
                <c:pt idx="1301">
                  <c:v>1.3514776743230299</c:v>
                </c:pt>
                <c:pt idx="1302">
                  <c:v>1.3519078784037499</c:v>
                </c:pt>
                <c:pt idx="1303">
                  <c:v>1.3420251490232999</c:v>
                </c:pt>
                <c:pt idx="1304">
                  <c:v>1.38974856589822</c:v>
                </c:pt>
                <c:pt idx="1305">
                  <c:v>1.3839860468613501</c:v>
                </c:pt>
                <c:pt idx="1306">
                  <c:v>1.37290262950164</c:v>
                </c:pt>
                <c:pt idx="1307">
                  <c:v>1.40518532743658</c:v>
                </c:pt>
                <c:pt idx="1308">
                  <c:v>1.4158428126482201</c:v>
                </c:pt>
                <c:pt idx="1309">
                  <c:v>1.36356340275373</c:v>
                </c:pt>
                <c:pt idx="1310">
                  <c:v>1.36126847665261</c:v>
                </c:pt>
                <c:pt idx="1311">
                  <c:v>1.38740135556521</c:v>
                </c:pt>
                <c:pt idx="1312">
                  <c:v>1.3781762979157099</c:v>
                </c:pt>
                <c:pt idx="1313">
                  <c:v>1.34663485266945</c:v>
                </c:pt>
                <c:pt idx="1314">
                  <c:v>1.33441016669321</c:v>
                </c:pt>
                <c:pt idx="1315">
                  <c:v>1.3716483804369799</c:v>
                </c:pt>
                <c:pt idx="1316">
                  <c:v>1.37196232312227</c:v>
                </c:pt>
                <c:pt idx="1317">
                  <c:v>1.37765294654288</c:v>
                </c:pt>
                <c:pt idx="1318">
                  <c:v>1.36690937089165</c:v>
                </c:pt>
                <c:pt idx="1319">
                  <c:v>1.3651082982746801</c:v>
                </c:pt>
                <c:pt idx="1320">
                  <c:v>1.3422188545037299</c:v>
                </c:pt>
                <c:pt idx="1321">
                  <c:v>1.3180536739331099</c:v>
                </c:pt>
                <c:pt idx="1322">
                  <c:v>1.3200117319245099</c:v>
                </c:pt>
                <c:pt idx="1323">
                  <c:v>1.2848842744320099</c:v>
                </c:pt>
                <c:pt idx="1324">
                  <c:v>1.2995419468232201</c:v>
                </c:pt>
                <c:pt idx="1325">
                  <c:v>1.3487594942405401</c:v>
                </c:pt>
                <c:pt idx="1326">
                  <c:v>1.3448142599180499</c:v>
                </c:pt>
                <c:pt idx="1327">
                  <c:v>1.3573314093883699</c:v>
                </c:pt>
                <c:pt idx="1328">
                  <c:v>1.3271320248702101</c:v>
                </c:pt>
                <c:pt idx="1329">
                  <c:v>1.3267766956245799</c:v>
                </c:pt>
                <c:pt idx="1330">
                  <c:v>1.3247758969767001</c:v>
                </c:pt>
                <c:pt idx="1331">
                  <c:v>1.34462383704905</c:v>
                </c:pt>
                <c:pt idx="1332">
                  <c:v>1.3652145102119</c:v>
                </c:pt>
                <c:pt idx="1333">
                  <c:v>1.3905151180667601</c:v>
                </c:pt>
                <c:pt idx="1334">
                  <c:v>1.38887028529512</c:v>
                </c:pt>
                <c:pt idx="1335">
                  <c:v>1.3740210101105399</c:v>
                </c:pt>
                <c:pt idx="1336">
                  <c:v>1.37259199848046</c:v>
                </c:pt>
                <c:pt idx="1337">
                  <c:v>1.3809767896051901</c:v>
                </c:pt>
                <c:pt idx="1338">
                  <c:v>1.36156095260229</c:v>
                </c:pt>
                <c:pt idx="1339">
                  <c:v>1.4024955297081501</c:v>
                </c:pt>
                <c:pt idx="1340">
                  <c:v>1.4001854402815901</c:v>
                </c:pt>
                <c:pt idx="1341">
                  <c:v>1.3867686746990699</c:v>
                </c:pt>
                <c:pt idx="1342">
                  <c:v>1.3840194985485801</c:v>
                </c:pt>
                <c:pt idx="1343">
                  <c:v>1.3900905424146499</c:v>
                </c:pt>
                <c:pt idx="1344">
                  <c:v>1.3399867536616401</c:v>
                </c:pt>
                <c:pt idx="1345">
                  <c:v>1.3463760998732499</c:v>
                </c:pt>
                <c:pt idx="1346">
                  <c:v>1.3368559635273101</c:v>
                </c:pt>
                <c:pt idx="1347">
                  <c:v>1.3372389469305299</c:v>
                </c:pt>
                <c:pt idx="1348">
                  <c:v>1.3415896417161799</c:v>
                </c:pt>
                <c:pt idx="1349">
                  <c:v>1.3527954184889901</c:v>
                </c:pt>
                <c:pt idx="1350">
                  <c:v>1.3570732220116399</c:v>
                </c:pt>
                <c:pt idx="1351">
                  <c:v>1.3568743402060299</c:v>
                </c:pt>
                <c:pt idx="1352">
                  <c:v>1.3320572404476501</c:v>
                </c:pt>
                <c:pt idx="1353">
                  <c:v>1.3379024483589199</c:v>
                </c:pt>
                <c:pt idx="1354">
                  <c:v>1.2948471445863099</c:v>
                </c:pt>
                <c:pt idx="1355">
                  <c:v>1.31207508976141</c:v>
                </c:pt>
                <c:pt idx="1356">
                  <c:v>1.32800048675135</c:v>
                </c:pt>
                <c:pt idx="1357">
                  <c:v>1.3304139300450999</c:v>
                </c:pt>
                <c:pt idx="1358">
                  <c:v>1.33098955359001</c:v>
                </c:pt>
                <c:pt idx="1359">
                  <c:v>1.3301438777657399</c:v>
                </c:pt>
                <c:pt idx="1360">
                  <c:v>1.3362410420375299</c:v>
                </c:pt>
                <c:pt idx="1361">
                  <c:v>1.32701940134846</c:v>
                </c:pt>
                <c:pt idx="1362">
                  <c:v>1.32231724793252</c:v>
                </c:pt>
                <c:pt idx="1363">
                  <c:v>1.30132023512712</c:v>
                </c:pt>
                <c:pt idx="1364">
                  <c:v>1.2874190565068899</c:v>
                </c:pt>
                <c:pt idx="1365">
                  <c:v>1.24698822534779</c:v>
                </c:pt>
                <c:pt idx="1366">
                  <c:v>1.2415776633345099</c:v>
                </c:pt>
                <c:pt idx="1367">
                  <c:v>1.2486136705944</c:v>
                </c:pt>
                <c:pt idx="1368">
                  <c:v>1.2351901259592</c:v>
                </c:pt>
                <c:pt idx="1369">
                  <c:v>1.25754363111762</c:v>
                </c:pt>
                <c:pt idx="1370">
                  <c:v>1.2507676832552299</c:v>
                </c:pt>
                <c:pt idx="1371">
                  <c:v>1.2587434827733399</c:v>
                </c:pt>
                <c:pt idx="1372">
                  <c:v>1.26340560763525</c:v>
                </c:pt>
                <c:pt idx="1373">
                  <c:v>1.2697294262179299</c:v>
                </c:pt>
                <c:pt idx="1374">
                  <c:v>1.309257962053</c:v>
                </c:pt>
                <c:pt idx="1375">
                  <c:v>1.31430871342003</c:v>
                </c:pt>
                <c:pt idx="1376">
                  <c:v>1.3181657983249799</c:v>
                </c:pt>
                <c:pt idx="1377">
                  <c:v>1.32635550121376</c:v>
                </c:pt>
                <c:pt idx="1378">
                  <c:v>1.32203907090204</c:v>
                </c:pt>
                <c:pt idx="1379">
                  <c:v>1.3133491299550899</c:v>
                </c:pt>
                <c:pt idx="1380">
                  <c:v>1.3395206879203301</c:v>
                </c:pt>
                <c:pt idx="1381">
                  <c:v>1.34088814781569</c:v>
                </c:pt>
                <c:pt idx="1382">
                  <c:v>1.3423139134438</c:v>
                </c:pt>
                <c:pt idx="1383">
                  <c:v>1.3191601550330201</c:v>
                </c:pt>
                <c:pt idx="1384">
                  <c:v>1.35258078289256</c:v>
                </c:pt>
                <c:pt idx="1385">
                  <c:v>1.3619822747214101</c:v>
                </c:pt>
                <c:pt idx="1386">
                  <c:v>1.3737092033804501</c:v>
                </c:pt>
                <c:pt idx="1387">
                  <c:v>1.3868265310536401</c:v>
                </c:pt>
                <c:pt idx="1388">
                  <c:v>1.3940152649772</c:v>
                </c:pt>
                <c:pt idx="1389">
                  <c:v>1.42630952300116</c:v>
                </c:pt>
                <c:pt idx="1390">
                  <c:v>1.43265890075827</c:v>
                </c:pt>
                <c:pt idx="1391">
                  <c:v>1.4240999619635</c:v>
                </c:pt>
                <c:pt idx="1392">
                  <c:v>1.4345677210668399</c:v>
                </c:pt>
                <c:pt idx="1393">
                  <c:v>1.44091535108705</c:v>
                </c:pt>
                <c:pt idx="1394">
                  <c:v>1.40435226701458</c:v>
                </c:pt>
                <c:pt idx="1395">
                  <c:v>1.4042200512218499</c:v>
                </c:pt>
                <c:pt idx="1396">
                  <c:v>1.41904267809735</c:v>
                </c:pt>
                <c:pt idx="1397">
                  <c:v>1.4203033082247001</c:v>
                </c:pt>
                <c:pt idx="1398">
                  <c:v>1.40847795398899</c:v>
                </c:pt>
                <c:pt idx="1399">
                  <c:v>1.4102280737670501</c:v>
                </c:pt>
                <c:pt idx="1400">
                  <c:v>1.3837515466293799</c:v>
                </c:pt>
                <c:pt idx="1401">
                  <c:v>1.3417158912776701</c:v>
                </c:pt>
                <c:pt idx="1402">
                  <c:v>1.3550441074750299</c:v>
                </c:pt>
                <c:pt idx="1403">
                  <c:v>1.3375938056951699</c:v>
                </c:pt>
                <c:pt idx="1404">
                  <c:v>1.3401065909308101</c:v>
                </c:pt>
                <c:pt idx="1405">
                  <c:v>1.3522602937927799</c:v>
                </c:pt>
                <c:pt idx="1406">
                  <c:v>1.3694268747426099</c:v>
                </c:pt>
                <c:pt idx="1407">
                  <c:v>1.37244659022919</c:v>
                </c:pt>
                <c:pt idx="1408">
                  <c:v>1.39623827938456</c:v>
                </c:pt>
                <c:pt idx="1409">
                  <c:v>1.38158450578366</c:v>
                </c:pt>
                <c:pt idx="1410">
                  <c:v>1.37184537847637</c:v>
                </c:pt>
                <c:pt idx="1411">
                  <c:v>1.37031961205841</c:v>
                </c:pt>
                <c:pt idx="1412">
                  <c:v>1.3525785551084299</c:v>
                </c:pt>
                <c:pt idx="1413">
                  <c:v>1.34290489007082</c:v>
                </c:pt>
                <c:pt idx="1414">
                  <c:v>1.36009454225886</c:v>
                </c:pt>
                <c:pt idx="1415">
                  <c:v>1.3508031527601201</c:v>
                </c:pt>
                <c:pt idx="1416">
                  <c:v>1.3486997542406001</c:v>
                </c:pt>
                <c:pt idx="1417">
                  <c:v>1.35622689913773</c:v>
                </c:pt>
                <c:pt idx="1418">
                  <c:v>1.38572541665078</c:v>
                </c:pt>
                <c:pt idx="1419">
                  <c:v>1.3658976634126401</c:v>
                </c:pt>
                <c:pt idx="1420">
                  <c:v>1.34562480962542</c:v>
                </c:pt>
                <c:pt idx="1421">
                  <c:v>1.32684223174793</c:v>
                </c:pt>
                <c:pt idx="1422">
                  <c:v>1.33779867402092</c:v>
                </c:pt>
                <c:pt idx="1423">
                  <c:v>1.3398611604614099</c:v>
                </c:pt>
                <c:pt idx="1424">
                  <c:v>1.3405541047388201</c:v>
                </c:pt>
                <c:pt idx="1425">
                  <c:v>1.33077639342933</c:v>
                </c:pt>
                <c:pt idx="1426">
                  <c:v>1.34078829802229</c:v>
                </c:pt>
                <c:pt idx="1427">
                  <c:v>1.33703796261945</c:v>
                </c:pt>
                <c:pt idx="1428">
                  <c:v>1.30014609564576</c:v>
                </c:pt>
                <c:pt idx="1429">
                  <c:v>1.3047771240739401</c:v>
                </c:pt>
                <c:pt idx="1430">
                  <c:v>1.2968661552442</c:v>
                </c:pt>
                <c:pt idx="1431">
                  <c:v>1.3063221908067399</c:v>
                </c:pt>
                <c:pt idx="1432">
                  <c:v>1.29000921690385</c:v>
                </c:pt>
                <c:pt idx="1433">
                  <c:v>1.2998631512362</c:v>
                </c:pt>
                <c:pt idx="1434">
                  <c:v>1.32277723920345</c:v>
                </c:pt>
                <c:pt idx="1435">
                  <c:v>1.31425619685102</c:v>
                </c:pt>
                <c:pt idx="1436">
                  <c:v>1.3137664574111501</c:v>
                </c:pt>
                <c:pt idx="1437">
                  <c:v>1.3028679730727799</c:v>
                </c:pt>
                <c:pt idx="1438">
                  <c:v>1.2962927229054899</c:v>
                </c:pt>
                <c:pt idx="1439">
                  <c:v>1.29432730098361</c:v>
                </c:pt>
                <c:pt idx="1440">
                  <c:v>1.2929998984564</c:v>
                </c:pt>
                <c:pt idx="1441">
                  <c:v>1.2891180075595701</c:v>
                </c:pt>
                <c:pt idx="1442">
                  <c:v>1.2899567917949</c:v>
                </c:pt>
                <c:pt idx="1443">
                  <c:v>1.2900911764311001</c:v>
                </c:pt>
                <c:pt idx="1444">
                  <c:v>1.2981396010858199</c:v>
                </c:pt>
                <c:pt idx="1445">
                  <c:v>1.29856257317845</c:v>
                </c:pt>
                <c:pt idx="1446">
                  <c:v>1.3114001406690901</c:v>
                </c:pt>
                <c:pt idx="1447">
                  <c:v>1.3201147399981099</c:v>
                </c:pt>
                <c:pt idx="1448">
                  <c:v>1.3254477743945901</c:v>
                </c:pt>
                <c:pt idx="1449">
                  <c:v>1.3320843434945</c:v>
                </c:pt>
                <c:pt idx="1450">
                  <c:v>1.32917656098217</c:v>
                </c:pt>
                <c:pt idx="1451">
                  <c:v>1.3260910196998601</c:v>
                </c:pt>
                <c:pt idx="1452">
                  <c:v>1.33992726075097</c:v>
                </c:pt>
                <c:pt idx="1453">
                  <c:v>1.36480190995583</c:v>
                </c:pt>
                <c:pt idx="1454">
                  <c:v>1.38253848056509</c:v>
                </c:pt>
                <c:pt idx="1455">
                  <c:v>1.3848761177473401</c:v>
                </c:pt>
                <c:pt idx="1456">
                  <c:v>1.39644915470299</c:v>
                </c:pt>
                <c:pt idx="1457">
                  <c:v>1.3811534679267901</c:v>
                </c:pt>
                <c:pt idx="1458">
                  <c:v>1.3513729351567001</c:v>
                </c:pt>
                <c:pt idx="1459">
                  <c:v>1.3719822690708099</c:v>
                </c:pt>
                <c:pt idx="1460">
                  <c:v>1.3774295769987901</c:v>
                </c:pt>
                <c:pt idx="1461">
                  <c:v>1.3894447484902499</c:v>
                </c:pt>
                <c:pt idx="1462">
                  <c:v>1.38076241792029</c:v>
                </c:pt>
                <c:pt idx="1463">
                  <c:v>1.3872772785341401</c:v>
                </c:pt>
                <c:pt idx="1464">
                  <c:v>1.39475613892172</c:v>
                </c:pt>
                <c:pt idx="1465">
                  <c:v>1.4216243730409199</c:v>
                </c:pt>
                <c:pt idx="1466">
                  <c:v>1.4315161912406</c:v>
                </c:pt>
                <c:pt idx="1467">
                  <c:v>1.44416204430396</c:v>
                </c:pt>
                <c:pt idx="1468">
                  <c:v>1.46547032390696</c:v>
                </c:pt>
                <c:pt idx="1469">
                  <c:v>1.4446816079526801</c:v>
                </c:pt>
                <c:pt idx="1470">
                  <c:v>1.4676289745039599</c:v>
                </c:pt>
                <c:pt idx="1471">
                  <c:v>1.4655757640123701</c:v>
                </c:pt>
                <c:pt idx="1472">
                  <c:v>1.4797419693660201</c:v>
                </c:pt>
                <c:pt idx="1473">
                  <c:v>1.4815038007019501</c:v>
                </c:pt>
                <c:pt idx="1474">
                  <c:v>1.47587134791564</c:v>
                </c:pt>
                <c:pt idx="1475">
                  <c:v>1.4693770319275301</c:v>
                </c:pt>
                <c:pt idx="1476">
                  <c:v>1.4633820960489401</c:v>
                </c:pt>
                <c:pt idx="1477">
                  <c:v>1.47641434524175</c:v>
                </c:pt>
                <c:pt idx="1478">
                  <c:v>1.45997131676071</c:v>
                </c:pt>
                <c:pt idx="1479">
                  <c:v>1.4571232668565901</c:v>
                </c:pt>
                <c:pt idx="1480">
                  <c:v>1.4055415782440699</c:v>
                </c:pt>
                <c:pt idx="1481">
                  <c:v>1.2815178847079101</c:v>
                </c:pt>
                <c:pt idx="1482">
                  <c:v>1.2698167346086999</c:v>
                </c:pt>
                <c:pt idx="1483">
                  <c:v>1.30818795766155</c:v>
                </c:pt>
                <c:pt idx="1484">
                  <c:v>1.34576273933475</c:v>
                </c:pt>
                <c:pt idx="1485">
                  <c:v>1.3646074973536699</c:v>
                </c:pt>
                <c:pt idx="1486">
                  <c:v>1.38992873529695</c:v>
                </c:pt>
                <c:pt idx="1487">
                  <c:v>1.38041881596518</c:v>
                </c:pt>
                <c:pt idx="1488">
                  <c:v>1.40397662894881</c:v>
                </c:pt>
                <c:pt idx="1489">
                  <c:v>1.3897061561819799</c:v>
                </c:pt>
                <c:pt idx="1490">
                  <c:v>1.3894367545647199</c:v>
                </c:pt>
                <c:pt idx="1491">
                  <c:v>1.4397770307631901</c:v>
                </c:pt>
                <c:pt idx="1492">
                  <c:v>1.47104602867248</c:v>
                </c:pt>
                <c:pt idx="1493">
                  <c:v>1.46400624988743</c:v>
                </c:pt>
                <c:pt idx="1494">
                  <c:v>1.49055586404144</c:v>
                </c:pt>
                <c:pt idx="1495">
                  <c:v>1.5096728450688801</c:v>
                </c:pt>
                <c:pt idx="1496">
                  <c:v>1.5371652585984701</c:v>
                </c:pt>
                <c:pt idx="1497">
                  <c:v>1.53652126489497</c:v>
                </c:pt>
                <c:pt idx="1498">
                  <c:v>1.5123810945058</c:v>
                </c:pt>
                <c:pt idx="1499">
                  <c:v>1.5168153724804101</c:v>
                </c:pt>
                <c:pt idx="1500">
                  <c:v>1.4305750984832</c:v>
                </c:pt>
                <c:pt idx="1501">
                  <c:v>1.4919080939374201</c:v>
                </c:pt>
                <c:pt idx="1502">
                  <c:v>1.5124347747428799</c:v>
                </c:pt>
                <c:pt idx="1503">
                  <c:v>1.5308486723130299</c:v>
                </c:pt>
                <c:pt idx="1504">
                  <c:v>1.55707039660206</c:v>
                </c:pt>
                <c:pt idx="1505">
                  <c:v>1.5552966147598499</c:v>
                </c:pt>
                <c:pt idx="1506">
                  <c:v>1.50086515901433</c:v>
                </c:pt>
                <c:pt idx="1507">
                  <c:v>1.5310496716508999</c:v>
                </c:pt>
                <c:pt idx="1508">
                  <c:v>1.517302384683</c:v>
                </c:pt>
                <c:pt idx="1509">
                  <c:v>1.4857168352993999</c:v>
                </c:pt>
                <c:pt idx="1510">
                  <c:v>1.4652726509737599</c:v>
                </c:pt>
                <c:pt idx="1511">
                  <c:v>1.4066321451621999</c:v>
                </c:pt>
                <c:pt idx="1512">
                  <c:v>1.4026202412911</c:v>
                </c:pt>
                <c:pt idx="1513">
                  <c:v>1.37879036078256</c:v>
                </c:pt>
                <c:pt idx="1514">
                  <c:v>1.3897801756870301</c:v>
                </c:pt>
                <c:pt idx="1515">
                  <c:v>1.4093952595380701</c:v>
                </c:pt>
                <c:pt idx="1516">
                  <c:v>1.35555589239523</c:v>
                </c:pt>
                <c:pt idx="1517">
                  <c:v>1.38094145304885</c:v>
                </c:pt>
                <c:pt idx="1518">
                  <c:v>1.41212950553483</c:v>
                </c:pt>
                <c:pt idx="1519">
                  <c:v>1.3975229798203499</c:v>
                </c:pt>
                <c:pt idx="1520">
                  <c:v>1.39132615903018</c:v>
                </c:pt>
                <c:pt idx="1521">
                  <c:v>1.3596266515911799</c:v>
                </c:pt>
                <c:pt idx="1522">
                  <c:v>1.3587748227665399</c:v>
                </c:pt>
                <c:pt idx="1523">
                  <c:v>1.3492471635165899</c:v>
                </c:pt>
                <c:pt idx="1524">
                  <c:v>1.3780044905759901</c:v>
                </c:pt>
                <c:pt idx="1525">
                  <c:v>1.37182495930919</c:v>
                </c:pt>
                <c:pt idx="1526">
                  <c:v>1.41984453702988</c:v>
                </c:pt>
                <c:pt idx="1527">
                  <c:v>1.4265583410460301</c:v>
                </c:pt>
                <c:pt idx="1528">
                  <c:v>1.44110062061679</c:v>
                </c:pt>
                <c:pt idx="1529">
                  <c:v>1.40526511963372</c:v>
                </c:pt>
                <c:pt idx="1530">
                  <c:v>1.3938456150383001</c:v>
                </c:pt>
                <c:pt idx="1531">
                  <c:v>1.4178006711784299</c:v>
                </c:pt>
                <c:pt idx="1532">
                  <c:v>1.4096658805265401</c:v>
                </c:pt>
                <c:pt idx="1533">
                  <c:v>1.4157219567686801</c:v>
                </c:pt>
                <c:pt idx="1534">
                  <c:v>1.4142327029858299</c:v>
                </c:pt>
                <c:pt idx="1535">
                  <c:v>1.4352322401450901</c:v>
                </c:pt>
                <c:pt idx="1536">
                  <c:v>1.4305633218707701</c:v>
                </c:pt>
                <c:pt idx="1537">
                  <c:v>1.44594127396072</c:v>
                </c:pt>
                <c:pt idx="1538">
                  <c:v>1.4397611209091301</c:v>
                </c:pt>
                <c:pt idx="1539">
                  <c:v>1.40963694115864</c:v>
                </c:pt>
                <c:pt idx="1540">
                  <c:v>1.39864460449287</c:v>
                </c:pt>
                <c:pt idx="1541">
                  <c:v>1.3619927367965201</c:v>
                </c:pt>
                <c:pt idx="1542">
                  <c:v>1.36050011952072</c:v>
                </c:pt>
                <c:pt idx="1543">
                  <c:v>1.39035176865442</c:v>
                </c:pt>
                <c:pt idx="1544">
                  <c:v>1.41423733973286</c:v>
                </c:pt>
                <c:pt idx="1545">
                  <c:v>1.41329080543025</c:v>
                </c:pt>
                <c:pt idx="1546">
                  <c:v>1.4298483365433501</c:v>
                </c:pt>
                <c:pt idx="1547">
                  <c:v>1.4300982942315901</c:v>
                </c:pt>
                <c:pt idx="1548">
                  <c:v>1.42859387043949</c:v>
                </c:pt>
                <c:pt idx="1549">
                  <c:v>1.4351127318093999</c:v>
                </c:pt>
                <c:pt idx="1550">
                  <c:v>1.42317321527344</c:v>
                </c:pt>
                <c:pt idx="1551">
                  <c:v>1.4267135109457301</c:v>
                </c:pt>
                <c:pt idx="1552">
                  <c:v>1.4216485506080601</c:v>
                </c:pt>
                <c:pt idx="1553">
                  <c:v>1.43534319366761</c:v>
                </c:pt>
                <c:pt idx="1554">
                  <c:v>1.4221291004116099</c:v>
                </c:pt>
                <c:pt idx="1555">
                  <c:v>1.4112533798245099</c:v>
                </c:pt>
                <c:pt idx="1556">
                  <c:v>1.389543232217</c:v>
                </c:pt>
                <c:pt idx="1557">
                  <c:v>1.3876419941379401</c:v>
                </c:pt>
                <c:pt idx="1558">
                  <c:v>1.4150468722246901</c:v>
                </c:pt>
                <c:pt idx="1559">
                  <c:v>1.41383023071383</c:v>
                </c:pt>
                <c:pt idx="1560">
                  <c:v>1.4095597036465199</c:v>
                </c:pt>
                <c:pt idx="1561">
                  <c:v>1.4221115170754399</c:v>
                </c:pt>
                <c:pt idx="1562">
                  <c:v>1.46372391644586</c:v>
                </c:pt>
                <c:pt idx="1563">
                  <c:v>1.4720408523555</c:v>
                </c:pt>
                <c:pt idx="1564">
                  <c:v>1.4709371965398901</c:v>
                </c:pt>
                <c:pt idx="1565">
                  <c:v>1.4728963177218</c:v>
                </c:pt>
                <c:pt idx="1566">
                  <c:v>1.47010052748728</c:v>
                </c:pt>
                <c:pt idx="1567">
                  <c:v>1.46793364672545</c:v>
                </c:pt>
                <c:pt idx="1568">
                  <c:v>1.4740618856301999</c:v>
                </c:pt>
                <c:pt idx="1569">
                  <c:v>1.47107208926198</c:v>
                </c:pt>
                <c:pt idx="1570">
                  <c:v>1.46647379634291</c:v>
                </c:pt>
                <c:pt idx="1571">
                  <c:v>1.46631016185977</c:v>
                </c:pt>
                <c:pt idx="1572">
                  <c:v>1.46558179424414</c:v>
                </c:pt>
                <c:pt idx="1573">
                  <c:v>1.49185500266714</c:v>
                </c:pt>
                <c:pt idx="1574">
                  <c:v>1.5014242325599501</c:v>
                </c:pt>
                <c:pt idx="1575">
                  <c:v>1.4994613218491</c:v>
                </c:pt>
                <c:pt idx="1576">
                  <c:v>1.5033550588112601</c:v>
                </c:pt>
                <c:pt idx="1577">
                  <c:v>1.5071341073912401</c:v>
                </c:pt>
                <c:pt idx="1578">
                  <c:v>1.5021657605894601</c:v>
                </c:pt>
                <c:pt idx="1579">
                  <c:v>1.49444887653178</c:v>
                </c:pt>
                <c:pt idx="1580">
                  <c:v>1.4849156868934901</c:v>
                </c:pt>
                <c:pt idx="1581">
                  <c:v>1.50615639930166</c:v>
                </c:pt>
                <c:pt idx="1582">
                  <c:v>1.5150378692239099</c:v>
                </c:pt>
                <c:pt idx="1583">
                  <c:v>1.5360738327738599</c:v>
                </c:pt>
                <c:pt idx="1584">
                  <c:v>1.5508462310080799</c:v>
                </c:pt>
                <c:pt idx="1585">
                  <c:v>1.6126286142933299</c:v>
                </c:pt>
                <c:pt idx="1586">
                  <c:v>1.6283077750296899</c:v>
                </c:pt>
                <c:pt idx="1587">
                  <c:v>1.665855829047</c:v>
                </c:pt>
                <c:pt idx="1588">
                  <c:v>1.70822388619625</c:v>
                </c:pt>
                <c:pt idx="1589">
                  <c:v>1.6980089920797401</c:v>
                </c:pt>
                <c:pt idx="1590">
                  <c:v>1.7590420158397999</c:v>
                </c:pt>
                <c:pt idx="1591">
                  <c:v>1.7506995777780601</c:v>
                </c:pt>
                <c:pt idx="1592">
                  <c:v>1.700843370144</c:v>
                </c:pt>
                <c:pt idx="1593">
                  <c:v>1.62517250831994</c:v>
                </c:pt>
                <c:pt idx="1594">
                  <c:v>1.6249432295927899</c:v>
                </c:pt>
                <c:pt idx="1595">
                  <c:v>1.68700135583039</c:v>
                </c:pt>
                <c:pt idx="1596">
                  <c:v>1.6968184689202199</c:v>
                </c:pt>
                <c:pt idx="1597">
                  <c:v>1.70392040583272</c:v>
                </c:pt>
                <c:pt idx="1598">
                  <c:v>1.6948742405305399</c:v>
                </c:pt>
                <c:pt idx="1599">
                  <c:v>1.6239912033077799</c:v>
                </c:pt>
                <c:pt idx="1600">
                  <c:v>1.6211379385760201</c:v>
                </c:pt>
                <c:pt idx="1601">
                  <c:v>1.6399821756813899</c:v>
                </c:pt>
                <c:pt idx="1602">
                  <c:v>1.68134743729347</c:v>
                </c:pt>
                <c:pt idx="1603">
                  <c:v>1.68229607818644</c:v>
                </c:pt>
                <c:pt idx="1604">
                  <c:v>1.7018555884317601</c:v>
                </c:pt>
                <c:pt idx="1605">
                  <c:v>1.7563365455719</c:v>
                </c:pt>
                <c:pt idx="1606">
                  <c:v>1.7463679393639899</c:v>
                </c:pt>
                <c:pt idx="1607">
                  <c:v>1.7662682827021201</c:v>
                </c:pt>
                <c:pt idx="1608">
                  <c:v>1.76584738983081</c:v>
                </c:pt>
                <c:pt idx="1609">
                  <c:v>1.74545769536673</c:v>
                </c:pt>
                <c:pt idx="1610">
                  <c:v>1.7619824514773399</c:v>
                </c:pt>
                <c:pt idx="1611">
                  <c:v>1.72812110342992</c:v>
                </c:pt>
                <c:pt idx="1612">
                  <c:v>1.7177859235487101</c:v>
                </c:pt>
                <c:pt idx="1613">
                  <c:v>1.72965546961851</c:v>
                </c:pt>
                <c:pt idx="1614">
                  <c:v>1.74093627996315</c:v>
                </c:pt>
                <c:pt idx="1615">
                  <c:v>1.77918756708352</c:v>
                </c:pt>
                <c:pt idx="1616">
                  <c:v>1.79725291367997</c:v>
                </c:pt>
                <c:pt idx="1617">
                  <c:v>1.76835404637561</c:v>
                </c:pt>
                <c:pt idx="1618">
                  <c:v>1.7489135685147399</c:v>
                </c:pt>
                <c:pt idx="1619">
                  <c:v>1.75817382987169</c:v>
                </c:pt>
                <c:pt idx="1620">
                  <c:v>1.7717017011254299</c:v>
                </c:pt>
                <c:pt idx="1621">
                  <c:v>1.7661652070393601</c:v>
                </c:pt>
                <c:pt idx="1622">
                  <c:v>1.72953902925937</c:v>
                </c:pt>
                <c:pt idx="1623">
                  <c:v>1.7473691001868199</c:v>
                </c:pt>
                <c:pt idx="1624">
                  <c:v>1.7622415798277</c:v>
                </c:pt>
                <c:pt idx="1625">
                  <c:v>1.7691619694169001</c:v>
                </c:pt>
                <c:pt idx="1626">
                  <c:v>1.7742475770189501</c:v>
                </c:pt>
                <c:pt idx="1627">
                  <c:v>1.7869698423221201</c:v>
                </c:pt>
                <c:pt idx="1628">
                  <c:v>1.7669896144597399</c:v>
                </c:pt>
                <c:pt idx="1629">
                  <c:v>1.76590101564045</c:v>
                </c:pt>
                <c:pt idx="1630">
                  <c:v>1.7479662861565901</c:v>
                </c:pt>
                <c:pt idx="1631">
                  <c:v>1.7670878974758799</c:v>
                </c:pt>
                <c:pt idx="1632">
                  <c:v>1.7208808509817499</c:v>
                </c:pt>
                <c:pt idx="1633">
                  <c:v>1.6568543873111199</c:v>
                </c:pt>
                <c:pt idx="1634">
                  <c:v>1.6765568656210399</c:v>
                </c:pt>
                <c:pt idx="1635">
                  <c:v>1.7035267929482201</c:v>
                </c:pt>
                <c:pt idx="1636">
                  <c:v>1.70802115832421</c:v>
                </c:pt>
                <c:pt idx="1637">
                  <c:v>1.69185123357133</c:v>
                </c:pt>
                <c:pt idx="1638">
                  <c:v>1.6946632933368</c:v>
                </c:pt>
                <c:pt idx="1639">
                  <c:v>1.71893446063767</c:v>
                </c:pt>
                <c:pt idx="1640">
                  <c:v>1.7192696016411599</c:v>
                </c:pt>
                <c:pt idx="1641">
                  <c:v>1.69281756969258</c:v>
                </c:pt>
                <c:pt idx="1642">
                  <c:v>1.69971307821986</c:v>
                </c:pt>
                <c:pt idx="1643">
                  <c:v>1.6545486523666799</c:v>
                </c:pt>
                <c:pt idx="1644">
                  <c:v>1.64383517314011</c:v>
                </c:pt>
                <c:pt idx="1645">
                  <c:v>1.6180275395388899</c:v>
                </c:pt>
                <c:pt idx="1646">
                  <c:v>1.6301300414903399</c:v>
                </c:pt>
                <c:pt idx="1647">
                  <c:v>1.6251747988945799</c:v>
                </c:pt>
                <c:pt idx="1648">
                  <c:v>1.6757073676460399</c:v>
                </c:pt>
                <c:pt idx="1649">
                  <c:v>1.7288404685863701</c:v>
                </c:pt>
                <c:pt idx="1650">
                  <c:v>1.7334809661799</c:v>
                </c:pt>
                <c:pt idx="1651">
                  <c:v>1.7219347450212901</c:v>
                </c:pt>
                <c:pt idx="1652">
                  <c:v>1.70418570723295</c:v>
                </c:pt>
                <c:pt idx="1653">
                  <c:v>1.7036169260465299</c:v>
                </c:pt>
                <c:pt idx="1654">
                  <c:v>1.6986544097235099</c:v>
                </c:pt>
                <c:pt idx="1655">
                  <c:v>1.7137471729920599</c:v>
                </c:pt>
                <c:pt idx="1656">
                  <c:v>1.6894742626578401</c:v>
                </c:pt>
                <c:pt idx="1657">
                  <c:v>1.6831242562186499</c:v>
                </c:pt>
                <c:pt idx="1658">
                  <c:v>1.65905570865276</c:v>
                </c:pt>
                <c:pt idx="1659">
                  <c:v>1.6602817679499799</c:v>
                </c:pt>
                <c:pt idx="1660">
                  <c:v>1.66089773949022</c:v>
                </c:pt>
                <c:pt idx="1661">
                  <c:v>1.6605513452368801</c:v>
                </c:pt>
                <c:pt idx="1662">
                  <c:v>1.6533260135361001</c:v>
                </c:pt>
                <c:pt idx="1663">
                  <c:v>1.6077319062366799</c:v>
                </c:pt>
                <c:pt idx="1664">
                  <c:v>1.6073098239149399</c:v>
                </c:pt>
                <c:pt idx="1665">
                  <c:v>1.63941536060855</c:v>
                </c:pt>
                <c:pt idx="1666">
                  <c:v>1.6314723828873099</c:v>
                </c:pt>
                <c:pt idx="1667">
                  <c:v>1.6614156177321799</c:v>
                </c:pt>
                <c:pt idx="1668">
                  <c:v>1.6426059971336699</c:v>
                </c:pt>
                <c:pt idx="1669">
                  <c:v>1.6772367908393899</c:v>
                </c:pt>
                <c:pt idx="1670">
                  <c:v>1.6589026383066601</c:v>
                </c:pt>
                <c:pt idx="1671">
                  <c:v>1.63650063326541</c:v>
                </c:pt>
                <c:pt idx="1672">
                  <c:v>1.6372479839096701</c:v>
                </c:pt>
                <c:pt idx="1673">
                  <c:v>1.6373698668843899</c:v>
                </c:pt>
                <c:pt idx="1674">
                  <c:v>1.6537193302080699</c:v>
                </c:pt>
                <c:pt idx="1675">
                  <c:v>1.64252110554521</c:v>
                </c:pt>
                <c:pt idx="1676">
                  <c:v>1.6503015896075499</c:v>
                </c:pt>
                <c:pt idx="1677">
                  <c:v>1.6562378943941201</c:v>
                </c:pt>
                <c:pt idx="1678">
                  <c:v>1.66345020352307</c:v>
                </c:pt>
                <c:pt idx="1679">
                  <c:v>1.67229329374793</c:v>
                </c:pt>
                <c:pt idx="1680">
                  <c:v>1.67177908568375</c:v>
                </c:pt>
                <c:pt idx="1681">
                  <c:v>1.64769032578529</c:v>
                </c:pt>
                <c:pt idx="1682">
                  <c:v>1.64007906960256</c:v>
                </c:pt>
                <c:pt idx="1683">
                  <c:v>1.63692887410732</c:v>
                </c:pt>
                <c:pt idx="1684">
                  <c:v>1.6299964845557899</c:v>
                </c:pt>
                <c:pt idx="1685">
                  <c:v>1.646694008124</c:v>
                </c:pt>
                <c:pt idx="1686">
                  <c:v>1.64954379986221</c:v>
                </c:pt>
                <c:pt idx="1687">
                  <c:v>1.64265884275829</c:v>
                </c:pt>
                <c:pt idx="1688">
                  <c:v>1.6452264641983601</c:v>
                </c:pt>
                <c:pt idx="1689">
                  <c:v>1.6388562983444599</c:v>
                </c:pt>
                <c:pt idx="1690">
                  <c:v>1.6364711057774399</c:v>
                </c:pt>
                <c:pt idx="1691">
                  <c:v>1.60471198278226</c:v>
                </c:pt>
                <c:pt idx="1692">
                  <c:v>1.5989201023019</c:v>
                </c:pt>
                <c:pt idx="1693">
                  <c:v>1.57037755237517</c:v>
                </c:pt>
                <c:pt idx="1694">
                  <c:v>1.57927167435914</c:v>
                </c:pt>
                <c:pt idx="1695">
                  <c:v>1.58181216989902</c:v>
                </c:pt>
                <c:pt idx="1696">
                  <c:v>1.5645556746154701</c:v>
                </c:pt>
                <c:pt idx="1697">
                  <c:v>1.5799499447879</c:v>
                </c:pt>
                <c:pt idx="1698">
                  <c:v>1.5747100466883099</c:v>
                </c:pt>
                <c:pt idx="1699">
                  <c:v>1.58837292712411</c:v>
                </c:pt>
                <c:pt idx="1700">
                  <c:v>1.55448991861564</c:v>
                </c:pt>
                <c:pt idx="1701">
                  <c:v>1.5623643307278501</c:v>
                </c:pt>
                <c:pt idx="1702">
                  <c:v>1.53215088041012</c:v>
                </c:pt>
                <c:pt idx="1703">
                  <c:v>1.54087950226356</c:v>
                </c:pt>
                <c:pt idx="1704">
                  <c:v>1.5220321181485099</c:v>
                </c:pt>
                <c:pt idx="1705">
                  <c:v>1.52014485304853</c:v>
                </c:pt>
                <c:pt idx="1706">
                  <c:v>1.52494934294786</c:v>
                </c:pt>
                <c:pt idx="1707">
                  <c:v>1.5455592003187499</c:v>
                </c:pt>
                <c:pt idx="1708">
                  <c:v>1.5712711875969101</c:v>
                </c:pt>
                <c:pt idx="1709">
                  <c:v>1.5688237181199201</c:v>
                </c:pt>
                <c:pt idx="1710">
                  <c:v>1.54740290382983</c:v>
                </c:pt>
                <c:pt idx="1711">
                  <c:v>1.4978989897594699</c:v>
                </c:pt>
                <c:pt idx="1712">
                  <c:v>1.4956136672209699</c:v>
                </c:pt>
                <c:pt idx="1713">
                  <c:v>1.4612220905183799</c:v>
                </c:pt>
                <c:pt idx="1714">
                  <c:v>1.47165483551845</c:v>
                </c:pt>
                <c:pt idx="1715">
                  <c:v>1.4487708683596301</c:v>
                </c:pt>
                <c:pt idx="1716">
                  <c:v>1.4572740262352699</c:v>
                </c:pt>
                <c:pt idx="1717">
                  <c:v>1.4755250633797901</c:v>
                </c:pt>
                <c:pt idx="1718">
                  <c:v>1.4974824828470701</c:v>
                </c:pt>
                <c:pt idx="1719">
                  <c:v>1.5046045183459</c:v>
                </c:pt>
                <c:pt idx="1720">
                  <c:v>1.50569570848667</c:v>
                </c:pt>
                <c:pt idx="1721">
                  <c:v>1.5107537435355201</c:v>
                </c:pt>
                <c:pt idx="1722">
                  <c:v>1.4911822245305699</c:v>
                </c:pt>
                <c:pt idx="1723">
                  <c:v>1.4652112022738499</c:v>
                </c:pt>
                <c:pt idx="1724">
                  <c:v>1.45193401753964</c:v>
                </c:pt>
                <c:pt idx="1725">
                  <c:v>1.4524451527342499</c:v>
                </c:pt>
                <c:pt idx="1726">
                  <c:v>1.4344432744090001</c:v>
                </c:pt>
                <c:pt idx="1727">
                  <c:v>1.41057796219089</c:v>
                </c:pt>
                <c:pt idx="1728">
                  <c:v>1.4188791759227</c:v>
                </c:pt>
                <c:pt idx="1729">
                  <c:v>1.42265345090055</c:v>
                </c:pt>
                <c:pt idx="1730">
                  <c:v>1.4013996017471599</c:v>
                </c:pt>
                <c:pt idx="1731">
                  <c:v>1.37051958164309</c:v>
                </c:pt>
                <c:pt idx="1732">
                  <c:v>1.35129034199779</c:v>
                </c:pt>
                <c:pt idx="1733">
                  <c:v>1.3545944006490001</c:v>
                </c:pt>
                <c:pt idx="1734">
                  <c:v>1.37996473431457</c:v>
                </c:pt>
                <c:pt idx="1735">
                  <c:v>1.3872628241488001</c:v>
                </c:pt>
                <c:pt idx="1736">
                  <c:v>1.42825212230083</c:v>
                </c:pt>
                <c:pt idx="1737">
                  <c:v>1.4720228503355901</c:v>
                </c:pt>
                <c:pt idx="1738">
                  <c:v>1.4909050210495201</c:v>
                </c:pt>
                <c:pt idx="1739">
                  <c:v>1.4824945348332801</c:v>
                </c:pt>
                <c:pt idx="1740">
                  <c:v>1.48191875210379</c:v>
                </c:pt>
                <c:pt idx="1741">
                  <c:v>1.47117768869096</c:v>
                </c:pt>
                <c:pt idx="1742">
                  <c:v>1.46699054622433</c:v>
                </c:pt>
                <c:pt idx="1743">
                  <c:v>1.50254689118526</c:v>
                </c:pt>
                <c:pt idx="1744">
                  <c:v>1.49415576126698</c:v>
                </c:pt>
                <c:pt idx="1745">
                  <c:v>1.5140544952741399</c:v>
                </c:pt>
                <c:pt idx="1746">
                  <c:v>1.5063425807483899</c:v>
                </c:pt>
                <c:pt idx="1747">
                  <c:v>1.51897596134778</c:v>
                </c:pt>
                <c:pt idx="1748">
                  <c:v>1.5045252364894499</c:v>
                </c:pt>
                <c:pt idx="1749">
                  <c:v>1.4673025064682601</c:v>
                </c:pt>
                <c:pt idx="1750">
                  <c:v>1.44721533374442</c:v>
                </c:pt>
                <c:pt idx="1751">
                  <c:v>1.47861590883764</c:v>
                </c:pt>
                <c:pt idx="1752">
                  <c:v>1.4810898346341701</c:v>
                </c:pt>
                <c:pt idx="1753">
                  <c:v>1.4828328080701201</c:v>
                </c:pt>
                <c:pt idx="1754">
                  <c:v>1.5022203378712899</c:v>
                </c:pt>
                <c:pt idx="1755">
                  <c:v>1.5066724843882</c:v>
                </c:pt>
                <c:pt idx="1756">
                  <c:v>1.5017918001967201</c:v>
                </c:pt>
                <c:pt idx="1757">
                  <c:v>1.49757075545024</c:v>
                </c:pt>
                <c:pt idx="1758">
                  <c:v>1.5237194730500401</c:v>
                </c:pt>
                <c:pt idx="1759">
                  <c:v>1.5080169860338699</c:v>
                </c:pt>
                <c:pt idx="1760">
                  <c:v>1.49669734354712</c:v>
                </c:pt>
                <c:pt idx="1761">
                  <c:v>1.49176334605931</c:v>
                </c:pt>
                <c:pt idx="1762">
                  <c:v>1.5090918322167901</c:v>
                </c:pt>
                <c:pt idx="1763">
                  <c:v>1.5104918313037501</c:v>
                </c:pt>
                <c:pt idx="1764">
                  <c:v>1.4942526405055501</c:v>
                </c:pt>
                <c:pt idx="1765">
                  <c:v>1.49944543283051</c:v>
                </c:pt>
                <c:pt idx="1766">
                  <c:v>1.50323023184686</c:v>
                </c:pt>
                <c:pt idx="1767">
                  <c:v>1.5046566725631201</c:v>
                </c:pt>
                <c:pt idx="1768">
                  <c:v>1.5219258843978201</c:v>
                </c:pt>
                <c:pt idx="1769">
                  <c:v>1.53186832070594</c:v>
                </c:pt>
                <c:pt idx="1770">
                  <c:v>1.5201098708152601</c:v>
                </c:pt>
                <c:pt idx="1771">
                  <c:v>1.52180452049098</c:v>
                </c:pt>
                <c:pt idx="1772">
                  <c:v>1.5039050771314</c:v>
                </c:pt>
                <c:pt idx="1773">
                  <c:v>1.4914772328524399</c:v>
                </c:pt>
                <c:pt idx="1774">
                  <c:v>1.5051844128423799</c:v>
                </c:pt>
                <c:pt idx="1775">
                  <c:v>1.49987319640841</c:v>
                </c:pt>
                <c:pt idx="1776">
                  <c:v>1.5253630464816099</c:v>
                </c:pt>
                <c:pt idx="1777">
                  <c:v>1.54338723574843</c:v>
                </c:pt>
                <c:pt idx="1778">
                  <c:v>1.53678194946909</c:v>
                </c:pt>
                <c:pt idx="1779">
                  <c:v>1.5290189653383901</c:v>
                </c:pt>
                <c:pt idx="1780">
                  <c:v>1.5332489271449099</c:v>
                </c:pt>
                <c:pt idx="1781">
                  <c:v>1.5191914784728699</c:v>
                </c:pt>
                <c:pt idx="1782">
                  <c:v>1.5160156751900999</c:v>
                </c:pt>
                <c:pt idx="1783">
                  <c:v>1.50714391318882</c:v>
                </c:pt>
                <c:pt idx="1784">
                  <c:v>1.5108208493553801</c:v>
                </c:pt>
                <c:pt idx="1785">
                  <c:v>1.5039262316920201</c:v>
                </c:pt>
                <c:pt idx="1786">
                  <c:v>1.4918139557132899</c:v>
                </c:pt>
                <c:pt idx="1787">
                  <c:v>1.5014110810073</c:v>
                </c:pt>
                <c:pt idx="1788">
                  <c:v>1.4990376009889601</c:v>
                </c:pt>
                <c:pt idx="1789">
                  <c:v>1.50767951971131</c:v>
                </c:pt>
                <c:pt idx="1790">
                  <c:v>1.51366136262714</c:v>
                </c:pt>
                <c:pt idx="1791">
                  <c:v>1.5326136350395101</c:v>
                </c:pt>
                <c:pt idx="1792">
                  <c:v>1.5275515963188799</c:v>
                </c:pt>
                <c:pt idx="1793">
                  <c:v>1.5426805868504301</c:v>
                </c:pt>
                <c:pt idx="1794">
                  <c:v>1.52422960881166</c:v>
                </c:pt>
                <c:pt idx="1795">
                  <c:v>1.53079428338186</c:v>
                </c:pt>
                <c:pt idx="1796">
                  <c:v>1.52657834135281</c:v>
                </c:pt>
                <c:pt idx="1797">
                  <c:v>1.5180424868108999</c:v>
                </c:pt>
                <c:pt idx="1798">
                  <c:v>1.5213562567437799</c:v>
                </c:pt>
                <c:pt idx="1799">
                  <c:v>1.5329709423162601</c:v>
                </c:pt>
                <c:pt idx="1800">
                  <c:v>1.54266948567724</c:v>
                </c:pt>
                <c:pt idx="1801">
                  <c:v>1.5523000435610399</c:v>
                </c:pt>
                <c:pt idx="1802">
                  <c:v>1.56491478884159</c:v>
                </c:pt>
                <c:pt idx="1803">
                  <c:v>1.55958304999532</c:v>
                </c:pt>
                <c:pt idx="1804">
                  <c:v>1.5780713617986399</c:v>
                </c:pt>
                <c:pt idx="1805">
                  <c:v>1.5919207660209</c:v>
                </c:pt>
                <c:pt idx="1806">
                  <c:v>1.57618323399292</c:v>
                </c:pt>
                <c:pt idx="1807">
                  <c:v>1.5772065119866301</c:v>
                </c:pt>
                <c:pt idx="1808">
                  <c:v>1.5734503374991</c:v>
                </c:pt>
                <c:pt idx="1809">
                  <c:v>1.5894374890885701</c:v>
                </c:pt>
                <c:pt idx="1810">
                  <c:v>1.58885889166133</c:v>
                </c:pt>
                <c:pt idx="1811">
                  <c:v>1.58970799374641</c:v>
                </c:pt>
                <c:pt idx="1812">
                  <c:v>1.59982251808707</c:v>
                </c:pt>
                <c:pt idx="1813">
                  <c:v>1.58841304165685</c:v>
                </c:pt>
                <c:pt idx="1814">
                  <c:v>1.5793414685443701</c:v>
                </c:pt>
                <c:pt idx="1815">
                  <c:v>1.5668731255937101</c:v>
                </c:pt>
                <c:pt idx="1816">
                  <c:v>1.5766042586528599</c:v>
                </c:pt>
                <c:pt idx="1817">
                  <c:v>1.5906921392633799</c:v>
                </c:pt>
                <c:pt idx="1818">
                  <c:v>1.6124074764074201</c:v>
                </c:pt>
                <c:pt idx="1819">
                  <c:v>1.62059928011027</c:v>
                </c:pt>
                <c:pt idx="1820">
                  <c:v>1.62385721700622</c:v>
                </c:pt>
                <c:pt idx="1821">
                  <c:v>1.6138316161337301</c:v>
                </c:pt>
                <c:pt idx="1822">
                  <c:v>1.6140852796693199</c:v>
                </c:pt>
                <c:pt idx="1823">
                  <c:v>1.6219499079141799</c:v>
                </c:pt>
                <c:pt idx="1824">
                  <c:v>1.61134510705079</c:v>
                </c:pt>
                <c:pt idx="1825">
                  <c:v>1.6229582997851599</c:v>
                </c:pt>
                <c:pt idx="1826">
                  <c:v>1.5997520031094199</c:v>
                </c:pt>
                <c:pt idx="1827">
                  <c:v>1.5952017981528299</c:v>
                </c:pt>
                <c:pt idx="1828">
                  <c:v>1.6147260197397799</c:v>
                </c:pt>
                <c:pt idx="1829">
                  <c:v>1.6165560211658501</c:v>
                </c:pt>
                <c:pt idx="1830">
                  <c:v>1.62309503045426</c:v>
                </c:pt>
                <c:pt idx="1831">
                  <c:v>1.6164898010793101</c:v>
                </c:pt>
                <c:pt idx="1832">
                  <c:v>1.6266306188867301</c:v>
                </c:pt>
                <c:pt idx="1833">
                  <c:v>1.6497501381316899</c:v>
                </c:pt>
                <c:pt idx="1834">
                  <c:v>1.6587388409755099</c:v>
                </c:pt>
                <c:pt idx="1835">
                  <c:v>1.6468802668915401</c:v>
                </c:pt>
                <c:pt idx="1836">
                  <c:v>1.63308931524455</c:v>
                </c:pt>
                <c:pt idx="1837">
                  <c:v>1.6354208945415101</c:v>
                </c:pt>
                <c:pt idx="1838">
                  <c:v>1.63464256330765</c:v>
                </c:pt>
                <c:pt idx="1839">
                  <c:v>1.64137649363573</c:v>
                </c:pt>
                <c:pt idx="1840">
                  <c:v>1.66070710481495</c:v>
                </c:pt>
                <c:pt idx="1841">
                  <c:v>1.6735309409828101</c:v>
                </c:pt>
                <c:pt idx="1842">
                  <c:v>1.65889494119582</c:v>
                </c:pt>
                <c:pt idx="1843">
                  <c:v>1.6358735480733799</c:v>
                </c:pt>
                <c:pt idx="1844">
                  <c:v>1.6069073517931101</c:v>
                </c:pt>
                <c:pt idx="1845">
                  <c:v>1.5654461078719499</c:v>
                </c:pt>
                <c:pt idx="1846">
                  <c:v>1.60760631524722</c:v>
                </c:pt>
                <c:pt idx="1847">
                  <c:v>1.6242395663620099</c:v>
                </c:pt>
                <c:pt idx="1848">
                  <c:v>1.65908162205365</c:v>
                </c:pt>
                <c:pt idx="1849">
                  <c:v>1.6546926011135199</c:v>
                </c:pt>
                <c:pt idx="1850">
                  <c:v>1.6723894322776001</c:v>
                </c:pt>
                <c:pt idx="1851">
                  <c:v>1.65931335898356</c:v>
                </c:pt>
                <c:pt idx="1852">
                  <c:v>1.66347775662178</c:v>
                </c:pt>
                <c:pt idx="1853">
                  <c:v>1.6804864116965199</c:v>
                </c:pt>
                <c:pt idx="1854">
                  <c:v>1.6975728043759599</c:v>
                </c:pt>
                <c:pt idx="1855">
                  <c:v>1.7121441387419301</c:v>
                </c:pt>
                <c:pt idx="1856">
                  <c:v>1.7185857159319899</c:v>
                </c:pt>
                <c:pt idx="1857">
                  <c:v>1.71861894758143</c:v>
                </c:pt>
                <c:pt idx="1858">
                  <c:v>1.71818759358663</c:v>
                </c:pt>
                <c:pt idx="1859">
                  <c:v>1.67155359299838</c:v>
                </c:pt>
                <c:pt idx="1860">
                  <c:v>1.6853600928260799</c:v>
                </c:pt>
                <c:pt idx="1861">
                  <c:v>1.6790533401334999</c:v>
                </c:pt>
                <c:pt idx="1862">
                  <c:v>1.6738335491532099</c:v>
                </c:pt>
                <c:pt idx="1863">
                  <c:v>1.7177047952620901</c:v>
                </c:pt>
                <c:pt idx="1864">
                  <c:v>1.7247993277792</c:v>
                </c:pt>
                <c:pt idx="1865">
                  <c:v>1.73428312869475</c:v>
                </c:pt>
                <c:pt idx="1866">
                  <c:v>1.72498624908398</c:v>
                </c:pt>
                <c:pt idx="1867">
                  <c:v>1.7224154047026801</c:v>
                </c:pt>
                <c:pt idx="1868">
                  <c:v>1.72629001138518</c:v>
                </c:pt>
                <c:pt idx="1869">
                  <c:v>1.72278156062285</c:v>
                </c:pt>
                <c:pt idx="1870">
                  <c:v>1.71367647600029</c:v>
                </c:pt>
                <c:pt idx="1871">
                  <c:v>1.7363711715707</c:v>
                </c:pt>
                <c:pt idx="1872">
                  <c:v>1.7387597170426401</c:v>
                </c:pt>
                <c:pt idx="1873">
                  <c:v>1.7570944220945299</c:v>
                </c:pt>
                <c:pt idx="1874">
                  <c:v>1.77646685991049</c:v>
                </c:pt>
                <c:pt idx="1875">
                  <c:v>1.7927128119635001</c:v>
                </c:pt>
                <c:pt idx="1876">
                  <c:v>1.79325370909805</c:v>
                </c:pt>
                <c:pt idx="1877">
                  <c:v>1.77904227071641</c:v>
                </c:pt>
                <c:pt idx="1878">
                  <c:v>1.7910273354686901</c:v>
                </c:pt>
                <c:pt idx="1879">
                  <c:v>1.7724802134653801</c:v>
                </c:pt>
                <c:pt idx="1880">
                  <c:v>1.7855127794688701</c:v>
                </c:pt>
                <c:pt idx="1881">
                  <c:v>1.7590546024403799</c:v>
                </c:pt>
                <c:pt idx="1882">
                  <c:v>1.75322459663407</c:v>
                </c:pt>
                <c:pt idx="1883">
                  <c:v>1.7608674313544099</c:v>
                </c:pt>
                <c:pt idx="1884">
                  <c:v>1.77221151359679</c:v>
                </c:pt>
                <c:pt idx="1885">
                  <c:v>1.73499150132238</c:v>
                </c:pt>
                <c:pt idx="1886">
                  <c:v>1.6813298675889099</c:v>
                </c:pt>
                <c:pt idx="1887">
                  <c:v>1.6874858421105501</c:v>
                </c:pt>
                <c:pt idx="1888">
                  <c:v>1.63500017761537</c:v>
                </c:pt>
                <c:pt idx="1889">
                  <c:v>1.67036019303001</c:v>
                </c:pt>
                <c:pt idx="1890">
                  <c:v>1.6982992824397001</c:v>
                </c:pt>
                <c:pt idx="1891">
                  <c:v>1.6934698724402799</c:v>
                </c:pt>
                <c:pt idx="1892">
                  <c:v>1.6620907280945101</c:v>
                </c:pt>
                <c:pt idx="1893">
                  <c:v>1.6616445543126099</c:v>
                </c:pt>
                <c:pt idx="1894">
                  <c:v>1.6775230941430499</c:v>
                </c:pt>
                <c:pt idx="1895">
                  <c:v>1.66127077753696</c:v>
                </c:pt>
                <c:pt idx="1896">
                  <c:v>1.6776037874912799</c:v>
                </c:pt>
                <c:pt idx="1897">
                  <c:v>1.68882936372341</c:v>
                </c:pt>
                <c:pt idx="1898">
                  <c:v>1.68801628238359</c:v>
                </c:pt>
                <c:pt idx="1899">
                  <c:v>1.68022967190844</c:v>
                </c:pt>
                <c:pt idx="1900">
                  <c:v>1.6633712948391499</c:v>
                </c:pt>
                <c:pt idx="1901">
                  <c:v>1.67291058303971</c:v>
                </c:pt>
                <c:pt idx="1902">
                  <c:v>1.6676886185040101</c:v>
                </c:pt>
                <c:pt idx="1903">
                  <c:v>1.63834345476941</c:v>
                </c:pt>
                <c:pt idx="1904">
                  <c:v>1.6042947543202699</c:v>
                </c:pt>
                <c:pt idx="1905">
                  <c:v>1.6314765544812</c:v>
                </c:pt>
                <c:pt idx="1906">
                  <c:v>1.6616280702874699</c:v>
                </c:pt>
                <c:pt idx="1907">
                  <c:v>1.6456365454394399</c:v>
                </c:pt>
                <c:pt idx="1908">
                  <c:v>1.65792094145193</c:v>
                </c:pt>
                <c:pt idx="1909">
                  <c:v>1.6863253608551101</c:v>
                </c:pt>
                <c:pt idx="1910">
                  <c:v>1.6775640607607301</c:v>
                </c:pt>
                <c:pt idx="1911">
                  <c:v>1.6844178570353401</c:v>
                </c:pt>
                <c:pt idx="1912">
                  <c:v>1.7058572887677601</c:v>
                </c:pt>
                <c:pt idx="1913">
                  <c:v>1.7225874909211101</c:v>
                </c:pt>
                <c:pt idx="1914">
                  <c:v>1.73775880188562</c:v>
                </c:pt>
                <c:pt idx="1915">
                  <c:v>1.75666779777285</c:v>
                </c:pt>
                <c:pt idx="1916">
                  <c:v>1.77465741826908</c:v>
                </c:pt>
                <c:pt idx="1917">
                  <c:v>1.7608504838613199</c:v>
                </c:pt>
                <c:pt idx="1918">
                  <c:v>1.7856073600075699</c:v>
                </c:pt>
                <c:pt idx="1919">
                  <c:v>1.7723258888647899</c:v>
                </c:pt>
                <c:pt idx="1920">
                  <c:v>1.7940345072714201</c:v>
                </c:pt>
                <c:pt idx="1921">
                  <c:v>1.8093912917722299</c:v>
                </c:pt>
                <c:pt idx="1922">
                  <c:v>1.8145380842801899</c:v>
                </c:pt>
                <c:pt idx="1923">
                  <c:v>1.81955143322165</c:v>
                </c:pt>
                <c:pt idx="1924">
                  <c:v>1.8210904838483899</c:v>
                </c:pt>
                <c:pt idx="1925">
                  <c:v>1.81970005078203</c:v>
                </c:pt>
                <c:pt idx="1926">
                  <c:v>1.8205173432350801</c:v>
                </c:pt>
                <c:pt idx="1927">
                  <c:v>1.84061235842647</c:v>
                </c:pt>
                <c:pt idx="1928">
                  <c:v>1.85761190883701</c:v>
                </c:pt>
                <c:pt idx="1929">
                  <c:v>1.8301772135707199</c:v>
                </c:pt>
                <c:pt idx="1930">
                  <c:v>1.84076446789097</c:v>
                </c:pt>
                <c:pt idx="1931">
                  <c:v>1.8166217141524501</c:v>
                </c:pt>
                <c:pt idx="1932">
                  <c:v>1.7956800780626401</c:v>
                </c:pt>
                <c:pt idx="1933">
                  <c:v>1.82201850602759</c:v>
                </c:pt>
                <c:pt idx="1934">
                  <c:v>1.82809642765781</c:v>
                </c:pt>
                <c:pt idx="1935">
                  <c:v>1.8315554787441799</c:v>
                </c:pt>
                <c:pt idx="1936">
                  <c:v>1.84468588387611</c:v>
                </c:pt>
                <c:pt idx="1937">
                  <c:v>1.85716078129135</c:v>
                </c:pt>
                <c:pt idx="1938">
                  <c:v>1.8617558854820799</c:v>
                </c:pt>
                <c:pt idx="1939">
                  <c:v>1.8776622267229399</c:v>
                </c:pt>
                <c:pt idx="1940">
                  <c:v>1.86138700120135</c:v>
                </c:pt>
                <c:pt idx="1941">
                  <c:v>1.84137128145867</c:v>
                </c:pt>
                <c:pt idx="1942">
                  <c:v>1.87107362698127</c:v>
                </c:pt>
                <c:pt idx="1943">
                  <c:v>1.88522572706576</c:v>
                </c:pt>
                <c:pt idx="1944">
                  <c:v>1.87929609050784</c:v>
                </c:pt>
                <c:pt idx="1945">
                  <c:v>1.8483746048318399</c:v>
                </c:pt>
                <c:pt idx="1946">
                  <c:v>1.86062381553372</c:v>
                </c:pt>
                <c:pt idx="1947">
                  <c:v>1.8742438070282701</c:v>
                </c:pt>
                <c:pt idx="1948">
                  <c:v>1.8761991881668401</c:v>
                </c:pt>
                <c:pt idx="1949">
                  <c:v>1.89752509397631</c:v>
                </c:pt>
                <c:pt idx="1950">
                  <c:v>1.9113113948712099</c:v>
                </c:pt>
                <c:pt idx="1951">
                  <c:v>1.9388470127999899</c:v>
                </c:pt>
                <c:pt idx="1952">
                  <c:v>1.9087484445073899</c:v>
                </c:pt>
                <c:pt idx="1953">
                  <c:v>1.9296859813354701</c:v>
                </c:pt>
                <c:pt idx="1954">
                  <c:v>1.8949217385688499</c:v>
                </c:pt>
                <c:pt idx="1955">
                  <c:v>1.91306410425427</c:v>
                </c:pt>
                <c:pt idx="1956">
                  <c:v>1.90050468702196</c:v>
                </c:pt>
                <c:pt idx="1957">
                  <c:v>1.92940188483399</c:v>
                </c:pt>
                <c:pt idx="1958">
                  <c:v>1.90935058420838</c:v>
                </c:pt>
                <c:pt idx="1959">
                  <c:v>1.9096099321051601</c:v>
                </c:pt>
                <c:pt idx="1960">
                  <c:v>1.94512604977202</c:v>
                </c:pt>
                <c:pt idx="1961">
                  <c:v>1.9154541061405099</c:v>
                </c:pt>
                <c:pt idx="1962">
                  <c:v>1.9150862133978399</c:v>
                </c:pt>
                <c:pt idx="1963">
                  <c:v>1.8642566559837901</c:v>
                </c:pt>
                <c:pt idx="1964">
                  <c:v>1.83646982669206</c:v>
                </c:pt>
                <c:pt idx="1965">
                  <c:v>1.8325815850810201</c:v>
                </c:pt>
                <c:pt idx="1966">
                  <c:v>1.75101778585396</c:v>
                </c:pt>
                <c:pt idx="1967">
                  <c:v>1.7607866339423699</c:v>
                </c:pt>
                <c:pt idx="1968">
                  <c:v>1.70263693204186</c:v>
                </c:pt>
                <c:pt idx="1969">
                  <c:v>1.72403703760783</c:v>
                </c:pt>
                <c:pt idx="1970">
                  <c:v>1.7499748155038699</c:v>
                </c:pt>
                <c:pt idx="1971">
                  <c:v>1.77778348210425</c:v>
                </c:pt>
                <c:pt idx="1972">
                  <c:v>1.8091048872872699</c:v>
                </c:pt>
                <c:pt idx="1973">
                  <c:v>1.8043707273857099</c:v>
                </c:pt>
                <c:pt idx="1974">
                  <c:v>1.7651158570644601</c:v>
                </c:pt>
                <c:pt idx="1975">
                  <c:v>1.7642867022230999</c:v>
                </c:pt>
                <c:pt idx="1976">
                  <c:v>1.77061929568107</c:v>
                </c:pt>
                <c:pt idx="1977">
                  <c:v>1.79519808957025</c:v>
                </c:pt>
                <c:pt idx="1978">
                  <c:v>1.7883461695254199</c:v>
                </c:pt>
                <c:pt idx="1979">
                  <c:v>1.8018094932763999</c:v>
                </c:pt>
                <c:pt idx="1980">
                  <c:v>1.8322047720850301</c:v>
                </c:pt>
                <c:pt idx="1981">
                  <c:v>1.81131515233603</c:v>
                </c:pt>
                <c:pt idx="1982">
                  <c:v>1.8414932829718</c:v>
                </c:pt>
                <c:pt idx="1983">
                  <c:v>1.79389210270791</c:v>
                </c:pt>
                <c:pt idx="1984">
                  <c:v>1.8082177929391601</c:v>
                </c:pt>
                <c:pt idx="1985">
                  <c:v>1.81167579014001</c:v>
                </c:pt>
                <c:pt idx="1986">
                  <c:v>1.8265111715849001</c:v>
                </c:pt>
                <c:pt idx="1987">
                  <c:v>1.8337283505572799</c:v>
                </c:pt>
                <c:pt idx="1988">
                  <c:v>1.82818887908786</c:v>
                </c:pt>
                <c:pt idx="1989">
                  <c:v>1.8038131162728199</c:v>
                </c:pt>
                <c:pt idx="1990">
                  <c:v>1.77443738281695</c:v>
                </c:pt>
                <c:pt idx="1991">
                  <c:v>1.71597062211686</c:v>
                </c:pt>
                <c:pt idx="1992">
                  <c:v>1.6933594687856</c:v>
                </c:pt>
                <c:pt idx="1993">
                  <c:v>1.72277156743934</c:v>
                </c:pt>
                <c:pt idx="1994">
                  <c:v>1.73559054767335</c:v>
                </c:pt>
                <c:pt idx="1995">
                  <c:v>1.6840299131990499</c:v>
                </c:pt>
                <c:pt idx="1996">
                  <c:v>1.59557458361942</c:v>
                </c:pt>
                <c:pt idx="1997">
                  <c:v>1.6459299758167101</c:v>
                </c:pt>
                <c:pt idx="1998">
                  <c:v>1.68053550922477</c:v>
                </c:pt>
                <c:pt idx="1999">
                  <c:v>1.7003648047836</c:v>
                </c:pt>
                <c:pt idx="2000">
                  <c:v>1.72406334523117</c:v>
                </c:pt>
                <c:pt idx="2001">
                  <c:v>1.7243912571633999</c:v>
                </c:pt>
                <c:pt idx="2002">
                  <c:v>1.7314208343761801</c:v>
                </c:pt>
                <c:pt idx="2003">
                  <c:v>1.7077542218161199</c:v>
                </c:pt>
                <c:pt idx="2004">
                  <c:v>1.7027986957316299</c:v>
                </c:pt>
                <c:pt idx="2005">
                  <c:v>1.69678908051487</c:v>
                </c:pt>
                <c:pt idx="2006">
                  <c:v>1.68055624717557</c:v>
                </c:pt>
                <c:pt idx="2007">
                  <c:v>1.70901105261641</c:v>
                </c:pt>
                <c:pt idx="2008">
                  <c:v>1.7059015934919499</c:v>
                </c:pt>
                <c:pt idx="2009">
                  <c:v>1.70066560428292</c:v>
                </c:pt>
                <c:pt idx="2010">
                  <c:v>1.7186976922077399</c:v>
                </c:pt>
                <c:pt idx="2011">
                  <c:v>1.6737934103938401</c:v>
                </c:pt>
                <c:pt idx="2012">
                  <c:v>1.6648052263011199</c:v>
                </c:pt>
                <c:pt idx="2013">
                  <c:v>1.6155443798044899</c:v>
                </c:pt>
                <c:pt idx="2014">
                  <c:v>1.6426595930846699</c:v>
                </c:pt>
                <c:pt idx="2015">
                  <c:v>1.6044534705587501</c:v>
                </c:pt>
                <c:pt idx="2016">
                  <c:v>1.62031228067822</c:v>
                </c:pt>
                <c:pt idx="2017">
                  <c:v>1.59108443107589</c:v>
                </c:pt>
                <c:pt idx="2018">
                  <c:v>1.6002449847779501</c:v>
                </c:pt>
                <c:pt idx="2019">
                  <c:v>1.6108274488269001</c:v>
                </c:pt>
                <c:pt idx="2020">
                  <c:v>1.59435510496469</c:v>
                </c:pt>
                <c:pt idx="2021">
                  <c:v>1.5280901580556101</c:v>
                </c:pt>
                <c:pt idx="2022">
                  <c:v>1.50480940283042</c:v>
                </c:pt>
                <c:pt idx="2023">
                  <c:v>1.3834355480326199</c:v>
                </c:pt>
                <c:pt idx="2024">
                  <c:v>1.33915964592018</c:v>
                </c:pt>
                <c:pt idx="2025">
                  <c:v>1.38631774568882</c:v>
                </c:pt>
                <c:pt idx="2026">
                  <c:v>1.36112240649953</c:v>
                </c:pt>
                <c:pt idx="2027">
                  <c:v>1.4227003828854401</c:v>
                </c:pt>
                <c:pt idx="2028">
                  <c:v>1.4516023692426501</c:v>
                </c:pt>
                <c:pt idx="2029">
                  <c:v>1.43582877868768</c:v>
                </c:pt>
                <c:pt idx="2030">
                  <c:v>1.4648706826667499</c:v>
                </c:pt>
                <c:pt idx="2031">
                  <c:v>1.4932693452069601</c:v>
                </c:pt>
                <c:pt idx="2032">
                  <c:v>1.49326318710635</c:v>
                </c:pt>
                <c:pt idx="2033">
                  <c:v>1.5076892846402501</c:v>
                </c:pt>
                <c:pt idx="2034">
                  <c:v>1.51862132329154</c:v>
                </c:pt>
                <c:pt idx="2035">
                  <c:v>1.5239076446531401</c:v>
                </c:pt>
                <c:pt idx="2036">
                  <c:v>1.5197786230143699</c:v>
                </c:pt>
                <c:pt idx="2037">
                  <c:v>1.53298193681266</c:v>
                </c:pt>
                <c:pt idx="2038">
                  <c:v>1.54291257394861</c:v>
                </c:pt>
                <c:pt idx="2039">
                  <c:v>1.5588806928558601</c:v>
                </c:pt>
                <c:pt idx="2040">
                  <c:v>1.5832986469610799</c:v>
                </c:pt>
                <c:pt idx="2041">
                  <c:v>1.5155951432661701</c:v>
                </c:pt>
                <c:pt idx="2042">
                  <c:v>1.5496535041360699</c:v>
                </c:pt>
                <c:pt idx="2043">
                  <c:v>1.55951940866653</c:v>
                </c:pt>
                <c:pt idx="2044">
                  <c:v>1.5606166594752</c:v>
                </c:pt>
                <c:pt idx="2045">
                  <c:v>1.5752020875853301</c:v>
                </c:pt>
                <c:pt idx="2046">
                  <c:v>1.5921265573038901</c:v>
                </c:pt>
                <c:pt idx="2047">
                  <c:v>1.60663355786972</c:v>
                </c:pt>
                <c:pt idx="2048">
                  <c:v>1.6186630751025699</c:v>
                </c:pt>
                <c:pt idx="2049">
                  <c:v>1.64175066085618</c:v>
                </c:pt>
                <c:pt idx="2050">
                  <c:v>1.6384641353915601</c:v>
                </c:pt>
                <c:pt idx="2051">
                  <c:v>1.6335619728013999</c:v>
                </c:pt>
                <c:pt idx="2052">
                  <c:v>1.6018232449083001</c:v>
                </c:pt>
                <c:pt idx="2053">
                  <c:v>1.63231199066488</c:v>
                </c:pt>
                <c:pt idx="2054">
                  <c:v>1.6389862977629901</c:v>
                </c:pt>
                <c:pt idx="2055">
                  <c:v>1.6410308986005</c:v>
                </c:pt>
                <c:pt idx="2056">
                  <c:v>1.6373257746601499</c:v>
                </c:pt>
                <c:pt idx="2057">
                  <c:v>1.65273697681276</c:v>
                </c:pt>
                <c:pt idx="2058">
                  <c:v>1.66025951284968</c:v>
                </c:pt>
                <c:pt idx="2059">
                  <c:v>1.6843696461499</c:v>
                </c:pt>
                <c:pt idx="2060">
                  <c:v>1.67658337342251</c:v>
                </c:pt>
                <c:pt idx="2061">
                  <c:v>1.6558526805707201</c:v>
                </c:pt>
                <c:pt idx="2062">
                  <c:v>1.68969049953462</c:v>
                </c:pt>
                <c:pt idx="2063">
                  <c:v>1.7091066635993599</c:v>
                </c:pt>
                <c:pt idx="2064">
                  <c:v>1.7252368284238599</c:v>
                </c:pt>
                <c:pt idx="2065">
                  <c:v>1.74955739294048</c:v>
                </c:pt>
                <c:pt idx="2066">
                  <c:v>1.71082234935619</c:v>
                </c:pt>
                <c:pt idx="2067">
                  <c:v>1.7251397951629599</c:v>
                </c:pt>
                <c:pt idx="2068">
                  <c:v>1.7233781814879401</c:v>
                </c:pt>
                <c:pt idx="2069">
                  <c:v>1.73236966564402</c:v>
                </c:pt>
                <c:pt idx="2070">
                  <c:v>1.7147167480476699</c:v>
                </c:pt>
                <c:pt idx="2071">
                  <c:v>1.6989642093247701</c:v>
                </c:pt>
                <c:pt idx="2072">
                  <c:v>1.7141060782459301</c:v>
                </c:pt>
                <c:pt idx="2073">
                  <c:v>1.7202064404645101</c:v>
                </c:pt>
                <c:pt idx="2074">
                  <c:v>1.70802160657531</c:v>
                </c:pt>
                <c:pt idx="2075">
                  <c:v>1.6798351783090799</c:v>
                </c:pt>
                <c:pt idx="2076">
                  <c:v>1.70416271590706</c:v>
                </c:pt>
                <c:pt idx="2077">
                  <c:v>1.7130076659333799</c:v>
                </c:pt>
                <c:pt idx="2078">
                  <c:v>1.6819140189789601</c:v>
                </c:pt>
                <c:pt idx="2079">
                  <c:v>1.72877640501201</c:v>
                </c:pt>
                <c:pt idx="2080">
                  <c:v>1.7495877910056199</c:v>
                </c:pt>
                <c:pt idx="2081">
                  <c:v>1.7706803642847999</c:v>
                </c:pt>
                <c:pt idx="2082">
                  <c:v>1.7649308231374199</c:v>
                </c:pt>
                <c:pt idx="2083">
                  <c:v>1.7595583771223899</c:v>
                </c:pt>
                <c:pt idx="2084">
                  <c:v>1.7431567302843201</c:v>
                </c:pt>
                <c:pt idx="2085">
                  <c:v>1.76287626178523</c:v>
                </c:pt>
                <c:pt idx="2086">
                  <c:v>1.78171748994847</c:v>
                </c:pt>
                <c:pt idx="2087">
                  <c:v>1.79731517822346</c:v>
                </c:pt>
                <c:pt idx="2088">
                  <c:v>1.7889949993182599</c:v>
                </c:pt>
                <c:pt idx="2089">
                  <c:v>1.7959840875112301</c:v>
                </c:pt>
                <c:pt idx="2090">
                  <c:v>1.7216095131310301</c:v>
                </c:pt>
                <c:pt idx="2091">
                  <c:v>1.71468511443213</c:v>
                </c:pt>
                <c:pt idx="2092">
                  <c:v>1.7381821636446599</c:v>
                </c:pt>
                <c:pt idx="2093">
                  <c:v>1.76101491161867</c:v>
                </c:pt>
                <c:pt idx="2094">
                  <c:v>1.7887174138694399</c:v>
                </c:pt>
                <c:pt idx="2095">
                  <c:v>1.7931690809345999</c:v>
                </c:pt>
                <c:pt idx="2096">
                  <c:v>1.80247213735342</c:v>
                </c:pt>
                <c:pt idx="2097">
                  <c:v>1.8281882742876201</c:v>
                </c:pt>
                <c:pt idx="2098">
                  <c:v>1.82038476343713</c:v>
                </c:pt>
                <c:pt idx="2099">
                  <c:v>1.82991186141958</c:v>
                </c:pt>
                <c:pt idx="2100">
                  <c:v>1.84712701736208</c:v>
                </c:pt>
                <c:pt idx="2101">
                  <c:v>1.8522550791749199</c:v>
                </c:pt>
                <c:pt idx="2102">
                  <c:v>1.85745613678447</c:v>
                </c:pt>
                <c:pt idx="2103">
                  <c:v>1.83326012346514</c:v>
                </c:pt>
                <c:pt idx="2104">
                  <c:v>1.84054988486329</c:v>
                </c:pt>
                <c:pt idx="2105">
                  <c:v>1.8482591107728501</c:v>
                </c:pt>
                <c:pt idx="2106">
                  <c:v>1.7868666059713201</c:v>
                </c:pt>
                <c:pt idx="2107">
                  <c:v>1.7741948026087</c:v>
                </c:pt>
                <c:pt idx="2108">
                  <c:v>1.7663900899654299</c:v>
                </c:pt>
                <c:pt idx="2109">
                  <c:v>1.7787826328096099</c:v>
                </c:pt>
                <c:pt idx="2110">
                  <c:v>1.7718172395628</c:v>
                </c:pt>
                <c:pt idx="2111">
                  <c:v>1.71689248114106</c:v>
                </c:pt>
                <c:pt idx="2112">
                  <c:v>1.7085581206007801</c:v>
                </c:pt>
                <c:pt idx="2113">
                  <c:v>1.7368761606708301</c:v>
                </c:pt>
                <c:pt idx="2114">
                  <c:v>1.7391540017668301</c:v>
                </c:pt>
                <c:pt idx="2115">
                  <c:v>1.7654908476175699</c:v>
                </c:pt>
                <c:pt idx="2116">
                  <c:v>1.7720455516739</c:v>
                </c:pt>
                <c:pt idx="2117">
                  <c:v>1.7522540300667999</c:v>
                </c:pt>
                <c:pt idx="2118">
                  <c:v>1.74885837469797</c:v>
                </c:pt>
                <c:pt idx="2119">
                  <c:v>1.7526362519922101</c:v>
                </c:pt>
                <c:pt idx="2120">
                  <c:v>1.73471352719731</c:v>
                </c:pt>
                <c:pt idx="2121">
                  <c:v>1.6913506499564599</c:v>
                </c:pt>
                <c:pt idx="2122">
                  <c:v>1.6528689980834499</c:v>
                </c:pt>
                <c:pt idx="2123">
                  <c:v>1.63193281334354</c:v>
                </c:pt>
                <c:pt idx="2124">
                  <c:v>1.6573296573316301</c:v>
                </c:pt>
                <c:pt idx="2125">
                  <c:v>1.6622167582023399</c:v>
                </c:pt>
                <c:pt idx="2126">
                  <c:v>1.65445197591838</c:v>
                </c:pt>
                <c:pt idx="2127">
                  <c:v>1.6182638568179699</c:v>
                </c:pt>
                <c:pt idx="2128">
                  <c:v>1.5872200056535299</c:v>
                </c:pt>
                <c:pt idx="2129">
                  <c:v>1.6271198095463599</c:v>
                </c:pt>
                <c:pt idx="2130">
                  <c:v>1.57646207626628</c:v>
                </c:pt>
                <c:pt idx="2131">
                  <c:v>1.5683594338296001</c:v>
                </c:pt>
                <c:pt idx="2132">
                  <c:v>1.5500833930647699</c:v>
                </c:pt>
                <c:pt idx="2133">
                  <c:v>1.5220528427526701</c:v>
                </c:pt>
                <c:pt idx="2134">
                  <c:v>1.5327755124434399</c:v>
                </c:pt>
                <c:pt idx="2135">
                  <c:v>1.5799898583468299</c:v>
                </c:pt>
                <c:pt idx="2136">
                  <c:v>1.5968415726377201</c:v>
                </c:pt>
                <c:pt idx="2137">
                  <c:v>1.6323402651051899</c:v>
                </c:pt>
                <c:pt idx="2138">
                  <c:v>1.6591888898534399</c:v>
                </c:pt>
                <c:pt idx="2139">
                  <c:v>1.6664637280121199</c:v>
                </c:pt>
                <c:pt idx="2140">
                  <c:v>1.65134690427914</c:v>
                </c:pt>
                <c:pt idx="2141">
                  <c:v>1.64657836458481</c:v>
                </c:pt>
                <c:pt idx="2142">
                  <c:v>1.6473743044858</c:v>
                </c:pt>
                <c:pt idx="2143">
                  <c:v>1.6254906578593</c:v>
                </c:pt>
                <c:pt idx="2144">
                  <c:v>1.6242256692566299</c:v>
                </c:pt>
                <c:pt idx="2145">
                  <c:v>1.65737113437349</c:v>
                </c:pt>
                <c:pt idx="2146">
                  <c:v>1.6514359959359</c:v>
                </c:pt>
                <c:pt idx="2147">
                  <c:v>1.58828186751598</c:v>
                </c:pt>
                <c:pt idx="2148">
                  <c:v>1.6089629546919799</c:v>
                </c:pt>
                <c:pt idx="2149">
                  <c:v>1.6516892611920699</c:v>
                </c:pt>
                <c:pt idx="2150">
                  <c:v>1.6777111268206799</c:v>
                </c:pt>
                <c:pt idx="2151">
                  <c:v>1.6841912397554999</c:v>
                </c:pt>
                <c:pt idx="2152">
                  <c:v>1.7115160497972901</c:v>
                </c:pt>
                <c:pt idx="2153">
                  <c:v>1.7215061696056899</c:v>
                </c:pt>
                <c:pt idx="2154">
                  <c:v>1.7189997840601901</c:v>
                </c:pt>
                <c:pt idx="2155">
                  <c:v>1.72304572912646</c:v>
                </c:pt>
                <c:pt idx="2156">
                  <c:v>1.7180492421695499</c:v>
                </c:pt>
                <c:pt idx="2157">
                  <c:v>1.7221627859922399</c:v>
                </c:pt>
                <c:pt idx="2158">
                  <c:v>1.72224000336533</c:v>
                </c:pt>
                <c:pt idx="2159">
                  <c:v>1.75831874594388</c:v>
                </c:pt>
                <c:pt idx="2160">
                  <c:v>1.7543756132944499</c:v>
                </c:pt>
                <c:pt idx="2161">
                  <c:v>1.76435015940247</c:v>
                </c:pt>
                <c:pt idx="2162">
                  <c:v>1.7501487515993699</c:v>
                </c:pt>
                <c:pt idx="2163">
                  <c:v>1.75965270547269</c:v>
                </c:pt>
                <c:pt idx="2164">
                  <c:v>1.7326914993203999</c:v>
                </c:pt>
                <c:pt idx="2165">
                  <c:v>1.7210188973245</c:v>
                </c:pt>
                <c:pt idx="2166">
                  <c:v>1.7268043731601099</c:v>
                </c:pt>
                <c:pt idx="2167">
                  <c:v>1.7084678466036101</c:v>
                </c:pt>
                <c:pt idx="2168">
                  <c:v>1.7019838421857101</c:v>
                </c:pt>
                <c:pt idx="2169">
                  <c:v>1.7368388691862999</c:v>
                </c:pt>
                <c:pt idx="2170">
                  <c:v>1.73584977604802</c:v>
                </c:pt>
                <c:pt idx="2171">
                  <c:v>1.7501134781732299</c:v>
                </c:pt>
                <c:pt idx="2172">
                  <c:v>1.76022831944743</c:v>
                </c:pt>
                <c:pt idx="2173">
                  <c:v>1.77532527725151</c:v>
                </c:pt>
                <c:pt idx="2174">
                  <c:v>1.76677097660687</c:v>
                </c:pt>
                <c:pt idx="2175">
                  <c:v>1.77037791385992</c:v>
                </c:pt>
                <c:pt idx="2176">
                  <c:v>1.7636325869688401</c:v>
                </c:pt>
                <c:pt idx="2177">
                  <c:v>1.7590300534934</c:v>
                </c:pt>
                <c:pt idx="2178">
                  <c:v>1.7557993891349</c:v>
                </c:pt>
                <c:pt idx="2179">
                  <c:v>1.74819705842656</c:v>
                </c:pt>
                <c:pt idx="2180">
                  <c:v>1.74286037771619</c:v>
                </c:pt>
                <c:pt idx="2181">
                  <c:v>1.7504550977028901</c:v>
                </c:pt>
                <c:pt idx="2182">
                  <c:v>1.7328779401337</c:v>
                </c:pt>
                <c:pt idx="2183">
                  <c:v>1.69312967528562</c:v>
                </c:pt>
                <c:pt idx="2184">
                  <c:v>1.6846615830082501</c:v>
                </c:pt>
                <c:pt idx="2185">
                  <c:v>1.67329476909137</c:v>
                </c:pt>
                <c:pt idx="2186">
                  <c:v>1.6481199367017501</c:v>
                </c:pt>
                <c:pt idx="2187">
                  <c:v>1.6437195307675501</c:v>
                </c:pt>
                <c:pt idx="2188">
                  <c:v>1.67345570176721</c:v>
                </c:pt>
                <c:pt idx="2189">
                  <c:v>1.68129210211144</c:v>
                </c:pt>
                <c:pt idx="2190">
                  <c:v>1.6623398954355899</c:v>
                </c:pt>
                <c:pt idx="2191">
                  <c:v>1.6551935250582701</c:v>
                </c:pt>
                <c:pt idx="2192">
                  <c:v>1.6674033453466699</c:v>
                </c:pt>
                <c:pt idx="2193">
                  <c:v>1.7061334240880699</c:v>
                </c:pt>
                <c:pt idx="2194">
                  <c:v>1.7142330110043</c:v>
                </c:pt>
                <c:pt idx="2195">
                  <c:v>1.7203514732747001</c:v>
                </c:pt>
                <c:pt idx="2196">
                  <c:v>1.71578832637193</c:v>
                </c:pt>
                <c:pt idx="2197">
                  <c:v>1.72462697422196</c:v>
                </c:pt>
                <c:pt idx="2198">
                  <c:v>1.72314051278293</c:v>
                </c:pt>
                <c:pt idx="2199">
                  <c:v>1.7080384801820401</c:v>
                </c:pt>
                <c:pt idx="2200">
                  <c:v>1.7070170499132999</c:v>
                </c:pt>
                <c:pt idx="2201">
                  <c:v>1.7129110560935299</c:v>
                </c:pt>
                <c:pt idx="2202">
                  <c:v>1.7298955462749801</c:v>
                </c:pt>
                <c:pt idx="2203">
                  <c:v>1.7239743840683801</c:v>
                </c:pt>
                <c:pt idx="2204">
                  <c:v>1.73038835936107</c:v>
                </c:pt>
                <c:pt idx="2205">
                  <c:v>1.7390675849541</c:v>
                </c:pt>
                <c:pt idx="2206">
                  <c:v>1.7547400971521101</c:v>
                </c:pt>
                <c:pt idx="2207">
                  <c:v>1.78207874848977</c:v>
                </c:pt>
                <c:pt idx="2208">
                  <c:v>1.78997255605803</c:v>
                </c:pt>
                <c:pt idx="2209">
                  <c:v>1.82129653234181</c:v>
                </c:pt>
                <c:pt idx="2210">
                  <c:v>1.8284598137913499</c:v>
                </c:pt>
                <c:pt idx="2211">
                  <c:v>1.8306021486508399</c:v>
                </c:pt>
                <c:pt idx="2212">
                  <c:v>1.8290677437210801</c:v>
                </c:pt>
                <c:pt idx="2213">
                  <c:v>1.84668002850559</c:v>
                </c:pt>
                <c:pt idx="2214">
                  <c:v>1.83594053141158</c:v>
                </c:pt>
                <c:pt idx="2215">
                  <c:v>1.8617626791992401</c:v>
                </c:pt>
                <c:pt idx="2216">
                  <c:v>1.8588900321908499</c:v>
                </c:pt>
                <c:pt idx="2217">
                  <c:v>1.88023138601805</c:v>
                </c:pt>
                <c:pt idx="2218">
                  <c:v>1.8802012557479699</c:v>
                </c:pt>
                <c:pt idx="2219">
                  <c:v>1.88612860131143</c:v>
                </c:pt>
                <c:pt idx="2220">
                  <c:v>1.8396529497209</c:v>
                </c:pt>
                <c:pt idx="2221">
                  <c:v>1.8319260016958701</c:v>
                </c:pt>
                <c:pt idx="2222">
                  <c:v>1.85509804547846</c:v>
                </c:pt>
                <c:pt idx="2223">
                  <c:v>1.8658934221008501</c:v>
                </c:pt>
                <c:pt idx="2224">
                  <c:v>1.8693062892834</c:v>
                </c:pt>
                <c:pt idx="2225">
                  <c:v>1.8625069313838301</c:v>
                </c:pt>
                <c:pt idx="2226">
                  <c:v>1.8583344684168901</c:v>
                </c:pt>
                <c:pt idx="2227">
                  <c:v>1.84318156130302</c:v>
                </c:pt>
                <c:pt idx="2228">
                  <c:v>1.8611048206633001</c:v>
                </c:pt>
                <c:pt idx="2229">
                  <c:v>1.8771246440985401</c:v>
                </c:pt>
                <c:pt idx="2230">
                  <c:v>1.86999888510281</c:v>
                </c:pt>
                <c:pt idx="2231">
                  <c:v>1.86655597390829</c:v>
                </c:pt>
                <c:pt idx="2232">
                  <c:v>1.8683052623854299</c:v>
                </c:pt>
                <c:pt idx="2233">
                  <c:v>1.8241903449461201</c:v>
                </c:pt>
                <c:pt idx="2234">
                  <c:v>1.8409139190764201</c:v>
                </c:pt>
                <c:pt idx="2235">
                  <c:v>1.84071445627138</c:v>
                </c:pt>
                <c:pt idx="2236">
                  <c:v>1.81519726208042</c:v>
                </c:pt>
                <c:pt idx="2237">
                  <c:v>1.82200873665744</c:v>
                </c:pt>
                <c:pt idx="2238">
                  <c:v>1.7989667759950001</c:v>
                </c:pt>
                <c:pt idx="2239">
                  <c:v>1.8129828124224201</c:v>
                </c:pt>
                <c:pt idx="2240">
                  <c:v>1.78131344594496</c:v>
                </c:pt>
                <c:pt idx="2241">
                  <c:v>1.79807518513959</c:v>
                </c:pt>
                <c:pt idx="2242">
                  <c:v>1.7916595599605201</c:v>
                </c:pt>
                <c:pt idx="2243">
                  <c:v>1.8225847824236401</c:v>
                </c:pt>
                <c:pt idx="2244">
                  <c:v>1.83420148368642</c:v>
                </c:pt>
                <c:pt idx="2245">
                  <c:v>1.8335097260662101</c:v>
                </c:pt>
                <c:pt idx="2246">
                  <c:v>1.8386958999384899</c:v>
                </c:pt>
                <c:pt idx="2247">
                  <c:v>1.8403338773629301</c:v>
                </c:pt>
                <c:pt idx="2248">
                  <c:v>1.82458628650197</c:v>
                </c:pt>
                <c:pt idx="2249">
                  <c:v>1.8175478914524701</c:v>
                </c:pt>
                <c:pt idx="2250">
                  <c:v>1.8086928660173001</c:v>
                </c:pt>
                <c:pt idx="2251">
                  <c:v>1.82912255101193</c:v>
                </c:pt>
                <c:pt idx="2252">
                  <c:v>1.84997065596303</c:v>
                </c:pt>
                <c:pt idx="2253">
                  <c:v>1.8327902217158001</c:v>
                </c:pt>
                <c:pt idx="2254">
                  <c:v>1.832730221312</c:v>
                </c:pt>
                <c:pt idx="2255">
                  <c:v>1.8495316269084101</c:v>
                </c:pt>
                <c:pt idx="2256">
                  <c:v>1.8244970058862999</c:v>
                </c:pt>
                <c:pt idx="2257">
                  <c:v>1.8282123190052599</c:v>
                </c:pt>
                <c:pt idx="2258">
                  <c:v>1.8459557861273399</c:v>
                </c:pt>
                <c:pt idx="2259">
                  <c:v>1.83512769016522</c:v>
                </c:pt>
                <c:pt idx="2260">
                  <c:v>1.8379693311670899</c:v>
                </c:pt>
                <c:pt idx="2261">
                  <c:v>1.8362725599013301</c:v>
                </c:pt>
                <c:pt idx="2262">
                  <c:v>1.8273881722782299</c:v>
                </c:pt>
                <c:pt idx="2263">
                  <c:v>1.8214106983017999</c:v>
                </c:pt>
                <c:pt idx="2264">
                  <c:v>1.81449562851368</c:v>
                </c:pt>
                <c:pt idx="2265">
                  <c:v>1.76522695274275</c:v>
                </c:pt>
                <c:pt idx="2266">
                  <c:v>1.76112005319863</c:v>
                </c:pt>
                <c:pt idx="2267">
                  <c:v>1.7182605127225401</c:v>
                </c:pt>
                <c:pt idx="2268">
                  <c:v>1.73307856624983</c:v>
                </c:pt>
                <c:pt idx="2269">
                  <c:v>1.7278842500057801</c:v>
                </c:pt>
                <c:pt idx="2270">
                  <c:v>1.7632991131034801</c:v>
                </c:pt>
                <c:pt idx="2271">
                  <c:v>1.77332069183632</c:v>
                </c:pt>
                <c:pt idx="2272">
                  <c:v>1.75817101950779</c:v>
                </c:pt>
                <c:pt idx="2273">
                  <c:v>1.76728535582875</c:v>
                </c:pt>
                <c:pt idx="2274">
                  <c:v>1.7399655583551601</c:v>
                </c:pt>
                <c:pt idx="2275">
                  <c:v>1.75040721642889</c:v>
                </c:pt>
                <c:pt idx="2276">
                  <c:v>1.75835255993535</c:v>
                </c:pt>
                <c:pt idx="2277">
                  <c:v>1.7385990742598401</c:v>
                </c:pt>
                <c:pt idx="2278">
                  <c:v>1.7507530024671101</c:v>
                </c:pt>
                <c:pt idx="2279">
                  <c:v>1.73406927953733</c:v>
                </c:pt>
                <c:pt idx="2280">
                  <c:v>1.75212295941069</c:v>
                </c:pt>
                <c:pt idx="2281">
                  <c:v>1.76422698505236</c:v>
                </c:pt>
                <c:pt idx="2282">
                  <c:v>1.76549680766965</c:v>
                </c:pt>
                <c:pt idx="2283">
                  <c:v>1.77166231348204</c:v>
                </c:pt>
                <c:pt idx="2284">
                  <c:v>1.75315025936124</c:v>
                </c:pt>
                <c:pt idx="2285">
                  <c:v>1.7524948699874801</c:v>
                </c:pt>
                <c:pt idx="2286">
                  <c:v>1.74892655728937</c:v>
                </c:pt>
                <c:pt idx="2287">
                  <c:v>1.7608973497416001</c:v>
                </c:pt>
                <c:pt idx="2288">
                  <c:v>1.75549276336797</c:v>
                </c:pt>
                <c:pt idx="2289">
                  <c:v>1.7653854219618701</c:v>
                </c:pt>
                <c:pt idx="2290">
                  <c:v>1.7640391697783899</c:v>
                </c:pt>
                <c:pt idx="2291">
                  <c:v>1.77137615297873</c:v>
                </c:pt>
                <c:pt idx="2292">
                  <c:v>1.7833782585967699</c:v>
                </c:pt>
                <c:pt idx="2293">
                  <c:v>1.79104881792485</c:v>
                </c:pt>
                <c:pt idx="2294">
                  <c:v>1.7519690816220801</c:v>
                </c:pt>
                <c:pt idx="2295">
                  <c:v>1.7633100003978299</c:v>
                </c:pt>
                <c:pt idx="2296">
                  <c:v>1.752659801691</c:v>
                </c:pt>
                <c:pt idx="2297">
                  <c:v>1.7623840092566101</c:v>
                </c:pt>
                <c:pt idx="2298">
                  <c:v>1.77652932602098</c:v>
                </c:pt>
                <c:pt idx="2299">
                  <c:v>1.7847741630677401</c:v>
                </c:pt>
                <c:pt idx="2300">
                  <c:v>1.7883406757678399</c:v>
                </c:pt>
                <c:pt idx="2301">
                  <c:v>1.7974021688516799</c:v>
                </c:pt>
                <c:pt idx="2302">
                  <c:v>1.8120607563431399</c:v>
                </c:pt>
                <c:pt idx="2303">
                  <c:v>1.8180025641344999</c:v>
                </c:pt>
                <c:pt idx="2304">
                  <c:v>1.8134975164518401</c:v>
                </c:pt>
                <c:pt idx="2305">
                  <c:v>1.7873099885583299</c:v>
                </c:pt>
                <c:pt idx="2306">
                  <c:v>1.7493584744339901</c:v>
                </c:pt>
                <c:pt idx="2307">
                  <c:v>1.7827637650230801</c:v>
                </c:pt>
                <c:pt idx="2308">
                  <c:v>1.77301540961571</c:v>
                </c:pt>
                <c:pt idx="2309">
                  <c:v>1.79309290661653</c:v>
                </c:pt>
                <c:pt idx="2310">
                  <c:v>1.81597940238137</c:v>
                </c:pt>
                <c:pt idx="2311">
                  <c:v>1.8214494431375099</c:v>
                </c:pt>
                <c:pt idx="2312">
                  <c:v>1.8340146926374199</c:v>
                </c:pt>
                <c:pt idx="2313">
                  <c:v>1.82206917291066</c:v>
                </c:pt>
                <c:pt idx="2314">
                  <c:v>1.8212424483685701</c:v>
                </c:pt>
                <c:pt idx="2315">
                  <c:v>1.80896353138181</c:v>
                </c:pt>
                <c:pt idx="2316">
                  <c:v>1.8086731765577899</c:v>
                </c:pt>
                <c:pt idx="2317">
                  <c:v>1.8231365455258599</c:v>
                </c:pt>
                <c:pt idx="2318">
                  <c:v>1.7993400447098999</c:v>
                </c:pt>
                <c:pt idx="2319">
                  <c:v>1.8164116145924001</c:v>
                </c:pt>
                <c:pt idx="2320">
                  <c:v>1.8144586480003999</c:v>
                </c:pt>
                <c:pt idx="2321">
                  <c:v>1.8095554134490199</c:v>
                </c:pt>
                <c:pt idx="2322">
                  <c:v>1.8071766565442799</c:v>
                </c:pt>
                <c:pt idx="2323">
                  <c:v>1.8030002354828301</c:v>
                </c:pt>
                <c:pt idx="2324">
                  <c:v>1.78310198666778</c:v>
                </c:pt>
                <c:pt idx="2325">
                  <c:v>1.7771476349520801</c:v>
                </c:pt>
                <c:pt idx="2326">
                  <c:v>1.7748139749273799</c:v>
                </c:pt>
                <c:pt idx="2327">
                  <c:v>1.8039808709420799</c:v>
                </c:pt>
                <c:pt idx="2328">
                  <c:v>1.7906482569087001</c:v>
                </c:pt>
                <c:pt idx="2329">
                  <c:v>1.7783676244467701</c:v>
                </c:pt>
                <c:pt idx="2330">
                  <c:v>1.7893456879965099</c:v>
                </c:pt>
                <c:pt idx="2331">
                  <c:v>1.8074833581868199</c:v>
                </c:pt>
                <c:pt idx="2332">
                  <c:v>1.8028765231072601</c:v>
                </c:pt>
                <c:pt idx="2333">
                  <c:v>1.8004640782694501</c:v>
                </c:pt>
                <c:pt idx="2334">
                  <c:v>1.7987644517725201</c:v>
                </c:pt>
                <c:pt idx="2335">
                  <c:v>1.80356322127716</c:v>
                </c:pt>
                <c:pt idx="2336">
                  <c:v>1.79035761585292</c:v>
                </c:pt>
                <c:pt idx="2337">
                  <c:v>1.78355074184921</c:v>
                </c:pt>
                <c:pt idx="2338">
                  <c:v>1.7683477104465699</c:v>
                </c:pt>
                <c:pt idx="2339">
                  <c:v>1.76975462272616</c:v>
                </c:pt>
                <c:pt idx="2340">
                  <c:v>1.73977541404907</c:v>
                </c:pt>
                <c:pt idx="2341">
                  <c:v>1.74743776957151</c:v>
                </c:pt>
                <c:pt idx="2342">
                  <c:v>1.7338252728249199</c:v>
                </c:pt>
                <c:pt idx="2343">
                  <c:v>1.7141219280436599</c:v>
                </c:pt>
                <c:pt idx="2344">
                  <c:v>1.73884943803266</c:v>
                </c:pt>
                <c:pt idx="2345">
                  <c:v>1.7087192449681301</c:v>
                </c:pt>
                <c:pt idx="2346">
                  <c:v>1.6982825241431101</c:v>
                </c:pt>
                <c:pt idx="2347">
                  <c:v>1.7066669145359601</c:v>
                </c:pt>
                <c:pt idx="2348">
                  <c:v>1.67569565003497</c:v>
                </c:pt>
                <c:pt idx="2349">
                  <c:v>1.6752255009884101</c:v>
                </c:pt>
                <c:pt idx="2350">
                  <c:v>1.6406101636698001</c:v>
                </c:pt>
                <c:pt idx="2351">
                  <c:v>1.6549755022659001</c:v>
                </c:pt>
                <c:pt idx="2352">
                  <c:v>1.7156687045427299</c:v>
                </c:pt>
                <c:pt idx="2353">
                  <c:v>1.7287870191816099</c:v>
                </c:pt>
                <c:pt idx="2354">
                  <c:v>1.7186949012422701</c:v>
                </c:pt>
                <c:pt idx="2355">
                  <c:v>1.71837844575577</c:v>
                </c:pt>
                <c:pt idx="2356">
                  <c:v>1.7405649335426401</c:v>
                </c:pt>
                <c:pt idx="2357">
                  <c:v>1.73225743360787</c:v>
                </c:pt>
                <c:pt idx="2358">
                  <c:v>1.74269697578803</c:v>
                </c:pt>
                <c:pt idx="2359">
                  <c:v>1.7129227989403</c:v>
                </c:pt>
                <c:pt idx="2360">
                  <c:v>1.72030077157562</c:v>
                </c:pt>
                <c:pt idx="2361">
                  <c:v>1.7389010295204901</c:v>
                </c:pt>
                <c:pt idx="2362">
                  <c:v>1.7393382318375801</c:v>
                </c:pt>
                <c:pt idx="2363">
                  <c:v>1.7187922329944201</c:v>
                </c:pt>
                <c:pt idx="2364">
                  <c:v>1.70334581482287</c:v>
                </c:pt>
                <c:pt idx="2365">
                  <c:v>1.70703328503343</c:v>
                </c:pt>
                <c:pt idx="2366">
                  <c:v>1.71560094165636</c:v>
                </c:pt>
                <c:pt idx="2367">
                  <c:v>1.6946043507000501</c:v>
                </c:pt>
                <c:pt idx="2368">
                  <c:v>1.6798040861709</c:v>
                </c:pt>
                <c:pt idx="2369">
                  <c:v>1.6683431420053301</c:v>
                </c:pt>
                <c:pt idx="2370">
                  <c:v>1.70301523692358</c:v>
                </c:pt>
                <c:pt idx="2371">
                  <c:v>1.6956403692106501</c:v>
                </c:pt>
                <c:pt idx="2372">
                  <c:v>1.6874948351930801</c:v>
                </c:pt>
                <c:pt idx="2373">
                  <c:v>1.6950072500581099</c:v>
                </c:pt>
                <c:pt idx="2374">
                  <c:v>1.71436137369922</c:v>
                </c:pt>
                <c:pt idx="2375">
                  <c:v>1.7094822172152799</c:v>
                </c:pt>
                <c:pt idx="2376">
                  <c:v>1.70914697225012</c:v>
                </c:pt>
                <c:pt idx="2377">
                  <c:v>1.71635849652476</c:v>
                </c:pt>
                <c:pt idx="2378">
                  <c:v>1.7267085474284101</c:v>
                </c:pt>
                <c:pt idx="2379">
                  <c:v>1.71737029993359</c:v>
                </c:pt>
                <c:pt idx="2380">
                  <c:v>1.70229241328678</c:v>
                </c:pt>
                <c:pt idx="2381">
                  <c:v>1.6990259465528601</c:v>
                </c:pt>
                <c:pt idx="2382">
                  <c:v>1.66533288804531</c:v>
                </c:pt>
                <c:pt idx="2383">
                  <c:v>1.6499253929534901</c:v>
                </c:pt>
                <c:pt idx="2384">
                  <c:v>1.6299517847145899</c:v>
                </c:pt>
                <c:pt idx="2385">
                  <c:v>1.5907585878536601</c:v>
                </c:pt>
                <c:pt idx="2386">
                  <c:v>1.6276668350566199</c:v>
                </c:pt>
                <c:pt idx="2387">
                  <c:v>1.6554637422393099</c:v>
                </c:pt>
                <c:pt idx="2388">
                  <c:v>1.6640579758659699</c:v>
                </c:pt>
                <c:pt idx="2389">
                  <c:v>1.69050379837472</c:v>
                </c:pt>
                <c:pt idx="2390">
                  <c:v>1.71372191029451</c:v>
                </c:pt>
                <c:pt idx="2391">
                  <c:v>1.70351189417928</c:v>
                </c:pt>
                <c:pt idx="2392">
                  <c:v>1.7077238354242701</c:v>
                </c:pt>
                <c:pt idx="2393">
                  <c:v>1.6877944601980499</c:v>
                </c:pt>
                <c:pt idx="2394">
                  <c:v>1.71125894436767</c:v>
                </c:pt>
                <c:pt idx="2395">
                  <c:v>1.7501373012856201</c:v>
                </c:pt>
                <c:pt idx="2396">
                  <c:v>1.76224479039453</c:v>
                </c:pt>
                <c:pt idx="2397">
                  <c:v>1.7678665951839101</c:v>
                </c:pt>
                <c:pt idx="2398">
                  <c:v>1.7544136586043499</c:v>
                </c:pt>
                <c:pt idx="2399">
                  <c:v>1.75193125668345</c:v>
                </c:pt>
                <c:pt idx="2400">
                  <c:v>1.77206867663339</c:v>
                </c:pt>
                <c:pt idx="2401">
                  <c:v>1.78656610225398</c:v>
                </c:pt>
                <c:pt idx="2402">
                  <c:v>1.7985523207677701</c:v>
                </c:pt>
                <c:pt idx="2403">
                  <c:v>1.7858675083048201</c:v>
                </c:pt>
                <c:pt idx="2404">
                  <c:v>1.8015541723567501</c:v>
                </c:pt>
                <c:pt idx="2405">
                  <c:v>1.8196871972115201</c:v>
                </c:pt>
                <c:pt idx="2406">
                  <c:v>1.8100928594421699</c:v>
                </c:pt>
                <c:pt idx="2407">
                  <c:v>1.7907466932249601</c:v>
                </c:pt>
                <c:pt idx="2408">
                  <c:v>1.8076380212412599</c:v>
                </c:pt>
                <c:pt idx="2409">
                  <c:v>1.7855007699065299</c:v>
                </c:pt>
                <c:pt idx="2410">
                  <c:v>1.78796863905732</c:v>
                </c:pt>
                <c:pt idx="2411">
                  <c:v>1.80283226894195</c:v>
                </c:pt>
                <c:pt idx="2412">
                  <c:v>1.79284017552012</c:v>
                </c:pt>
                <c:pt idx="2413">
                  <c:v>1.7819285720279801</c:v>
                </c:pt>
                <c:pt idx="2414">
                  <c:v>1.7949208495898901</c:v>
                </c:pt>
                <c:pt idx="2415">
                  <c:v>1.7948566598314299</c:v>
                </c:pt>
                <c:pt idx="2416">
                  <c:v>1.7607164375709901</c:v>
                </c:pt>
                <c:pt idx="2417">
                  <c:v>1.7692841867726199</c:v>
                </c:pt>
                <c:pt idx="2418">
                  <c:v>1.7635515825182</c:v>
                </c:pt>
                <c:pt idx="2419">
                  <c:v>1.74443275704192</c:v>
                </c:pt>
                <c:pt idx="2420">
                  <c:v>1.76223677044824</c:v>
                </c:pt>
                <c:pt idx="2421">
                  <c:v>1.7711709926453301</c:v>
                </c:pt>
                <c:pt idx="2422">
                  <c:v>1.7619958032281899</c:v>
                </c:pt>
                <c:pt idx="2423">
                  <c:v>1.7564442746062601</c:v>
                </c:pt>
                <c:pt idx="2424">
                  <c:v>1.74621693889083</c:v>
                </c:pt>
                <c:pt idx="2425">
                  <c:v>1.7181806828609201</c:v>
                </c:pt>
                <c:pt idx="2426">
                  <c:v>1.71988858585493</c:v>
                </c:pt>
                <c:pt idx="2427">
                  <c:v>1.69743680985405</c:v>
                </c:pt>
                <c:pt idx="2428">
                  <c:v>1.7101313863848999</c:v>
                </c:pt>
                <c:pt idx="2429">
                  <c:v>1.6840425864786099</c:v>
                </c:pt>
                <c:pt idx="2430">
                  <c:v>1.6812968075227901</c:v>
                </c:pt>
                <c:pt idx="2431">
                  <c:v>1.65624191114579</c:v>
                </c:pt>
                <c:pt idx="2432">
                  <c:v>1.67054681387515</c:v>
                </c:pt>
                <c:pt idx="2433">
                  <c:v>1.70144750638845</c:v>
                </c:pt>
                <c:pt idx="2434">
                  <c:v>1.73046036479063</c:v>
                </c:pt>
                <c:pt idx="2435">
                  <c:v>1.73094071023375</c:v>
                </c:pt>
                <c:pt idx="2436">
                  <c:v>1.7221158891617301</c:v>
                </c:pt>
                <c:pt idx="2437">
                  <c:v>1.71400415367016</c:v>
                </c:pt>
                <c:pt idx="2438">
                  <c:v>1.6821380024124399</c:v>
                </c:pt>
                <c:pt idx="2439">
                  <c:v>1.6483300339807301</c:v>
                </c:pt>
                <c:pt idx="2440">
                  <c:v>1.65686180947453</c:v>
                </c:pt>
                <c:pt idx="2441">
                  <c:v>1.6380901653939499</c:v>
                </c:pt>
                <c:pt idx="2442">
                  <c:v>1.67192209935124</c:v>
                </c:pt>
                <c:pt idx="2443">
                  <c:v>1.65860058133198</c:v>
                </c:pt>
                <c:pt idx="2444">
                  <c:v>1.65451249316773</c:v>
                </c:pt>
                <c:pt idx="2445">
                  <c:v>1.64634701113729</c:v>
                </c:pt>
                <c:pt idx="2446">
                  <c:v>1.60303199631159</c:v>
                </c:pt>
                <c:pt idx="2447">
                  <c:v>1.5919036214428399</c:v>
                </c:pt>
                <c:pt idx="2448">
                  <c:v>1.56854402832252</c:v>
                </c:pt>
                <c:pt idx="2449">
                  <c:v>1.4730824917348799</c:v>
                </c:pt>
                <c:pt idx="2450">
                  <c:v>1.4789314995848799</c:v>
                </c:pt>
                <c:pt idx="2451">
                  <c:v>1.50101699240571</c:v>
                </c:pt>
                <c:pt idx="2452">
                  <c:v>1.5554972403909899</c:v>
                </c:pt>
                <c:pt idx="2453">
                  <c:v>1.54812027595595</c:v>
                </c:pt>
                <c:pt idx="2454">
                  <c:v>1.4979008350685801</c:v>
                </c:pt>
                <c:pt idx="2455">
                  <c:v>1.45106298808459</c:v>
                </c:pt>
                <c:pt idx="2456">
                  <c:v>1.3761761105344601</c:v>
                </c:pt>
                <c:pt idx="2457">
                  <c:v>1.3530051537877901</c:v>
                </c:pt>
                <c:pt idx="2458">
                  <c:v>1.29202983199562</c:v>
                </c:pt>
                <c:pt idx="2459">
                  <c:v>1.17434873503433</c:v>
                </c:pt>
                <c:pt idx="2460">
                  <c:v>1.20864113245608</c:v>
                </c:pt>
                <c:pt idx="2461">
                  <c:v>1.1904268555947599</c:v>
                </c:pt>
                <c:pt idx="2462">
                  <c:v>1.29354851111615</c:v>
                </c:pt>
                <c:pt idx="2463">
                  <c:v>1.3390551561759501</c:v>
                </c:pt>
                <c:pt idx="2464">
                  <c:v>1.35287146756222</c:v>
                </c:pt>
                <c:pt idx="2465">
                  <c:v>1.37107181200029</c:v>
                </c:pt>
                <c:pt idx="2466">
                  <c:v>1.40072673440391</c:v>
                </c:pt>
                <c:pt idx="2467">
                  <c:v>1.4412289835672301</c:v>
                </c:pt>
                <c:pt idx="2468">
                  <c:v>1.46464012963054</c:v>
                </c:pt>
                <c:pt idx="2469">
                  <c:v>1.506206269752</c:v>
                </c:pt>
                <c:pt idx="2470">
                  <c:v>1.4093386450457399</c:v>
                </c:pt>
                <c:pt idx="2471">
                  <c:v>1.4650995457373599</c:v>
                </c:pt>
                <c:pt idx="2472">
                  <c:v>1.48592385081237</c:v>
                </c:pt>
                <c:pt idx="2473">
                  <c:v>1.49074074285771</c:v>
                </c:pt>
                <c:pt idx="2474">
                  <c:v>1.4665150767471899</c:v>
                </c:pt>
                <c:pt idx="2475">
                  <c:v>1.4807330179582601</c:v>
                </c:pt>
                <c:pt idx="2476">
                  <c:v>1.46554721874841</c:v>
                </c:pt>
                <c:pt idx="2477">
                  <c:v>1.4839266684894299</c:v>
                </c:pt>
                <c:pt idx="2478">
                  <c:v>1.51521264983197</c:v>
                </c:pt>
                <c:pt idx="2479">
                  <c:v>1.5367061775764099</c:v>
                </c:pt>
                <c:pt idx="2480">
                  <c:v>1.54112678818882</c:v>
                </c:pt>
                <c:pt idx="2481">
                  <c:v>1.5309213324114599</c:v>
                </c:pt>
                <c:pt idx="2482">
                  <c:v>1.5517151202908801</c:v>
                </c:pt>
                <c:pt idx="2483">
                  <c:v>1.58231535747279</c:v>
                </c:pt>
                <c:pt idx="2484">
                  <c:v>1.57832840769024</c:v>
                </c:pt>
                <c:pt idx="2485">
                  <c:v>1.5976314682413699</c:v>
                </c:pt>
                <c:pt idx="2486">
                  <c:v>1.6023518440151501</c:v>
                </c:pt>
                <c:pt idx="2487">
                  <c:v>1.58039028499609</c:v>
                </c:pt>
                <c:pt idx="2488">
                  <c:v>1.5359472131179901</c:v>
                </c:pt>
                <c:pt idx="2489">
                  <c:v>1.5312990653329299</c:v>
                </c:pt>
                <c:pt idx="2490">
                  <c:v>1.4761402746007</c:v>
                </c:pt>
                <c:pt idx="2491">
                  <c:v>1.5127978052353701</c:v>
                </c:pt>
                <c:pt idx="2492">
                  <c:v>1.53061735729242</c:v>
                </c:pt>
                <c:pt idx="2493">
                  <c:v>1.56594444480495</c:v>
                </c:pt>
                <c:pt idx="2494">
                  <c:v>1.56055462605312</c:v>
                </c:pt>
                <c:pt idx="2495">
                  <c:v>1.5423135906615699</c:v>
                </c:pt>
                <c:pt idx="2496">
                  <c:v>1.5092330489763399</c:v>
                </c:pt>
                <c:pt idx="2497">
                  <c:v>1.5327691956654701</c:v>
                </c:pt>
                <c:pt idx="2498">
                  <c:v>1.49716137525691</c:v>
                </c:pt>
                <c:pt idx="2499">
                  <c:v>1.4993432766911701</c:v>
                </c:pt>
                <c:pt idx="2500">
                  <c:v>1.48390340152018</c:v>
                </c:pt>
                <c:pt idx="2501">
                  <c:v>1.4282502462384301</c:v>
                </c:pt>
                <c:pt idx="2502">
                  <c:v>1.3290172014122901</c:v>
                </c:pt>
                <c:pt idx="2503">
                  <c:v>1.4159344215751899</c:v>
                </c:pt>
                <c:pt idx="2504">
                  <c:v>1.4153227357926099</c:v>
                </c:pt>
                <c:pt idx="2505">
                  <c:v>1.40720731122149</c:v>
                </c:pt>
                <c:pt idx="2506">
                  <c:v>1.4002976086200201</c:v>
                </c:pt>
                <c:pt idx="2507">
                  <c:v>1.4098078503540801</c:v>
                </c:pt>
                <c:pt idx="2508">
                  <c:v>1.4385706037789601</c:v>
                </c:pt>
                <c:pt idx="2509">
                  <c:v>1.4413773713859299</c:v>
                </c:pt>
                <c:pt idx="2510">
                  <c:v>1.46354722885587</c:v>
                </c:pt>
                <c:pt idx="2511">
                  <c:v>1.5068851791195801</c:v>
                </c:pt>
                <c:pt idx="2512">
                  <c:v>1.49617611858976</c:v>
                </c:pt>
                <c:pt idx="2513">
                  <c:v>1.5277864560999701</c:v>
                </c:pt>
                <c:pt idx="2514">
                  <c:v>1.54170075460572</c:v>
                </c:pt>
                <c:pt idx="2515">
                  <c:v>1.51974453589517</c:v>
                </c:pt>
                <c:pt idx="2516">
                  <c:v>1.5364203161750201</c:v>
                </c:pt>
                <c:pt idx="2517">
                  <c:v>1.51750740480266</c:v>
                </c:pt>
                <c:pt idx="2518">
                  <c:v>1.4885907584323701</c:v>
                </c:pt>
                <c:pt idx="2519">
                  <c:v>1.5011848244380801</c:v>
                </c:pt>
                <c:pt idx="2520">
                  <c:v>1.48805777300386</c:v>
                </c:pt>
                <c:pt idx="2521">
                  <c:v>1.4947627787720901</c:v>
                </c:pt>
                <c:pt idx="2522">
                  <c:v>1.5151021266525</c:v>
                </c:pt>
                <c:pt idx="2523">
                  <c:v>1.52118564509789</c:v>
                </c:pt>
                <c:pt idx="2524">
                  <c:v>1.5065029687931999</c:v>
                </c:pt>
                <c:pt idx="2525">
                  <c:v>1.51660042412334</c:v>
                </c:pt>
                <c:pt idx="2526">
                  <c:v>1.48439437845587</c:v>
                </c:pt>
                <c:pt idx="2527">
                  <c:v>1.46804784477865</c:v>
                </c:pt>
                <c:pt idx="2528">
                  <c:v>1.4738814326441201</c:v>
                </c:pt>
                <c:pt idx="2529">
                  <c:v>1.46062572274928</c:v>
                </c:pt>
                <c:pt idx="2530">
                  <c:v>1.4617399791771399</c:v>
                </c:pt>
                <c:pt idx="2531">
                  <c:v>1.45392427466927</c:v>
                </c:pt>
                <c:pt idx="2532">
                  <c:v>1.46809868304842</c:v>
                </c:pt>
                <c:pt idx="2533">
                  <c:v>1.4402394645007399</c:v>
                </c:pt>
                <c:pt idx="2534">
                  <c:v>1.42640178763659</c:v>
                </c:pt>
                <c:pt idx="2535">
                  <c:v>1.39945536372589</c:v>
                </c:pt>
                <c:pt idx="2536">
                  <c:v>1.34362911604227</c:v>
                </c:pt>
                <c:pt idx="2537">
                  <c:v>1.3667497770603201</c:v>
                </c:pt>
                <c:pt idx="2538">
                  <c:v>1.3786585288416999</c:v>
                </c:pt>
                <c:pt idx="2539">
                  <c:v>1.3991770870589699</c:v>
                </c:pt>
                <c:pt idx="2540">
                  <c:v>1.39471482017074</c:v>
                </c:pt>
                <c:pt idx="2541">
                  <c:v>1.39433945831326</c:v>
                </c:pt>
                <c:pt idx="2542">
                  <c:v>1.3885052685096599</c:v>
                </c:pt>
                <c:pt idx="2543">
                  <c:v>1.4052026285414501</c:v>
                </c:pt>
                <c:pt idx="2544">
                  <c:v>1.3935411630675401</c:v>
                </c:pt>
                <c:pt idx="2545">
                  <c:v>1.36053924457111</c:v>
                </c:pt>
                <c:pt idx="2546">
                  <c:v>1.3587310009944</c:v>
                </c:pt>
                <c:pt idx="2547">
                  <c:v>1.3038340339629499</c:v>
                </c:pt>
                <c:pt idx="2548">
                  <c:v>1.3019041150944901</c:v>
                </c:pt>
                <c:pt idx="2549">
                  <c:v>1.3421950952799799</c:v>
                </c:pt>
                <c:pt idx="2550">
                  <c:v>1.31410943539675</c:v>
                </c:pt>
                <c:pt idx="2551">
                  <c:v>1.32293039113045</c:v>
                </c:pt>
                <c:pt idx="2552">
                  <c:v>1.3332807787927601</c:v>
                </c:pt>
                <c:pt idx="2553">
                  <c:v>1.3313947967655499</c:v>
                </c:pt>
                <c:pt idx="2554">
                  <c:v>1.3157090774243101</c:v>
                </c:pt>
                <c:pt idx="2555">
                  <c:v>1.27862169091875</c:v>
                </c:pt>
                <c:pt idx="2556">
                  <c:v>1.2909265138183701</c:v>
                </c:pt>
                <c:pt idx="2557">
                  <c:v>1.2535464146058399</c:v>
                </c:pt>
                <c:pt idx="2558">
                  <c:v>1.27992148594984</c:v>
                </c:pt>
                <c:pt idx="2559">
                  <c:v>1.2730666772861401</c:v>
                </c:pt>
                <c:pt idx="2560">
                  <c:v>1.3154923927311599</c:v>
                </c:pt>
                <c:pt idx="2561">
                  <c:v>1.3095246489446899</c:v>
                </c:pt>
                <c:pt idx="2562">
                  <c:v>1.2871848197998099</c:v>
                </c:pt>
                <c:pt idx="2563">
                  <c:v>1.28844574932707</c:v>
                </c:pt>
                <c:pt idx="2564">
                  <c:v>1.27042294729876</c:v>
                </c:pt>
                <c:pt idx="2565">
                  <c:v>1.2687672144333899</c:v>
                </c:pt>
                <c:pt idx="2566">
                  <c:v>1.27891665760711</c:v>
                </c:pt>
                <c:pt idx="2567">
                  <c:v>1.2851007992730801</c:v>
                </c:pt>
                <c:pt idx="2568">
                  <c:v>1.25902216171902</c:v>
                </c:pt>
                <c:pt idx="2569">
                  <c:v>1.23814573387238</c:v>
                </c:pt>
                <c:pt idx="2570">
                  <c:v>1.2436861713145499</c:v>
                </c:pt>
                <c:pt idx="2571">
                  <c:v>1.266502053293</c:v>
                </c:pt>
                <c:pt idx="2572">
                  <c:v>1.2702544136317799</c:v>
                </c:pt>
                <c:pt idx="2573">
                  <c:v>1.2788980884815799</c:v>
                </c:pt>
                <c:pt idx="2574">
                  <c:v>1.32353248708808</c:v>
                </c:pt>
                <c:pt idx="2575">
                  <c:v>1.32553064453791</c:v>
                </c:pt>
                <c:pt idx="2576">
                  <c:v>1.3069868917760401</c:v>
                </c:pt>
                <c:pt idx="2577">
                  <c:v>1.2695386015605701</c:v>
                </c:pt>
                <c:pt idx="2578">
                  <c:v>1.2947734505897399</c:v>
                </c:pt>
                <c:pt idx="2579">
                  <c:v>1.29597283704074</c:v>
                </c:pt>
                <c:pt idx="2580">
                  <c:v>1.28926829104074</c:v>
                </c:pt>
                <c:pt idx="2581">
                  <c:v>1.2793821084337</c:v>
                </c:pt>
                <c:pt idx="2582">
                  <c:v>1.26868076021542</c:v>
                </c:pt>
                <c:pt idx="2583">
                  <c:v>1.27771248132507</c:v>
                </c:pt>
                <c:pt idx="2584">
                  <c:v>1.27321771654029</c:v>
                </c:pt>
                <c:pt idx="2585">
                  <c:v>1.2860473616191701</c:v>
                </c:pt>
                <c:pt idx="2586">
                  <c:v>1.2827112199733099</c:v>
                </c:pt>
                <c:pt idx="2587">
                  <c:v>1.2754456787514299</c:v>
                </c:pt>
                <c:pt idx="2588">
                  <c:v>1.2533354332124</c:v>
                </c:pt>
                <c:pt idx="2589">
                  <c:v>1.25032024306639</c:v>
                </c:pt>
                <c:pt idx="2590">
                  <c:v>1.2276940033317001</c:v>
                </c:pt>
                <c:pt idx="2591">
                  <c:v>1.22310677395818</c:v>
                </c:pt>
                <c:pt idx="2592">
                  <c:v>1.2366727266363799</c:v>
                </c:pt>
                <c:pt idx="2593">
                  <c:v>1.2161009960239799</c:v>
                </c:pt>
                <c:pt idx="2594">
                  <c:v>1.22083266353604</c:v>
                </c:pt>
                <c:pt idx="2595">
                  <c:v>1.24231540201919</c:v>
                </c:pt>
                <c:pt idx="2596">
                  <c:v>1.26874322381593</c:v>
                </c:pt>
                <c:pt idx="2597">
                  <c:v>1.2457265405468301</c:v>
                </c:pt>
                <c:pt idx="2598">
                  <c:v>1.2608179349250299</c:v>
                </c:pt>
                <c:pt idx="2599">
                  <c:v>1.2551174478662199</c:v>
                </c:pt>
                <c:pt idx="2600">
                  <c:v>1.26770806480512</c:v>
                </c:pt>
                <c:pt idx="2601">
                  <c:v>1.24420510150331</c:v>
                </c:pt>
                <c:pt idx="2602">
                  <c:v>1.2406718653514801</c:v>
                </c:pt>
                <c:pt idx="2603">
                  <c:v>1.24857612097968</c:v>
                </c:pt>
                <c:pt idx="2604">
                  <c:v>1.24002794675135</c:v>
                </c:pt>
                <c:pt idx="2605">
                  <c:v>1.23821485389584</c:v>
                </c:pt>
                <c:pt idx="2606">
                  <c:v>1.21971195690267</c:v>
                </c:pt>
                <c:pt idx="2607">
                  <c:v>1.21113520428795</c:v>
                </c:pt>
                <c:pt idx="2608">
                  <c:v>1.2397851525627299</c:v>
                </c:pt>
                <c:pt idx="2609">
                  <c:v>1.2372259821424201</c:v>
                </c:pt>
                <c:pt idx="2610">
                  <c:v>1.2425223181072</c:v>
                </c:pt>
                <c:pt idx="2611">
                  <c:v>1.28452710988659</c:v>
                </c:pt>
                <c:pt idx="2612">
                  <c:v>1.30032473829585</c:v>
                </c:pt>
                <c:pt idx="2613">
                  <c:v>1.3431696135592499</c:v>
                </c:pt>
                <c:pt idx="2614">
                  <c:v>1.41030558882695</c:v>
                </c:pt>
                <c:pt idx="2615">
                  <c:v>1.5727487634399</c:v>
                </c:pt>
                <c:pt idx="2616">
                  <c:v>1.7129046478483201</c:v>
                </c:pt>
                <c:pt idx="2617">
                  <c:v>1.55109043919585</c:v>
                </c:pt>
                <c:pt idx="2618">
                  <c:v>1.55047671761423</c:v>
                </c:pt>
                <c:pt idx="2619">
                  <c:v>1.4851949764643599</c:v>
                </c:pt>
                <c:pt idx="2620">
                  <c:v>1.5355219448944299</c:v>
                </c:pt>
                <c:pt idx="2621">
                  <c:v>1.51166772333749</c:v>
                </c:pt>
                <c:pt idx="2622">
                  <c:v>1.51460780972834</c:v>
                </c:pt>
                <c:pt idx="2623">
                  <c:v>1.5108056501103699</c:v>
                </c:pt>
                <c:pt idx="2624">
                  <c:v>1.5608354910995299</c:v>
                </c:pt>
                <c:pt idx="2625">
                  <c:v>1.5956679207128299</c:v>
                </c:pt>
                <c:pt idx="2626">
                  <c:v>1.6127111635888001</c:v>
                </c:pt>
                <c:pt idx="2627">
                  <c:v>1.6174631215747599</c:v>
                </c:pt>
                <c:pt idx="2628">
                  <c:v>1.61282973490223</c:v>
                </c:pt>
                <c:pt idx="2629">
                  <c:v>1.6502419736611</c:v>
                </c:pt>
                <c:pt idx="2630">
                  <c:v>1.6951281354802501</c:v>
                </c:pt>
                <c:pt idx="2631">
                  <c:v>1.6604593205165501</c:v>
                </c:pt>
                <c:pt idx="2632">
                  <c:v>1.66658854918348</c:v>
                </c:pt>
                <c:pt idx="2633">
                  <c:v>1.69548126587833</c:v>
                </c:pt>
                <c:pt idx="2634">
                  <c:v>1.6315456472085199</c:v>
                </c:pt>
                <c:pt idx="2635">
                  <c:v>1.6657152455947799</c:v>
                </c:pt>
                <c:pt idx="2636">
                  <c:v>1.7206990819715799</c:v>
                </c:pt>
                <c:pt idx="2637">
                  <c:v>1.7337167243505001</c:v>
                </c:pt>
                <c:pt idx="2638">
                  <c:v>1.77523042781444</c:v>
                </c:pt>
                <c:pt idx="2639">
                  <c:v>1.7839195856946299</c:v>
                </c:pt>
                <c:pt idx="2640">
                  <c:v>1.8282831138025499</c:v>
                </c:pt>
                <c:pt idx="2641">
                  <c:v>1.8061700758430099</c:v>
                </c:pt>
                <c:pt idx="2642">
                  <c:v>1.8058918606871801</c:v>
                </c:pt>
                <c:pt idx="2643">
                  <c:v>1.75078280154222</c:v>
                </c:pt>
                <c:pt idx="2644">
                  <c:v>1.71818841512439</c:v>
                </c:pt>
                <c:pt idx="2645">
                  <c:v>1.67735442530378</c:v>
                </c:pt>
                <c:pt idx="2646">
                  <c:v>1.72725277913701</c:v>
                </c:pt>
                <c:pt idx="2647">
                  <c:v>1.76858170473785</c:v>
                </c:pt>
                <c:pt idx="2648">
                  <c:v>1.7732599555917501</c:v>
                </c:pt>
                <c:pt idx="2649">
                  <c:v>1.7109357665210101</c:v>
                </c:pt>
                <c:pt idx="2650">
                  <c:v>1.73395410461227</c:v>
                </c:pt>
                <c:pt idx="2651">
                  <c:v>1.7169648908319799</c:v>
                </c:pt>
                <c:pt idx="2652">
                  <c:v>1.7476139344786401</c:v>
                </c:pt>
                <c:pt idx="2653">
                  <c:v>1.75286525552719</c:v>
                </c:pt>
                <c:pt idx="2654">
                  <c:v>1.7831232048807999</c:v>
                </c:pt>
                <c:pt idx="2655">
                  <c:v>1.8246425019857</c:v>
                </c:pt>
                <c:pt idx="2656">
                  <c:v>1.82807029579601</c:v>
                </c:pt>
                <c:pt idx="2657">
                  <c:v>1.8019532553814399</c:v>
                </c:pt>
                <c:pt idx="2658">
                  <c:v>1.83234738258173</c:v>
                </c:pt>
                <c:pt idx="2659">
                  <c:v>1.8542953753312099</c:v>
                </c:pt>
                <c:pt idx="2660">
                  <c:v>1.8482913148403799</c:v>
                </c:pt>
                <c:pt idx="2661">
                  <c:v>1.8652703474547401</c:v>
                </c:pt>
                <c:pt idx="2662">
                  <c:v>1.8942168761639999</c:v>
                </c:pt>
                <c:pt idx="2663">
                  <c:v>1.9120530667443101</c:v>
                </c:pt>
                <c:pt idx="2664">
                  <c:v>1.8794333556582501</c:v>
                </c:pt>
                <c:pt idx="2665">
                  <c:v>1.86789019539422</c:v>
                </c:pt>
                <c:pt idx="2666">
                  <c:v>1.7939730045148401</c:v>
                </c:pt>
                <c:pt idx="2667">
                  <c:v>1.80706172841126</c:v>
                </c:pt>
                <c:pt idx="2668">
                  <c:v>1.81189422430469</c:v>
                </c:pt>
                <c:pt idx="2669">
                  <c:v>1.835556577223</c:v>
                </c:pt>
                <c:pt idx="2670">
                  <c:v>1.7553669894789301</c:v>
                </c:pt>
                <c:pt idx="2671">
                  <c:v>1.7766945993655301</c:v>
                </c:pt>
                <c:pt idx="2672">
                  <c:v>1.74040508759352</c:v>
                </c:pt>
                <c:pt idx="2673">
                  <c:v>1.7665406894385101</c:v>
                </c:pt>
                <c:pt idx="2674">
                  <c:v>1.7781710468519101</c:v>
                </c:pt>
                <c:pt idx="2675">
                  <c:v>1.7574682941767901</c:v>
                </c:pt>
                <c:pt idx="2676">
                  <c:v>1.7080182468198299</c:v>
                </c:pt>
                <c:pt idx="2677">
                  <c:v>1.68102643195541</c:v>
                </c:pt>
                <c:pt idx="2678">
                  <c:v>1.61249537243714</c:v>
                </c:pt>
                <c:pt idx="2679">
                  <c:v>1.6026768766022499</c:v>
                </c:pt>
                <c:pt idx="2680">
                  <c:v>1.6410927827263799</c:v>
                </c:pt>
                <c:pt idx="2681">
                  <c:v>1.6431903609295599</c:v>
                </c:pt>
                <c:pt idx="2682">
                  <c:v>1.6504805669101501</c:v>
                </c:pt>
                <c:pt idx="2683">
                  <c:v>1.6022497817503301</c:v>
                </c:pt>
                <c:pt idx="2684">
                  <c:v>1.6006976921726599</c:v>
                </c:pt>
                <c:pt idx="2685">
                  <c:v>1.67918804454285</c:v>
                </c:pt>
                <c:pt idx="2686">
                  <c:v>1.67468590134582</c:v>
                </c:pt>
                <c:pt idx="2687">
                  <c:v>1.68792762177742</c:v>
                </c:pt>
                <c:pt idx="2688">
                  <c:v>1.6879069543830501</c:v>
                </c:pt>
                <c:pt idx="2689">
                  <c:v>1.7044838979610299</c:v>
                </c:pt>
                <c:pt idx="2690">
                  <c:v>1.70616773857726</c:v>
                </c:pt>
                <c:pt idx="2691">
                  <c:v>1.6846146977152701</c:v>
                </c:pt>
                <c:pt idx="2692">
                  <c:v>1.6814493355198701</c:v>
                </c:pt>
                <c:pt idx="2693">
                  <c:v>1.7006389613041999</c:v>
                </c:pt>
                <c:pt idx="2694">
                  <c:v>1.6772487457841001</c:v>
                </c:pt>
                <c:pt idx="2695">
                  <c:v>1.6965319756461601</c:v>
                </c:pt>
                <c:pt idx="2696">
                  <c:v>1.73964925792729</c:v>
                </c:pt>
                <c:pt idx="2697">
                  <c:v>1.76340244969837</c:v>
                </c:pt>
                <c:pt idx="2698">
                  <c:v>1.8013582224281499</c:v>
                </c:pt>
                <c:pt idx="2699">
                  <c:v>1.7995059646107801</c:v>
                </c:pt>
                <c:pt idx="2700">
                  <c:v>1.8213257686525499</c:v>
                </c:pt>
                <c:pt idx="2701">
                  <c:v>1.80455076145982</c:v>
                </c:pt>
                <c:pt idx="2702">
                  <c:v>1.80460415813683</c:v>
                </c:pt>
                <c:pt idx="2703">
                  <c:v>1.83051198352542</c:v>
                </c:pt>
                <c:pt idx="2704">
                  <c:v>1.7799500486924</c:v>
                </c:pt>
                <c:pt idx="2705">
                  <c:v>1.8244745796333499</c:v>
                </c:pt>
                <c:pt idx="2706">
                  <c:v>1.8457795856071</c:v>
                </c:pt>
                <c:pt idx="2707">
                  <c:v>1.86536626701824</c:v>
                </c:pt>
                <c:pt idx="2708">
                  <c:v>1.8725448971910701</c:v>
                </c:pt>
                <c:pt idx="2709">
                  <c:v>1.8677723356351501</c:v>
                </c:pt>
                <c:pt idx="2710">
                  <c:v>1.8952551855656199</c:v>
                </c:pt>
                <c:pt idx="2711">
                  <c:v>1.8923746496513101</c:v>
                </c:pt>
                <c:pt idx="2712">
                  <c:v>1.8232125949347899</c:v>
                </c:pt>
                <c:pt idx="2713">
                  <c:v>1.8343636934640899</c:v>
                </c:pt>
                <c:pt idx="2714">
                  <c:v>1.8608204152521199</c:v>
                </c:pt>
                <c:pt idx="2715">
                  <c:v>1.87012950394213</c:v>
                </c:pt>
                <c:pt idx="2716">
                  <c:v>1.90724685736848</c:v>
                </c:pt>
                <c:pt idx="2717">
                  <c:v>1.8988489575860299</c:v>
                </c:pt>
                <c:pt idx="2718">
                  <c:v>1.9097311132799499</c:v>
                </c:pt>
                <c:pt idx="2719">
                  <c:v>1.9138256675914</c:v>
                </c:pt>
                <c:pt idx="2720">
                  <c:v>1.92809798693322</c:v>
                </c:pt>
                <c:pt idx="2721">
                  <c:v>1.89778164370047</c:v>
                </c:pt>
                <c:pt idx="2722">
                  <c:v>1.92810358761647</c:v>
                </c:pt>
                <c:pt idx="2723">
                  <c:v>1.9413617855593099</c:v>
                </c:pt>
                <c:pt idx="2724">
                  <c:v>1.95192187436446</c:v>
                </c:pt>
                <c:pt idx="2725">
                  <c:v>1.9425661706048301</c:v>
                </c:pt>
                <c:pt idx="2726">
                  <c:v>1.9417829714111099</c:v>
                </c:pt>
                <c:pt idx="2727">
                  <c:v>1.9060463190053101</c:v>
                </c:pt>
                <c:pt idx="2728">
                  <c:v>1.87205163733527</c:v>
                </c:pt>
                <c:pt idx="2729">
                  <c:v>1.8603185167713501</c:v>
                </c:pt>
                <c:pt idx="2730">
                  <c:v>1.8761606115365399</c:v>
                </c:pt>
                <c:pt idx="2731">
                  <c:v>1.86662665567444</c:v>
                </c:pt>
                <c:pt idx="2732">
                  <c:v>1.8389662322565601</c:v>
                </c:pt>
                <c:pt idx="2733">
                  <c:v>1.8178526088376099</c:v>
                </c:pt>
                <c:pt idx="2734">
                  <c:v>1.83670998388757</c:v>
                </c:pt>
                <c:pt idx="2735">
                  <c:v>1.8393773623566401</c:v>
                </c:pt>
                <c:pt idx="2736">
                  <c:v>1.8230698467890001</c:v>
                </c:pt>
                <c:pt idx="2737">
                  <c:v>1.5970062668040499</c:v>
                </c:pt>
                <c:pt idx="2738">
                  <c:v>1.5971250586675001</c:v>
                </c:pt>
                <c:pt idx="2739">
                  <c:v>1.64287199730231</c:v>
                </c:pt>
                <c:pt idx="2740">
                  <c:v>1.69029167286489</c:v>
                </c:pt>
                <c:pt idx="2741">
                  <c:v>1.7080246553344001</c:v>
                </c:pt>
                <c:pt idx="2742">
                  <c:v>1.74364089367679</c:v>
                </c:pt>
                <c:pt idx="2743">
                  <c:v>1.7403540061231</c:v>
                </c:pt>
                <c:pt idx="2744">
                  <c:v>1.7126065401980799</c:v>
                </c:pt>
                <c:pt idx="2745">
                  <c:v>1.7239197494351699</c:v>
                </c:pt>
                <c:pt idx="2746">
                  <c:v>1.72113417643315</c:v>
                </c:pt>
                <c:pt idx="2747">
                  <c:v>1.75610395460573</c:v>
                </c:pt>
                <c:pt idx="2748">
                  <c:v>1.7587090102482501</c:v>
                </c:pt>
                <c:pt idx="2749">
                  <c:v>1.77334607967253</c:v>
                </c:pt>
                <c:pt idx="2750">
                  <c:v>1.7577172561390499</c:v>
                </c:pt>
                <c:pt idx="2751">
                  <c:v>1.7608969167503199</c:v>
                </c:pt>
                <c:pt idx="2752">
                  <c:v>1.73009639384753</c:v>
                </c:pt>
                <c:pt idx="2753">
                  <c:v>1.7441284576995999</c:v>
                </c:pt>
                <c:pt idx="2754">
                  <c:v>1.7624422168130001</c:v>
                </c:pt>
                <c:pt idx="2755">
                  <c:v>1.8174771610751399</c:v>
                </c:pt>
                <c:pt idx="2756">
                  <c:v>1.83181951054634</c:v>
                </c:pt>
                <c:pt idx="2757">
                  <c:v>1.8523209958396301</c:v>
                </c:pt>
                <c:pt idx="2758">
                  <c:v>1.82601761917295</c:v>
                </c:pt>
                <c:pt idx="2759">
                  <c:v>1.8523447660573</c:v>
                </c:pt>
                <c:pt idx="2760">
                  <c:v>1.8504088009499899</c:v>
                </c:pt>
                <c:pt idx="2761">
                  <c:v>1.8533156696102799</c:v>
                </c:pt>
                <c:pt idx="2762">
                  <c:v>1.8315138297862701</c:v>
                </c:pt>
                <c:pt idx="2763">
                  <c:v>1.84551294018733</c:v>
                </c:pt>
                <c:pt idx="2764">
                  <c:v>1.8648532788708201</c:v>
                </c:pt>
                <c:pt idx="2765">
                  <c:v>1.88069773705111</c:v>
                </c:pt>
                <c:pt idx="2766">
                  <c:v>1.86801503601232</c:v>
                </c:pt>
                <c:pt idx="2767">
                  <c:v>1.8448204199770399</c:v>
                </c:pt>
                <c:pt idx="2768">
                  <c:v>1.8241065496137501</c:v>
                </c:pt>
                <c:pt idx="2769">
                  <c:v>1.8440460998260899</c:v>
                </c:pt>
                <c:pt idx="2770">
                  <c:v>1.8510816769491401</c:v>
                </c:pt>
                <c:pt idx="2771">
                  <c:v>1.8472798403430599</c:v>
                </c:pt>
                <c:pt idx="2772">
                  <c:v>1.880693576723</c:v>
                </c:pt>
                <c:pt idx="2773">
                  <c:v>1.8538452333756399</c:v>
                </c:pt>
                <c:pt idx="2774">
                  <c:v>1.86964241911152</c:v>
                </c:pt>
                <c:pt idx="2775">
                  <c:v>1.88830511363279</c:v>
                </c:pt>
                <c:pt idx="2776">
                  <c:v>1.8950495968882901</c:v>
                </c:pt>
                <c:pt idx="2777">
                  <c:v>1.89109861428325</c:v>
                </c:pt>
                <c:pt idx="2778">
                  <c:v>1.9168199249871201</c:v>
                </c:pt>
                <c:pt idx="2779">
                  <c:v>1.9003373495960401</c:v>
                </c:pt>
                <c:pt idx="2780">
                  <c:v>1.9084234357349299</c:v>
                </c:pt>
                <c:pt idx="2781">
                  <c:v>1.91041851166145</c:v>
                </c:pt>
                <c:pt idx="2782">
                  <c:v>1.8738786730858701</c:v>
                </c:pt>
                <c:pt idx="2783">
                  <c:v>1.89189250698373</c:v>
                </c:pt>
                <c:pt idx="2784">
                  <c:v>1.89196676857708</c:v>
                </c:pt>
                <c:pt idx="2785">
                  <c:v>1.8845642212859299</c:v>
                </c:pt>
                <c:pt idx="2786">
                  <c:v>1.8492384637485799</c:v>
                </c:pt>
                <c:pt idx="2787">
                  <c:v>1.83662342913317</c:v>
                </c:pt>
                <c:pt idx="2788">
                  <c:v>1.86937400787508</c:v>
                </c:pt>
                <c:pt idx="2789">
                  <c:v>1.9104803942244999</c:v>
                </c:pt>
                <c:pt idx="2790">
                  <c:v>1.93271865111903</c:v>
                </c:pt>
                <c:pt idx="2791">
                  <c:v>1.9298959576461101</c:v>
                </c:pt>
                <c:pt idx="2792">
                  <c:v>1.9376888226778799</c:v>
                </c:pt>
                <c:pt idx="2793">
                  <c:v>1.96758837070597</c:v>
                </c:pt>
                <c:pt idx="2794">
                  <c:v>1.9741513006640401</c:v>
                </c:pt>
                <c:pt idx="2795">
                  <c:v>1.960334761847</c:v>
                </c:pt>
                <c:pt idx="2796">
                  <c:v>1.97363322169262</c:v>
                </c:pt>
                <c:pt idx="2797">
                  <c:v>1.95256288121832</c:v>
                </c:pt>
                <c:pt idx="2798">
                  <c:v>1.96258594871328</c:v>
                </c:pt>
                <c:pt idx="2799">
                  <c:v>1.9879278195163099</c:v>
                </c:pt>
                <c:pt idx="2800">
                  <c:v>1.9833133982036899</c:v>
                </c:pt>
                <c:pt idx="2801">
                  <c:v>1.98445471786755</c:v>
                </c:pt>
                <c:pt idx="2802">
                  <c:v>1.9916200905708901</c:v>
                </c:pt>
                <c:pt idx="2803">
                  <c:v>2.0015681736879798</c:v>
                </c:pt>
                <c:pt idx="2804">
                  <c:v>1.98506846643005</c:v>
                </c:pt>
                <c:pt idx="2805">
                  <c:v>1.9974729223022301</c:v>
                </c:pt>
                <c:pt idx="2806">
                  <c:v>2.0177550809786799</c:v>
                </c:pt>
                <c:pt idx="2807">
                  <c:v>2.0207241517077899</c:v>
                </c:pt>
                <c:pt idx="2808">
                  <c:v>2.0465444137411701</c:v>
                </c:pt>
                <c:pt idx="2809">
                  <c:v>2.0527260795373898</c:v>
                </c:pt>
                <c:pt idx="2810">
                  <c:v>2.0336088859976802</c:v>
                </c:pt>
                <c:pt idx="2811">
                  <c:v>2.0569861693777298</c:v>
                </c:pt>
                <c:pt idx="2812">
                  <c:v>2.06369722041874</c:v>
                </c:pt>
                <c:pt idx="2813">
                  <c:v>2.0725381836249301</c:v>
                </c:pt>
                <c:pt idx="2814">
                  <c:v>2.0797481397598601</c:v>
                </c:pt>
                <c:pt idx="2815">
                  <c:v>2.0664458781477499</c:v>
                </c:pt>
                <c:pt idx="2816">
                  <c:v>2.0506106569699898</c:v>
                </c:pt>
                <c:pt idx="2817">
                  <c:v>2.0572182521768001</c:v>
                </c:pt>
                <c:pt idx="2818">
                  <c:v>2.0836820960170601</c:v>
                </c:pt>
                <c:pt idx="2819">
                  <c:v>2.1031604723435602</c:v>
                </c:pt>
                <c:pt idx="2820">
                  <c:v>2.1226473497882301</c:v>
                </c:pt>
                <c:pt idx="2821">
                  <c:v>2.1241202864139299</c:v>
                </c:pt>
                <c:pt idx="2822">
                  <c:v>2.1228598969988801</c:v>
                </c:pt>
                <c:pt idx="2823">
                  <c:v>2.1587663197845099</c:v>
                </c:pt>
                <c:pt idx="2824">
                  <c:v>2.1605635650667701</c:v>
                </c:pt>
                <c:pt idx="2825">
                  <c:v>2.1804785042955301</c:v>
                </c:pt>
                <c:pt idx="2826">
                  <c:v>2.1405932661523699</c:v>
                </c:pt>
                <c:pt idx="2827">
                  <c:v>2.1823771324049499</c:v>
                </c:pt>
                <c:pt idx="2828">
                  <c:v>2.2177005436908002</c:v>
                </c:pt>
                <c:pt idx="2829">
                  <c:v>2.2302432234444498</c:v>
                </c:pt>
                <c:pt idx="2830">
                  <c:v>2.2411976391850401</c:v>
                </c:pt>
                <c:pt idx="2831">
                  <c:v>2.2285385846444798</c:v>
                </c:pt>
                <c:pt idx="2832">
                  <c:v>2.2430716421774899</c:v>
                </c:pt>
                <c:pt idx="2833">
                  <c:v>2.26624409847016</c:v>
                </c:pt>
                <c:pt idx="2834">
                  <c:v>2.2688797514385501</c:v>
                </c:pt>
                <c:pt idx="2835">
                  <c:v>2.2160884079884999</c:v>
                </c:pt>
                <c:pt idx="2836">
                  <c:v>2.2299585687472301</c:v>
                </c:pt>
                <c:pt idx="2837">
                  <c:v>2.2224793913557299</c:v>
                </c:pt>
              </c:numCache>
            </c:numRef>
          </c:val>
          <c:smooth val="0"/>
          <c:extLst xmlns:c16r2="http://schemas.microsoft.com/office/drawing/2015/06/chart">
            <c:ext xmlns:c16="http://schemas.microsoft.com/office/drawing/2014/chart" uri="{C3380CC4-5D6E-409C-BE32-E72D297353CC}">
              <c16:uniqueId val="{00000002-7C1F-4143-9E09-A88F7E2A9BA6}"/>
            </c:ext>
          </c:extLst>
        </c:ser>
        <c:ser>
          <c:idx val="3"/>
          <c:order val="3"/>
          <c:tx>
            <c:strRef>
              <c:f>Sheet1!$E$1</c:f>
              <c:strCache>
                <c:ptCount val="1"/>
                <c:pt idx="0">
                  <c:v>第四组</c:v>
                </c:pt>
              </c:strCache>
            </c:strRef>
          </c:tx>
          <c:spPr>
            <a:ln w="28575" cap="rnd">
              <a:solidFill>
                <a:schemeClr val="accent4"/>
              </a:solidFill>
              <a:round/>
            </a:ln>
            <a:effectLst/>
          </c:spPr>
          <c:marker>
            <c:symbol val="none"/>
          </c:marker>
          <c:cat>
            <c:numRef>
              <c:f>Sheet1!$A$2:$A$2839</c:f>
              <c:numCache>
                <c:formatCode>yyyy\-mm\-dd</c:formatCode>
                <c:ptCount val="2838"/>
                <c:pt idx="0">
                  <c:v>41639</c:v>
                </c:pt>
                <c:pt idx="1">
                  <c:v>41641</c:v>
                </c:pt>
                <c:pt idx="2">
                  <c:v>41642</c:v>
                </c:pt>
                <c:pt idx="3">
                  <c:v>41645</c:v>
                </c:pt>
                <c:pt idx="4">
                  <c:v>41646</c:v>
                </c:pt>
                <c:pt idx="5">
                  <c:v>41647</c:v>
                </c:pt>
                <c:pt idx="6">
                  <c:v>41648</c:v>
                </c:pt>
                <c:pt idx="7">
                  <c:v>41649</c:v>
                </c:pt>
                <c:pt idx="8">
                  <c:v>41652</c:v>
                </c:pt>
                <c:pt idx="9">
                  <c:v>41653</c:v>
                </c:pt>
                <c:pt idx="10">
                  <c:v>41654</c:v>
                </c:pt>
                <c:pt idx="11">
                  <c:v>41655</c:v>
                </c:pt>
                <c:pt idx="12">
                  <c:v>41656</c:v>
                </c:pt>
                <c:pt idx="13">
                  <c:v>41659</c:v>
                </c:pt>
                <c:pt idx="14">
                  <c:v>41660</c:v>
                </c:pt>
                <c:pt idx="15">
                  <c:v>41661</c:v>
                </c:pt>
                <c:pt idx="16">
                  <c:v>41662</c:v>
                </c:pt>
                <c:pt idx="17">
                  <c:v>41663</c:v>
                </c:pt>
                <c:pt idx="18">
                  <c:v>41666</c:v>
                </c:pt>
                <c:pt idx="19">
                  <c:v>41667</c:v>
                </c:pt>
                <c:pt idx="20">
                  <c:v>41668</c:v>
                </c:pt>
                <c:pt idx="21">
                  <c:v>41669</c:v>
                </c:pt>
                <c:pt idx="22">
                  <c:v>41677</c:v>
                </c:pt>
                <c:pt idx="23">
                  <c:v>41680</c:v>
                </c:pt>
                <c:pt idx="24">
                  <c:v>41681</c:v>
                </c:pt>
                <c:pt idx="25">
                  <c:v>41682</c:v>
                </c:pt>
                <c:pt idx="26">
                  <c:v>41683</c:v>
                </c:pt>
                <c:pt idx="27">
                  <c:v>41684</c:v>
                </c:pt>
                <c:pt idx="28">
                  <c:v>41687</c:v>
                </c:pt>
                <c:pt idx="29">
                  <c:v>41688</c:v>
                </c:pt>
                <c:pt idx="30">
                  <c:v>41689</c:v>
                </c:pt>
                <c:pt idx="31">
                  <c:v>41690</c:v>
                </c:pt>
                <c:pt idx="32">
                  <c:v>41691</c:v>
                </c:pt>
                <c:pt idx="33">
                  <c:v>41694</c:v>
                </c:pt>
                <c:pt idx="34">
                  <c:v>41695</c:v>
                </c:pt>
                <c:pt idx="35">
                  <c:v>41696</c:v>
                </c:pt>
                <c:pt idx="36">
                  <c:v>41697</c:v>
                </c:pt>
                <c:pt idx="37">
                  <c:v>41698</c:v>
                </c:pt>
                <c:pt idx="38">
                  <c:v>41701</c:v>
                </c:pt>
                <c:pt idx="39">
                  <c:v>41702</c:v>
                </c:pt>
                <c:pt idx="40">
                  <c:v>41703</c:v>
                </c:pt>
                <c:pt idx="41">
                  <c:v>41704</c:v>
                </c:pt>
                <c:pt idx="42">
                  <c:v>41705</c:v>
                </c:pt>
                <c:pt idx="43">
                  <c:v>41708</c:v>
                </c:pt>
                <c:pt idx="44">
                  <c:v>41709</c:v>
                </c:pt>
                <c:pt idx="45">
                  <c:v>41710</c:v>
                </c:pt>
                <c:pt idx="46">
                  <c:v>41711</c:v>
                </c:pt>
                <c:pt idx="47">
                  <c:v>41712</c:v>
                </c:pt>
                <c:pt idx="48">
                  <c:v>41715</c:v>
                </c:pt>
                <c:pt idx="49">
                  <c:v>41716</c:v>
                </c:pt>
                <c:pt idx="50">
                  <c:v>41717</c:v>
                </c:pt>
                <c:pt idx="51">
                  <c:v>41718</c:v>
                </c:pt>
                <c:pt idx="52">
                  <c:v>41719</c:v>
                </c:pt>
                <c:pt idx="53">
                  <c:v>41722</c:v>
                </c:pt>
                <c:pt idx="54">
                  <c:v>41723</c:v>
                </c:pt>
                <c:pt idx="55">
                  <c:v>41724</c:v>
                </c:pt>
                <c:pt idx="56">
                  <c:v>41725</c:v>
                </c:pt>
                <c:pt idx="57">
                  <c:v>41726</c:v>
                </c:pt>
                <c:pt idx="58">
                  <c:v>41729</c:v>
                </c:pt>
                <c:pt idx="59">
                  <c:v>41730</c:v>
                </c:pt>
                <c:pt idx="60">
                  <c:v>41731</c:v>
                </c:pt>
                <c:pt idx="61">
                  <c:v>41732</c:v>
                </c:pt>
                <c:pt idx="62">
                  <c:v>41733</c:v>
                </c:pt>
                <c:pt idx="63">
                  <c:v>41737</c:v>
                </c:pt>
                <c:pt idx="64">
                  <c:v>41738</c:v>
                </c:pt>
                <c:pt idx="65">
                  <c:v>41739</c:v>
                </c:pt>
                <c:pt idx="66">
                  <c:v>41740</c:v>
                </c:pt>
                <c:pt idx="67">
                  <c:v>41743</c:v>
                </c:pt>
                <c:pt idx="68">
                  <c:v>41744</c:v>
                </c:pt>
                <c:pt idx="69">
                  <c:v>41745</c:v>
                </c:pt>
                <c:pt idx="70">
                  <c:v>41746</c:v>
                </c:pt>
                <c:pt idx="71">
                  <c:v>41747</c:v>
                </c:pt>
                <c:pt idx="72">
                  <c:v>41750</c:v>
                </c:pt>
                <c:pt idx="73">
                  <c:v>41751</c:v>
                </c:pt>
                <c:pt idx="74">
                  <c:v>41752</c:v>
                </c:pt>
                <c:pt idx="75">
                  <c:v>41753</c:v>
                </c:pt>
                <c:pt idx="76">
                  <c:v>41754</c:v>
                </c:pt>
                <c:pt idx="77">
                  <c:v>41757</c:v>
                </c:pt>
                <c:pt idx="78">
                  <c:v>41758</c:v>
                </c:pt>
                <c:pt idx="79">
                  <c:v>41759</c:v>
                </c:pt>
                <c:pt idx="80">
                  <c:v>41764</c:v>
                </c:pt>
                <c:pt idx="81">
                  <c:v>41765</c:v>
                </c:pt>
                <c:pt idx="82">
                  <c:v>41766</c:v>
                </c:pt>
                <c:pt idx="83">
                  <c:v>41767</c:v>
                </c:pt>
                <c:pt idx="84">
                  <c:v>41768</c:v>
                </c:pt>
                <c:pt idx="85">
                  <c:v>41771</c:v>
                </c:pt>
                <c:pt idx="86">
                  <c:v>41772</c:v>
                </c:pt>
                <c:pt idx="87">
                  <c:v>41773</c:v>
                </c:pt>
                <c:pt idx="88">
                  <c:v>41774</c:v>
                </c:pt>
                <c:pt idx="89">
                  <c:v>41775</c:v>
                </c:pt>
                <c:pt idx="90">
                  <c:v>41778</c:v>
                </c:pt>
                <c:pt idx="91">
                  <c:v>41779</c:v>
                </c:pt>
                <c:pt idx="92">
                  <c:v>41780</c:v>
                </c:pt>
                <c:pt idx="93">
                  <c:v>41781</c:v>
                </c:pt>
                <c:pt idx="94">
                  <c:v>41782</c:v>
                </c:pt>
                <c:pt idx="95">
                  <c:v>41785</c:v>
                </c:pt>
                <c:pt idx="96">
                  <c:v>41786</c:v>
                </c:pt>
                <c:pt idx="97">
                  <c:v>41787</c:v>
                </c:pt>
                <c:pt idx="98">
                  <c:v>41788</c:v>
                </c:pt>
                <c:pt idx="99">
                  <c:v>41789</c:v>
                </c:pt>
                <c:pt idx="100">
                  <c:v>41793</c:v>
                </c:pt>
                <c:pt idx="101">
                  <c:v>41794</c:v>
                </c:pt>
                <c:pt idx="102">
                  <c:v>41795</c:v>
                </c:pt>
                <c:pt idx="103">
                  <c:v>41796</c:v>
                </c:pt>
                <c:pt idx="104">
                  <c:v>41799</c:v>
                </c:pt>
                <c:pt idx="105">
                  <c:v>41800</c:v>
                </c:pt>
                <c:pt idx="106">
                  <c:v>41801</c:v>
                </c:pt>
                <c:pt idx="107">
                  <c:v>41802</c:v>
                </c:pt>
                <c:pt idx="108">
                  <c:v>41803</c:v>
                </c:pt>
                <c:pt idx="109">
                  <c:v>41806</c:v>
                </c:pt>
                <c:pt idx="110">
                  <c:v>41807</c:v>
                </c:pt>
                <c:pt idx="111">
                  <c:v>41808</c:v>
                </c:pt>
                <c:pt idx="112">
                  <c:v>41809</c:v>
                </c:pt>
                <c:pt idx="113">
                  <c:v>41810</c:v>
                </c:pt>
                <c:pt idx="114">
                  <c:v>41813</c:v>
                </c:pt>
                <c:pt idx="115">
                  <c:v>41814</c:v>
                </c:pt>
                <c:pt idx="116">
                  <c:v>41815</c:v>
                </c:pt>
                <c:pt idx="117">
                  <c:v>41816</c:v>
                </c:pt>
                <c:pt idx="118">
                  <c:v>41817</c:v>
                </c:pt>
                <c:pt idx="119">
                  <c:v>41820</c:v>
                </c:pt>
                <c:pt idx="120">
                  <c:v>41821</c:v>
                </c:pt>
                <c:pt idx="121">
                  <c:v>41822</c:v>
                </c:pt>
                <c:pt idx="122">
                  <c:v>41823</c:v>
                </c:pt>
                <c:pt idx="123">
                  <c:v>41824</c:v>
                </c:pt>
                <c:pt idx="124">
                  <c:v>41827</c:v>
                </c:pt>
                <c:pt idx="125">
                  <c:v>41828</c:v>
                </c:pt>
                <c:pt idx="126">
                  <c:v>41829</c:v>
                </c:pt>
                <c:pt idx="127">
                  <c:v>41830</c:v>
                </c:pt>
                <c:pt idx="128">
                  <c:v>41831</c:v>
                </c:pt>
                <c:pt idx="129">
                  <c:v>41834</c:v>
                </c:pt>
                <c:pt idx="130">
                  <c:v>41835</c:v>
                </c:pt>
                <c:pt idx="131">
                  <c:v>41836</c:v>
                </c:pt>
                <c:pt idx="132">
                  <c:v>41837</c:v>
                </c:pt>
                <c:pt idx="133">
                  <c:v>41838</c:v>
                </c:pt>
                <c:pt idx="134">
                  <c:v>41841</c:v>
                </c:pt>
                <c:pt idx="135">
                  <c:v>41842</c:v>
                </c:pt>
                <c:pt idx="136">
                  <c:v>41843</c:v>
                </c:pt>
                <c:pt idx="137">
                  <c:v>41844</c:v>
                </c:pt>
                <c:pt idx="138">
                  <c:v>41845</c:v>
                </c:pt>
                <c:pt idx="139">
                  <c:v>41848</c:v>
                </c:pt>
                <c:pt idx="140">
                  <c:v>41849</c:v>
                </c:pt>
                <c:pt idx="141">
                  <c:v>41850</c:v>
                </c:pt>
                <c:pt idx="142">
                  <c:v>41851</c:v>
                </c:pt>
                <c:pt idx="143">
                  <c:v>41852</c:v>
                </c:pt>
                <c:pt idx="144">
                  <c:v>41855</c:v>
                </c:pt>
                <c:pt idx="145">
                  <c:v>41856</c:v>
                </c:pt>
                <c:pt idx="146">
                  <c:v>41857</c:v>
                </c:pt>
                <c:pt idx="147">
                  <c:v>41858</c:v>
                </c:pt>
                <c:pt idx="148">
                  <c:v>41859</c:v>
                </c:pt>
                <c:pt idx="149">
                  <c:v>41862</c:v>
                </c:pt>
                <c:pt idx="150">
                  <c:v>41863</c:v>
                </c:pt>
                <c:pt idx="151">
                  <c:v>41864</c:v>
                </c:pt>
                <c:pt idx="152">
                  <c:v>41865</c:v>
                </c:pt>
                <c:pt idx="153">
                  <c:v>41866</c:v>
                </c:pt>
                <c:pt idx="154">
                  <c:v>41869</c:v>
                </c:pt>
                <c:pt idx="155">
                  <c:v>41870</c:v>
                </c:pt>
                <c:pt idx="156">
                  <c:v>41871</c:v>
                </c:pt>
                <c:pt idx="157">
                  <c:v>41872</c:v>
                </c:pt>
                <c:pt idx="158">
                  <c:v>41873</c:v>
                </c:pt>
                <c:pt idx="159">
                  <c:v>41876</c:v>
                </c:pt>
                <c:pt idx="160">
                  <c:v>41877</c:v>
                </c:pt>
                <c:pt idx="161">
                  <c:v>41878</c:v>
                </c:pt>
                <c:pt idx="162">
                  <c:v>41879</c:v>
                </c:pt>
                <c:pt idx="163">
                  <c:v>41880</c:v>
                </c:pt>
                <c:pt idx="164">
                  <c:v>41883</c:v>
                </c:pt>
                <c:pt idx="165">
                  <c:v>41884</c:v>
                </c:pt>
                <c:pt idx="166">
                  <c:v>41885</c:v>
                </c:pt>
                <c:pt idx="167">
                  <c:v>41886</c:v>
                </c:pt>
                <c:pt idx="168">
                  <c:v>41887</c:v>
                </c:pt>
                <c:pt idx="169">
                  <c:v>41891</c:v>
                </c:pt>
                <c:pt idx="170">
                  <c:v>41892</c:v>
                </c:pt>
                <c:pt idx="171">
                  <c:v>41893</c:v>
                </c:pt>
                <c:pt idx="172">
                  <c:v>41894</c:v>
                </c:pt>
                <c:pt idx="173">
                  <c:v>41897</c:v>
                </c:pt>
                <c:pt idx="174">
                  <c:v>41898</c:v>
                </c:pt>
                <c:pt idx="175">
                  <c:v>41899</c:v>
                </c:pt>
                <c:pt idx="176">
                  <c:v>41900</c:v>
                </c:pt>
                <c:pt idx="177">
                  <c:v>41901</c:v>
                </c:pt>
                <c:pt idx="178">
                  <c:v>41904</c:v>
                </c:pt>
                <c:pt idx="179">
                  <c:v>41905</c:v>
                </c:pt>
                <c:pt idx="180">
                  <c:v>41906</c:v>
                </c:pt>
                <c:pt idx="181">
                  <c:v>41907</c:v>
                </c:pt>
                <c:pt idx="182">
                  <c:v>41908</c:v>
                </c:pt>
                <c:pt idx="183">
                  <c:v>41911</c:v>
                </c:pt>
                <c:pt idx="184">
                  <c:v>41912</c:v>
                </c:pt>
                <c:pt idx="185">
                  <c:v>41920</c:v>
                </c:pt>
                <c:pt idx="186">
                  <c:v>41921</c:v>
                </c:pt>
                <c:pt idx="187">
                  <c:v>41922</c:v>
                </c:pt>
                <c:pt idx="188">
                  <c:v>41925</c:v>
                </c:pt>
                <c:pt idx="189">
                  <c:v>41926</c:v>
                </c:pt>
                <c:pt idx="190">
                  <c:v>41927</c:v>
                </c:pt>
                <c:pt idx="191">
                  <c:v>41928</c:v>
                </c:pt>
                <c:pt idx="192">
                  <c:v>41929</c:v>
                </c:pt>
                <c:pt idx="193">
                  <c:v>41932</c:v>
                </c:pt>
                <c:pt idx="194">
                  <c:v>41933</c:v>
                </c:pt>
                <c:pt idx="195">
                  <c:v>41934</c:v>
                </c:pt>
                <c:pt idx="196">
                  <c:v>41935</c:v>
                </c:pt>
                <c:pt idx="197">
                  <c:v>41936</c:v>
                </c:pt>
                <c:pt idx="198">
                  <c:v>41939</c:v>
                </c:pt>
                <c:pt idx="199">
                  <c:v>41940</c:v>
                </c:pt>
                <c:pt idx="200">
                  <c:v>41941</c:v>
                </c:pt>
                <c:pt idx="201">
                  <c:v>41942</c:v>
                </c:pt>
                <c:pt idx="202">
                  <c:v>41943</c:v>
                </c:pt>
                <c:pt idx="203">
                  <c:v>41946</c:v>
                </c:pt>
                <c:pt idx="204">
                  <c:v>41947</c:v>
                </c:pt>
                <c:pt idx="205">
                  <c:v>41948</c:v>
                </c:pt>
                <c:pt idx="206">
                  <c:v>41949</c:v>
                </c:pt>
                <c:pt idx="207">
                  <c:v>41950</c:v>
                </c:pt>
                <c:pt idx="208">
                  <c:v>41953</c:v>
                </c:pt>
                <c:pt idx="209">
                  <c:v>41954</c:v>
                </c:pt>
                <c:pt idx="210">
                  <c:v>41955</c:v>
                </c:pt>
                <c:pt idx="211">
                  <c:v>41956</c:v>
                </c:pt>
                <c:pt idx="212">
                  <c:v>41957</c:v>
                </c:pt>
                <c:pt idx="213">
                  <c:v>41960</c:v>
                </c:pt>
                <c:pt idx="214">
                  <c:v>41961</c:v>
                </c:pt>
                <c:pt idx="215">
                  <c:v>41962</c:v>
                </c:pt>
                <c:pt idx="216">
                  <c:v>41963</c:v>
                </c:pt>
                <c:pt idx="217">
                  <c:v>41964</c:v>
                </c:pt>
                <c:pt idx="218">
                  <c:v>41967</c:v>
                </c:pt>
                <c:pt idx="219">
                  <c:v>41968</c:v>
                </c:pt>
                <c:pt idx="220">
                  <c:v>41969</c:v>
                </c:pt>
                <c:pt idx="221">
                  <c:v>41970</c:v>
                </c:pt>
                <c:pt idx="222">
                  <c:v>41971</c:v>
                </c:pt>
                <c:pt idx="223">
                  <c:v>41974</c:v>
                </c:pt>
                <c:pt idx="224">
                  <c:v>41975</c:v>
                </c:pt>
                <c:pt idx="225">
                  <c:v>41976</c:v>
                </c:pt>
                <c:pt idx="226">
                  <c:v>41977</c:v>
                </c:pt>
                <c:pt idx="227">
                  <c:v>41978</c:v>
                </c:pt>
                <c:pt idx="228">
                  <c:v>41981</c:v>
                </c:pt>
                <c:pt idx="229">
                  <c:v>41982</c:v>
                </c:pt>
                <c:pt idx="230">
                  <c:v>41983</c:v>
                </c:pt>
                <c:pt idx="231">
                  <c:v>41984</c:v>
                </c:pt>
                <c:pt idx="232">
                  <c:v>41985</c:v>
                </c:pt>
                <c:pt idx="233">
                  <c:v>41988</c:v>
                </c:pt>
                <c:pt idx="234">
                  <c:v>41989</c:v>
                </c:pt>
                <c:pt idx="235">
                  <c:v>41990</c:v>
                </c:pt>
                <c:pt idx="236">
                  <c:v>41991</c:v>
                </c:pt>
                <c:pt idx="237">
                  <c:v>41992</c:v>
                </c:pt>
                <c:pt idx="238">
                  <c:v>41995</c:v>
                </c:pt>
                <c:pt idx="239">
                  <c:v>41996</c:v>
                </c:pt>
                <c:pt idx="240">
                  <c:v>41997</c:v>
                </c:pt>
                <c:pt idx="241">
                  <c:v>41998</c:v>
                </c:pt>
                <c:pt idx="242">
                  <c:v>41999</c:v>
                </c:pt>
                <c:pt idx="243">
                  <c:v>42002</c:v>
                </c:pt>
                <c:pt idx="244">
                  <c:v>42003</c:v>
                </c:pt>
                <c:pt idx="245">
                  <c:v>42004</c:v>
                </c:pt>
                <c:pt idx="246">
                  <c:v>42009</c:v>
                </c:pt>
                <c:pt idx="247">
                  <c:v>42010</c:v>
                </c:pt>
                <c:pt idx="248">
                  <c:v>42011</c:v>
                </c:pt>
                <c:pt idx="249">
                  <c:v>42012</c:v>
                </c:pt>
                <c:pt idx="250">
                  <c:v>42013</c:v>
                </c:pt>
                <c:pt idx="251">
                  <c:v>42016</c:v>
                </c:pt>
                <c:pt idx="252">
                  <c:v>42017</c:v>
                </c:pt>
                <c:pt idx="253">
                  <c:v>42018</c:v>
                </c:pt>
                <c:pt idx="254">
                  <c:v>42019</c:v>
                </c:pt>
                <c:pt idx="255">
                  <c:v>42020</c:v>
                </c:pt>
                <c:pt idx="256">
                  <c:v>42023</c:v>
                </c:pt>
                <c:pt idx="257">
                  <c:v>42024</c:v>
                </c:pt>
                <c:pt idx="258">
                  <c:v>42025</c:v>
                </c:pt>
                <c:pt idx="259">
                  <c:v>42026</c:v>
                </c:pt>
                <c:pt idx="260">
                  <c:v>42027</c:v>
                </c:pt>
                <c:pt idx="261">
                  <c:v>42030</c:v>
                </c:pt>
                <c:pt idx="262">
                  <c:v>42031</c:v>
                </c:pt>
                <c:pt idx="263">
                  <c:v>42032</c:v>
                </c:pt>
                <c:pt idx="264">
                  <c:v>42033</c:v>
                </c:pt>
                <c:pt idx="265">
                  <c:v>42034</c:v>
                </c:pt>
                <c:pt idx="266">
                  <c:v>42037</c:v>
                </c:pt>
                <c:pt idx="267">
                  <c:v>42038</c:v>
                </c:pt>
                <c:pt idx="268">
                  <c:v>42039</c:v>
                </c:pt>
                <c:pt idx="269">
                  <c:v>42040</c:v>
                </c:pt>
                <c:pt idx="270">
                  <c:v>42041</c:v>
                </c:pt>
                <c:pt idx="271">
                  <c:v>42044</c:v>
                </c:pt>
                <c:pt idx="272">
                  <c:v>42045</c:v>
                </c:pt>
                <c:pt idx="273">
                  <c:v>42046</c:v>
                </c:pt>
                <c:pt idx="274">
                  <c:v>42047</c:v>
                </c:pt>
                <c:pt idx="275">
                  <c:v>42048</c:v>
                </c:pt>
                <c:pt idx="276">
                  <c:v>42051</c:v>
                </c:pt>
                <c:pt idx="277">
                  <c:v>42052</c:v>
                </c:pt>
                <c:pt idx="278">
                  <c:v>42060</c:v>
                </c:pt>
                <c:pt idx="279">
                  <c:v>42061</c:v>
                </c:pt>
                <c:pt idx="280">
                  <c:v>42062</c:v>
                </c:pt>
                <c:pt idx="281">
                  <c:v>42065</c:v>
                </c:pt>
                <c:pt idx="282">
                  <c:v>42066</c:v>
                </c:pt>
                <c:pt idx="283">
                  <c:v>42067</c:v>
                </c:pt>
                <c:pt idx="284">
                  <c:v>42068</c:v>
                </c:pt>
                <c:pt idx="285">
                  <c:v>42069</c:v>
                </c:pt>
                <c:pt idx="286">
                  <c:v>42072</c:v>
                </c:pt>
                <c:pt idx="287">
                  <c:v>42073</c:v>
                </c:pt>
                <c:pt idx="288">
                  <c:v>42074</c:v>
                </c:pt>
                <c:pt idx="289">
                  <c:v>42075</c:v>
                </c:pt>
                <c:pt idx="290">
                  <c:v>42076</c:v>
                </c:pt>
                <c:pt idx="291">
                  <c:v>42079</c:v>
                </c:pt>
                <c:pt idx="292">
                  <c:v>42080</c:v>
                </c:pt>
                <c:pt idx="293">
                  <c:v>42081</c:v>
                </c:pt>
                <c:pt idx="294">
                  <c:v>42082</c:v>
                </c:pt>
                <c:pt idx="295">
                  <c:v>42083</c:v>
                </c:pt>
                <c:pt idx="296">
                  <c:v>42086</c:v>
                </c:pt>
                <c:pt idx="297">
                  <c:v>42087</c:v>
                </c:pt>
                <c:pt idx="298">
                  <c:v>42088</c:v>
                </c:pt>
                <c:pt idx="299">
                  <c:v>42089</c:v>
                </c:pt>
                <c:pt idx="300">
                  <c:v>42090</c:v>
                </c:pt>
                <c:pt idx="301">
                  <c:v>42093</c:v>
                </c:pt>
                <c:pt idx="302">
                  <c:v>42094</c:v>
                </c:pt>
                <c:pt idx="303">
                  <c:v>42095</c:v>
                </c:pt>
                <c:pt idx="304">
                  <c:v>42096</c:v>
                </c:pt>
                <c:pt idx="305">
                  <c:v>42097</c:v>
                </c:pt>
                <c:pt idx="306">
                  <c:v>42101</c:v>
                </c:pt>
                <c:pt idx="307">
                  <c:v>42102</c:v>
                </c:pt>
                <c:pt idx="308">
                  <c:v>42103</c:v>
                </c:pt>
                <c:pt idx="309">
                  <c:v>42104</c:v>
                </c:pt>
                <c:pt idx="310">
                  <c:v>42107</c:v>
                </c:pt>
                <c:pt idx="311">
                  <c:v>42108</c:v>
                </c:pt>
                <c:pt idx="312">
                  <c:v>42109</c:v>
                </c:pt>
                <c:pt idx="313">
                  <c:v>42110</c:v>
                </c:pt>
                <c:pt idx="314">
                  <c:v>42111</c:v>
                </c:pt>
                <c:pt idx="315">
                  <c:v>42114</c:v>
                </c:pt>
                <c:pt idx="316">
                  <c:v>42115</c:v>
                </c:pt>
                <c:pt idx="317">
                  <c:v>42116</c:v>
                </c:pt>
                <c:pt idx="318">
                  <c:v>42117</c:v>
                </c:pt>
                <c:pt idx="319">
                  <c:v>42118</c:v>
                </c:pt>
                <c:pt idx="320">
                  <c:v>42121</c:v>
                </c:pt>
                <c:pt idx="321">
                  <c:v>42122</c:v>
                </c:pt>
                <c:pt idx="322">
                  <c:v>42123</c:v>
                </c:pt>
                <c:pt idx="323">
                  <c:v>42124</c:v>
                </c:pt>
                <c:pt idx="324">
                  <c:v>42128</c:v>
                </c:pt>
                <c:pt idx="325">
                  <c:v>42129</c:v>
                </c:pt>
                <c:pt idx="326">
                  <c:v>42130</c:v>
                </c:pt>
                <c:pt idx="327">
                  <c:v>42131</c:v>
                </c:pt>
                <c:pt idx="328">
                  <c:v>42132</c:v>
                </c:pt>
                <c:pt idx="329">
                  <c:v>42135</c:v>
                </c:pt>
                <c:pt idx="330">
                  <c:v>42136</c:v>
                </c:pt>
                <c:pt idx="331">
                  <c:v>42137</c:v>
                </c:pt>
                <c:pt idx="332">
                  <c:v>42138</c:v>
                </c:pt>
                <c:pt idx="333">
                  <c:v>42139</c:v>
                </c:pt>
                <c:pt idx="334">
                  <c:v>42142</c:v>
                </c:pt>
                <c:pt idx="335">
                  <c:v>42143</c:v>
                </c:pt>
                <c:pt idx="336">
                  <c:v>42144</c:v>
                </c:pt>
                <c:pt idx="337">
                  <c:v>42145</c:v>
                </c:pt>
                <c:pt idx="338">
                  <c:v>42146</c:v>
                </c:pt>
                <c:pt idx="339">
                  <c:v>42149</c:v>
                </c:pt>
                <c:pt idx="340">
                  <c:v>42150</c:v>
                </c:pt>
                <c:pt idx="341">
                  <c:v>42151</c:v>
                </c:pt>
                <c:pt idx="342">
                  <c:v>42152</c:v>
                </c:pt>
                <c:pt idx="343">
                  <c:v>42153</c:v>
                </c:pt>
                <c:pt idx="344">
                  <c:v>42156</c:v>
                </c:pt>
                <c:pt idx="345">
                  <c:v>42157</c:v>
                </c:pt>
                <c:pt idx="346">
                  <c:v>42158</c:v>
                </c:pt>
                <c:pt idx="347">
                  <c:v>42159</c:v>
                </c:pt>
                <c:pt idx="348">
                  <c:v>42160</c:v>
                </c:pt>
                <c:pt idx="349">
                  <c:v>42163</c:v>
                </c:pt>
                <c:pt idx="350">
                  <c:v>42164</c:v>
                </c:pt>
                <c:pt idx="351">
                  <c:v>42165</c:v>
                </c:pt>
                <c:pt idx="352">
                  <c:v>42166</c:v>
                </c:pt>
                <c:pt idx="353">
                  <c:v>42167</c:v>
                </c:pt>
                <c:pt idx="354">
                  <c:v>42170</c:v>
                </c:pt>
                <c:pt idx="355">
                  <c:v>42171</c:v>
                </c:pt>
                <c:pt idx="356">
                  <c:v>42172</c:v>
                </c:pt>
                <c:pt idx="357">
                  <c:v>42173</c:v>
                </c:pt>
                <c:pt idx="358">
                  <c:v>42174</c:v>
                </c:pt>
                <c:pt idx="359">
                  <c:v>42178</c:v>
                </c:pt>
                <c:pt idx="360">
                  <c:v>42179</c:v>
                </c:pt>
                <c:pt idx="361">
                  <c:v>42180</c:v>
                </c:pt>
                <c:pt idx="362">
                  <c:v>42181</c:v>
                </c:pt>
                <c:pt idx="363">
                  <c:v>42184</c:v>
                </c:pt>
                <c:pt idx="364">
                  <c:v>42185</c:v>
                </c:pt>
                <c:pt idx="365">
                  <c:v>42186</c:v>
                </c:pt>
                <c:pt idx="366">
                  <c:v>42187</c:v>
                </c:pt>
                <c:pt idx="367">
                  <c:v>42188</c:v>
                </c:pt>
                <c:pt idx="368">
                  <c:v>42191</c:v>
                </c:pt>
                <c:pt idx="369">
                  <c:v>42192</c:v>
                </c:pt>
                <c:pt idx="370">
                  <c:v>42193</c:v>
                </c:pt>
                <c:pt idx="371">
                  <c:v>42194</c:v>
                </c:pt>
                <c:pt idx="372">
                  <c:v>42195</c:v>
                </c:pt>
                <c:pt idx="373">
                  <c:v>42198</c:v>
                </c:pt>
                <c:pt idx="374">
                  <c:v>42199</c:v>
                </c:pt>
                <c:pt idx="375">
                  <c:v>42200</c:v>
                </c:pt>
                <c:pt idx="376">
                  <c:v>42201</c:v>
                </c:pt>
                <c:pt idx="377">
                  <c:v>42202</c:v>
                </c:pt>
                <c:pt idx="378">
                  <c:v>42205</c:v>
                </c:pt>
                <c:pt idx="379">
                  <c:v>42206</c:v>
                </c:pt>
                <c:pt idx="380">
                  <c:v>42207</c:v>
                </c:pt>
                <c:pt idx="381">
                  <c:v>42208</c:v>
                </c:pt>
                <c:pt idx="382">
                  <c:v>42209</c:v>
                </c:pt>
                <c:pt idx="383">
                  <c:v>42212</c:v>
                </c:pt>
                <c:pt idx="384">
                  <c:v>42213</c:v>
                </c:pt>
                <c:pt idx="385">
                  <c:v>42214</c:v>
                </c:pt>
                <c:pt idx="386">
                  <c:v>42215</c:v>
                </c:pt>
                <c:pt idx="387">
                  <c:v>42216</c:v>
                </c:pt>
                <c:pt idx="388">
                  <c:v>42219</c:v>
                </c:pt>
                <c:pt idx="389">
                  <c:v>42220</c:v>
                </c:pt>
                <c:pt idx="390">
                  <c:v>42221</c:v>
                </c:pt>
                <c:pt idx="391">
                  <c:v>42222</c:v>
                </c:pt>
                <c:pt idx="392">
                  <c:v>42223</c:v>
                </c:pt>
                <c:pt idx="393">
                  <c:v>42226</c:v>
                </c:pt>
                <c:pt idx="394">
                  <c:v>42227</c:v>
                </c:pt>
                <c:pt idx="395">
                  <c:v>42228</c:v>
                </c:pt>
                <c:pt idx="396">
                  <c:v>42229</c:v>
                </c:pt>
                <c:pt idx="397">
                  <c:v>42230</c:v>
                </c:pt>
                <c:pt idx="398">
                  <c:v>42233</c:v>
                </c:pt>
                <c:pt idx="399">
                  <c:v>42234</c:v>
                </c:pt>
                <c:pt idx="400">
                  <c:v>42235</c:v>
                </c:pt>
                <c:pt idx="401">
                  <c:v>42236</c:v>
                </c:pt>
                <c:pt idx="402">
                  <c:v>42237</c:v>
                </c:pt>
                <c:pt idx="403">
                  <c:v>42240</c:v>
                </c:pt>
                <c:pt idx="404">
                  <c:v>42241</c:v>
                </c:pt>
                <c:pt idx="405">
                  <c:v>42242</c:v>
                </c:pt>
                <c:pt idx="406">
                  <c:v>42243</c:v>
                </c:pt>
                <c:pt idx="407">
                  <c:v>42244</c:v>
                </c:pt>
                <c:pt idx="408">
                  <c:v>42247</c:v>
                </c:pt>
                <c:pt idx="409">
                  <c:v>42248</c:v>
                </c:pt>
                <c:pt idx="410">
                  <c:v>42249</c:v>
                </c:pt>
                <c:pt idx="411">
                  <c:v>42254</c:v>
                </c:pt>
                <c:pt idx="412">
                  <c:v>42255</c:v>
                </c:pt>
                <c:pt idx="413">
                  <c:v>42256</c:v>
                </c:pt>
                <c:pt idx="414">
                  <c:v>42257</c:v>
                </c:pt>
                <c:pt idx="415">
                  <c:v>42258</c:v>
                </c:pt>
                <c:pt idx="416">
                  <c:v>42261</c:v>
                </c:pt>
                <c:pt idx="417">
                  <c:v>42262</c:v>
                </c:pt>
                <c:pt idx="418">
                  <c:v>42263</c:v>
                </c:pt>
                <c:pt idx="419">
                  <c:v>42264</c:v>
                </c:pt>
                <c:pt idx="420">
                  <c:v>42265</c:v>
                </c:pt>
                <c:pt idx="421">
                  <c:v>42268</c:v>
                </c:pt>
                <c:pt idx="422">
                  <c:v>42269</c:v>
                </c:pt>
                <c:pt idx="423">
                  <c:v>42270</c:v>
                </c:pt>
                <c:pt idx="424">
                  <c:v>42271</c:v>
                </c:pt>
                <c:pt idx="425">
                  <c:v>42272</c:v>
                </c:pt>
                <c:pt idx="426">
                  <c:v>42275</c:v>
                </c:pt>
                <c:pt idx="427">
                  <c:v>42276</c:v>
                </c:pt>
                <c:pt idx="428">
                  <c:v>42277</c:v>
                </c:pt>
                <c:pt idx="429">
                  <c:v>42285</c:v>
                </c:pt>
                <c:pt idx="430">
                  <c:v>42286</c:v>
                </c:pt>
                <c:pt idx="431">
                  <c:v>42289</c:v>
                </c:pt>
                <c:pt idx="432">
                  <c:v>42290</c:v>
                </c:pt>
                <c:pt idx="433">
                  <c:v>42291</c:v>
                </c:pt>
                <c:pt idx="434">
                  <c:v>42292</c:v>
                </c:pt>
                <c:pt idx="435">
                  <c:v>42293</c:v>
                </c:pt>
                <c:pt idx="436">
                  <c:v>42296</c:v>
                </c:pt>
                <c:pt idx="437">
                  <c:v>42297</c:v>
                </c:pt>
                <c:pt idx="438">
                  <c:v>42298</c:v>
                </c:pt>
                <c:pt idx="439">
                  <c:v>42299</c:v>
                </c:pt>
                <c:pt idx="440">
                  <c:v>42300</c:v>
                </c:pt>
                <c:pt idx="441">
                  <c:v>42303</c:v>
                </c:pt>
                <c:pt idx="442">
                  <c:v>42304</c:v>
                </c:pt>
                <c:pt idx="443">
                  <c:v>42305</c:v>
                </c:pt>
                <c:pt idx="444">
                  <c:v>42306</c:v>
                </c:pt>
                <c:pt idx="445">
                  <c:v>42307</c:v>
                </c:pt>
                <c:pt idx="446">
                  <c:v>42310</c:v>
                </c:pt>
                <c:pt idx="447">
                  <c:v>42311</c:v>
                </c:pt>
                <c:pt idx="448">
                  <c:v>42312</c:v>
                </c:pt>
                <c:pt idx="449">
                  <c:v>42313</c:v>
                </c:pt>
                <c:pt idx="450">
                  <c:v>42314</c:v>
                </c:pt>
                <c:pt idx="451">
                  <c:v>42317</c:v>
                </c:pt>
                <c:pt idx="452">
                  <c:v>42318</c:v>
                </c:pt>
                <c:pt idx="453">
                  <c:v>42319</c:v>
                </c:pt>
                <c:pt idx="454">
                  <c:v>42320</c:v>
                </c:pt>
                <c:pt idx="455">
                  <c:v>42321</c:v>
                </c:pt>
                <c:pt idx="456">
                  <c:v>42324</c:v>
                </c:pt>
                <c:pt idx="457">
                  <c:v>42325</c:v>
                </c:pt>
                <c:pt idx="458">
                  <c:v>42326</c:v>
                </c:pt>
                <c:pt idx="459">
                  <c:v>42327</c:v>
                </c:pt>
                <c:pt idx="460">
                  <c:v>42328</c:v>
                </c:pt>
                <c:pt idx="461">
                  <c:v>42331</c:v>
                </c:pt>
                <c:pt idx="462">
                  <c:v>42332</c:v>
                </c:pt>
                <c:pt idx="463">
                  <c:v>42333</c:v>
                </c:pt>
                <c:pt idx="464">
                  <c:v>42334</c:v>
                </c:pt>
                <c:pt idx="465">
                  <c:v>42335</c:v>
                </c:pt>
                <c:pt idx="466">
                  <c:v>42338</c:v>
                </c:pt>
                <c:pt idx="467">
                  <c:v>42339</c:v>
                </c:pt>
                <c:pt idx="468">
                  <c:v>42340</c:v>
                </c:pt>
                <c:pt idx="469">
                  <c:v>42341</c:v>
                </c:pt>
                <c:pt idx="470">
                  <c:v>42342</c:v>
                </c:pt>
                <c:pt idx="471">
                  <c:v>42345</c:v>
                </c:pt>
                <c:pt idx="472">
                  <c:v>42346</c:v>
                </c:pt>
                <c:pt idx="473">
                  <c:v>42347</c:v>
                </c:pt>
                <c:pt idx="474">
                  <c:v>42348</c:v>
                </c:pt>
                <c:pt idx="475">
                  <c:v>42349</c:v>
                </c:pt>
                <c:pt idx="476">
                  <c:v>42352</c:v>
                </c:pt>
                <c:pt idx="477">
                  <c:v>42353</c:v>
                </c:pt>
                <c:pt idx="478">
                  <c:v>42354</c:v>
                </c:pt>
                <c:pt idx="479">
                  <c:v>42355</c:v>
                </c:pt>
                <c:pt idx="480">
                  <c:v>42356</c:v>
                </c:pt>
                <c:pt idx="481">
                  <c:v>42359</c:v>
                </c:pt>
                <c:pt idx="482">
                  <c:v>42360</c:v>
                </c:pt>
                <c:pt idx="483">
                  <c:v>42361</c:v>
                </c:pt>
                <c:pt idx="484">
                  <c:v>42362</c:v>
                </c:pt>
                <c:pt idx="485">
                  <c:v>42363</c:v>
                </c:pt>
                <c:pt idx="486">
                  <c:v>42366</c:v>
                </c:pt>
                <c:pt idx="487">
                  <c:v>42367</c:v>
                </c:pt>
                <c:pt idx="488">
                  <c:v>42368</c:v>
                </c:pt>
                <c:pt idx="489">
                  <c:v>42369</c:v>
                </c:pt>
                <c:pt idx="490">
                  <c:v>42373</c:v>
                </c:pt>
                <c:pt idx="491">
                  <c:v>42374</c:v>
                </c:pt>
                <c:pt idx="492">
                  <c:v>42375</c:v>
                </c:pt>
                <c:pt idx="493">
                  <c:v>42376</c:v>
                </c:pt>
                <c:pt idx="494">
                  <c:v>42377</c:v>
                </c:pt>
                <c:pt idx="495">
                  <c:v>42380</c:v>
                </c:pt>
                <c:pt idx="496">
                  <c:v>42381</c:v>
                </c:pt>
                <c:pt idx="497">
                  <c:v>42382</c:v>
                </c:pt>
                <c:pt idx="498">
                  <c:v>42383</c:v>
                </c:pt>
                <c:pt idx="499">
                  <c:v>42384</c:v>
                </c:pt>
                <c:pt idx="500">
                  <c:v>42387</c:v>
                </c:pt>
                <c:pt idx="501">
                  <c:v>42388</c:v>
                </c:pt>
                <c:pt idx="502">
                  <c:v>42389</c:v>
                </c:pt>
                <c:pt idx="503">
                  <c:v>42390</c:v>
                </c:pt>
                <c:pt idx="504">
                  <c:v>42391</c:v>
                </c:pt>
                <c:pt idx="505">
                  <c:v>42394</c:v>
                </c:pt>
                <c:pt idx="506">
                  <c:v>42395</c:v>
                </c:pt>
                <c:pt idx="507">
                  <c:v>42396</c:v>
                </c:pt>
                <c:pt idx="508">
                  <c:v>42397</c:v>
                </c:pt>
                <c:pt idx="509">
                  <c:v>42398</c:v>
                </c:pt>
                <c:pt idx="510">
                  <c:v>42401</c:v>
                </c:pt>
                <c:pt idx="511">
                  <c:v>42402</c:v>
                </c:pt>
                <c:pt idx="512">
                  <c:v>42403</c:v>
                </c:pt>
                <c:pt idx="513">
                  <c:v>42404</c:v>
                </c:pt>
                <c:pt idx="514">
                  <c:v>42405</c:v>
                </c:pt>
                <c:pt idx="515">
                  <c:v>42415</c:v>
                </c:pt>
                <c:pt idx="516">
                  <c:v>42416</c:v>
                </c:pt>
                <c:pt idx="517">
                  <c:v>42417</c:v>
                </c:pt>
                <c:pt idx="518">
                  <c:v>42418</c:v>
                </c:pt>
                <c:pt idx="519">
                  <c:v>42419</c:v>
                </c:pt>
                <c:pt idx="520">
                  <c:v>42422</c:v>
                </c:pt>
                <c:pt idx="521">
                  <c:v>42423</c:v>
                </c:pt>
                <c:pt idx="522">
                  <c:v>42424</c:v>
                </c:pt>
                <c:pt idx="523">
                  <c:v>42425</c:v>
                </c:pt>
                <c:pt idx="524">
                  <c:v>42426</c:v>
                </c:pt>
                <c:pt idx="525">
                  <c:v>42429</c:v>
                </c:pt>
                <c:pt idx="526">
                  <c:v>42430</c:v>
                </c:pt>
                <c:pt idx="527">
                  <c:v>42431</c:v>
                </c:pt>
                <c:pt idx="528">
                  <c:v>42432</c:v>
                </c:pt>
                <c:pt idx="529">
                  <c:v>42433</c:v>
                </c:pt>
                <c:pt idx="530">
                  <c:v>42436</c:v>
                </c:pt>
                <c:pt idx="531">
                  <c:v>42437</c:v>
                </c:pt>
                <c:pt idx="532">
                  <c:v>42438</c:v>
                </c:pt>
                <c:pt idx="533">
                  <c:v>42439</c:v>
                </c:pt>
                <c:pt idx="534">
                  <c:v>42440</c:v>
                </c:pt>
                <c:pt idx="535">
                  <c:v>42443</c:v>
                </c:pt>
                <c:pt idx="536">
                  <c:v>42444</c:v>
                </c:pt>
                <c:pt idx="537">
                  <c:v>42445</c:v>
                </c:pt>
                <c:pt idx="538">
                  <c:v>42446</c:v>
                </c:pt>
                <c:pt idx="539">
                  <c:v>42447</c:v>
                </c:pt>
                <c:pt idx="540">
                  <c:v>42450</c:v>
                </c:pt>
                <c:pt idx="541">
                  <c:v>42451</c:v>
                </c:pt>
                <c:pt idx="542">
                  <c:v>42452</c:v>
                </c:pt>
                <c:pt idx="543">
                  <c:v>42453</c:v>
                </c:pt>
                <c:pt idx="544">
                  <c:v>42454</c:v>
                </c:pt>
                <c:pt idx="545">
                  <c:v>42457</c:v>
                </c:pt>
                <c:pt idx="546">
                  <c:v>42458</c:v>
                </c:pt>
                <c:pt idx="547">
                  <c:v>42459</c:v>
                </c:pt>
                <c:pt idx="548">
                  <c:v>42460</c:v>
                </c:pt>
                <c:pt idx="549">
                  <c:v>42461</c:v>
                </c:pt>
                <c:pt idx="550">
                  <c:v>42465</c:v>
                </c:pt>
                <c:pt idx="551">
                  <c:v>42466</c:v>
                </c:pt>
                <c:pt idx="552">
                  <c:v>42467</c:v>
                </c:pt>
                <c:pt idx="553">
                  <c:v>42468</c:v>
                </c:pt>
                <c:pt idx="554">
                  <c:v>42471</c:v>
                </c:pt>
                <c:pt idx="555">
                  <c:v>42472</c:v>
                </c:pt>
                <c:pt idx="556">
                  <c:v>42473</c:v>
                </c:pt>
                <c:pt idx="557">
                  <c:v>42474</c:v>
                </c:pt>
                <c:pt idx="558">
                  <c:v>42475</c:v>
                </c:pt>
                <c:pt idx="559">
                  <c:v>42478</c:v>
                </c:pt>
                <c:pt idx="560">
                  <c:v>42479</c:v>
                </c:pt>
                <c:pt idx="561">
                  <c:v>42480</c:v>
                </c:pt>
                <c:pt idx="562">
                  <c:v>42481</c:v>
                </c:pt>
                <c:pt idx="563">
                  <c:v>42482</c:v>
                </c:pt>
                <c:pt idx="564">
                  <c:v>42485</c:v>
                </c:pt>
                <c:pt idx="565">
                  <c:v>42486</c:v>
                </c:pt>
                <c:pt idx="566">
                  <c:v>42487</c:v>
                </c:pt>
                <c:pt idx="567">
                  <c:v>42488</c:v>
                </c:pt>
                <c:pt idx="568">
                  <c:v>42489</c:v>
                </c:pt>
                <c:pt idx="569">
                  <c:v>42493</c:v>
                </c:pt>
                <c:pt idx="570">
                  <c:v>42494</c:v>
                </c:pt>
                <c:pt idx="571">
                  <c:v>42495</c:v>
                </c:pt>
                <c:pt idx="572">
                  <c:v>42496</c:v>
                </c:pt>
                <c:pt idx="573">
                  <c:v>42499</c:v>
                </c:pt>
                <c:pt idx="574">
                  <c:v>42500</c:v>
                </c:pt>
                <c:pt idx="575">
                  <c:v>42501</c:v>
                </c:pt>
                <c:pt idx="576">
                  <c:v>42502</c:v>
                </c:pt>
                <c:pt idx="577">
                  <c:v>42503</c:v>
                </c:pt>
                <c:pt idx="578">
                  <c:v>42506</c:v>
                </c:pt>
                <c:pt idx="579">
                  <c:v>42507</c:v>
                </c:pt>
                <c:pt idx="580">
                  <c:v>42508</c:v>
                </c:pt>
                <c:pt idx="581">
                  <c:v>42509</c:v>
                </c:pt>
                <c:pt idx="582">
                  <c:v>42510</c:v>
                </c:pt>
                <c:pt idx="583">
                  <c:v>42513</c:v>
                </c:pt>
                <c:pt idx="584">
                  <c:v>42514</c:v>
                </c:pt>
                <c:pt idx="585">
                  <c:v>42515</c:v>
                </c:pt>
                <c:pt idx="586">
                  <c:v>42516</c:v>
                </c:pt>
                <c:pt idx="587">
                  <c:v>42517</c:v>
                </c:pt>
                <c:pt idx="588">
                  <c:v>42520</c:v>
                </c:pt>
                <c:pt idx="589">
                  <c:v>42521</c:v>
                </c:pt>
                <c:pt idx="590">
                  <c:v>42522</c:v>
                </c:pt>
                <c:pt idx="591">
                  <c:v>42523</c:v>
                </c:pt>
                <c:pt idx="592">
                  <c:v>42524</c:v>
                </c:pt>
                <c:pt idx="593">
                  <c:v>42527</c:v>
                </c:pt>
                <c:pt idx="594">
                  <c:v>42528</c:v>
                </c:pt>
                <c:pt idx="595">
                  <c:v>42529</c:v>
                </c:pt>
                <c:pt idx="596">
                  <c:v>42534</c:v>
                </c:pt>
                <c:pt idx="597">
                  <c:v>42535</c:v>
                </c:pt>
                <c:pt idx="598">
                  <c:v>42536</c:v>
                </c:pt>
                <c:pt idx="599">
                  <c:v>42537</c:v>
                </c:pt>
                <c:pt idx="600">
                  <c:v>42538</c:v>
                </c:pt>
                <c:pt idx="601">
                  <c:v>42541</c:v>
                </c:pt>
                <c:pt idx="602">
                  <c:v>42542</c:v>
                </c:pt>
                <c:pt idx="603">
                  <c:v>42543</c:v>
                </c:pt>
                <c:pt idx="604">
                  <c:v>42544</c:v>
                </c:pt>
                <c:pt idx="605">
                  <c:v>42545</c:v>
                </c:pt>
                <c:pt idx="606">
                  <c:v>42548</c:v>
                </c:pt>
                <c:pt idx="607">
                  <c:v>42549</c:v>
                </c:pt>
                <c:pt idx="608">
                  <c:v>42550</c:v>
                </c:pt>
                <c:pt idx="609">
                  <c:v>42551</c:v>
                </c:pt>
                <c:pt idx="610">
                  <c:v>42552</c:v>
                </c:pt>
                <c:pt idx="611">
                  <c:v>42555</c:v>
                </c:pt>
                <c:pt idx="612">
                  <c:v>42556</c:v>
                </c:pt>
                <c:pt idx="613">
                  <c:v>42557</c:v>
                </c:pt>
                <c:pt idx="614">
                  <c:v>42558</c:v>
                </c:pt>
                <c:pt idx="615">
                  <c:v>42559</c:v>
                </c:pt>
                <c:pt idx="616">
                  <c:v>42562</c:v>
                </c:pt>
                <c:pt idx="617">
                  <c:v>42563</c:v>
                </c:pt>
                <c:pt idx="618">
                  <c:v>42564</c:v>
                </c:pt>
                <c:pt idx="619">
                  <c:v>42565</c:v>
                </c:pt>
                <c:pt idx="620">
                  <c:v>42566</c:v>
                </c:pt>
                <c:pt idx="621">
                  <c:v>42569</c:v>
                </c:pt>
                <c:pt idx="622">
                  <c:v>42570</c:v>
                </c:pt>
                <c:pt idx="623">
                  <c:v>42571</c:v>
                </c:pt>
                <c:pt idx="624">
                  <c:v>42572</c:v>
                </c:pt>
                <c:pt idx="625">
                  <c:v>42573</c:v>
                </c:pt>
                <c:pt idx="626">
                  <c:v>42576</c:v>
                </c:pt>
                <c:pt idx="627">
                  <c:v>42577</c:v>
                </c:pt>
                <c:pt idx="628">
                  <c:v>42578</c:v>
                </c:pt>
                <c:pt idx="629">
                  <c:v>42579</c:v>
                </c:pt>
                <c:pt idx="630">
                  <c:v>42580</c:v>
                </c:pt>
                <c:pt idx="631">
                  <c:v>42583</c:v>
                </c:pt>
                <c:pt idx="632">
                  <c:v>42584</c:v>
                </c:pt>
                <c:pt idx="633">
                  <c:v>42585</c:v>
                </c:pt>
                <c:pt idx="634">
                  <c:v>42586</c:v>
                </c:pt>
                <c:pt idx="635">
                  <c:v>42587</c:v>
                </c:pt>
                <c:pt idx="636">
                  <c:v>42590</c:v>
                </c:pt>
                <c:pt idx="637">
                  <c:v>42591</c:v>
                </c:pt>
                <c:pt idx="638">
                  <c:v>42592</c:v>
                </c:pt>
                <c:pt idx="639">
                  <c:v>42593</c:v>
                </c:pt>
                <c:pt idx="640">
                  <c:v>42594</c:v>
                </c:pt>
                <c:pt idx="641">
                  <c:v>42597</c:v>
                </c:pt>
                <c:pt idx="642">
                  <c:v>42598</c:v>
                </c:pt>
                <c:pt idx="643">
                  <c:v>42599</c:v>
                </c:pt>
                <c:pt idx="644">
                  <c:v>42600</c:v>
                </c:pt>
                <c:pt idx="645">
                  <c:v>42601</c:v>
                </c:pt>
                <c:pt idx="646">
                  <c:v>42604</c:v>
                </c:pt>
                <c:pt idx="647">
                  <c:v>42605</c:v>
                </c:pt>
                <c:pt idx="648">
                  <c:v>42606</c:v>
                </c:pt>
                <c:pt idx="649">
                  <c:v>42607</c:v>
                </c:pt>
                <c:pt idx="650">
                  <c:v>42608</c:v>
                </c:pt>
                <c:pt idx="651">
                  <c:v>42611</c:v>
                </c:pt>
                <c:pt idx="652">
                  <c:v>42612</c:v>
                </c:pt>
                <c:pt idx="653">
                  <c:v>42613</c:v>
                </c:pt>
                <c:pt idx="654">
                  <c:v>42614</c:v>
                </c:pt>
                <c:pt idx="655">
                  <c:v>42615</c:v>
                </c:pt>
                <c:pt idx="656">
                  <c:v>42618</c:v>
                </c:pt>
                <c:pt idx="657">
                  <c:v>42619</c:v>
                </c:pt>
                <c:pt idx="658">
                  <c:v>42620</c:v>
                </c:pt>
                <c:pt idx="659">
                  <c:v>42621</c:v>
                </c:pt>
                <c:pt idx="660">
                  <c:v>42622</c:v>
                </c:pt>
                <c:pt idx="661">
                  <c:v>42625</c:v>
                </c:pt>
                <c:pt idx="662">
                  <c:v>42626</c:v>
                </c:pt>
                <c:pt idx="663">
                  <c:v>42627</c:v>
                </c:pt>
                <c:pt idx="664">
                  <c:v>42632</c:v>
                </c:pt>
                <c:pt idx="665">
                  <c:v>42633</c:v>
                </c:pt>
                <c:pt idx="666">
                  <c:v>42634</c:v>
                </c:pt>
                <c:pt idx="667">
                  <c:v>42635</c:v>
                </c:pt>
                <c:pt idx="668">
                  <c:v>42636</c:v>
                </c:pt>
                <c:pt idx="669">
                  <c:v>42639</c:v>
                </c:pt>
                <c:pt idx="670">
                  <c:v>42640</c:v>
                </c:pt>
                <c:pt idx="671">
                  <c:v>42641</c:v>
                </c:pt>
                <c:pt idx="672">
                  <c:v>42642</c:v>
                </c:pt>
                <c:pt idx="673">
                  <c:v>42643</c:v>
                </c:pt>
                <c:pt idx="674">
                  <c:v>42653</c:v>
                </c:pt>
                <c:pt idx="675">
                  <c:v>42654</c:v>
                </c:pt>
                <c:pt idx="676">
                  <c:v>42655</c:v>
                </c:pt>
                <c:pt idx="677">
                  <c:v>42656</c:v>
                </c:pt>
                <c:pt idx="678">
                  <c:v>42657</c:v>
                </c:pt>
                <c:pt idx="679">
                  <c:v>42660</c:v>
                </c:pt>
                <c:pt idx="680">
                  <c:v>42661</c:v>
                </c:pt>
                <c:pt idx="681">
                  <c:v>42662</c:v>
                </c:pt>
                <c:pt idx="682">
                  <c:v>42663</c:v>
                </c:pt>
                <c:pt idx="683">
                  <c:v>42664</c:v>
                </c:pt>
                <c:pt idx="684">
                  <c:v>42667</c:v>
                </c:pt>
                <c:pt idx="685">
                  <c:v>42668</c:v>
                </c:pt>
                <c:pt idx="686">
                  <c:v>42669</c:v>
                </c:pt>
                <c:pt idx="687">
                  <c:v>42670</c:v>
                </c:pt>
                <c:pt idx="688">
                  <c:v>42671</c:v>
                </c:pt>
                <c:pt idx="689">
                  <c:v>42674</c:v>
                </c:pt>
                <c:pt idx="690">
                  <c:v>42675</c:v>
                </c:pt>
                <c:pt idx="691">
                  <c:v>42676</c:v>
                </c:pt>
                <c:pt idx="692">
                  <c:v>42677</c:v>
                </c:pt>
                <c:pt idx="693">
                  <c:v>42678</c:v>
                </c:pt>
                <c:pt idx="694">
                  <c:v>42681</c:v>
                </c:pt>
                <c:pt idx="695">
                  <c:v>42682</c:v>
                </c:pt>
                <c:pt idx="696">
                  <c:v>42683</c:v>
                </c:pt>
                <c:pt idx="697">
                  <c:v>42684</c:v>
                </c:pt>
                <c:pt idx="698">
                  <c:v>42685</c:v>
                </c:pt>
                <c:pt idx="699">
                  <c:v>42688</c:v>
                </c:pt>
                <c:pt idx="700">
                  <c:v>42689</c:v>
                </c:pt>
                <c:pt idx="701">
                  <c:v>42690</c:v>
                </c:pt>
                <c:pt idx="702">
                  <c:v>42691</c:v>
                </c:pt>
                <c:pt idx="703">
                  <c:v>42692</c:v>
                </c:pt>
                <c:pt idx="704">
                  <c:v>42695</c:v>
                </c:pt>
                <c:pt idx="705">
                  <c:v>42696</c:v>
                </c:pt>
                <c:pt idx="706">
                  <c:v>42697</c:v>
                </c:pt>
                <c:pt idx="707">
                  <c:v>42698</c:v>
                </c:pt>
                <c:pt idx="708">
                  <c:v>42699</c:v>
                </c:pt>
                <c:pt idx="709">
                  <c:v>42702</c:v>
                </c:pt>
                <c:pt idx="710">
                  <c:v>42703</c:v>
                </c:pt>
                <c:pt idx="711">
                  <c:v>42704</c:v>
                </c:pt>
                <c:pt idx="712">
                  <c:v>42705</c:v>
                </c:pt>
                <c:pt idx="713">
                  <c:v>42706</c:v>
                </c:pt>
                <c:pt idx="714">
                  <c:v>42709</c:v>
                </c:pt>
                <c:pt idx="715">
                  <c:v>42710</c:v>
                </c:pt>
                <c:pt idx="716">
                  <c:v>42711</c:v>
                </c:pt>
                <c:pt idx="717">
                  <c:v>42712</c:v>
                </c:pt>
                <c:pt idx="718">
                  <c:v>42713</c:v>
                </c:pt>
                <c:pt idx="719">
                  <c:v>42716</c:v>
                </c:pt>
                <c:pt idx="720">
                  <c:v>42717</c:v>
                </c:pt>
                <c:pt idx="721">
                  <c:v>42718</c:v>
                </c:pt>
                <c:pt idx="722">
                  <c:v>42719</c:v>
                </c:pt>
                <c:pt idx="723">
                  <c:v>42720</c:v>
                </c:pt>
                <c:pt idx="724">
                  <c:v>42723</c:v>
                </c:pt>
                <c:pt idx="725">
                  <c:v>42724</c:v>
                </c:pt>
                <c:pt idx="726">
                  <c:v>42725</c:v>
                </c:pt>
                <c:pt idx="727">
                  <c:v>42726</c:v>
                </c:pt>
                <c:pt idx="728">
                  <c:v>42727</c:v>
                </c:pt>
                <c:pt idx="729">
                  <c:v>42730</c:v>
                </c:pt>
                <c:pt idx="730">
                  <c:v>42731</c:v>
                </c:pt>
                <c:pt idx="731">
                  <c:v>42732</c:v>
                </c:pt>
                <c:pt idx="732">
                  <c:v>42733</c:v>
                </c:pt>
                <c:pt idx="733">
                  <c:v>42734</c:v>
                </c:pt>
                <c:pt idx="734">
                  <c:v>42738</c:v>
                </c:pt>
                <c:pt idx="735">
                  <c:v>42739</c:v>
                </c:pt>
                <c:pt idx="736">
                  <c:v>42740</c:v>
                </c:pt>
                <c:pt idx="737">
                  <c:v>42741</c:v>
                </c:pt>
                <c:pt idx="738">
                  <c:v>42744</c:v>
                </c:pt>
                <c:pt idx="739">
                  <c:v>42745</c:v>
                </c:pt>
                <c:pt idx="740">
                  <c:v>42746</c:v>
                </c:pt>
                <c:pt idx="741">
                  <c:v>42747</c:v>
                </c:pt>
                <c:pt idx="742">
                  <c:v>42748</c:v>
                </c:pt>
                <c:pt idx="743">
                  <c:v>42751</c:v>
                </c:pt>
                <c:pt idx="744">
                  <c:v>42752</c:v>
                </c:pt>
                <c:pt idx="745">
                  <c:v>42753</c:v>
                </c:pt>
                <c:pt idx="746">
                  <c:v>42754</c:v>
                </c:pt>
                <c:pt idx="747">
                  <c:v>42755</c:v>
                </c:pt>
                <c:pt idx="748">
                  <c:v>42758</c:v>
                </c:pt>
                <c:pt idx="749">
                  <c:v>42759</c:v>
                </c:pt>
                <c:pt idx="750">
                  <c:v>42760</c:v>
                </c:pt>
                <c:pt idx="751">
                  <c:v>42761</c:v>
                </c:pt>
                <c:pt idx="752">
                  <c:v>42769</c:v>
                </c:pt>
                <c:pt idx="753">
                  <c:v>42772</c:v>
                </c:pt>
                <c:pt idx="754">
                  <c:v>42773</c:v>
                </c:pt>
                <c:pt idx="755">
                  <c:v>42774</c:v>
                </c:pt>
                <c:pt idx="756">
                  <c:v>42775</c:v>
                </c:pt>
                <c:pt idx="757">
                  <c:v>42776</c:v>
                </c:pt>
                <c:pt idx="758">
                  <c:v>42779</c:v>
                </c:pt>
                <c:pt idx="759">
                  <c:v>42780</c:v>
                </c:pt>
                <c:pt idx="760">
                  <c:v>42781</c:v>
                </c:pt>
                <c:pt idx="761">
                  <c:v>42782</c:v>
                </c:pt>
                <c:pt idx="762">
                  <c:v>42783</c:v>
                </c:pt>
                <c:pt idx="763">
                  <c:v>42786</c:v>
                </c:pt>
                <c:pt idx="764">
                  <c:v>42787</c:v>
                </c:pt>
                <c:pt idx="765">
                  <c:v>42788</c:v>
                </c:pt>
                <c:pt idx="766">
                  <c:v>42789</c:v>
                </c:pt>
                <c:pt idx="767">
                  <c:v>42790</c:v>
                </c:pt>
                <c:pt idx="768">
                  <c:v>42793</c:v>
                </c:pt>
                <c:pt idx="769">
                  <c:v>42794</c:v>
                </c:pt>
                <c:pt idx="770">
                  <c:v>42795</c:v>
                </c:pt>
                <c:pt idx="771">
                  <c:v>42796</c:v>
                </c:pt>
                <c:pt idx="772">
                  <c:v>42797</c:v>
                </c:pt>
                <c:pt idx="773">
                  <c:v>42800</c:v>
                </c:pt>
                <c:pt idx="774">
                  <c:v>42801</c:v>
                </c:pt>
                <c:pt idx="775">
                  <c:v>42802</c:v>
                </c:pt>
                <c:pt idx="776">
                  <c:v>42803</c:v>
                </c:pt>
                <c:pt idx="777">
                  <c:v>42804</c:v>
                </c:pt>
                <c:pt idx="778">
                  <c:v>42807</c:v>
                </c:pt>
                <c:pt idx="779">
                  <c:v>42808</c:v>
                </c:pt>
                <c:pt idx="780">
                  <c:v>42809</c:v>
                </c:pt>
                <c:pt idx="781">
                  <c:v>42810</c:v>
                </c:pt>
                <c:pt idx="782">
                  <c:v>42811</c:v>
                </c:pt>
                <c:pt idx="783">
                  <c:v>42814</c:v>
                </c:pt>
                <c:pt idx="784">
                  <c:v>42815</c:v>
                </c:pt>
                <c:pt idx="785">
                  <c:v>42816</c:v>
                </c:pt>
                <c:pt idx="786">
                  <c:v>42817</c:v>
                </c:pt>
                <c:pt idx="787">
                  <c:v>42818</c:v>
                </c:pt>
                <c:pt idx="788">
                  <c:v>42821</c:v>
                </c:pt>
                <c:pt idx="789">
                  <c:v>42822</c:v>
                </c:pt>
                <c:pt idx="790">
                  <c:v>42823</c:v>
                </c:pt>
                <c:pt idx="791">
                  <c:v>42824</c:v>
                </c:pt>
                <c:pt idx="792">
                  <c:v>42825</c:v>
                </c:pt>
                <c:pt idx="793">
                  <c:v>42830</c:v>
                </c:pt>
                <c:pt idx="794">
                  <c:v>42831</c:v>
                </c:pt>
                <c:pt idx="795">
                  <c:v>42832</c:v>
                </c:pt>
                <c:pt idx="796">
                  <c:v>42835</c:v>
                </c:pt>
                <c:pt idx="797">
                  <c:v>42836</c:v>
                </c:pt>
                <c:pt idx="798">
                  <c:v>42837</c:v>
                </c:pt>
                <c:pt idx="799">
                  <c:v>42838</c:v>
                </c:pt>
                <c:pt idx="800">
                  <c:v>42839</c:v>
                </c:pt>
                <c:pt idx="801">
                  <c:v>42842</c:v>
                </c:pt>
                <c:pt idx="802">
                  <c:v>42843</c:v>
                </c:pt>
                <c:pt idx="803">
                  <c:v>42844</c:v>
                </c:pt>
                <c:pt idx="804">
                  <c:v>42845</c:v>
                </c:pt>
                <c:pt idx="805">
                  <c:v>42846</c:v>
                </c:pt>
                <c:pt idx="806">
                  <c:v>42849</c:v>
                </c:pt>
                <c:pt idx="807">
                  <c:v>42850</c:v>
                </c:pt>
                <c:pt idx="808">
                  <c:v>42851</c:v>
                </c:pt>
                <c:pt idx="809">
                  <c:v>42852</c:v>
                </c:pt>
                <c:pt idx="810">
                  <c:v>42853</c:v>
                </c:pt>
                <c:pt idx="811">
                  <c:v>42857</c:v>
                </c:pt>
                <c:pt idx="812">
                  <c:v>42858</c:v>
                </c:pt>
                <c:pt idx="813">
                  <c:v>42859</c:v>
                </c:pt>
                <c:pt idx="814">
                  <c:v>42860</c:v>
                </c:pt>
                <c:pt idx="815">
                  <c:v>42863</c:v>
                </c:pt>
                <c:pt idx="816">
                  <c:v>42864</c:v>
                </c:pt>
                <c:pt idx="817">
                  <c:v>42865</c:v>
                </c:pt>
                <c:pt idx="818">
                  <c:v>42866</c:v>
                </c:pt>
                <c:pt idx="819">
                  <c:v>42867</c:v>
                </c:pt>
                <c:pt idx="820">
                  <c:v>42870</c:v>
                </c:pt>
                <c:pt idx="821">
                  <c:v>42871</c:v>
                </c:pt>
                <c:pt idx="822">
                  <c:v>42872</c:v>
                </c:pt>
                <c:pt idx="823">
                  <c:v>42873</c:v>
                </c:pt>
                <c:pt idx="824">
                  <c:v>42874</c:v>
                </c:pt>
                <c:pt idx="825">
                  <c:v>42877</c:v>
                </c:pt>
                <c:pt idx="826">
                  <c:v>42878</c:v>
                </c:pt>
                <c:pt idx="827">
                  <c:v>42879</c:v>
                </c:pt>
                <c:pt idx="828">
                  <c:v>42880</c:v>
                </c:pt>
                <c:pt idx="829">
                  <c:v>42881</c:v>
                </c:pt>
                <c:pt idx="830">
                  <c:v>42886</c:v>
                </c:pt>
                <c:pt idx="831">
                  <c:v>42887</c:v>
                </c:pt>
                <c:pt idx="832">
                  <c:v>42888</c:v>
                </c:pt>
                <c:pt idx="833">
                  <c:v>42891</c:v>
                </c:pt>
                <c:pt idx="834">
                  <c:v>42892</c:v>
                </c:pt>
                <c:pt idx="835">
                  <c:v>42893</c:v>
                </c:pt>
                <c:pt idx="836">
                  <c:v>42894</c:v>
                </c:pt>
                <c:pt idx="837">
                  <c:v>42895</c:v>
                </c:pt>
                <c:pt idx="838">
                  <c:v>42898</c:v>
                </c:pt>
                <c:pt idx="839">
                  <c:v>42899</c:v>
                </c:pt>
                <c:pt idx="840">
                  <c:v>42900</c:v>
                </c:pt>
                <c:pt idx="841">
                  <c:v>42901</c:v>
                </c:pt>
                <c:pt idx="842">
                  <c:v>42902</c:v>
                </c:pt>
                <c:pt idx="843">
                  <c:v>42905</c:v>
                </c:pt>
                <c:pt idx="844">
                  <c:v>42906</c:v>
                </c:pt>
                <c:pt idx="845">
                  <c:v>42907</c:v>
                </c:pt>
                <c:pt idx="846">
                  <c:v>42908</c:v>
                </c:pt>
                <c:pt idx="847">
                  <c:v>42909</c:v>
                </c:pt>
                <c:pt idx="848">
                  <c:v>42912</c:v>
                </c:pt>
                <c:pt idx="849">
                  <c:v>42913</c:v>
                </c:pt>
                <c:pt idx="850">
                  <c:v>42914</c:v>
                </c:pt>
                <c:pt idx="851">
                  <c:v>42915</c:v>
                </c:pt>
                <c:pt idx="852">
                  <c:v>42916</c:v>
                </c:pt>
                <c:pt idx="853">
                  <c:v>42919</c:v>
                </c:pt>
                <c:pt idx="854">
                  <c:v>42920</c:v>
                </c:pt>
                <c:pt idx="855">
                  <c:v>42921</c:v>
                </c:pt>
                <c:pt idx="856">
                  <c:v>42922</c:v>
                </c:pt>
                <c:pt idx="857">
                  <c:v>42923</c:v>
                </c:pt>
                <c:pt idx="858">
                  <c:v>42926</c:v>
                </c:pt>
                <c:pt idx="859">
                  <c:v>42927</c:v>
                </c:pt>
                <c:pt idx="860">
                  <c:v>42928</c:v>
                </c:pt>
                <c:pt idx="861">
                  <c:v>42929</c:v>
                </c:pt>
                <c:pt idx="862">
                  <c:v>42930</c:v>
                </c:pt>
                <c:pt idx="863">
                  <c:v>42933</c:v>
                </c:pt>
                <c:pt idx="864">
                  <c:v>42934</c:v>
                </c:pt>
                <c:pt idx="865">
                  <c:v>42935</c:v>
                </c:pt>
                <c:pt idx="866">
                  <c:v>42936</c:v>
                </c:pt>
                <c:pt idx="867">
                  <c:v>42937</c:v>
                </c:pt>
                <c:pt idx="868">
                  <c:v>42940</c:v>
                </c:pt>
                <c:pt idx="869">
                  <c:v>42941</c:v>
                </c:pt>
                <c:pt idx="870">
                  <c:v>42942</c:v>
                </c:pt>
                <c:pt idx="871">
                  <c:v>42943</c:v>
                </c:pt>
                <c:pt idx="872">
                  <c:v>42944</c:v>
                </c:pt>
                <c:pt idx="873">
                  <c:v>42947</c:v>
                </c:pt>
                <c:pt idx="874">
                  <c:v>42948</c:v>
                </c:pt>
                <c:pt idx="875">
                  <c:v>42949</c:v>
                </c:pt>
                <c:pt idx="876">
                  <c:v>42950</c:v>
                </c:pt>
                <c:pt idx="877">
                  <c:v>42951</c:v>
                </c:pt>
                <c:pt idx="878">
                  <c:v>42954</c:v>
                </c:pt>
                <c:pt idx="879">
                  <c:v>42955</c:v>
                </c:pt>
                <c:pt idx="880">
                  <c:v>42956</c:v>
                </c:pt>
                <c:pt idx="881">
                  <c:v>42957</c:v>
                </c:pt>
                <c:pt idx="882">
                  <c:v>42958</c:v>
                </c:pt>
                <c:pt idx="883">
                  <c:v>42961</c:v>
                </c:pt>
                <c:pt idx="884">
                  <c:v>42962</c:v>
                </c:pt>
                <c:pt idx="885">
                  <c:v>42963</c:v>
                </c:pt>
                <c:pt idx="886">
                  <c:v>42964</c:v>
                </c:pt>
                <c:pt idx="887">
                  <c:v>42965</c:v>
                </c:pt>
                <c:pt idx="888">
                  <c:v>42968</c:v>
                </c:pt>
                <c:pt idx="889">
                  <c:v>42969</c:v>
                </c:pt>
                <c:pt idx="890">
                  <c:v>42970</c:v>
                </c:pt>
                <c:pt idx="891">
                  <c:v>42971</c:v>
                </c:pt>
                <c:pt idx="892">
                  <c:v>42972</c:v>
                </c:pt>
                <c:pt idx="893">
                  <c:v>42975</c:v>
                </c:pt>
                <c:pt idx="894">
                  <c:v>42976</c:v>
                </c:pt>
                <c:pt idx="895">
                  <c:v>42977</c:v>
                </c:pt>
                <c:pt idx="896">
                  <c:v>42978</c:v>
                </c:pt>
                <c:pt idx="897">
                  <c:v>42979</c:v>
                </c:pt>
                <c:pt idx="898">
                  <c:v>42982</c:v>
                </c:pt>
                <c:pt idx="899">
                  <c:v>42983</c:v>
                </c:pt>
                <c:pt idx="900">
                  <c:v>42984</c:v>
                </c:pt>
                <c:pt idx="901">
                  <c:v>42985</c:v>
                </c:pt>
                <c:pt idx="902">
                  <c:v>42986</c:v>
                </c:pt>
                <c:pt idx="903">
                  <c:v>42989</c:v>
                </c:pt>
                <c:pt idx="904">
                  <c:v>42990</c:v>
                </c:pt>
                <c:pt idx="905">
                  <c:v>42991</c:v>
                </c:pt>
                <c:pt idx="906">
                  <c:v>42992</c:v>
                </c:pt>
                <c:pt idx="907">
                  <c:v>42993</c:v>
                </c:pt>
                <c:pt idx="908">
                  <c:v>42996</c:v>
                </c:pt>
                <c:pt idx="909">
                  <c:v>42997</c:v>
                </c:pt>
                <c:pt idx="910">
                  <c:v>42998</c:v>
                </c:pt>
                <c:pt idx="911">
                  <c:v>42999</c:v>
                </c:pt>
                <c:pt idx="912">
                  <c:v>43000</c:v>
                </c:pt>
                <c:pt idx="913">
                  <c:v>43003</c:v>
                </c:pt>
                <c:pt idx="914">
                  <c:v>43004</c:v>
                </c:pt>
                <c:pt idx="915">
                  <c:v>43005</c:v>
                </c:pt>
                <c:pt idx="916">
                  <c:v>43006</c:v>
                </c:pt>
                <c:pt idx="917">
                  <c:v>43007</c:v>
                </c:pt>
                <c:pt idx="918">
                  <c:v>43017</c:v>
                </c:pt>
                <c:pt idx="919">
                  <c:v>43018</c:v>
                </c:pt>
                <c:pt idx="920">
                  <c:v>43019</c:v>
                </c:pt>
                <c:pt idx="921">
                  <c:v>43020</c:v>
                </c:pt>
                <c:pt idx="922">
                  <c:v>43021</c:v>
                </c:pt>
                <c:pt idx="923">
                  <c:v>43024</c:v>
                </c:pt>
                <c:pt idx="924">
                  <c:v>43025</c:v>
                </c:pt>
                <c:pt idx="925">
                  <c:v>43026</c:v>
                </c:pt>
                <c:pt idx="926">
                  <c:v>43027</c:v>
                </c:pt>
                <c:pt idx="927">
                  <c:v>43028</c:v>
                </c:pt>
                <c:pt idx="928">
                  <c:v>43031</c:v>
                </c:pt>
                <c:pt idx="929">
                  <c:v>43032</c:v>
                </c:pt>
                <c:pt idx="930">
                  <c:v>43033</c:v>
                </c:pt>
                <c:pt idx="931">
                  <c:v>43034</c:v>
                </c:pt>
                <c:pt idx="932">
                  <c:v>43035</c:v>
                </c:pt>
                <c:pt idx="933">
                  <c:v>43038</c:v>
                </c:pt>
                <c:pt idx="934">
                  <c:v>43039</c:v>
                </c:pt>
                <c:pt idx="935">
                  <c:v>43040</c:v>
                </c:pt>
                <c:pt idx="936">
                  <c:v>43041</c:v>
                </c:pt>
                <c:pt idx="937">
                  <c:v>43042</c:v>
                </c:pt>
                <c:pt idx="938">
                  <c:v>43045</c:v>
                </c:pt>
                <c:pt idx="939">
                  <c:v>43046</c:v>
                </c:pt>
                <c:pt idx="940">
                  <c:v>43047</c:v>
                </c:pt>
                <c:pt idx="941">
                  <c:v>43048</c:v>
                </c:pt>
                <c:pt idx="942">
                  <c:v>43049</c:v>
                </c:pt>
                <c:pt idx="943">
                  <c:v>43052</c:v>
                </c:pt>
                <c:pt idx="944">
                  <c:v>43053</c:v>
                </c:pt>
                <c:pt idx="945">
                  <c:v>43054</c:v>
                </c:pt>
                <c:pt idx="946">
                  <c:v>43055</c:v>
                </c:pt>
                <c:pt idx="947">
                  <c:v>43056</c:v>
                </c:pt>
                <c:pt idx="948">
                  <c:v>43059</c:v>
                </c:pt>
                <c:pt idx="949">
                  <c:v>43060</c:v>
                </c:pt>
                <c:pt idx="950">
                  <c:v>43061</c:v>
                </c:pt>
                <c:pt idx="951">
                  <c:v>43062</c:v>
                </c:pt>
                <c:pt idx="952">
                  <c:v>43063</c:v>
                </c:pt>
                <c:pt idx="953">
                  <c:v>43066</c:v>
                </c:pt>
                <c:pt idx="954">
                  <c:v>43067</c:v>
                </c:pt>
                <c:pt idx="955">
                  <c:v>43068</c:v>
                </c:pt>
                <c:pt idx="956">
                  <c:v>43069</c:v>
                </c:pt>
                <c:pt idx="957">
                  <c:v>43070</c:v>
                </c:pt>
                <c:pt idx="958">
                  <c:v>43073</c:v>
                </c:pt>
                <c:pt idx="959">
                  <c:v>43074</c:v>
                </c:pt>
                <c:pt idx="960">
                  <c:v>43075</c:v>
                </c:pt>
                <c:pt idx="961">
                  <c:v>43076</c:v>
                </c:pt>
                <c:pt idx="962">
                  <c:v>43077</c:v>
                </c:pt>
                <c:pt idx="963">
                  <c:v>43080</c:v>
                </c:pt>
                <c:pt idx="964">
                  <c:v>43081</c:v>
                </c:pt>
                <c:pt idx="965">
                  <c:v>43082</c:v>
                </c:pt>
                <c:pt idx="966">
                  <c:v>43083</c:v>
                </c:pt>
                <c:pt idx="967">
                  <c:v>43084</c:v>
                </c:pt>
                <c:pt idx="968">
                  <c:v>43087</c:v>
                </c:pt>
                <c:pt idx="969">
                  <c:v>43088</c:v>
                </c:pt>
                <c:pt idx="970">
                  <c:v>43089</c:v>
                </c:pt>
                <c:pt idx="971">
                  <c:v>43090</c:v>
                </c:pt>
                <c:pt idx="972">
                  <c:v>43091</c:v>
                </c:pt>
                <c:pt idx="973">
                  <c:v>43094</c:v>
                </c:pt>
                <c:pt idx="974">
                  <c:v>43095</c:v>
                </c:pt>
                <c:pt idx="975">
                  <c:v>43096</c:v>
                </c:pt>
                <c:pt idx="976">
                  <c:v>43097</c:v>
                </c:pt>
                <c:pt idx="977">
                  <c:v>43098</c:v>
                </c:pt>
                <c:pt idx="978">
                  <c:v>43102</c:v>
                </c:pt>
                <c:pt idx="979">
                  <c:v>43103</c:v>
                </c:pt>
                <c:pt idx="980">
                  <c:v>43104</c:v>
                </c:pt>
                <c:pt idx="981">
                  <c:v>43105</c:v>
                </c:pt>
                <c:pt idx="982">
                  <c:v>43108</c:v>
                </c:pt>
                <c:pt idx="983">
                  <c:v>43109</c:v>
                </c:pt>
                <c:pt idx="984">
                  <c:v>43110</c:v>
                </c:pt>
                <c:pt idx="985">
                  <c:v>43111</c:v>
                </c:pt>
                <c:pt idx="986">
                  <c:v>43112</c:v>
                </c:pt>
                <c:pt idx="987">
                  <c:v>43115</c:v>
                </c:pt>
                <c:pt idx="988">
                  <c:v>43116</c:v>
                </c:pt>
                <c:pt idx="989">
                  <c:v>43117</c:v>
                </c:pt>
                <c:pt idx="990">
                  <c:v>43118</c:v>
                </c:pt>
                <c:pt idx="991">
                  <c:v>43119</c:v>
                </c:pt>
                <c:pt idx="992">
                  <c:v>43122</c:v>
                </c:pt>
                <c:pt idx="993">
                  <c:v>43123</c:v>
                </c:pt>
                <c:pt idx="994">
                  <c:v>43124</c:v>
                </c:pt>
                <c:pt idx="995">
                  <c:v>43125</c:v>
                </c:pt>
                <c:pt idx="996">
                  <c:v>43126</c:v>
                </c:pt>
                <c:pt idx="997">
                  <c:v>43129</c:v>
                </c:pt>
                <c:pt idx="998">
                  <c:v>43130</c:v>
                </c:pt>
                <c:pt idx="999">
                  <c:v>43131</c:v>
                </c:pt>
                <c:pt idx="1000">
                  <c:v>43132</c:v>
                </c:pt>
                <c:pt idx="1001">
                  <c:v>43133</c:v>
                </c:pt>
                <c:pt idx="1002">
                  <c:v>43136</c:v>
                </c:pt>
                <c:pt idx="1003">
                  <c:v>43137</c:v>
                </c:pt>
                <c:pt idx="1004">
                  <c:v>43138</c:v>
                </c:pt>
                <c:pt idx="1005">
                  <c:v>43139</c:v>
                </c:pt>
                <c:pt idx="1006">
                  <c:v>43140</c:v>
                </c:pt>
                <c:pt idx="1007">
                  <c:v>43143</c:v>
                </c:pt>
                <c:pt idx="1008">
                  <c:v>43144</c:v>
                </c:pt>
                <c:pt idx="1009">
                  <c:v>43145</c:v>
                </c:pt>
                <c:pt idx="1010">
                  <c:v>43153</c:v>
                </c:pt>
                <c:pt idx="1011">
                  <c:v>43154</c:v>
                </c:pt>
                <c:pt idx="1012">
                  <c:v>43157</c:v>
                </c:pt>
                <c:pt idx="1013">
                  <c:v>43158</c:v>
                </c:pt>
                <c:pt idx="1014">
                  <c:v>43159</c:v>
                </c:pt>
                <c:pt idx="1015">
                  <c:v>43160</c:v>
                </c:pt>
                <c:pt idx="1016">
                  <c:v>43161</c:v>
                </c:pt>
                <c:pt idx="1017">
                  <c:v>43164</c:v>
                </c:pt>
                <c:pt idx="1018">
                  <c:v>43165</c:v>
                </c:pt>
                <c:pt idx="1019">
                  <c:v>43166</c:v>
                </c:pt>
                <c:pt idx="1020">
                  <c:v>43167</c:v>
                </c:pt>
                <c:pt idx="1021">
                  <c:v>43168</c:v>
                </c:pt>
                <c:pt idx="1022">
                  <c:v>43171</c:v>
                </c:pt>
                <c:pt idx="1023">
                  <c:v>43172</c:v>
                </c:pt>
                <c:pt idx="1024">
                  <c:v>43173</c:v>
                </c:pt>
                <c:pt idx="1025">
                  <c:v>43174</c:v>
                </c:pt>
                <c:pt idx="1026">
                  <c:v>43175</c:v>
                </c:pt>
                <c:pt idx="1027">
                  <c:v>43178</c:v>
                </c:pt>
                <c:pt idx="1028">
                  <c:v>43179</c:v>
                </c:pt>
                <c:pt idx="1029">
                  <c:v>43180</c:v>
                </c:pt>
                <c:pt idx="1030">
                  <c:v>43181</c:v>
                </c:pt>
                <c:pt idx="1031">
                  <c:v>43182</c:v>
                </c:pt>
                <c:pt idx="1032">
                  <c:v>43185</c:v>
                </c:pt>
                <c:pt idx="1033">
                  <c:v>43186</c:v>
                </c:pt>
                <c:pt idx="1034">
                  <c:v>43187</c:v>
                </c:pt>
                <c:pt idx="1035">
                  <c:v>43188</c:v>
                </c:pt>
                <c:pt idx="1036">
                  <c:v>43189</c:v>
                </c:pt>
                <c:pt idx="1037">
                  <c:v>43192</c:v>
                </c:pt>
                <c:pt idx="1038">
                  <c:v>43193</c:v>
                </c:pt>
                <c:pt idx="1039">
                  <c:v>43194</c:v>
                </c:pt>
                <c:pt idx="1040">
                  <c:v>43199</c:v>
                </c:pt>
                <c:pt idx="1041">
                  <c:v>43200</c:v>
                </c:pt>
                <c:pt idx="1042">
                  <c:v>43201</c:v>
                </c:pt>
                <c:pt idx="1043">
                  <c:v>43202</c:v>
                </c:pt>
                <c:pt idx="1044">
                  <c:v>43203</c:v>
                </c:pt>
                <c:pt idx="1045">
                  <c:v>43206</c:v>
                </c:pt>
                <c:pt idx="1046">
                  <c:v>43207</c:v>
                </c:pt>
                <c:pt idx="1047">
                  <c:v>43208</c:v>
                </c:pt>
                <c:pt idx="1048">
                  <c:v>43209</c:v>
                </c:pt>
                <c:pt idx="1049">
                  <c:v>43210</c:v>
                </c:pt>
                <c:pt idx="1050">
                  <c:v>43213</c:v>
                </c:pt>
                <c:pt idx="1051">
                  <c:v>43214</c:v>
                </c:pt>
                <c:pt idx="1052">
                  <c:v>43215</c:v>
                </c:pt>
                <c:pt idx="1053">
                  <c:v>43216</c:v>
                </c:pt>
                <c:pt idx="1054">
                  <c:v>43217</c:v>
                </c:pt>
                <c:pt idx="1055">
                  <c:v>43222</c:v>
                </c:pt>
                <c:pt idx="1056">
                  <c:v>43223</c:v>
                </c:pt>
                <c:pt idx="1057">
                  <c:v>43224</c:v>
                </c:pt>
                <c:pt idx="1058">
                  <c:v>43227</c:v>
                </c:pt>
                <c:pt idx="1059">
                  <c:v>43228</c:v>
                </c:pt>
                <c:pt idx="1060">
                  <c:v>43229</c:v>
                </c:pt>
                <c:pt idx="1061">
                  <c:v>43230</c:v>
                </c:pt>
                <c:pt idx="1062">
                  <c:v>43231</c:v>
                </c:pt>
                <c:pt idx="1063">
                  <c:v>43234</c:v>
                </c:pt>
                <c:pt idx="1064">
                  <c:v>43235</c:v>
                </c:pt>
                <c:pt idx="1065">
                  <c:v>43236</c:v>
                </c:pt>
                <c:pt idx="1066">
                  <c:v>43237</c:v>
                </c:pt>
                <c:pt idx="1067">
                  <c:v>43238</c:v>
                </c:pt>
                <c:pt idx="1068">
                  <c:v>43241</c:v>
                </c:pt>
                <c:pt idx="1069">
                  <c:v>43242</c:v>
                </c:pt>
                <c:pt idx="1070">
                  <c:v>43243</c:v>
                </c:pt>
                <c:pt idx="1071">
                  <c:v>43244</c:v>
                </c:pt>
                <c:pt idx="1072">
                  <c:v>43245</c:v>
                </c:pt>
                <c:pt idx="1073">
                  <c:v>43248</c:v>
                </c:pt>
                <c:pt idx="1074">
                  <c:v>43249</c:v>
                </c:pt>
                <c:pt idx="1075">
                  <c:v>43250</c:v>
                </c:pt>
                <c:pt idx="1076">
                  <c:v>43251</c:v>
                </c:pt>
                <c:pt idx="1077">
                  <c:v>43252</c:v>
                </c:pt>
                <c:pt idx="1078">
                  <c:v>43255</c:v>
                </c:pt>
                <c:pt idx="1079">
                  <c:v>43256</c:v>
                </c:pt>
                <c:pt idx="1080">
                  <c:v>43257</c:v>
                </c:pt>
                <c:pt idx="1081">
                  <c:v>43258</c:v>
                </c:pt>
                <c:pt idx="1082">
                  <c:v>43259</c:v>
                </c:pt>
                <c:pt idx="1083">
                  <c:v>43262</c:v>
                </c:pt>
                <c:pt idx="1084">
                  <c:v>43263</c:v>
                </c:pt>
                <c:pt idx="1085">
                  <c:v>43264</c:v>
                </c:pt>
                <c:pt idx="1086">
                  <c:v>43265</c:v>
                </c:pt>
                <c:pt idx="1087">
                  <c:v>43266</c:v>
                </c:pt>
                <c:pt idx="1088">
                  <c:v>43270</c:v>
                </c:pt>
                <c:pt idx="1089">
                  <c:v>43271</c:v>
                </c:pt>
                <c:pt idx="1090">
                  <c:v>43272</c:v>
                </c:pt>
                <c:pt idx="1091">
                  <c:v>43273</c:v>
                </c:pt>
                <c:pt idx="1092">
                  <c:v>43276</c:v>
                </c:pt>
                <c:pt idx="1093">
                  <c:v>43277</c:v>
                </c:pt>
                <c:pt idx="1094">
                  <c:v>43278</c:v>
                </c:pt>
                <c:pt idx="1095">
                  <c:v>43279</c:v>
                </c:pt>
                <c:pt idx="1096">
                  <c:v>43280</c:v>
                </c:pt>
                <c:pt idx="1097">
                  <c:v>43283</c:v>
                </c:pt>
                <c:pt idx="1098">
                  <c:v>43284</c:v>
                </c:pt>
                <c:pt idx="1099">
                  <c:v>43285</c:v>
                </c:pt>
                <c:pt idx="1100">
                  <c:v>43286</c:v>
                </c:pt>
                <c:pt idx="1101">
                  <c:v>43287</c:v>
                </c:pt>
                <c:pt idx="1102">
                  <c:v>43290</c:v>
                </c:pt>
                <c:pt idx="1103">
                  <c:v>43291</c:v>
                </c:pt>
                <c:pt idx="1104">
                  <c:v>43292</c:v>
                </c:pt>
                <c:pt idx="1105">
                  <c:v>43293</c:v>
                </c:pt>
                <c:pt idx="1106">
                  <c:v>43294</c:v>
                </c:pt>
                <c:pt idx="1107">
                  <c:v>43297</c:v>
                </c:pt>
                <c:pt idx="1108">
                  <c:v>43298</c:v>
                </c:pt>
                <c:pt idx="1109">
                  <c:v>43299</c:v>
                </c:pt>
                <c:pt idx="1110">
                  <c:v>43300</c:v>
                </c:pt>
                <c:pt idx="1111">
                  <c:v>43301</c:v>
                </c:pt>
                <c:pt idx="1112">
                  <c:v>43304</c:v>
                </c:pt>
                <c:pt idx="1113">
                  <c:v>43305</c:v>
                </c:pt>
                <c:pt idx="1114">
                  <c:v>43306</c:v>
                </c:pt>
                <c:pt idx="1115">
                  <c:v>43307</c:v>
                </c:pt>
                <c:pt idx="1116">
                  <c:v>43308</c:v>
                </c:pt>
                <c:pt idx="1117">
                  <c:v>43311</c:v>
                </c:pt>
                <c:pt idx="1118">
                  <c:v>43312</c:v>
                </c:pt>
                <c:pt idx="1119">
                  <c:v>43313</c:v>
                </c:pt>
                <c:pt idx="1120">
                  <c:v>43314</c:v>
                </c:pt>
                <c:pt idx="1121">
                  <c:v>43315</c:v>
                </c:pt>
                <c:pt idx="1122">
                  <c:v>43318</c:v>
                </c:pt>
                <c:pt idx="1123">
                  <c:v>43319</c:v>
                </c:pt>
                <c:pt idx="1124">
                  <c:v>43320</c:v>
                </c:pt>
                <c:pt idx="1125">
                  <c:v>43321</c:v>
                </c:pt>
                <c:pt idx="1126">
                  <c:v>43322</c:v>
                </c:pt>
                <c:pt idx="1127">
                  <c:v>43325</c:v>
                </c:pt>
                <c:pt idx="1128">
                  <c:v>43326</c:v>
                </c:pt>
                <c:pt idx="1129">
                  <c:v>43327</c:v>
                </c:pt>
                <c:pt idx="1130">
                  <c:v>43328</c:v>
                </c:pt>
                <c:pt idx="1131">
                  <c:v>43329</c:v>
                </c:pt>
                <c:pt idx="1132">
                  <c:v>43332</c:v>
                </c:pt>
                <c:pt idx="1133">
                  <c:v>43333</c:v>
                </c:pt>
                <c:pt idx="1134">
                  <c:v>43334</c:v>
                </c:pt>
                <c:pt idx="1135">
                  <c:v>43335</c:v>
                </c:pt>
                <c:pt idx="1136">
                  <c:v>43336</c:v>
                </c:pt>
                <c:pt idx="1137">
                  <c:v>43339</c:v>
                </c:pt>
                <c:pt idx="1138">
                  <c:v>43340</c:v>
                </c:pt>
                <c:pt idx="1139">
                  <c:v>43341</c:v>
                </c:pt>
                <c:pt idx="1140">
                  <c:v>43342</c:v>
                </c:pt>
                <c:pt idx="1141">
                  <c:v>43343</c:v>
                </c:pt>
                <c:pt idx="1142">
                  <c:v>43346</c:v>
                </c:pt>
                <c:pt idx="1143">
                  <c:v>43347</c:v>
                </c:pt>
                <c:pt idx="1144">
                  <c:v>43348</c:v>
                </c:pt>
                <c:pt idx="1145">
                  <c:v>43349</c:v>
                </c:pt>
                <c:pt idx="1146">
                  <c:v>43350</c:v>
                </c:pt>
                <c:pt idx="1147">
                  <c:v>43353</c:v>
                </c:pt>
                <c:pt idx="1148">
                  <c:v>43354</c:v>
                </c:pt>
                <c:pt idx="1149">
                  <c:v>43355</c:v>
                </c:pt>
                <c:pt idx="1150">
                  <c:v>43356</c:v>
                </c:pt>
                <c:pt idx="1151">
                  <c:v>43357</c:v>
                </c:pt>
                <c:pt idx="1152">
                  <c:v>43360</c:v>
                </c:pt>
                <c:pt idx="1153">
                  <c:v>43361</c:v>
                </c:pt>
                <c:pt idx="1154">
                  <c:v>43362</c:v>
                </c:pt>
                <c:pt idx="1155">
                  <c:v>43363</c:v>
                </c:pt>
                <c:pt idx="1156">
                  <c:v>43364</c:v>
                </c:pt>
                <c:pt idx="1157">
                  <c:v>43368</c:v>
                </c:pt>
                <c:pt idx="1158">
                  <c:v>43369</c:v>
                </c:pt>
                <c:pt idx="1159">
                  <c:v>43370</c:v>
                </c:pt>
                <c:pt idx="1160">
                  <c:v>43371</c:v>
                </c:pt>
                <c:pt idx="1161">
                  <c:v>43381</c:v>
                </c:pt>
                <c:pt idx="1162">
                  <c:v>43382</c:v>
                </c:pt>
                <c:pt idx="1163">
                  <c:v>43383</c:v>
                </c:pt>
                <c:pt idx="1164">
                  <c:v>43384</c:v>
                </c:pt>
                <c:pt idx="1165">
                  <c:v>43385</c:v>
                </c:pt>
                <c:pt idx="1166">
                  <c:v>43388</c:v>
                </c:pt>
                <c:pt idx="1167">
                  <c:v>43389</c:v>
                </c:pt>
                <c:pt idx="1168">
                  <c:v>43390</c:v>
                </c:pt>
                <c:pt idx="1169">
                  <c:v>43391</c:v>
                </c:pt>
                <c:pt idx="1170">
                  <c:v>43392</c:v>
                </c:pt>
                <c:pt idx="1171">
                  <c:v>43395</c:v>
                </c:pt>
                <c:pt idx="1172">
                  <c:v>43396</c:v>
                </c:pt>
                <c:pt idx="1173">
                  <c:v>43397</c:v>
                </c:pt>
                <c:pt idx="1174">
                  <c:v>43398</c:v>
                </c:pt>
                <c:pt idx="1175">
                  <c:v>43399</c:v>
                </c:pt>
                <c:pt idx="1176">
                  <c:v>43402</c:v>
                </c:pt>
                <c:pt idx="1177">
                  <c:v>43403</c:v>
                </c:pt>
                <c:pt idx="1178">
                  <c:v>43404</c:v>
                </c:pt>
                <c:pt idx="1179">
                  <c:v>43405</c:v>
                </c:pt>
                <c:pt idx="1180">
                  <c:v>43406</c:v>
                </c:pt>
                <c:pt idx="1181">
                  <c:v>43409</c:v>
                </c:pt>
                <c:pt idx="1182">
                  <c:v>43410</c:v>
                </c:pt>
                <c:pt idx="1183">
                  <c:v>43411</c:v>
                </c:pt>
                <c:pt idx="1184">
                  <c:v>43412</c:v>
                </c:pt>
                <c:pt idx="1185">
                  <c:v>43413</c:v>
                </c:pt>
                <c:pt idx="1186">
                  <c:v>43416</c:v>
                </c:pt>
                <c:pt idx="1187">
                  <c:v>43417</c:v>
                </c:pt>
                <c:pt idx="1188">
                  <c:v>43418</c:v>
                </c:pt>
                <c:pt idx="1189">
                  <c:v>43419</c:v>
                </c:pt>
                <c:pt idx="1190">
                  <c:v>43420</c:v>
                </c:pt>
                <c:pt idx="1191">
                  <c:v>43423</c:v>
                </c:pt>
                <c:pt idx="1192">
                  <c:v>43424</c:v>
                </c:pt>
                <c:pt idx="1193">
                  <c:v>43425</c:v>
                </c:pt>
                <c:pt idx="1194">
                  <c:v>43426</c:v>
                </c:pt>
                <c:pt idx="1195">
                  <c:v>43427</c:v>
                </c:pt>
                <c:pt idx="1196">
                  <c:v>43430</c:v>
                </c:pt>
                <c:pt idx="1197">
                  <c:v>43431</c:v>
                </c:pt>
                <c:pt idx="1198">
                  <c:v>43432</c:v>
                </c:pt>
                <c:pt idx="1199">
                  <c:v>43433</c:v>
                </c:pt>
                <c:pt idx="1200">
                  <c:v>43434</c:v>
                </c:pt>
                <c:pt idx="1201">
                  <c:v>43437</c:v>
                </c:pt>
                <c:pt idx="1202">
                  <c:v>43438</c:v>
                </c:pt>
                <c:pt idx="1203">
                  <c:v>43439</c:v>
                </c:pt>
                <c:pt idx="1204">
                  <c:v>43440</c:v>
                </c:pt>
                <c:pt idx="1205">
                  <c:v>43441</c:v>
                </c:pt>
                <c:pt idx="1206">
                  <c:v>43444</c:v>
                </c:pt>
                <c:pt idx="1207">
                  <c:v>43445</c:v>
                </c:pt>
                <c:pt idx="1208">
                  <c:v>43446</c:v>
                </c:pt>
                <c:pt idx="1209">
                  <c:v>43447</c:v>
                </c:pt>
                <c:pt idx="1210">
                  <c:v>43448</c:v>
                </c:pt>
                <c:pt idx="1211">
                  <c:v>43451</c:v>
                </c:pt>
                <c:pt idx="1212">
                  <c:v>43452</c:v>
                </c:pt>
                <c:pt idx="1213">
                  <c:v>43453</c:v>
                </c:pt>
                <c:pt idx="1214">
                  <c:v>43454</c:v>
                </c:pt>
                <c:pt idx="1215">
                  <c:v>43455</c:v>
                </c:pt>
                <c:pt idx="1216">
                  <c:v>43458</c:v>
                </c:pt>
                <c:pt idx="1217">
                  <c:v>43459</c:v>
                </c:pt>
                <c:pt idx="1218">
                  <c:v>43460</c:v>
                </c:pt>
                <c:pt idx="1219">
                  <c:v>43461</c:v>
                </c:pt>
                <c:pt idx="1220">
                  <c:v>43462</c:v>
                </c:pt>
                <c:pt idx="1221">
                  <c:v>43467</c:v>
                </c:pt>
                <c:pt idx="1222">
                  <c:v>43468</c:v>
                </c:pt>
                <c:pt idx="1223">
                  <c:v>43469</c:v>
                </c:pt>
                <c:pt idx="1224">
                  <c:v>43472</c:v>
                </c:pt>
                <c:pt idx="1225">
                  <c:v>43473</c:v>
                </c:pt>
                <c:pt idx="1226">
                  <c:v>43474</c:v>
                </c:pt>
                <c:pt idx="1227">
                  <c:v>43475</c:v>
                </c:pt>
                <c:pt idx="1228">
                  <c:v>43476</c:v>
                </c:pt>
                <c:pt idx="1229">
                  <c:v>43479</c:v>
                </c:pt>
                <c:pt idx="1230">
                  <c:v>43480</c:v>
                </c:pt>
                <c:pt idx="1231">
                  <c:v>43481</c:v>
                </c:pt>
                <c:pt idx="1232">
                  <c:v>43482</c:v>
                </c:pt>
                <c:pt idx="1233">
                  <c:v>43483</c:v>
                </c:pt>
                <c:pt idx="1234">
                  <c:v>43486</c:v>
                </c:pt>
                <c:pt idx="1235">
                  <c:v>43487</c:v>
                </c:pt>
                <c:pt idx="1236">
                  <c:v>43488</c:v>
                </c:pt>
                <c:pt idx="1237">
                  <c:v>43489</c:v>
                </c:pt>
                <c:pt idx="1238">
                  <c:v>43490</c:v>
                </c:pt>
                <c:pt idx="1239">
                  <c:v>43493</c:v>
                </c:pt>
                <c:pt idx="1240">
                  <c:v>43494</c:v>
                </c:pt>
                <c:pt idx="1241">
                  <c:v>43495</c:v>
                </c:pt>
                <c:pt idx="1242">
                  <c:v>43496</c:v>
                </c:pt>
                <c:pt idx="1243">
                  <c:v>43497</c:v>
                </c:pt>
                <c:pt idx="1244">
                  <c:v>43507</c:v>
                </c:pt>
                <c:pt idx="1245">
                  <c:v>43508</c:v>
                </c:pt>
                <c:pt idx="1246">
                  <c:v>43509</c:v>
                </c:pt>
                <c:pt idx="1247">
                  <c:v>43510</c:v>
                </c:pt>
                <c:pt idx="1248">
                  <c:v>43511</c:v>
                </c:pt>
                <c:pt idx="1249">
                  <c:v>43514</c:v>
                </c:pt>
                <c:pt idx="1250">
                  <c:v>43515</c:v>
                </c:pt>
                <c:pt idx="1251">
                  <c:v>43516</c:v>
                </c:pt>
                <c:pt idx="1252">
                  <c:v>43517</c:v>
                </c:pt>
                <c:pt idx="1253">
                  <c:v>43518</c:v>
                </c:pt>
                <c:pt idx="1254">
                  <c:v>43521</c:v>
                </c:pt>
                <c:pt idx="1255">
                  <c:v>43522</c:v>
                </c:pt>
                <c:pt idx="1256">
                  <c:v>43523</c:v>
                </c:pt>
                <c:pt idx="1257">
                  <c:v>43524</c:v>
                </c:pt>
                <c:pt idx="1258">
                  <c:v>43525</c:v>
                </c:pt>
                <c:pt idx="1259">
                  <c:v>43528</c:v>
                </c:pt>
                <c:pt idx="1260">
                  <c:v>43529</c:v>
                </c:pt>
                <c:pt idx="1261">
                  <c:v>43530</c:v>
                </c:pt>
                <c:pt idx="1262">
                  <c:v>43531</c:v>
                </c:pt>
                <c:pt idx="1263">
                  <c:v>43532</c:v>
                </c:pt>
                <c:pt idx="1264">
                  <c:v>43535</c:v>
                </c:pt>
                <c:pt idx="1265">
                  <c:v>43536</c:v>
                </c:pt>
                <c:pt idx="1266">
                  <c:v>43537</c:v>
                </c:pt>
                <c:pt idx="1267">
                  <c:v>43538</c:v>
                </c:pt>
                <c:pt idx="1268">
                  <c:v>43539</c:v>
                </c:pt>
                <c:pt idx="1269">
                  <c:v>43542</c:v>
                </c:pt>
                <c:pt idx="1270">
                  <c:v>43543</c:v>
                </c:pt>
                <c:pt idx="1271">
                  <c:v>43544</c:v>
                </c:pt>
                <c:pt idx="1272">
                  <c:v>43545</c:v>
                </c:pt>
                <c:pt idx="1273">
                  <c:v>43546</c:v>
                </c:pt>
                <c:pt idx="1274">
                  <c:v>43549</c:v>
                </c:pt>
                <c:pt idx="1275">
                  <c:v>43550</c:v>
                </c:pt>
                <c:pt idx="1276">
                  <c:v>43551</c:v>
                </c:pt>
                <c:pt idx="1277">
                  <c:v>43552</c:v>
                </c:pt>
                <c:pt idx="1278">
                  <c:v>43553</c:v>
                </c:pt>
                <c:pt idx="1279">
                  <c:v>43556</c:v>
                </c:pt>
                <c:pt idx="1280">
                  <c:v>43557</c:v>
                </c:pt>
                <c:pt idx="1281">
                  <c:v>43558</c:v>
                </c:pt>
                <c:pt idx="1282">
                  <c:v>43559</c:v>
                </c:pt>
                <c:pt idx="1283">
                  <c:v>43563</c:v>
                </c:pt>
                <c:pt idx="1284">
                  <c:v>43564</c:v>
                </c:pt>
                <c:pt idx="1285">
                  <c:v>43565</c:v>
                </c:pt>
                <c:pt idx="1286">
                  <c:v>43566</c:v>
                </c:pt>
                <c:pt idx="1287">
                  <c:v>43567</c:v>
                </c:pt>
                <c:pt idx="1288">
                  <c:v>43570</c:v>
                </c:pt>
                <c:pt idx="1289">
                  <c:v>43571</c:v>
                </c:pt>
                <c:pt idx="1290">
                  <c:v>43572</c:v>
                </c:pt>
                <c:pt idx="1291">
                  <c:v>43573</c:v>
                </c:pt>
                <c:pt idx="1292">
                  <c:v>43574</c:v>
                </c:pt>
                <c:pt idx="1293">
                  <c:v>43577</c:v>
                </c:pt>
                <c:pt idx="1294">
                  <c:v>43578</c:v>
                </c:pt>
                <c:pt idx="1295">
                  <c:v>43579</c:v>
                </c:pt>
                <c:pt idx="1296">
                  <c:v>43580</c:v>
                </c:pt>
                <c:pt idx="1297">
                  <c:v>43581</c:v>
                </c:pt>
                <c:pt idx="1298">
                  <c:v>43584</c:v>
                </c:pt>
                <c:pt idx="1299">
                  <c:v>43585</c:v>
                </c:pt>
                <c:pt idx="1300">
                  <c:v>43591</c:v>
                </c:pt>
                <c:pt idx="1301">
                  <c:v>43592</c:v>
                </c:pt>
                <c:pt idx="1302">
                  <c:v>43593</c:v>
                </c:pt>
                <c:pt idx="1303">
                  <c:v>43594</c:v>
                </c:pt>
                <c:pt idx="1304">
                  <c:v>43595</c:v>
                </c:pt>
                <c:pt idx="1305">
                  <c:v>43598</c:v>
                </c:pt>
                <c:pt idx="1306">
                  <c:v>43599</c:v>
                </c:pt>
                <c:pt idx="1307">
                  <c:v>43600</c:v>
                </c:pt>
                <c:pt idx="1308">
                  <c:v>43601</c:v>
                </c:pt>
                <c:pt idx="1309">
                  <c:v>43602</c:v>
                </c:pt>
                <c:pt idx="1310">
                  <c:v>43605</c:v>
                </c:pt>
                <c:pt idx="1311">
                  <c:v>43606</c:v>
                </c:pt>
                <c:pt idx="1312">
                  <c:v>43607</c:v>
                </c:pt>
                <c:pt idx="1313">
                  <c:v>43608</c:v>
                </c:pt>
                <c:pt idx="1314">
                  <c:v>43609</c:v>
                </c:pt>
                <c:pt idx="1315">
                  <c:v>43612</c:v>
                </c:pt>
                <c:pt idx="1316">
                  <c:v>43613</c:v>
                </c:pt>
                <c:pt idx="1317">
                  <c:v>43614</c:v>
                </c:pt>
                <c:pt idx="1318">
                  <c:v>43615</c:v>
                </c:pt>
                <c:pt idx="1319">
                  <c:v>43616</c:v>
                </c:pt>
                <c:pt idx="1320">
                  <c:v>43619</c:v>
                </c:pt>
                <c:pt idx="1321">
                  <c:v>43620</c:v>
                </c:pt>
                <c:pt idx="1322">
                  <c:v>43621</c:v>
                </c:pt>
                <c:pt idx="1323">
                  <c:v>43622</c:v>
                </c:pt>
                <c:pt idx="1324">
                  <c:v>43626</c:v>
                </c:pt>
                <c:pt idx="1325">
                  <c:v>43627</c:v>
                </c:pt>
                <c:pt idx="1326">
                  <c:v>43628</c:v>
                </c:pt>
                <c:pt idx="1327">
                  <c:v>43629</c:v>
                </c:pt>
                <c:pt idx="1328">
                  <c:v>43630</c:v>
                </c:pt>
                <c:pt idx="1329">
                  <c:v>43633</c:v>
                </c:pt>
                <c:pt idx="1330">
                  <c:v>43634</c:v>
                </c:pt>
                <c:pt idx="1331">
                  <c:v>43635</c:v>
                </c:pt>
                <c:pt idx="1332">
                  <c:v>43636</c:v>
                </c:pt>
                <c:pt idx="1333">
                  <c:v>43637</c:v>
                </c:pt>
                <c:pt idx="1334">
                  <c:v>43640</c:v>
                </c:pt>
                <c:pt idx="1335">
                  <c:v>43641</c:v>
                </c:pt>
                <c:pt idx="1336">
                  <c:v>43642</c:v>
                </c:pt>
                <c:pt idx="1337">
                  <c:v>43643</c:v>
                </c:pt>
                <c:pt idx="1338">
                  <c:v>43644</c:v>
                </c:pt>
                <c:pt idx="1339">
                  <c:v>43647</c:v>
                </c:pt>
                <c:pt idx="1340">
                  <c:v>43648</c:v>
                </c:pt>
                <c:pt idx="1341">
                  <c:v>43649</c:v>
                </c:pt>
                <c:pt idx="1342">
                  <c:v>43650</c:v>
                </c:pt>
                <c:pt idx="1343">
                  <c:v>43651</c:v>
                </c:pt>
                <c:pt idx="1344">
                  <c:v>43654</c:v>
                </c:pt>
                <c:pt idx="1345">
                  <c:v>43655</c:v>
                </c:pt>
                <c:pt idx="1346">
                  <c:v>43656</c:v>
                </c:pt>
                <c:pt idx="1347">
                  <c:v>43657</c:v>
                </c:pt>
                <c:pt idx="1348">
                  <c:v>43658</c:v>
                </c:pt>
                <c:pt idx="1349">
                  <c:v>43661</c:v>
                </c:pt>
                <c:pt idx="1350">
                  <c:v>43662</c:v>
                </c:pt>
                <c:pt idx="1351">
                  <c:v>43663</c:v>
                </c:pt>
                <c:pt idx="1352">
                  <c:v>43664</c:v>
                </c:pt>
                <c:pt idx="1353">
                  <c:v>43665</c:v>
                </c:pt>
                <c:pt idx="1354">
                  <c:v>43668</c:v>
                </c:pt>
                <c:pt idx="1355">
                  <c:v>43669</c:v>
                </c:pt>
                <c:pt idx="1356">
                  <c:v>43670</c:v>
                </c:pt>
                <c:pt idx="1357">
                  <c:v>43671</c:v>
                </c:pt>
                <c:pt idx="1358">
                  <c:v>43672</c:v>
                </c:pt>
                <c:pt idx="1359">
                  <c:v>43675</c:v>
                </c:pt>
                <c:pt idx="1360">
                  <c:v>43676</c:v>
                </c:pt>
                <c:pt idx="1361">
                  <c:v>43677</c:v>
                </c:pt>
                <c:pt idx="1362">
                  <c:v>43678</c:v>
                </c:pt>
                <c:pt idx="1363">
                  <c:v>43679</c:v>
                </c:pt>
                <c:pt idx="1364">
                  <c:v>43682</c:v>
                </c:pt>
                <c:pt idx="1365">
                  <c:v>43683</c:v>
                </c:pt>
                <c:pt idx="1366">
                  <c:v>43684</c:v>
                </c:pt>
                <c:pt idx="1367">
                  <c:v>43685</c:v>
                </c:pt>
                <c:pt idx="1368">
                  <c:v>43686</c:v>
                </c:pt>
                <c:pt idx="1369">
                  <c:v>43689</c:v>
                </c:pt>
                <c:pt idx="1370">
                  <c:v>43690</c:v>
                </c:pt>
                <c:pt idx="1371">
                  <c:v>43691</c:v>
                </c:pt>
                <c:pt idx="1372">
                  <c:v>43692</c:v>
                </c:pt>
                <c:pt idx="1373">
                  <c:v>43693</c:v>
                </c:pt>
                <c:pt idx="1374">
                  <c:v>43696</c:v>
                </c:pt>
                <c:pt idx="1375">
                  <c:v>43697</c:v>
                </c:pt>
                <c:pt idx="1376">
                  <c:v>43698</c:v>
                </c:pt>
                <c:pt idx="1377">
                  <c:v>43699</c:v>
                </c:pt>
                <c:pt idx="1378">
                  <c:v>43700</c:v>
                </c:pt>
                <c:pt idx="1379">
                  <c:v>43703</c:v>
                </c:pt>
                <c:pt idx="1380">
                  <c:v>43704</c:v>
                </c:pt>
                <c:pt idx="1381">
                  <c:v>43705</c:v>
                </c:pt>
                <c:pt idx="1382">
                  <c:v>43706</c:v>
                </c:pt>
                <c:pt idx="1383">
                  <c:v>43707</c:v>
                </c:pt>
                <c:pt idx="1384">
                  <c:v>43710</c:v>
                </c:pt>
                <c:pt idx="1385">
                  <c:v>43711</c:v>
                </c:pt>
                <c:pt idx="1386">
                  <c:v>43712</c:v>
                </c:pt>
                <c:pt idx="1387">
                  <c:v>43713</c:v>
                </c:pt>
                <c:pt idx="1388">
                  <c:v>43714</c:v>
                </c:pt>
                <c:pt idx="1389">
                  <c:v>43717</c:v>
                </c:pt>
                <c:pt idx="1390">
                  <c:v>43718</c:v>
                </c:pt>
                <c:pt idx="1391">
                  <c:v>43719</c:v>
                </c:pt>
                <c:pt idx="1392">
                  <c:v>43720</c:v>
                </c:pt>
                <c:pt idx="1393">
                  <c:v>43724</c:v>
                </c:pt>
                <c:pt idx="1394">
                  <c:v>43725</c:v>
                </c:pt>
                <c:pt idx="1395">
                  <c:v>43726</c:v>
                </c:pt>
                <c:pt idx="1396">
                  <c:v>43727</c:v>
                </c:pt>
                <c:pt idx="1397">
                  <c:v>43728</c:v>
                </c:pt>
                <c:pt idx="1398">
                  <c:v>43731</c:v>
                </c:pt>
                <c:pt idx="1399">
                  <c:v>43732</c:v>
                </c:pt>
                <c:pt idx="1400">
                  <c:v>43733</c:v>
                </c:pt>
                <c:pt idx="1401">
                  <c:v>43734</c:v>
                </c:pt>
                <c:pt idx="1402">
                  <c:v>43735</c:v>
                </c:pt>
                <c:pt idx="1403">
                  <c:v>43738</c:v>
                </c:pt>
                <c:pt idx="1404">
                  <c:v>43746</c:v>
                </c:pt>
                <c:pt idx="1405">
                  <c:v>43747</c:v>
                </c:pt>
                <c:pt idx="1406">
                  <c:v>43748</c:v>
                </c:pt>
                <c:pt idx="1407">
                  <c:v>43749</c:v>
                </c:pt>
                <c:pt idx="1408">
                  <c:v>43752</c:v>
                </c:pt>
                <c:pt idx="1409">
                  <c:v>43753</c:v>
                </c:pt>
                <c:pt idx="1410">
                  <c:v>43754</c:v>
                </c:pt>
                <c:pt idx="1411">
                  <c:v>43755</c:v>
                </c:pt>
                <c:pt idx="1412">
                  <c:v>43756</c:v>
                </c:pt>
                <c:pt idx="1413">
                  <c:v>43759</c:v>
                </c:pt>
                <c:pt idx="1414">
                  <c:v>43760</c:v>
                </c:pt>
                <c:pt idx="1415">
                  <c:v>43761</c:v>
                </c:pt>
                <c:pt idx="1416">
                  <c:v>43762</c:v>
                </c:pt>
                <c:pt idx="1417">
                  <c:v>43763</c:v>
                </c:pt>
                <c:pt idx="1418">
                  <c:v>43766</c:v>
                </c:pt>
                <c:pt idx="1419">
                  <c:v>43767</c:v>
                </c:pt>
                <c:pt idx="1420">
                  <c:v>43768</c:v>
                </c:pt>
                <c:pt idx="1421">
                  <c:v>43769</c:v>
                </c:pt>
                <c:pt idx="1422">
                  <c:v>43770</c:v>
                </c:pt>
                <c:pt idx="1423">
                  <c:v>43773</c:v>
                </c:pt>
                <c:pt idx="1424">
                  <c:v>43774</c:v>
                </c:pt>
                <c:pt idx="1425">
                  <c:v>43775</c:v>
                </c:pt>
                <c:pt idx="1426">
                  <c:v>43776</c:v>
                </c:pt>
                <c:pt idx="1427">
                  <c:v>43777</c:v>
                </c:pt>
                <c:pt idx="1428">
                  <c:v>43780</c:v>
                </c:pt>
                <c:pt idx="1429">
                  <c:v>43781</c:v>
                </c:pt>
                <c:pt idx="1430">
                  <c:v>43782</c:v>
                </c:pt>
                <c:pt idx="1431">
                  <c:v>43783</c:v>
                </c:pt>
                <c:pt idx="1432">
                  <c:v>43784</c:v>
                </c:pt>
                <c:pt idx="1433">
                  <c:v>43787</c:v>
                </c:pt>
                <c:pt idx="1434">
                  <c:v>43788</c:v>
                </c:pt>
                <c:pt idx="1435">
                  <c:v>43789</c:v>
                </c:pt>
                <c:pt idx="1436">
                  <c:v>43790</c:v>
                </c:pt>
                <c:pt idx="1437">
                  <c:v>43791</c:v>
                </c:pt>
                <c:pt idx="1438">
                  <c:v>43794</c:v>
                </c:pt>
                <c:pt idx="1439">
                  <c:v>43795</c:v>
                </c:pt>
                <c:pt idx="1440">
                  <c:v>43796</c:v>
                </c:pt>
                <c:pt idx="1441">
                  <c:v>43797</c:v>
                </c:pt>
                <c:pt idx="1442">
                  <c:v>43798</c:v>
                </c:pt>
                <c:pt idx="1443">
                  <c:v>43801</c:v>
                </c:pt>
                <c:pt idx="1444">
                  <c:v>43802</c:v>
                </c:pt>
                <c:pt idx="1445">
                  <c:v>43803</c:v>
                </c:pt>
                <c:pt idx="1446">
                  <c:v>43804</c:v>
                </c:pt>
                <c:pt idx="1447">
                  <c:v>43805</c:v>
                </c:pt>
                <c:pt idx="1448">
                  <c:v>43808</c:v>
                </c:pt>
                <c:pt idx="1449">
                  <c:v>43809</c:v>
                </c:pt>
                <c:pt idx="1450">
                  <c:v>43810</c:v>
                </c:pt>
                <c:pt idx="1451">
                  <c:v>43811</c:v>
                </c:pt>
                <c:pt idx="1452">
                  <c:v>43812</c:v>
                </c:pt>
                <c:pt idx="1453">
                  <c:v>43815</c:v>
                </c:pt>
                <c:pt idx="1454">
                  <c:v>43816</c:v>
                </c:pt>
                <c:pt idx="1455">
                  <c:v>43817</c:v>
                </c:pt>
                <c:pt idx="1456">
                  <c:v>43818</c:v>
                </c:pt>
                <c:pt idx="1457">
                  <c:v>43819</c:v>
                </c:pt>
                <c:pt idx="1458">
                  <c:v>43822</c:v>
                </c:pt>
                <c:pt idx="1459">
                  <c:v>43823</c:v>
                </c:pt>
                <c:pt idx="1460">
                  <c:v>43824</c:v>
                </c:pt>
                <c:pt idx="1461">
                  <c:v>43825</c:v>
                </c:pt>
                <c:pt idx="1462">
                  <c:v>43826</c:v>
                </c:pt>
                <c:pt idx="1463">
                  <c:v>43829</c:v>
                </c:pt>
                <c:pt idx="1464">
                  <c:v>43830</c:v>
                </c:pt>
                <c:pt idx="1465">
                  <c:v>43832</c:v>
                </c:pt>
                <c:pt idx="1466">
                  <c:v>43833</c:v>
                </c:pt>
                <c:pt idx="1467">
                  <c:v>43836</c:v>
                </c:pt>
                <c:pt idx="1468">
                  <c:v>43837</c:v>
                </c:pt>
                <c:pt idx="1469">
                  <c:v>43838</c:v>
                </c:pt>
                <c:pt idx="1470">
                  <c:v>43839</c:v>
                </c:pt>
                <c:pt idx="1471">
                  <c:v>43840</c:v>
                </c:pt>
                <c:pt idx="1472">
                  <c:v>43843</c:v>
                </c:pt>
                <c:pt idx="1473">
                  <c:v>43844</c:v>
                </c:pt>
                <c:pt idx="1474">
                  <c:v>43845</c:v>
                </c:pt>
                <c:pt idx="1475">
                  <c:v>43846</c:v>
                </c:pt>
                <c:pt idx="1476">
                  <c:v>43847</c:v>
                </c:pt>
                <c:pt idx="1477">
                  <c:v>43850</c:v>
                </c:pt>
                <c:pt idx="1478">
                  <c:v>43851</c:v>
                </c:pt>
                <c:pt idx="1479">
                  <c:v>43852</c:v>
                </c:pt>
                <c:pt idx="1480">
                  <c:v>43853</c:v>
                </c:pt>
                <c:pt idx="1481">
                  <c:v>43864</c:v>
                </c:pt>
                <c:pt idx="1482">
                  <c:v>43865</c:v>
                </c:pt>
                <c:pt idx="1483">
                  <c:v>43866</c:v>
                </c:pt>
                <c:pt idx="1484">
                  <c:v>43867</c:v>
                </c:pt>
                <c:pt idx="1485">
                  <c:v>43868</c:v>
                </c:pt>
                <c:pt idx="1486">
                  <c:v>43871</c:v>
                </c:pt>
                <c:pt idx="1487">
                  <c:v>43872</c:v>
                </c:pt>
                <c:pt idx="1488">
                  <c:v>43873</c:v>
                </c:pt>
                <c:pt idx="1489">
                  <c:v>43874</c:v>
                </c:pt>
                <c:pt idx="1490">
                  <c:v>43875</c:v>
                </c:pt>
                <c:pt idx="1491">
                  <c:v>43878</c:v>
                </c:pt>
                <c:pt idx="1492">
                  <c:v>43879</c:v>
                </c:pt>
                <c:pt idx="1493">
                  <c:v>43880</c:v>
                </c:pt>
                <c:pt idx="1494">
                  <c:v>43881</c:v>
                </c:pt>
                <c:pt idx="1495">
                  <c:v>43882</c:v>
                </c:pt>
                <c:pt idx="1496">
                  <c:v>43885</c:v>
                </c:pt>
                <c:pt idx="1497">
                  <c:v>43886</c:v>
                </c:pt>
                <c:pt idx="1498">
                  <c:v>43887</c:v>
                </c:pt>
                <c:pt idx="1499">
                  <c:v>43888</c:v>
                </c:pt>
                <c:pt idx="1500">
                  <c:v>43889</c:v>
                </c:pt>
                <c:pt idx="1501">
                  <c:v>43892</c:v>
                </c:pt>
                <c:pt idx="1502">
                  <c:v>43893</c:v>
                </c:pt>
                <c:pt idx="1503">
                  <c:v>43894</c:v>
                </c:pt>
                <c:pt idx="1504">
                  <c:v>43895</c:v>
                </c:pt>
                <c:pt idx="1505">
                  <c:v>43896</c:v>
                </c:pt>
                <c:pt idx="1506">
                  <c:v>43899</c:v>
                </c:pt>
                <c:pt idx="1507">
                  <c:v>43900</c:v>
                </c:pt>
                <c:pt idx="1508">
                  <c:v>43901</c:v>
                </c:pt>
                <c:pt idx="1509">
                  <c:v>43902</c:v>
                </c:pt>
                <c:pt idx="1510">
                  <c:v>43903</c:v>
                </c:pt>
                <c:pt idx="1511">
                  <c:v>43906</c:v>
                </c:pt>
                <c:pt idx="1512">
                  <c:v>43907</c:v>
                </c:pt>
                <c:pt idx="1513">
                  <c:v>43908</c:v>
                </c:pt>
                <c:pt idx="1514">
                  <c:v>43909</c:v>
                </c:pt>
                <c:pt idx="1515">
                  <c:v>43910</c:v>
                </c:pt>
                <c:pt idx="1516">
                  <c:v>43913</c:v>
                </c:pt>
                <c:pt idx="1517">
                  <c:v>43914</c:v>
                </c:pt>
                <c:pt idx="1518">
                  <c:v>43915</c:v>
                </c:pt>
                <c:pt idx="1519">
                  <c:v>43916</c:v>
                </c:pt>
                <c:pt idx="1520">
                  <c:v>43917</c:v>
                </c:pt>
                <c:pt idx="1521">
                  <c:v>43920</c:v>
                </c:pt>
                <c:pt idx="1522">
                  <c:v>43921</c:v>
                </c:pt>
                <c:pt idx="1523">
                  <c:v>43922</c:v>
                </c:pt>
                <c:pt idx="1524">
                  <c:v>43923</c:v>
                </c:pt>
                <c:pt idx="1525">
                  <c:v>43924</c:v>
                </c:pt>
                <c:pt idx="1526">
                  <c:v>43928</c:v>
                </c:pt>
                <c:pt idx="1527">
                  <c:v>43929</c:v>
                </c:pt>
                <c:pt idx="1528">
                  <c:v>43930</c:v>
                </c:pt>
                <c:pt idx="1529">
                  <c:v>43931</c:v>
                </c:pt>
                <c:pt idx="1530">
                  <c:v>43934</c:v>
                </c:pt>
                <c:pt idx="1531">
                  <c:v>43935</c:v>
                </c:pt>
                <c:pt idx="1532">
                  <c:v>43936</c:v>
                </c:pt>
                <c:pt idx="1533">
                  <c:v>43937</c:v>
                </c:pt>
                <c:pt idx="1534">
                  <c:v>43938</c:v>
                </c:pt>
                <c:pt idx="1535">
                  <c:v>43941</c:v>
                </c:pt>
                <c:pt idx="1536">
                  <c:v>43942</c:v>
                </c:pt>
                <c:pt idx="1537">
                  <c:v>43943</c:v>
                </c:pt>
                <c:pt idx="1538">
                  <c:v>43944</c:v>
                </c:pt>
                <c:pt idx="1539">
                  <c:v>43945</c:v>
                </c:pt>
                <c:pt idx="1540">
                  <c:v>43948</c:v>
                </c:pt>
                <c:pt idx="1541">
                  <c:v>43949</c:v>
                </c:pt>
                <c:pt idx="1542">
                  <c:v>43950</c:v>
                </c:pt>
                <c:pt idx="1543">
                  <c:v>43951</c:v>
                </c:pt>
                <c:pt idx="1544">
                  <c:v>43957</c:v>
                </c:pt>
                <c:pt idx="1545">
                  <c:v>43958</c:v>
                </c:pt>
                <c:pt idx="1546">
                  <c:v>43959</c:v>
                </c:pt>
                <c:pt idx="1547">
                  <c:v>43962</c:v>
                </c:pt>
                <c:pt idx="1548">
                  <c:v>43963</c:v>
                </c:pt>
                <c:pt idx="1549">
                  <c:v>43964</c:v>
                </c:pt>
                <c:pt idx="1550">
                  <c:v>43965</c:v>
                </c:pt>
                <c:pt idx="1551">
                  <c:v>43966</c:v>
                </c:pt>
                <c:pt idx="1552">
                  <c:v>43969</c:v>
                </c:pt>
                <c:pt idx="1553">
                  <c:v>43970</c:v>
                </c:pt>
                <c:pt idx="1554">
                  <c:v>43971</c:v>
                </c:pt>
                <c:pt idx="1555">
                  <c:v>43972</c:v>
                </c:pt>
                <c:pt idx="1556">
                  <c:v>43973</c:v>
                </c:pt>
                <c:pt idx="1557">
                  <c:v>43976</c:v>
                </c:pt>
                <c:pt idx="1558">
                  <c:v>43977</c:v>
                </c:pt>
                <c:pt idx="1559">
                  <c:v>43978</c:v>
                </c:pt>
                <c:pt idx="1560">
                  <c:v>43979</c:v>
                </c:pt>
                <c:pt idx="1561">
                  <c:v>43980</c:v>
                </c:pt>
                <c:pt idx="1562">
                  <c:v>43983</c:v>
                </c:pt>
                <c:pt idx="1563">
                  <c:v>43984</c:v>
                </c:pt>
                <c:pt idx="1564">
                  <c:v>43985</c:v>
                </c:pt>
                <c:pt idx="1565">
                  <c:v>43986</c:v>
                </c:pt>
                <c:pt idx="1566">
                  <c:v>43987</c:v>
                </c:pt>
                <c:pt idx="1567">
                  <c:v>43990</c:v>
                </c:pt>
                <c:pt idx="1568">
                  <c:v>43991</c:v>
                </c:pt>
                <c:pt idx="1569">
                  <c:v>43992</c:v>
                </c:pt>
                <c:pt idx="1570">
                  <c:v>43993</c:v>
                </c:pt>
                <c:pt idx="1571">
                  <c:v>43994</c:v>
                </c:pt>
                <c:pt idx="1572">
                  <c:v>43997</c:v>
                </c:pt>
                <c:pt idx="1573">
                  <c:v>43998</c:v>
                </c:pt>
                <c:pt idx="1574">
                  <c:v>43999</c:v>
                </c:pt>
                <c:pt idx="1575">
                  <c:v>44000</c:v>
                </c:pt>
                <c:pt idx="1576">
                  <c:v>44001</c:v>
                </c:pt>
                <c:pt idx="1577">
                  <c:v>44004</c:v>
                </c:pt>
                <c:pt idx="1578">
                  <c:v>44005</c:v>
                </c:pt>
                <c:pt idx="1579">
                  <c:v>44006</c:v>
                </c:pt>
                <c:pt idx="1580">
                  <c:v>44011</c:v>
                </c:pt>
                <c:pt idx="1581">
                  <c:v>44012</c:v>
                </c:pt>
                <c:pt idx="1582">
                  <c:v>44013</c:v>
                </c:pt>
                <c:pt idx="1583">
                  <c:v>44014</c:v>
                </c:pt>
                <c:pt idx="1584">
                  <c:v>44015</c:v>
                </c:pt>
                <c:pt idx="1585">
                  <c:v>44018</c:v>
                </c:pt>
                <c:pt idx="1586">
                  <c:v>44019</c:v>
                </c:pt>
                <c:pt idx="1587">
                  <c:v>44020</c:v>
                </c:pt>
                <c:pt idx="1588">
                  <c:v>44021</c:v>
                </c:pt>
                <c:pt idx="1589">
                  <c:v>44022</c:v>
                </c:pt>
                <c:pt idx="1590">
                  <c:v>44025</c:v>
                </c:pt>
                <c:pt idx="1591">
                  <c:v>44026</c:v>
                </c:pt>
                <c:pt idx="1592">
                  <c:v>44027</c:v>
                </c:pt>
                <c:pt idx="1593">
                  <c:v>44028</c:v>
                </c:pt>
                <c:pt idx="1594">
                  <c:v>44029</c:v>
                </c:pt>
                <c:pt idx="1595">
                  <c:v>44032</c:v>
                </c:pt>
                <c:pt idx="1596">
                  <c:v>44033</c:v>
                </c:pt>
                <c:pt idx="1597">
                  <c:v>44034</c:v>
                </c:pt>
                <c:pt idx="1598">
                  <c:v>44035</c:v>
                </c:pt>
                <c:pt idx="1599">
                  <c:v>44036</c:v>
                </c:pt>
                <c:pt idx="1600">
                  <c:v>44039</c:v>
                </c:pt>
                <c:pt idx="1601">
                  <c:v>44040</c:v>
                </c:pt>
                <c:pt idx="1602">
                  <c:v>44041</c:v>
                </c:pt>
                <c:pt idx="1603">
                  <c:v>44042</c:v>
                </c:pt>
                <c:pt idx="1604">
                  <c:v>44043</c:v>
                </c:pt>
                <c:pt idx="1605">
                  <c:v>44046</c:v>
                </c:pt>
                <c:pt idx="1606">
                  <c:v>44047</c:v>
                </c:pt>
                <c:pt idx="1607">
                  <c:v>44048</c:v>
                </c:pt>
                <c:pt idx="1608">
                  <c:v>44049</c:v>
                </c:pt>
                <c:pt idx="1609">
                  <c:v>44050</c:v>
                </c:pt>
                <c:pt idx="1610">
                  <c:v>44053</c:v>
                </c:pt>
                <c:pt idx="1611">
                  <c:v>44054</c:v>
                </c:pt>
                <c:pt idx="1612">
                  <c:v>44055</c:v>
                </c:pt>
                <c:pt idx="1613">
                  <c:v>44056</c:v>
                </c:pt>
                <c:pt idx="1614">
                  <c:v>44057</c:v>
                </c:pt>
                <c:pt idx="1615">
                  <c:v>44060</c:v>
                </c:pt>
                <c:pt idx="1616">
                  <c:v>44061</c:v>
                </c:pt>
                <c:pt idx="1617">
                  <c:v>44062</c:v>
                </c:pt>
                <c:pt idx="1618">
                  <c:v>44063</c:v>
                </c:pt>
                <c:pt idx="1619">
                  <c:v>44064</c:v>
                </c:pt>
                <c:pt idx="1620">
                  <c:v>44067</c:v>
                </c:pt>
                <c:pt idx="1621">
                  <c:v>44068</c:v>
                </c:pt>
                <c:pt idx="1622">
                  <c:v>44069</c:v>
                </c:pt>
                <c:pt idx="1623">
                  <c:v>44070</c:v>
                </c:pt>
                <c:pt idx="1624">
                  <c:v>44071</c:v>
                </c:pt>
                <c:pt idx="1625">
                  <c:v>44074</c:v>
                </c:pt>
                <c:pt idx="1626">
                  <c:v>44075</c:v>
                </c:pt>
                <c:pt idx="1627">
                  <c:v>44076</c:v>
                </c:pt>
                <c:pt idx="1628">
                  <c:v>44077</c:v>
                </c:pt>
                <c:pt idx="1629">
                  <c:v>44078</c:v>
                </c:pt>
                <c:pt idx="1630">
                  <c:v>44081</c:v>
                </c:pt>
                <c:pt idx="1631">
                  <c:v>44082</c:v>
                </c:pt>
                <c:pt idx="1632">
                  <c:v>44083</c:v>
                </c:pt>
                <c:pt idx="1633">
                  <c:v>44084</c:v>
                </c:pt>
                <c:pt idx="1634">
                  <c:v>44085</c:v>
                </c:pt>
                <c:pt idx="1635">
                  <c:v>44088</c:v>
                </c:pt>
                <c:pt idx="1636">
                  <c:v>44089</c:v>
                </c:pt>
                <c:pt idx="1637">
                  <c:v>44090</c:v>
                </c:pt>
                <c:pt idx="1638">
                  <c:v>44091</c:v>
                </c:pt>
                <c:pt idx="1639">
                  <c:v>44092</c:v>
                </c:pt>
                <c:pt idx="1640">
                  <c:v>44095</c:v>
                </c:pt>
                <c:pt idx="1641">
                  <c:v>44096</c:v>
                </c:pt>
                <c:pt idx="1642">
                  <c:v>44097</c:v>
                </c:pt>
                <c:pt idx="1643">
                  <c:v>44098</c:v>
                </c:pt>
                <c:pt idx="1644">
                  <c:v>44099</c:v>
                </c:pt>
                <c:pt idx="1645">
                  <c:v>44102</c:v>
                </c:pt>
                <c:pt idx="1646">
                  <c:v>44103</c:v>
                </c:pt>
                <c:pt idx="1647">
                  <c:v>44104</c:v>
                </c:pt>
                <c:pt idx="1648">
                  <c:v>44113</c:v>
                </c:pt>
                <c:pt idx="1649">
                  <c:v>44116</c:v>
                </c:pt>
                <c:pt idx="1650">
                  <c:v>44117</c:v>
                </c:pt>
                <c:pt idx="1651">
                  <c:v>44118</c:v>
                </c:pt>
                <c:pt idx="1652">
                  <c:v>44119</c:v>
                </c:pt>
                <c:pt idx="1653">
                  <c:v>44120</c:v>
                </c:pt>
                <c:pt idx="1654">
                  <c:v>44123</c:v>
                </c:pt>
                <c:pt idx="1655">
                  <c:v>44124</c:v>
                </c:pt>
                <c:pt idx="1656">
                  <c:v>44125</c:v>
                </c:pt>
                <c:pt idx="1657">
                  <c:v>44126</c:v>
                </c:pt>
                <c:pt idx="1658">
                  <c:v>44127</c:v>
                </c:pt>
                <c:pt idx="1659">
                  <c:v>44130</c:v>
                </c:pt>
                <c:pt idx="1660">
                  <c:v>44131</c:v>
                </c:pt>
                <c:pt idx="1661">
                  <c:v>44132</c:v>
                </c:pt>
                <c:pt idx="1662">
                  <c:v>44133</c:v>
                </c:pt>
                <c:pt idx="1663">
                  <c:v>44134</c:v>
                </c:pt>
                <c:pt idx="1664">
                  <c:v>44137</c:v>
                </c:pt>
                <c:pt idx="1665">
                  <c:v>44138</c:v>
                </c:pt>
                <c:pt idx="1666">
                  <c:v>44139</c:v>
                </c:pt>
                <c:pt idx="1667">
                  <c:v>44140</c:v>
                </c:pt>
                <c:pt idx="1668">
                  <c:v>44141</c:v>
                </c:pt>
                <c:pt idx="1669">
                  <c:v>44144</c:v>
                </c:pt>
                <c:pt idx="1670">
                  <c:v>44145</c:v>
                </c:pt>
                <c:pt idx="1671">
                  <c:v>44146</c:v>
                </c:pt>
                <c:pt idx="1672">
                  <c:v>44147</c:v>
                </c:pt>
                <c:pt idx="1673">
                  <c:v>44148</c:v>
                </c:pt>
                <c:pt idx="1674">
                  <c:v>44151</c:v>
                </c:pt>
                <c:pt idx="1675">
                  <c:v>44152</c:v>
                </c:pt>
                <c:pt idx="1676">
                  <c:v>44153</c:v>
                </c:pt>
                <c:pt idx="1677">
                  <c:v>44154</c:v>
                </c:pt>
                <c:pt idx="1678">
                  <c:v>44155</c:v>
                </c:pt>
                <c:pt idx="1679">
                  <c:v>44158</c:v>
                </c:pt>
                <c:pt idx="1680">
                  <c:v>44159</c:v>
                </c:pt>
                <c:pt idx="1681">
                  <c:v>44160</c:v>
                </c:pt>
                <c:pt idx="1682">
                  <c:v>44161</c:v>
                </c:pt>
                <c:pt idx="1683">
                  <c:v>44162</c:v>
                </c:pt>
                <c:pt idx="1684">
                  <c:v>44165</c:v>
                </c:pt>
                <c:pt idx="1685">
                  <c:v>44166</c:v>
                </c:pt>
                <c:pt idx="1686">
                  <c:v>44167</c:v>
                </c:pt>
                <c:pt idx="1687">
                  <c:v>44168</c:v>
                </c:pt>
                <c:pt idx="1688">
                  <c:v>44169</c:v>
                </c:pt>
                <c:pt idx="1689">
                  <c:v>44172</c:v>
                </c:pt>
                <c:pt idx="1690">
                  <c:v>44173</c:v>
                </c:pt>
                <c:pt idx="1691">
                  <c:v>44174</c:v>
                </c:pt>
                <c:pt idx="1692">
                  <c:v>44175</c:v>
                </c:pt>
                <c:pt idx="1693">
                  <c:v>44176</c:v>
                </c:pt>
                <c:pt idx="1694">
                  <c:v>44179</c:v>
                </c:pt>
                <c:pt idx="1695">
                  <c:v>44180</c:v>
                </c:pt>
                <c:pt idx="1696">
                  <c:v>44181</c:v>
                </c:pt>
                <c:pt idx="1697">
                  <c:v>44182</c:v>
                </c:pt>
                <c:pt idx="1698">
                  <c:v>44183</c:v>
                </c:pt>
                <c:pt idx="1699">
                  <c:v>44186</c:v>
                </c:pt>
                <c:pt idx="1700">
                  <c:v>44187</c:v>
                </c:pt>
                <c:pt idx="1701">
                  <c:v>44188</c:v>
                </c:pt>
                <c:pt idx="1702">
                  <c:v>44189</c:v>
                </c:pt>
                <c:pt idx="1703">
                  <c:v>44190</c:v>
                </c:pt>
                <c:pt idx="1704">
                  <c:v>44193</c:v>
                </c:pt>
                <c:pt idx="1705">
                  <c:v>44194</c:v>
                </c:pt>
                <c:pt idx="1706">
                  <c:v>44195</c:v>
                </c:pt>
                <c:pt idx="1707">
                  <c:v>44196</c:v>
                </c:pt>
                <c:pt idx="1708">
                  <c:v>44200</c:v>
                </c:pt>
                <c:pt idx="1709">
                  <c:v>44201</c:v>
                </c:pt>
                <c:pt idx="1710">
                  <c:v>44202</c:v>
                </c:pt>
                <c:pt idx="1711">
                  <c:v>44203</c:v>
                </c:pt>
                <c:pt idx="1712">
                  <c:v>44204</c:v>
                </c:pt>
                <c:pt idx="1713">
                  <c:v>44207</c:v>
                </c:pt>
                <c:pt idx="1714">
                  <c:v>44208</c:v>
                </c:pt>
                <c:pt idx="1715">
                  <c:v>44209</c:v>
                </c:pt>
                <c:pt idx="1716">
                  <c:v>44210</c:v>
                </c:pt>
                <c:pt idx="1717">
                  <c:v>44211</c:v>
                </c:pt>
                <c:pt idx="1718">
                  <c:v>44214</c:v>
                </c:pt>
                <c:pt idx="1719">
                  <c:v>44215</c:v>
                </c:pt>
                <c:pt idx="1720">
                  <c:v>44216</c:v>
                </c:pt>
                <c:pt idx="1721">
                  <c:v>44217</c:v>
                </c:pt>
                <c:pt idx="1722">
                  <c:v>44218</c:v>
                </c:pt>
                <c:pt idx="1723">
                  <c:v>44221</c:v>
                </c:pt>
                <c:pt idx="1724">
                  <c:v>44222</c:v>
                </c:pt>
                <c:pt idx="1725">
                  <c:v>44223</c:v>
                </c:pt>
                <c:pt idx="1726">
                  <c:v>44224</c:v>
                </c:pt>
                <c:pt idx="1727">
                  <c:v>44225</c:v>
                </c:pt>
                <c:pt idx="1728">
                  <c:v>44228</c:v>
                </c:pt>
                <c:pt idx="1729">
                  <c:v>44229</c:v>
                </c:pt>
                <c:pt idx="1730">
                  <c:v>44230</c:v>
                </c:pt>
                <c:pt idx="1731">
                  <c:v>44231</c:v>
                </c:pt>
                <c:pt idx="1732">
                  <c:v>44232</c:v>
                </c:pt>
                <c:pt idx="1733">
                  <c:v>44235</c:v>
                </c:pt>
                <c:pt idx="1734">
                  <c:v>44236</c:v>
                </c:pt>
                <c:pt idx="1735">
                  <c:v>44237</c:v>
                </c:pt>
                <c:pt idx="1736">
                  <c:v>44245</c:v>
                </c:pt>
                <c:pt idx="1737">
                  <c:v>44246</c:v>
                </c:pt>
                <c:pt idx="1738">
                  <c:v>44249</c:v>
                </c:pt>
                <c:pt idx="1739">
                  <c:v>44250</c:v>
                </c:pt>
                <c:pt idx="1740">
                  <c:v>44251</c:v>
                </c:pt>
                <c:pt idx="1741">
                  <c:v>44252</c:v>
                </c:pt>
                <c:pt idx="1742">
                  <c:v>44253</c:v>
                </c:pt>
                <c:pt idx="1743">
                  <c:v>44256</c:v>
                </c:pt>
                <c:pt idx="1744">
                  <c:v>44257</c:v>
                </c:pt>
                <c:pt idx="1745">
                  <c:v>44258</c:v>
                </c:pt>
                <c:pt idx="1746">
                  <c:v>44259</c:v>
                </c:pt>
                <c:pt idx="1747">
                  <c:v>44260</c:v>
                </c:pt>
                <c:pt idx="1748">
                  <c:v>44263</c:v>
                </c:pt>
                <c:pt idx="1749">
                  <c:v>44264</c:v>
                </c:pt>
                <c:pt idx="1750">
                  <c:v>44265</c:v>
                </c:pt>
                <c:pt idx="1751">
                  <c:v>44266</c:v>
                </c:pt>
                <c:pt idx="1752">
                  <c:v>44267</c:v>
                </c:pt>
                <c:pt idx="1753">
                  <c:v>44270</c:v>
                </c:pt>
                <c:pt idx="1754">
                  <c:v>44271</c:v>
                </c:pt>
                <c:pt idx="1755">
                  <c:v>44272</c:v>
                </c:pt>
                <c:pt idx="1756">
                  <c:v>44273</c:v>
                </c:pt>
                <c:pt idx="1757">
                  <c:v>44274</c:v>
                </c:pt>
                <c:pt idx="1758">
                  <c:v>44277</c:v>
                </c:pt>
                <c:pt idx="1759">
                  <c:v>44278</c:v>
                </c:pt>
                <c:pt idx="1760">
                  <c:v>44279</c:v>
                </c:pt>
                <c:pt idx="1761">
                  <c:v>44280</c:v>
                </c:pt>
                <c:pt idx="1762">
                  <c:v>44281</c:v>
                </c:pt>
                <c:pt idx="1763">
                  <c:v>44284</c:v>
                </c:pt>
                <c:pt idx="1764">
                  <c:v>44285</c:v>
                </c:pt>
                <c:pt idx="1765">
                  <c:v>44286</c:v>
                </c:pt>
                <c:pt idx="1766">
                  <c:v>44287</c:v>
                </c:pt>
                <c:pt idx="1767">
                  <c:v>44288</c:v>
                </c:pt>
                <c:pt idx="1768">
                  <c:v>44292</c:v>
                </c:pt>
                <c:pt idx="1769">
                  <c:v>44293</c:v>
                </c:pt>
                <c:pt idx="1770">
                  <c:v>44294</c:v>
                </c:pt>
                <c:pt idx="1771">
                  <c:v>44295</c:v>
                </c:pt>
                <c:pt idx="1772">
                  <c:v>44298</c:v>
                </c:pt>
                <c:pt idx="1773">
                  <c:v>44299</c:v>
                </c:pt>
                <c:pt idx="1774">
                  <c:v>44300</c:v>
                </c:pt>
                <c:pt idx="1775">
                  <c:v>44301</c:v>
                </c:pt>
                <c:pt idx="1776">
                  <c:v>44302</c:v>
                </c:pt>
                <c:pt idx="1777">
                  <c:v>44305</c:v>
                </c:pt>
                <c:pt idx="1778">
                  <c:v>44306</c:v>
                </c:pt>
                <c:pt idx="1779">
                  <c:v>44307</c:v>
                </c:pt>
                <c:pt idx="1780">
                  <c:v>44308</c:v>
                </c:pt>
                <c:pt idx="1781">
                  <c:v>44309</c:v>
                </c:pt>
                <c:pt idx="1782">
                  <c:v>44312</c:v>
                </c:pt>
                <c:pt idx="1783">
                  <c:v>44313</c:v>
                </c:pt>
                <c:pt idx="1784">
                  <c:v>44314</c:v>
                </c:pt>
                <c:pt idx="1785">
                  <c:v>44315</c:v>
                </c:pt>
                <c:pt idx="1786">
                  <c:v>44316</c:v>
                </c:pt>
                <c:pt idx="1787">
                  <c:v>44322</c:v>
                </c:pt>
                <c:pt idx="1788">
                  <c:v>44323</c:v>
                </c:pt>
                <c:pt idx="1789">
                  <c:v>44326</c:v>
                </c:pt>
                <c:pt idx="1790">
                  <c:v>44327</c:v>
                </c:pt>
                <c:pt idx="1791">
                  <c:v>44328</c:v>
                </c:pt>
                <c:pt idx="1792">
                  <c:v>44329</c:v>
                </c:pt>
                <c:pt idx="1793">
                  <c:v>44330</c:v>
                </c:pt>
                <c:pt idx="1794">
                  <c:v>44333</c:v>
                </c:pt>
                <c:pt idx="1795">
                  <c:v>44334</c:v>
                </c:pt>
                <c:pt idx="1796">
                  <c:v>44335</c:v>
                </c:pt>
                <c:pt idx="1797">
                  <c:v>44336</c:v>
                </c:pt>
                <c:pt idx="1798">
                  <c:v>44337</c:v>
                </c:pt>
                <c:pt idx="1799">
                  <c:v>44340</c:v>
                </c:pt>
                <c:pt idx="1800">
                  <c:v>44341</c:v>
                </c:pt>
                <c:pt idx="1801">
                  <c:v>44342</c:v>
                </c:pt>
                <c:pt idx="1802">
                  <c:v>44343</c:v>
                </c:pt>
                <c:pt idx="1803">
                  <c:v>44344</c:v>
                </c:pt>
                <c:pt idx="1804">
                  <c:v>44347</c:v>
                </c:pt>
                <c:pt idx="1805">
                  <c:v>44348</c:v>
                </c:pt>
                <c:pt idx="1806">
                  <c:v>44349</c:v>
                </c:pt>
                <c:pt idx="1807">
                  <c:v>44350</c:v>
                </c:pt>
                <c:pt idx="1808">
                  <c:v>44351</c:v>
                </c:pt>
                <c:pt idx="1809">
                  <c:v>44354</c:v>
                </c:pt>
                <c:pt idx="1810">
                  <c:v>44355</c:v>
                </c:pt>
                <c:pt idx="1811">
                  <c:v>44356</c:v>
                </c:pt>
                <c:pt idx="1812">
                  <c:v>44357</c:v>
                </c:pt>
                <c:pt idx="1813">
                  <c:v>44358</c:v>
                </c:pt>
                <c:pt idx="1814">
                  <c:v>44362</c:v>
                </c:pt>
                <c:pt idx="1815">
                  <c:v>44363</c:v>
                </c:pt>
                <c:pt idx="1816">
                  <c:v>44364</c:v>
                </c:pt>
                <c:pt idx="1817">
                  <c:v>44365</c:v>
                </c:pt>
                <c:pt idx="1818">
                  <c:v>44368</c:v>
                </c:pt>
                <c:pt idx="1819">
                  <c:v>44369</c:v>
                </c:pt>
                <c:pt idx="1820">
                  <c:v>44370</c:v>
                </c:pt>
                <c:pt idx="1821">
                  <c:v>44371</c:v>
                </c:pt>
                <c:pt idx="1822">
                  <c:v>44372</c:v>
                </c:pt>
                <c:pt idx="1823">
                  <c:v>44375</c:v>
                </c:pt>
                <c:pt idx="1824">
                  <c:v>44376</c:v>
                </c:pt>
                <c:pt idx="1825">
                  <c:v>44377</c:v>
                </c:pt>
                <c:pt idx="1826">
                  <c:v>44378</c:v>
                </c:pt>
                <c:pt idx="1827">
                  <c:v>44379</c:v>
                </c:pt>
                <c:pt idx="1828">
                  <c:v>44382</c:v>
                </c:pt>
                <c:pt idx="1829">
                  <c:v>44383</c:v>
                </c:pt>
                <c:pt idx="1830">
                  <c:v>44384</c:v>
                </c:pt>
                <c:pt idx="1831">
                  <c:v>44385</c:v>
                </c:pt>
                <c:pt idx="1832">
                  <c:v>44386</c:v>
                </c:pt>
                <c:pt idx="1833">
                  <c:v>44389</c:v>
                </c:pt>
                <c:pt idx="1834">
                  <c:v>44390</c:v>
                </c:pt>
                <c:pt idx="1835">
                  <c:v>44391</c:v>
                </c:pt>
                <c:pt idx="1836">
                  <c:v>44392</c:v>
                </c:pt>
                <c:pt idx="1837">
                  <c:v>44393</c:v>
                </c:pt>
                <c:pt idx="1838">
                  <c:v>44396</c:v>
                </c:pt>
                <c:pt idx="1839">
                  <c:v>44397</c:v>
                </c:pt>
                <c:pt idx="1840">
                  <c:v>44398</c:v>
                </c:pt>
                <c:pt idx="1841">
                  <c:v>44399</c:v>
                </c:pt>
                <c:pt idx="1842">
                  <c:v>44400</c:v>
                </c:pt>
                <c:pt idx="1843">
                  <c:v>44403</c:v>
                </c:pt>
                <c:pt idx="1844">
                  <c:v>44404</c:v>
                </c:pt>
                <c:pt idx="1845">
                  <c:v>44405</c:v>
                </c:pt>
                <c:pt idx="1846">
                  <c:v>44406</c:v>
                </c:pt>
                <c:pt idx="1847">
                  <c:v>44407</c:v>
                </c:pt>
                <c:pt idx="1848">
                  <c:v>44410</c:v>
                </c:pt>
                <c:pt idx="1849">
                  <c:v>44411</c:v>
                </c:pt>
                <c:pt idx="1850">
                  <c:v>44412</c:v>
                </c:pt>
                <c:pt idx="1851">
                  <c:v>44413</c:v>
                </c:pt>
                <c:pt idx="1852">
                  <c:v>44414</c:v>
                </c:pt>
                <c:pt idx="1853">
                  <c:v>44417</c:v>
                </c:pt>
                <c:pt idx="1854">
                  <c:v>44418</c:v>
                </c:pt>
                <c:pt idx="1855">
                  <c:v>44419</c:v>
                </c:pt>
                <c:pt idx="1856">
                  <c:v>44420</c:v>
                </c:pt>
                <c:pt idx="1857">
                  <c:v>44421</c:v>
                </c:pt>
                <c:pt idx="1858">
                  <c:v>44424</c:v>
                </c:pt>
                <c:pt idx="1859">
                  <c:v>44425</c:v>
                </c:pt>
                <c:pt idx="1860">
                  <c:v>44426</c:v>
                </c:pt>
                <c:pt idx="1861">
                  <c:v>44427</c:v>
                </c:pt>
                <c:pt idx="1862">
                  <c:v>44428</c:v>
                </c:pt>
                <c:pt idx="1863">
                  <c:v>44431</c:v>
                </c:pt>
                <c:pt idx="1864">
                  <c:v>44432</c:v>
                </c:pt>
                <c:pt idx="1865">
                  <c:v>44433</c:v>
                </c:pt>
                <c:pt idx="1866">
                  <c:v>44434</c:v>
                </c:pt>
                <c:pt idx="1867">
                  <c:v>44435</c:v>
                </c:pt>
                <c:pt idx="1868">
                  <c:v>44438</c:v>
                </c:pt>
                <c:pt idx="1869">
                  <c:v>44439</c:v>
                </c:pt>
                <c:pt idx="1870">
                  <c:v>44440</c:v>
                </c:pt>
                <c:pt idx="1871">
                  <c:v>44441</c:v>
                </c:pt>
                <c:pt idx="1872">
                  <c:v>44442</c:v>
                </c:pt>
                <c:pt idx="1873">
                  <c:v>44445</c:v>
                </c:pt>
                <c:pt idx="1874">
                  <c:v>44446</c:v>
                </c:pt>
                <c:pt idx="1875">
                  <c:v>44447</c:v>
                </c:pt>
                <c:pt idx="1876">
                  <c:v>44448</c:v>
                </c:pt>
                <c:pt idx="1877">
                  <c:v>44449</c:v>
                </c:pt>
                <c:pt idx="1878">
                  <c:v>44452</c:v>
                </c:pt>
                <c:pt idx="1879">
                  <c:v>44453</c:v>
                </c:pt>
                <c:pt idx="1880">
                  <c:v>44454</c:v>
                </c:pt>
                <c:pt idx="1881">
                  <c:v>44455</c:v>
                </c:pt>
                <c:pt idx="1882">
                  <c:v>44456</c:v>
                </c:pt>
                <c:pt idx="1883">
                  <c:v>44461</c:v>
                </c:pt>
                <c:pt idx="1884">
                  <c:v>44462</c:v>
                </c:pt>
                <c:pt idx="1885">
                  <c:v>44463</c:v>
                </c:pt>
                <c:pt idx="1886">
                  <c:v>44466</c:v>
                </c:pt>
                <c:pt idx="1887">
                  <c:v>44467</c:v>
                </c:pt>
                <c:pt idx="1888">
                  <c:v>44468</c:v>
                </c:pt>
                <c:pt idx="1889">
                  <c:v>44469</c:v>
                </c:pt>
                <c:pt idx="1890">
                  <c:v>44477</c:v>
                </c:pt>
                <c:pt idx="1891">
                  <c:v>44480</c:v>
                </c:pt>
                <c:pt idx="1892">
                  <c:v>44481</c:v>
                </c:pt>
                <c:pt idx="1893">
                  <c:v>44482</c:v>
                </c:pt>
                <c:pt idx="1894">
                  <c:v>44483</c:v>
                </c:pt>
                <c:pt idx="1895">
                  <c:v>44484</c:v>
                </c:pt>
                <c:pt idx="1896">
                  <c:v>44487</c:v>
                </c:pt>
                <c:pt idx="1897">
                  <c:v>44488</c:v>
                </c:pt>
                <c:pt idx="1898">
                  <c:v>44489</c:v>
                </c:pt>
                <c:pt idx="1899">
                  <c:v>44490</c:v>
                </c:pt>
                <c:pt idx="1900">
                  <c:v>44491</c:v>
                </c:pt>
                <c:pt idx="1901">
                  <c:v>44494</c:v>
                </c:pt>
                <c:pt idx="1902">
                  <c:v>44495</c:v>
                </c:pt>
                <c:pt idx="1903">
                  <c:v>44496</c:v>
                </c:pt>
                <c:pt idx="1904">
                  <c:v>44497</c:v>
                </c:pt>
                <c:pt idx="1905">
                  <c:v>44498</c:v>
                </c:pt>
                <c:pt idx="1906">
                  <c:v>44501</c:v>
                </c:pt>
                <c:pt idx="1907">
                  <c:v>44502</c:v>
                </c:pt>
                <c:pt idx="1908">
                  <c:v>44503</c:v>
                </c:pt>
                <c:pt idx="1909">
                  <c:v>44504</c:v>
                </c:pt>
                <c:pt idx="1910">
                  <c:v>44505</c:v>
                </c:pt>
                <c:pt idx="1911">
                  <c:v>44508</c:v>
                </c:pt>
                <c:pt idx="1912">
                  <c:v>44509</c:v>
                </c:pt>
                <c:pt idx="1913">
                  <c:v>44510</c:v>
                </c:pt>
                <c:pt idx="1914">
                  <c:v>44511</c:v>
                </c:pt>
                <c:pt idx="1915">
                  <c:v>44512</c:v>
                </c:pt>
                <c:pt idx="1916">
                  <c:v>44515</c:v>
                </c:pt>
                <c:pt idx="1917">
                  <c:v>44516</c:v>
                </c:pt>
                <c:pt idx="1918">
                  <c:v>44517</c:v>
                </c:pt>
                <c:pt idx="1919">
                  <c:v>44518</c:v>
                </c:pt>
                <c:pt idx="1920">
                  <c:v>44519</c:v>
                </c:pt>
                <c:pt idx="1921">
                  <c:v>44522</c:v>
                </c:pt>
                <c:pt idx="1922">
                  <c:v>44523</c:v>
                </c:pt>
                <c:pt idx="1923">
                  <c:v>44524</c:v>
                </c:pt>
                <c:pt idx="1924">
                  <c:v>44525</c:v>
                </c:pt>
                <c:pt idx="1925">
                  <c:v>44526</c:v>
                </c:pt>
                <c:pt idx="1926">
                  <c:v>44529</c:v>
                </c:pt>
                <c:pt idx="1927">
                  <c:v>44530</c:v>
                </c:pt>
                <c:pt idx="1928">
                  <c:v>44531</c:v>
                </c:pt>
                <c:pt idx="1929">
                  <c:v>44532</c:v>
                </c:pt>
                <c:pt idx="1930">
                  <c:v>44533</c:v>
                </c:pt>
                <c:pt idx="1931">
                  <c:v>44536</c:v>
                </c:pt>
                <c:pt idx="1932">
                  <c:v>44537</c:v>
                </c:pt>
                <c:pt idx="1933">
                  <c:v>44538</c:v>
                </c:pt>
                <c:pt idx="1934">
                  <c:v>44539</c:v>
                </c:pt>
                <c:pt idx="1935">
                  <c:v>44540</c:v>
                </c:pt>
                <c:pt idx="1936">
                  <c:v>44543</c:v>
                </c:pt>
                <c:pt idx="1937">
                  <c:v>44544</c:v>
                </c:pt>
                <c:pt idx="1938">
                  <c:v>44545</c:v>
                </c:pt>
                <c:pt idx="1939">
                  <c:v>44546</c:v>
                </c:pt>
                <c:pt idx="1940">
                  <c:v>44547</c:v>
                </c:pt>
                <c:pt idx="1941">
                  <c:v>44550</c:v>
                </c:pt>
                <c:pt idx="1942">
                  <c:v>44551</c:v>
                </c:pt>
                <c:pt idx="1943">
                  <c:v>44552</c:v>
                </c:pt>
                <c:pt idx="1944">
                  <c:v>44553</c:v>
                </c:pt>
                <c:pt idx="1945">
                  <c:v>44554</c:v>
                </c:pt>
                <c:pt idx="1946">
                  <c:v>44557</c:v>
                </c:pt>
                <c:pt idx="1947">
                  <c:v>44558</c:v>
                </c:pt>
                <c:pt idx="1948">
                  <c:v>44559</c:v>
                </c:pt>
                <c:pt idx="1949">
                  <c:v>44560</c:v>
                </c:pt>
                <c:pt idx="1950">
                  <c:v>44561</c:v>
                </c:pt>
                <c:pt idx="1951">
                  <c:v>44565</c:v>
                </c:pt>
                <c:pt idx="1952">
                  <c:v>44566</c:v>
                </c:pt>
                <c:pt idx="1953">
                  <c:v>44567</c:v>
                </c:pt>
                <c:pt idx="1954">
                  <c:v>44568</c:v>
                </c:pt>
                <c:pt idx="1955">
                  <c:v>44571</c:v>
                </c:pt>
                <c:pt idx="1956">
                  <c:v>44572</c:v>
                </c:pt>
                <c:pt idx="1957">
                  <c:v>44573</c:v>
                </c:pt>
                <c:pt idx="1958">
                  <c:v>44574</c:v>
                </c:pt>
                <c:pt idx="1959">
                  <c:v>44575</c:v>
                </c:pt>
                <c:pt idx="1960">
                  <c:v>44578</c:v>
                </c:pt>
                <c:pt idx="1961">
                  <c:v>44579</c:v>
                </c:pt>
                <c:pt idx="1962">
                  <c:v>44580</c:v>
                </c:pt>
                <c:pt idx="1963">
                  <c:v>44581</c:v>
                </c:pt>
                <c:pt idx="1964">
                  <c:v>44582</c:v>
                </c:pt>
                <c:pt idx="1965">
                  <c:v>44585</c:v>
                </c:pt>
                <c:pt idx="1966">
                  <c:v>44586</c:v>
                </c:pt>
                <c:pt idx="1967">
                  <c:v>44587</c:v>
                </c:pt>
                <c:pt idx="1968">
                  <c:v>44588</c:v>
                </c:pt>
                <c:pt idx="1969">
                  <c:v>44589</c:v>
                </c:pt>
                <c:pt idx="1970">
                  <c:v>44599</c:v>
                </c:pt>
                <c:pt idx="1971">
                  <c:v>44600</c:v>
                </c:pt>
                <c:pt idx="1972">
                  <c:v>44601</c:v>
                </c:pt>
                <c:pt idx="1973">
                  <c:v>44602</c:v>
                </c:pt>
                <c:pt idx="1974">
                  <c:v>44603</c:v>
                </c:pt>
                <c:pt idx="1975">
                  <c:v>44606</c:v>
                </c:pt>
                <c:pt idx="1976">
                  <c:v>44607</c:v>
                </c:pt>
                <c:pt idx="1977">
                  <c:v>44608</c:v>
                </c:pt>
                <c:pt idx="1978">
                  <c:v>44609</c:v>
                </c:pt>
                <c:pt idx="1979">
                  <c:v>44610</c:v>
                </c:pt>
                <c:pt idx="1980">
                  <c:v>44613</c:v>
                </c:pt>
                <c:pt idx="1981">
                  <c:v>44614</c:v>
                </c:pt>
                <c:pt idx="1982">
                  <c:v>44615</c:v>
                </c:pt>
                <c:pt idx="1983">
                  <c:v>44616</c:v>
                </c:pt>
                <c:pt idx="1984">
                  <c:v>44617</c:v>
                </c:pt>
                <c:pt idx="1985">
                  <c:v>44620</c:v>
                </c:pt>
                <c:pt idx="1986">
                  <c:v>44621</c:v>
                </c:pt>
                <c:pt idx="1987">
                  <c:v>44622</c:v>
                </c:pt>
                <c:pt idx="1988">
                  <c:v>44623</c:v>
                </c:pt>
                <c:pt idx="1989">
                  <c:v>44624</c:v>
                </c:pt>
                <c:pt idx="1990">
                  <c:v>44627</c:v>
                </c:pt>
                <c:pt idx="1991">
                  <c:v>44628</c:v>
                </c:pt>
                <c:pt idx="1992">
                  <c:v>44629</c:v>
                </c:pt>
                <c:pt idx="1993">
                  <c:v>44630</c:v>
                </c:pt>
                <c:pt idx="1994">
                  <c:v>44631</c:v>
                </c:pt>
                <c:pt idx="1995">
                  <c:v>44634</c:v>
                </c:pt>
                <c:pt idx="1996">
                  <c:v>44635</c:v>
                </c:pt>
                <c:pt idx="1997">
                  <c:v>44636</c:v>
                </c:pt>
                <c:pt idx="1998">
                  <c:v>44637</c:v>
                </c:pt>
                <c:pt idx="1999">
                  <c:v>44638</c:v>
                </c:pt>
                <c:pt idx="2000">
                  <c:v>44641</c:v>
                </c:pt>
                <c:pt idx="2001">
                  <c:v>44642</c:v>
                </c:pt>
                <c:pt idx="2002">
                  <c:v>44643</c:v>
                </c:pt>
                <c:pt idx="2003">
                  <c:v>44644</c:v>
                </c:pt>
                <c:pt idx="2004">
                  <c:v>44645</c:v>
                </c:pt>
                <c:pt idx="2005">
                  <c:v>44648</c:v>
                </c:pt>
                <c:pt idx="2006">
                  <c:v>44649</c:v>
                </c:pt>
                <c:pt idx="2007">
                  <c:v>44650</c:v>
                </c:pt>
                <c:pt idx="2008">
                  <c:v>44651</c:v>
                </c:pt>
                <c:pt idx="2009">
                  <c:v>44652</c:v>
                </c:pt>
                <c:pt idx="2010">
                  <c:v>44657</c:v>
                </c:pt>
                <c:pt idx="2011">
                  <c:v>44658</c:v>
                </c:pt>
                <c:pt idx="2012">
                  <c:v>44659</c:v>
                </c:pt>
                <c:pt idx="2013">
                  <c:v>44662</c:v>
                </c:pt>
                <c:pt idx="2014">
                  <c:v>44663</c:v>
                </c:pt>
                <c:pt idx="2015">
                  <c:v>44664</c:v>
                </c:pt>
                <c:pt idx="2016">
                  <c:v>44665</c:v>
                </c:pt>
                <c:pt idx="2017">
                  <c:v>44666</c:v>
                </c:pt>
                <c:pt idx="2018">
                  <c:v>44669</c:v>
                </c:pt>
                <c:pt idx="2019">
                  <c:v>44670</c:v>
                </c:pt>
                <c:pt idx="2020">
                  <c:v>44671</c:v>
                </c:pt>
                <c:pt idx="2021">
                  <c:v>44672</c:v>
                </c:pt>
                <c:pt idx="2022">
                  <c:v>44673</c:v>
                </c:pt>
                <c:pt idx="2023">
                  <c:v>44676</c:v>
                </c:pt>
                <c:pt idx="2024">
                  <c:v>44677</c:v>
                </c:pt>
                <c:pt idx="2025">
                  <c:v>44678</c:v>
                </c:pt>
                <c:pt idx="2026">
                  <c:v>44679</c:v>
                </c:pt>
                <c:pt idx="2027">
                  <c:v>44680</c:v>
                </c:pt>
                <c:pt idx="2028">
                  <c:v>44686</c:v>
                </c:pt>
                <c:pt idx="2029">
                  <c:v>44687</c:v>
                </c:pt>
                <c:pt idx="2030">
                  <c:v>44690</c:v>
                </c:pt>
                <c:pt idx="2031">
                  <c:v>44691</c:v>
                </c:pt>
                <c:pt idx="2032">
                  <c:v>44692</c:v>
                </c:pt>
                <c:pt idx="2033">
                  <c:v>44693</c:v>
                </c:pt>
                <c:pt idx="2034">
                  <c:v>44694</c:v>
                </c:pt>
                <c:pt idx="2035">
                  <c:v>44697</c:v>
                </c:pt>
                <c:pt idx="2036">
                  <c:v>44698</c:v>
                </c:pt>
                <c:pt idx="2037">
                  <c:v>44699</c:v>
                </c:pt>
                <c:pt idx="2038">
                  <c:v>44700</c:v>
                </c:pt>
                <c:pt idx="2039">
                  <c:v>44701</c:v>
                </c:pt>
                <c:pt idx="2040">
                  <c:v>44704</c:v>
                </c:pt>
                <c:pt idx="2041">
                  <c:v>44705</c:v>
                </c:pt>
                <c:pt idx="2042">
                  <c:v>44706</c:v>
                </c:pt>
                <c:pt idx="2043">
                  <c:v>44707</c:v>
                </c:pt>
                <c:pt idx="2044">
                  <c:v>44708</c:v>
                </c:pt>
                <c:pt idx="2045">
                  <c:v>44711</c:v>
                </c:pt>
                <c:pt idx="2046">
                  <c:v>44712</c:v>
                </c:pt>
                <c:pt idx="2047">
                  <c:v>44713</c:v>
                </c:pt>
                <c:pt idx="2048">
                  <c:v>44714</c:v>
                </c:pt>
                <c:pt idx="2049">
                  <c:v>44718</c:v>
                </c:pt>
                <c:pt idx="2050">
                  <c:v>44719</c:v>
                </c:pt>
                <c:pt idx="2051">
                  <c:v>44720</c:v>
                </c:pt>
                <c:pt idx="2052">
                  <c:v>44721</c:v>
                </c:pt>
                <c:pt idx="2053">
                  <c:v>44722</c:v>
                </c:pt>
                <c:pt idx="2054">
                  <c:v>44725</c:v>
                </c:pt>
                <c:pt idx="2055">
                  <c:v>44726</c:v>
                </c:pt>
                <c:pt idx="2056">
                  <c:v>44727</c:v>
                </c:pt>
                <c:pt idx="2057">
                  <c:v>44728</c:v>
                </c:pt>
                <c:pt idx="2058">
                  <c:v>44729</c:v>
                </c:pt>
                <c:pt idx="2059">
                  <c:v>44732</c:v>
                </c:pt>
                <c:pt idx="2060">
                  <c:v>44733</c:v>
                </c:pt>
                <c:pt idx="2061">
                  <c:v>44734</c:v>
                </c:pt>
                <c:pt idx="2062">
                  <c:v>44735</c:v>
                </c:pt>
                <c:pt idx="2063">
                  <c:v>44736</c:v>
                </c:pt>
                <c:pt idx="2064">
                  <c:v>44739</c:v>
                </c:pt>
                <c:pt idx="2065">
                  <c:v>44740</c:v>
                </c:pt>
                <c:pt idx="2066">
                  <c:v>44741</c:v>
                </c:pt>
                <c:pt idx="2067">
                  <c:v>44742</c:v>
                </c:pt>
                <c:pt idx="2068">
                  <c:v>44743</c:v>
                </c:pt>
                <c:pt idx="2069">
                  <c:v>44746</c:v>
                </c:pt>
                <c:pt idx="2070">
                  <c:v>44747</c:v>
                </c:pt>
                <c:pt idx="2071">
                  <c:v>44748</c:v>
                </c:pt>
                <c:pt idx="2072">
                  <c:v>44749</c:v>
                </c:pt>
                <c:pt idx="2073">
                  <c:v>44750</c:v>
                </c:pt>
                <c:pt idx="2074">
                  <c:v>44753</c:v>
                </c:pt>
                <c:pt idx="2075">
                  <c:v>44754</c:v>
                </c:pt>
                <c:pt idx="2076">
                  <c:v>44755</c:v>
                </c:pt>
                <c:pt idx="2077">
                  <c:v>44756</c:v>
                </c:pt>
                <c:pt idx="2078">
                  <c:v>44757</c:v>
                </c:pt>
                <c:pt idx="2079">
                  <c:v>44760</c:v>
                </c:pt>
                <c:pt idx="2080">
                  <c:v>44761</c:v>
                </c:pt>
                <c:pt idx="2081">
                  <c:v>44762</c:v>
                </c:pt>
                <c:pt idx="2082">
                  <c:v>44763</c:v>
                </c:pt>
                <c:pt idx="2083">
                  <c:v>44764</c:v>
                </c:pt>
                <c:pt idx="2084">
                  <c:v>44767</c:v>
                </c:pt>
                <c:pt idx="2085">
                  <c:v>44768</c:v>
                </c:pt>
                <c:pt idx="2086">
                  <c:v>44769</c:v>
                </c:pt>
                <c:pt idx="2087">
                  <c:v>44770</c:v>
                </c:pt>
                <c:pt idx="2088">
                  <c:v>44771</c:v>
                </c:pt>
                <c:pt idx="2089">
                  <c:v>44774</c:v>
                </c:pt>
                <c:pt idx="2090">
                  <c:v>44775</c:v>
                </c:pt>
                <c:pt idx="2091">
                  <c:v>44776</c:v>
                </c:pt>
                <c:pt idx="2092">
                  <c:v>44777</c:v>
                </c:pt>
                <c:pt idx="2093">
                  <c:v>44778</c:v>
                </c:pt>
                <c:pt idx="2094">
                  <c:v>44781</c:v>
                </c:pt>
                <c:pt idx="2095">
                  <c:v>44782</c:v>
                </c:pt>
                <c:pt idx="2096">
                  <c:v>44783</c:v>
                </c:pt>
                <c:pt idx="2097">
                  <c:v>44784</c:v>
                </c:pt>
                <c:pt idx="2098">
                  <c:v>44785</c:v>
                </c:pt>
                <c:pt idx="2099">
                  <c:v>44788</c:v>
                </c:pt>
                <c:pt idx="2100">
                  <c:v>44789</c:v>
                </c:pt>
                <c:pt idx="2101">
                  <c:v>44790</c:v>
                </c:pt>
                <c:pt idx="2102">
                  <c:v>44791</c:v>
                </c:pt>
                <c:pt idx="2103">
                  <c:v>44792</c:v>
                </c:pt>
                <c:pt idx="2104">
                  <c:v>44795</c:v>
                </c:pt>
                <c:pt idx="2105">
                  <c:v>44796</c:v>
                </c:pt>
                <c:pt idx="2106">
                  <c:v>44797</c:v>
                </c:pt>
                <c:pt idx="2107">
                  <c:v>44798</c:v>
                </c:pt>
                <c:pt idx="2108">
                  <c:v>44799</c:v>
                </c:pt>
                <c:pt idx="2109">
                  <c:v>44802</c:v>
                </c:pt>
                <c:pt idx="2110">
                  <c:v>44803</c:v>
                </c:pt>
                <c:pt idx="2111">
                  <c:v>44804</c:v>
                </c:pt>
                <c:pt idx="2112">
                  <c:v>44805</c:v>
                </c:pt>
                <c:pt idx="2113">
                  <c:v>44806</c:v>
                </c:pt>
                <c:pt idx="2114">
                  <c:v>44809</c:v>
                </c:pt>
                <c:pt idx="2115">
                  <c:v>44810</c:v>
                </c:pt>
                <c:pt idx="2116">
                  <c:v>44811</c:v>
                </c:pt>
                <c:pt idx="2117">
                  <c:v>44812</c:v>
                </c:pt>
                <c:pt idx="2118">
                  <c:v>44813</c:v>
                </c:pt>
                <c:pt idx="2119">
                  <c:v>44817</c:v>
                </c:pt>
                <c:pt idx="2120">
                  <c:v>44818</c:v>
                </c:pt>
                <c:pt idx="2121">
                  <c:v>44819</c:v>
                </c:pt>
                <c:pt idx="2122">
                  <c:v>44820</c:v>
                </c:pt>
                <c:pt idx="2123">
                  <c:v>44823</c:v>
                </c:pt>
                <c:pt idx="2124">
                  <c:v>44824</c:v>
                </c:pt>
                <c:pt idx="2125">
                  <c:v>44825</c:v>
                </c:pt>
                <c:pt idx="2126">
                  <c:v>44826</c:v>
                </c:pt>
                <c:pt idx="2127">
                  <c:v>44827</c:v>
                </c:pt>
                <c:pt idx="2128">
                  <c:v>44830</c:v>
                </c:pt>
                <c:pt idx="2129">
                  <c:v>44831</c:v>
                </c:pt>
                <c:pt idx="2130">
                  <c:v>44832</c:v>
                </c:pt>
                <c:pt idx="2131">
                  <c:v>44833</c:v>
                </c:pt>
                <c:pt idx="2132">
                  <c:v>44834</c:v>
                </c:pt>
                <c:pt idx="2133">
                  <c:v>44844</c:v>
                </c:pt>
                <c:pt idx="2134">
                  <c:v>44845</c:v>
                </c:pt>
                <c:pt idx="2135">
                  <c:v>44846</c:v>
                </c:pt>
                <c:pt idx="2136">
                  <c:v>44847</c:v>
                </c:pt>
                <c:pt idx="2137">
                  <c:v>44848</c:v>
                </c:pt>
                <c:pt idx="2138">
                  <c:v>44851</c:v>
                </c:pt>
                <c:pt idx="2139">
                  <c:v>44852</c:v>
                </c:pt>
                <c:pt idx="2140">
                  <c:v>44853</c:v>
                </c:pt>
                <c:pt idx="2141">
                  <c:v>44854</c:v>
                </c:pt>
                <c:pt idx="2142">
                  <c:v>44855</c:v>
                </c:pt>
                <c:pt idx="2143">
                  <c:v>44858</c:v>
                </c:pt>
                <c:pt idx="2144">
                  <c:v>44859</c:v>
                </c:pt>
                <c:pt idx="2145">
                  <c:v>44860</c:v>
                </c:pt>
                <c:pt idx="2146">
                  <c:v>44861</c:v>
                </c:pt>
                <c:pt idx="2147">
                  <c:v>44862</c:v>
                </c:pt>
                <c:pt idx="2148">
                  <c:v>44865</c:v>
                </c:pt>
                <c:pt idx="2149">
                  <c:v>44866</c:v>
                </c:pt>
                <c:pt idx="2150">
                  <c:v>44867</c:v>
                </c:pt>
                <c:pt idx="2151">
                  <c:v>44868</c:v>
                </c:pt>
                <c:pt idx="2152">
                  <c:v>44869</c:v>
                </c:pt>
                <c:pt idx="2153">
                  <c:v>44872</c:v>
                </c:pt>
                <c:pt idx="2154">
                  <c:v>44873</c:v>
                </c:pt>
                <c:pt idx="2155">
                  <c:v>44874</c:v>
                </c:pt>
                <c:pt idx="2156">
                  <c:v>44875</c:v>
                </c:pt>
                <c:pt idx="2157">
                  <c:v>44876</c:v>
                </c:pt>
                <c:pt idx="2158">
                  <c:v>44879</c:v>
                </c:pt>
                <c:pt idx="2159">
                  <c:v>44880</c:v>
                </c:pt>
                <c:pt idx="2160">
                  <c:v>44881</c:v>
                </c:pt>
                <c:pt idx="2161">
                  <c:v>44882</c:v>
                </c:pt>
                <c:pt idx="2162">
                  <c:v>44883</c:v>
                </c:pt>
                <c:pt idx="2163">
                  <c:v>44886</c:v>
                </c:pt>
                <c:pt idx="2164">
                  <c:v>44887</c:v>
                </c:pt>
                <c:pt idx="2165">
                  <c:v>44888</c:v>
                </c:pt>
                <c:pt idx="2166">
                  <c:v>44889</c:v>
                </c:pt>
                <c:pt idx="2167">
                  <c:v>44890</c:v>
                </c:pt>
                <c:pt idx="2168">
                  <c:v>44893</c:v>
                </c:pt>
                <c:pt idx="2169">
                  <c:v>44894</c:v>
                </c:pt>
                <c:pt idx="2170">
                  <c:v>44895</c:v>
                </c:pt>
                <c:pt idx="2171">
                  <c:v>44896</c:v>
                </c:pt>
                <c:pt idx="2172">
                  <c:v>44897</c:v>
                </c:pt>
                <c:pt idx="2173">
                  <c:v>44900</c:v>
                </c:pt>
                <c:pt idx="2174">
                  <c:v>44901</c:v>
                </c:pt>
                <c:pt idx="2175">
                  <c:v>44902</c:v>
                </c:pt>
                <c:pt idx="2176">
                  <c:v>44903</c:v>
                </c:pt>
                <c:pt idx="2177">
                  <c:v>44904</c:v>
                </c:pt>
                <c:pt idx="2178">
                  <c:v>44907</c:v>
                </c:pt>
                <c:pt idx="2179">
                  <c:v>44908</c:v>
                </c:pt>
                <c:pt idx="2180">
                  <c:v>44909</c:v>
                </c:pt>
                <c:pt idx="2181">
                  <c:v>44910</c:v>
                </c:pt>
                <c:pt idx="2182">
                  <c:v>44911</c:v>
                </c:pt>
                <c:pt idx="2183">
                  <c:v>44914</c:v>
                </c:pt>
                <c:pt idx="2184">
                  <c:v>44915</c:v>
                </c:pt>
                <c:pt idx="2185">
                  <c:v>44916</c:v>
                </c:pt>
                <c:pt idx="2186">
                  <c:v>44917</c:v>
                </c:pt>
                <c:pt idx="2187">
                  <c:v>44918</c:v>
                </c:pt>
                <c:pt idx="2188">
                  <c:v>44921</c:v>
                </c:pt>
                <c:pt idx="2189">
                  <c:v>44922</c:v>
                </c:pt>
                <c:pt idx="2190">
                  <c:v>44923</c:v>
                </c:pt>
                <c:pt idx="2191">
                  <c:v>44924</c:v>
                </c:pt>
                <c:pt idx="2192">
                  <c:v>44925</c:v>
                </c:pt>
                <c:pt idx="2193">
                  <c:v>44929</c:v>
                </c:pt>
                <c:pt idx="2194">
                  <c:v>44930</c:v>
                </c:pt>
                <c:pt idx="2195">
                  <c:v>44931</c:v>
                </c:pt>
                <c:pt idx="2196">
                  <c:v>44932</c:v>
                </c:pt>
                <c:pt idx="2197">
                  <c:v>44935</c:v>
                </c:pt>
                <c:pt idx="2198">
                  <c:v>44936</c:v>
                </c:pt>
                <c:pt idx="2199">
                  <c:v>44937</c:v>
                </c:pt>
                <c:pt idx="2200">
                  <c:v>44938</c:v>
                </c:pt>
                <c:pt idx="2201">
                  <c:v>44939</c:v>
                </c:pt>
                <c:pt idx="2202">
                  <c:v>44942</c:v>
                </c:pt>
                <c:pt idx="2203">
                  <c:v>44943</c:v>
                </c:pt>
                <c:pt idx="2204">
                  <c:v>44944</c:v>
                </c:pt>
                <c:pt idx="2205">
                  <c:v>44945</c:v>
                </c:pt>
                <c:pt idx="2206">
                  <c:v>44946</c:v>
                </c:pt>
                <c:pt idx="2207">
                  <c:v>44956</c:v>
                </c:pt>
                <c:pt idx="2208">
                  <c:v>44957</c:v>
                </c:pt>
                <c:pt idx="2209">
                  <c:v>44958</c:v>
                </c:pt>
                <c:pt idx="2210">
                  <c:v>44959</c:v>
                </c:pt>
                <c:pt idx="2211">
                  <c:v>44960</c:v>
                </c:pt>
                <c:pt idx="2212">
                  <c:v>44963</c:v>
                </c:pt>
                <c:pt idx="2213">
                  <c:v>44964</c:v>
                </c:pt>
                <c:pt idx="2214">
                  <c:v>44965</c:v>
                </c:pt>
                <c:pt idx="2215">
                  <c:v>44966</c:v>
                </c:pt>
                <c:pt idx="2216">
                  <c:v>44967</c:v>
                </c:pt>
                <c:pt idx="2217">
                  <c:v>44970</c:v>
                </c:pt>
                <c:pt idx="2218">
                  <c:v>44971</c:v>
                </c:pt>
                <c:pt idx="2219">
                  <c:v>44972</c:v>
                </c:pt>
                <c:pt idx="2220">
                  <c:v>44973</c:v>
                </c:pt>
                <c:pt idx="2221">
                  <c:v>44974</c:v>
                </c:pt>
                <c:pt idx="2222">
                  <c:v>44977</c:v>
                </c:pt>
                <c:pt idx="2223">
                  <c:v>44978</c:v>
                </c:pt>
                <c:pt idx="2224">
                  <c:v>44979</c:v>
                </c:pt>
                <c:pt idx="2225">
                  <c:v>44980</c:v>
                </c:pt>
                <c:pt idx="2226">
                  <c:v>44981</c:v>
                </c:pt>
                <c:pt idx="2227">
                  <c:v>44984</c:v>
                </c:pt>
                <c:pt idx="2228">
                  <c:v>44985</c:v>
                </c:pt>
                <c:pt idx="2229">
                  <c:v>44986</c:v>
                </c:pt>
                <c:pt idx="2230">
                  <c:v>44987</c:v>
                </c:pt>
                <c:pt idx="2231">
                  <c:v>44988</c:v>
                </c:pt>
                <c:pt idx="2232">
                  <c:v>44991</c:v>
                </c:pt>
                <c:pt idx="2233">
                  <c:v>44992</c:v>
                </c:pt>
                <c:pt idx="2234">
                  <c:v>44993</c:v>
                </c:pt>
                <c:pt idx="2235">
                  <c:v>44994</c:v>
                </c:pt>
                <c:pt idx="2236">
                  <c:v>44995</c:v>
                </c:pt>
                <c:pt idx="2237">
                  <c:v>44998</c:v>
                </c:pt>
                <c:pt idx="2238">
                  <c:v>44999</c:v>
                </c:pt>
                <c:pt idx="2239">
                  <c:v>45000</c:v>
                </c:pt>
                <c:pt idx="2240">
                  <c:v>45001</c:v>
                </c:pt>
                <c:pt idx="2241">
                  <c:v>45002</c:v>
                </c:pt>
                <c:pt idx="2242">
                  <c:v>45005</c:v>
                </c:pt>
                <c:pt idx="2243">
                  <c:v>45006</c:v>
                </c:pt>
                <c:pt idx="2244">
                  <c:v>45007</c:v>
                </c:pt>
                <c:pt idx="2245">
                  <c:v>45008</c:v>
                </c:pt>
                <c:pt idx="2246">
                  <c:v>45009</c:v>
                </c:pt>
                <c:pt idx="2247">
                  <c:v>45012</c:v>
                </c:pt>
                <c:pt idx="2248">
                  <c:v>45013</c:v>
                </c:pt>
                <c:pt idx="2249">
                  <c:v>45014</c:v>
                </c:pt>
                <c:pt idx="2250">
                  <c:v>45015</c:v>
                </c:pt>
                <c:pt idx="2251">
                  <c:v>45016</c:v>
                </c:pt>
                <c:pt idx="2252">
                  <c:v>45019</c:v>
                </c:pt>
                <c:pt idx="2253">
                  <c:v>45020</c:v>
                </c:pt>
                <c:pt idx="2254">
                  <c:v>45022</c:v>
                </c:pt>
                <c:pt idx="2255">
                  <c:v>45023</c:v>
                </c:pt>
                <c:pt idx="2256">
                  <c:v>45026</c:v>
                </c:pt>
                <c:pt idx="2257">
                  <c:v>45027</c:v>
                </c:pt>
                <c:pt idx="2258">
                  <c:v>45028</c:v>
                </c:pt>
                <c:pt idx="2259">
                  <c:v>45029</c:v>
                </c:pt>
                <c:pt idx="2260">
                  <c:v>45030</c:v>
                </c:pt>
                <c:pt idx="2261">
                  <c:v>45033</c:v>
                </c:pt>
                <c:pt idx="2262">
                  <c:v>45034</c:v>
                </c:pt>
                <c:pt idx="2263">
                  <c:v>45035</c:v>
                </c:pt>
                <c:pt idx="2264">
                  <c:v>45036</c:v>
                </c:pt>
                <c:pt idx="2265">
                  <c:v>45037</c:v>
                </c:pt>
                <c:pt idx="2266">
                  <c:v>45040</c:v>
                </c:pt>
                <c:pt idx="2267">
                  <c:v>45041</c:v>
                </c:pt>
                <c:pt idx="2268">
                  <c:v>45042</c:v>
                </c:pt>
                <c:pt idx="2269">
                  <c:v>45043</c:v>
                </c:pt>
                <c:pt idx="2270">
                  <c:v>45044</c:v>
                </c:pt>
                <c:pt idx="2271">
                  <c:v>45050</c:v>
                </c:pt>
                <c:pt idx="2272">
                  <c:v>45051</c:v>
                </c:pt>
                <c:pt idx="2273">
                  <c:v>45054</c:v>
                </c:pt>
                <c:pt idx="2274">
                  <c:v>45055</c:v>
                </c:pt>
                <c:pt idx="2275">
                  <c:v>45056</c:v>
                </c:pt>
                <c:pt idx="2276">
                  <c:v>45057</c:v>
                </c:pt>
                <c:pt idx="2277">
                  <c:v>45058</c:v>
                </c:pt>
                <c:pt idx="2278">
                  <c:v>45061</c:v>
                </c:pt>
                <c:pt idx="2279">
                  <c:v>45062</c:v>
                </c:pt>
                <c:pt idx="2280">
                  <c:v>45063</c:v>
                </c:pt>
                <c:pt idx="2281">
                  <c:v>45064</c:v>
                </c:pt>
                <c:pt idx="2282">
                  <c:v>45065</c:v>
                </c:pt>
                <c:pt idx="2283">
                  <c:v>45068</c:v>
                </c:pt>
                <c:pt idx="2284">
                  <c:v>45069</c:v>
                </c:pt>
                <c:pt idx="2285">
                  <c:v>45070</c:v>
                </c:pt>
                <c:pt idx="2286">
                  <c:v>45071</c:v>
                </c:pt>
                <c:pt idx="2287">
                  <c:v>45072</c:v>
                </c:pt>
                <c:pt idx="2288">
                  <c:v>45075</c:v>
                </c:pt>
                <c:pt idx="2289">
                  <c:v>45076</c:v>
                </c:pt>
                <c:pt idx="2290">
                  <c:v>45077</c:v>
                </c:pt>
                <c:pt idx="2291">
                  <c:v>45078</c:v>
                </c:pt>
                <c:pt idx="2292">
                  <c:v>45079</c:v>
                </c:pt>
                <c:pt idx="2293">
                  <c:v>45082</c:v>
                </c:pt>
                <c:pt idx="2294">
                  <c:v>45083</c:v>
                </c:pt>
                <c:pt idx="2295">
                  <c:v>45084</c:v>
                </c:pt>
                <c:pt idx="2296">
                  <c:v>45085</c:v>
                </c:pt>
                <c:pt idx="2297">
                  <c:v>45086</c:v>
                </c:pt>
                <c:pt idx="2298">
                  <c:v>45089</c:v>
                </c:pt>
                <c:pt idx="2299">
                  <c:v>45090</c:v>
                </c:pt>
                <c:pt idx="2300">
                  <c:v>45091</c:v>
                </c:pt>
                <c:pt idx="2301">
                  <c:v>45092</c:v>
                </c:pt>
                <c:pt idx="2302">
                  <c:v>45093</c:v>
                </c:pt>
                <c:pt idx="2303">
                  <c:v>45096</c:v>
                </c:pt>
                <c:pt idx="2304">
                  <c:v>45097</c:v>
                </c:pt>
                <c:pt idx="2305">
                  <c:v>45098</c:v>
                </c:pt>
                <c:pt idx="2306">
                  <c:v>45103</c:v>
                </c:pt>
                <c:pt idx="2307">
                  <c:v>45104</c:v>
                </c:pt>
                <c:pt idx="2308">
                  <c:v>45105</c:v>
                </c:pt>
                <c:pt idx="2309">
                  <c:v>45106</c:v>
                </c:pt>
                <c:pt idx="2310">
                  <c:v>45107</c:v>
                </c:pt>
                <c:pt idx="2311">
                  <c:v>45110</c:v>
                </c:pt>
                <c:pt idx="2312">
                  <c:v>45111</c:v>
                </c:pt>
                <c:pt idx="2313">
                  <c:v>45112</c:v>
                </c:pt>
                <c:pt idx="2314">
                  <c:v>45113</c:v>
                </c:pt>
                <c:pt idx="2315">
                  <c:v>45114</c:v>
                </c:pt>
                <c:pt idx="2316">
                  <c:v>45117</c:v>
                </c:pt>
                <c:pt idx="2317">
                  <c:v>45118</c:v>
                </c:pt>
                <c:pt idx="2318">
                  <c:v>45119</c:v>
                </c:pt>
                <c:pt idx="2319">
                  <c:v>45120</c:v>
                </c:pt>
                <c:pt idx="2320">
                  <c:v>45121</c:v>
                </c:pt>
                <c:pt idx="2321">
                  <c:v>45124</c:v>
                </c:pt>
                <c:pt idx="2322">
                  <c:v>45125</c:v>
                </c:pt>
                <c:pt idx="2323">
                  <c:v>45126</c:v>
                </c:pt>
                <c:pt idx="2324">
                  <c:v>45127</c:v>
                </c:pt>
                <c:pt idx="2325">
                  <c:v>45128</c:v>
                </c:pt>
                <c:pt idx="2326">
                  <c:v>45131</c:v>
                </c:pt>
                <c:pt idx="2327">
                  <c:v>45132</c:v>
                </c:pt>
                <c:pt idx="2328">
                  <c:v>45133</c:v>
                </c:pt>
                <c:pt idx="2329">
                  <c:v>45134</c:v>
                </c:pt>
                <c:pt idx="2330">
                  <c:v>45135</c:v>
                </c:pt>
                <c:pt idx="2331">
                  <c:v>45138</c:v>
                </c:pt>
                <c:pt idx="2332">
                  <c:v>45139</c:v>
                </c:pt>
                <c:pt idx="2333">
                  <c:v>45140</c:v>
                </c:pt>
                <c:pt idx="2334">
                  <c:v>45141</c:v>
                </c:pt>
                <c:pt idx="2335">
                  <c:v>45142</c:v>
                </c:pt>
                <c:pt idx="2336">
                  <c:v>45145</c:v>
                </c:pt>
                <c:pt idx="2337">
                  <c:v>45146</c:v>
                </c:pt>
                <c:pt idx="2338">
                  <c:v>45147</c:v>
                </c:pt>
                <c:pt idx="2339">
                  <c:v>45148</c:v>
                </c:pt>
                <c:pt idx="2340">
                  <c:v>45149</c:v>
                </c:pt>
                <c:pt idx="2341">
                  <c:v>45152</c:v>
                </c:pt>
                <c:pt idx="2342">
                  <c:v>45153</c:v>
                </c:pt>
                <c:pt idx="2343">
                  <c:v>45154</c:v>
                </c:pt>
                <c:pt idx="2344">
                  <c:v>45155</c:v>
                </c:pt>
                <c:pt idx="2345">
                  <c:v>45156</c:v>
                </c:pt>
                <c:pt idx="2346">
                  <c:v>45159</c:v>
                </c:pt>
                <c:pt idx="2347">
                  <c:v>45160</c:v>
                </c:pt>
                <c:pt idx="2348">
                  <c:v>45161</c:v>
                </c:pt>
                <c:pt idx="2349">
                  <c:v>45162</c:v>
                </c:pt>
                <c:pt idx="2350">
                  <c:v>45163</c:v>
                </c:pt>
                <c:pt idx="2351">
                  <c:v>45166</c:v>
                </c:pt>
                <c:pt idx="2352">
                  <c:v>45167</c:v>
                </c:pt>
                <c:pt idx="2353">
                  <c:v>45168</c:v>
                </c:pt>
                <c:pt idx="2354">
                  <c:v>45169</c:v>
                </c:pt>
                <c:pt idx="2355">
                  <c:v>45170</c:v>
                </c:pt>
                <c:pt idx="2356">
                  <c:v>45173</c:v>
                </c:pt>
                <c:pt idx="2357">
                  <c:v>45174</c:v>
                </c:pt>
                <c:pt idx="2358">
                  <c:v>45175</c:v>
                </c:pt>
                <c:pt idx="2359">
                  <c:v>45176</c:v>
                </c:pt>
                <c:pt idx="2360">
                  <c:v>45177</c:v>
                </c:pt>
                <c:pt idx="2361">
                  <c:v>45180</c:v>
                </c:pt>
                <c:pt idx="2362">
                  <c:v>45181</c:v>
                </c:pt>
                <c:pt idx="2363">
                  <c:v>45182</c:v>
                </c:pt>
                <c:pt idx="2364">
                  <c:v>45183</c:v>
                </c:pt>
                <c:pt idx="2365">
                  <c:v>45184</c:v>
                </c:pt>
                <c:pt idx="2366">
                  <c:v>45187</c:v>
                </c:pt>
                <c:pt idx="2367">
                  <c:v>45188</c:v>
                </c:pt>
                <c:pt idx="2368">
                  <c:v>45189</c:v>
                </c:pt>
                <c:pt idx="2369">
                  <c:v>45190</c:v>
                </c:pt>
                <c:pt idx="2370">
                  <c:v>45191</c:v>
                </c:pt>
                <c:pt idx="2371">
                  <c:v>45194</c:v>
                </c:pt>
                <c:pt idx="2372">
                  <c:v>45195</c:v>
                </c:pt>
                <c:pt idx="2373">
                  <c:v>45196</c:v>
                </c:pt>
                <c:pt idx="2374">
                  <c:v>45197</c:v>
                </c:pt>
                <c:pt idx="2375">
                  <c:v>45208</c:v>
                </c:pt>
                <c:pt idx="2376">
                  <c:v>45209</c:v>
                </c:pt>
                <c:pt idx="2377">
                  <c:v>45210</c:v>
                </c:pt>
                <c:pt idx="2378">
                  <c:v>45211</c:v>
                </c:pt>
                <c:pt idx="2379">
                  <c:v>45212</c:v>
                </c:pt>
                <c:pt idx="2380">
                  <c:v>45215</c:v>
                </c:pt>
                <c:pt idx="2381">
                  <c:v>45216</c:v>
                </c:pt>
                <c:pt idx="2382">
                  <c:v>45217</c:v>
                </c:pt>
                <c:pt idx="2383">
                  <c:v>45218</c:v>
                </c:pt>
                <c:pt idx="2384">
                  <c:v>45219</c:v>
                </c:pt>
                <c:pt idx="2385">
                  <c:v>45222</c:v>
                </c:pt>
                <c:pt idx="2386">
                  <c:v>45223</c:v>
                </c:pt>
                <c:pt idx="2387">
                  <c:v>45224</c:v>
                </c:pt>
                <c:pt idx="2388">
                  <c:v>45225</c:v>
                </c:pt>
                <c:pt idx="2389">
                  <c:v>45226</c:v>
                </c:pt>
                <c:pt idx="2390">
                  <c:v>45229</c:v>
                </c:pt>
                <c:pt idx="2391">
                  <c:v>45230</c:v>
                </c:pt>
                <c:pt idx="2392">
                  <c:v>45231</c:v>
                </c:pt>
                <c:pt idx="2393">
                  <c:v>45232</c:v>
                </c:pt>
                <c:pt idx="2394">
                  <c:v>45233</c:v>
                </c:pt>
                <c:pt idx="2395">
                  <c:v>45236</c:v>
                </c:pt>
                <c:pt idx="2396">
                  <c:v>45237</c:v>
                </c:pt>
                <c:pt idx="2397">
                  <c:v>45238</c:v>
                </c:pt>
                <c:pt idx="2398">
                  <c:v>45239</c:v>
                </c:pt>
                <c:pt idx="2399">
                  <c:v>45240</c:v>
                </c:pt>
                <c:pt idx="2400">
                  <c:v>45243</c:v>
                </c:pt>
                <c:pt idx="2401">
                  <c:v>45244</c:v>
                </c:pt>
                <c:pt idx="2402">
                  <c:v>45245</c:v>
                </c:pt>
                <c:pt idx="2403">
                  <c:v>45246</c:v>
                </c:pt>
                <c:pt idx="2404">
                  <c:v>45247</c:v>
                </c:pt>
                <c:pt idx="2405">
                  <c:v>45250</c:v>
                </c:pt>
                <c:pt idx="2406">
                  <c:v>45251</c:v>
                </c:pt>
                <c:pt idx="2407">
                  <c:v>45252</c:v>
                </c:pt>
                <c:pt idx="2408">
                  <c:v>45253</c:v>
                </c:pt>
                <c:pt idx="2409">
                  <c:v>45254</c:v>
                </c:pt>
                <c:pt idx="2410">
                  <c:v>45257</c:v>
                </c:pt>
                <c:pt idx="2411">
                  <c:v>45258</c:v>
                </c:pt>
                <c:pt idx="2412">
                  <c:v>45259</c:v>
                </c:pt>
                <c:pt idx="2413">
                  <c:v>45260</c:v>
                </c:pt>
                <c:pt idx="2414">
                  <c:v>45261</c:v>
                </c:pt>
                <c:pt idx="2415">
                  <c:v>45264</c:v>
                </c:pt>
                <c:pt idx="2416">
                  <c:v>45265</c:v>
                </c:pt>
                <c:pt idx="2417">
                  <c:v>45266</c:v>
                </c:pt>
                <c:pt idx="2418">
                  <c:v>45267</c:v>
                </c:pt>
                <c:pt idx="2419">
                  <c:v>45268</c:v>
                </c:pt>
                <c:pt idx="2420">
                  <c:v>45271</c:v>
                </c:pt>
                <c:pt idx="2421">
                  <c:v>45272</c:v>
                </c:pt>
                <c:pt idx="2422">
                  <c:v>45273</c:v>
                </c:pt>
                <c:pt idx="2423">
                  <c:v>45274</c:v>
                </c:pt>
                <c:pt idx="2424">
                  <c:v>45275</c:v>
                </c:pt>
                <c:pt idx="2425">
                  <c:v>45278</c:v>
                </c:pt>
                <c:pt idx="2426">
                  <c:v>45279</c:v>
                </c:pt>
                <c:pt idx="2427">
                  <c:v>45280</c:v>
                </c:pt>
                <c:pt idx="2428">
                  <c:v>45281</c:v>
                </c:pt>
                <c:pt idx="2429">
                  <c:v>45282</c:v>
                </c:pt>
                <c:pt idx="2430">
                  <c:v>45285</c:v>
                </c:pt>
                <c:pt idx="2431">
                  <c:v>45286</c:v>
                </c:pt>
                <c:pt idx="2432">
                  <c:v>45287</c:v>
                </c:pt>
                <c:pt idx="2433">
                  <c:v>45288</c:v>
                </c:pt>
                <c:pt idx="2434">
                  <c:v>45289</c:v>
                </c:pt>
                <c:pt idx="2435">
                  <c:v>45293</c:v>
                </c:pt>
                <c:pt idx="2436">
                  <c:v>45294</c:v>
                </c:pt>
                <c:pt idx="2437">
                  <c:v>45295</c:v>
                </c:pt>
                <c:pt idx="2438">
                  <c:v>45296</c:v>
                </c:pt>
                <c:pt idx="2439">
                  <c:v>45299</c:v>
                </c:pt>
                <c:pt idx="2440">
                  <c:v>45300</c:v>
                </c:pt>
                <c:pt idx="2441">
                  <c:v>45301</c:v>
                </c:pt>
                <c:pt idx="2442">
                  <c:v>45302</c:v>
                </c:pt>
                <c:pt idx="2443">
                  <c:v>45303</c:v>
                </c:pt>
                <c:pt idx="2444">
                  <c:v>45306</c:v>
                </c:pt>
                <c:pt idx="2445">
                  <c:v>45307</c:v>
                </c:pt>
                <c:pt idx="2446">
                  <c:v>45308</c:v>
                </c:pt>
                <c:pt idx="2447">
                  <c:v>45309</c:v>
                </c:pt>
                <c:pt idx="2448">
                  <c:v>45310</c:v>
                </c:pt>
                <c:pt idx="2449">
                  <c:v>45313</c:v>
                </c:pt>
                <c:pt idx="2450">
                  <c:v>45314</c:v>
                </c:pt>
                <c:pt idx="2451">
                  <c:v>45315</c:v>
                </c:pt>
                <c:pt idx="2452">
                  <c:v>45316</c:v>
                </c:pt>
                <c:pt idx="2453">
                  <c:v>45317</c:v>
                </c:pt>
                <c:pt idx="2454">
                  <c:v>45320</c:v>
                </c:pt>
                <c:pt idx="2455">
                  <c:v>45321</c:v>
                </c:pt>
                <c:pt idx="2456">
                  <c:v>45322</c:v>
                </c:pt>
                <c:pt idx="2457">
                  <c:v>45323</c:v>
                </c:pt>
                <c:pt idx="2458">
                  <c:v>45324</c:v>
                </c:pt>
                <c:pt idx="2459">
                  <c:v>45327</c:v>
                </c:pt>
                <c:pt idx="2460">
                  <c:v>45328</c:v>
                </c:pt>
                <c:pt idx="2461">
                  <c:v>45329</c:v>
                </c:pt>
                <c:pt idx="2462">
                  <c:v>45330</c:v>
                </c:pt>
                <c:pt idx="2463">
                  <c:v>45341</c:v>
                </c:pt>
                <c:pt idx="2464">
                  <c:v>45342</c:v>
                </c:pt>
                <c:pt idx="2465">
                  <c:v>45343</c:v>
                </c:pt>
                <c:pt idx="2466">
                  <c:v>45344</c:v>
                </c:pt>
                <c:pt idx="2467">
                  <c:v>45345</c:v>
                </c:pt>
                <c:pt idx="2468">
                  <c:v>45348</c:v>
                </c:pt>
                <c:pt idx="2469">
                  <c:v>45349</c:v>
                </c:pt>
                <c:pt idx="2470">
                  <c:v>45350</c:v>
                </c:pt>
                <c:pt idx="2471">
                  <c:v>45351</c:v>
                </c:pt>
                <c:pt idx="2472">
                  <c:v>45352</c:v>
                </c:pt>
                <c:pt idx="2473">
                  <c:v>45355</c:v>
                </c:pt>
                <c:pt idx="2474">
                  <c:v>45356</c:v>
                </c:pt>
                <c:pt idx="2475">
                  <c:v>45357</c:v>
                </c:pt>
                <c:pt idx="2476">
                  <c:v>45358</c:v>
                </c:pt>
                <c:pt idx="2477">
                  <c:v>45359</c:v>
                </c:pt>
                <c:pt idx="2478">
                  <c:v>45362</c:v>
                </c:pt>
                <c:pt idx="2479">
                  <c:v>45363</c:v>
                </c:pt>
                <c:pt idx="2480">
                  <c:v>45364</c:v>
                </c:pt>
                <c:pt idx="2481">
                  <c:v>45365</c:v>
                </c:pt>
                <c:pt idx="2482">
                  <c:v>45366</c:v>
                </c:pt>
                <c:pt idx="2483">
                  <c:v>45369</c:v>
                </c:pt>
                <c:pt idx="2484">
                  <c:v>45370</c:v>
                </c:pt>
                <c:pt idx="2485">
                  <c:v>45371</c:v>
                </c:pt>
                <c:pt idx="2486">
                  <c:v>45372</c:v>
                </c:pt>
                <c:pt idx="2487">
                  <c:v>45373</c:v>
                </c:pt>
                <c:pt idx="2488">
                  <c:v>45376</c:v>
                </c:pt>
                <c:pt idx="2489">
                  <c:v>45377</c:v>
                </c:pt>
                <c:pt idx="2490">
                  <c:v>45378</c:v>
                </c:pt>
                <c:pt idx="2491">
                  <c:v>45379</c:v>
                </c:pt>
                <c:pt idx="2492">
                  <c:v>45380</c:v>
                </c:pt>
                <c:pt idx="2493">
                  <c:v>45383</c:v>
                </c:pt>
                <c:pt idx="2494">
                  <c:v>45384</c:v>
                </c:pt>
                <c:pt idx="2495">
                  <c:v>45385</c:v>
                </c:pt>
                <c:pt idx="2496">
                  <c:v>45390</c:v>
                </c:pt>
                <c:pt idx="2497">
                  <c:v>45391</c:v>
                </c:pt>
                <c:pt idx="2498">
                  <c:v>45392</c:v>
                </c:pt>
                <c:pt idx="2499">
                  <c:v>45393</c:v>
                </c:pt>
                <c:pt idx="2500">
                  <c:v>45394</c:v>
                </c:pt>
                <c:pt idx="2501">
                  <c:v>45397</c:v>
                </c:pt>
                <c:pt idx="2502">
                  <c:v>45398</c:v>
                </c:pt>
                <c:pt idx="2503">
                  <c:v>45399</c:v>
                </c:pt>
                <c:pt idx="2504">
                  <c:v>45400</c:v>
                </c:pt>
                <c:pt idx="2505">
                  <c:v>45401</c:v>
                </c:pt>
                <c:pt idx="2506">
                  <c:v>45404</c:v>
                </c:pt>
                <c:pt idx="2507">
                  <c:v>45405</c:v>
                </c:pt>
                <c:pt idx="2508">
                  <c:v>45406</c:v>
                </c:pt>
                <c:pt idx="2509">
                  <c:v>45407</c:v>
                </c:pt>
                <c:pt idx="2510">
                  <c:v>45408</c:v>
                </c:pt>
                <c:pt idx="2511">
                  <c:v>45411</c:v>
                </c:pt>
                <c:pt idx="2512">
                  <c:v>45412</c:v>
                </c:pt>
                <c:pt idx="2513">
                  <c:v>45418</c:v>
                </c:pt>
                <c:pt idx="2514">
                  <c:v>45419</c:v>
                </c:pt>
                <c:pt idx="2515">
                  <c:v>45420</c:v>
                </c:pt>
                <c:pt idx="2516">
                  <c:v>45421</c:v>
                </c:pt>
                <c:pt idx="2517">
                  <c:v>45422</c:v>
                </c:pt>
                <c:pt idx="2518">
                  <c:v>45425</c:v>
                </c:pt>
                <c:pt idx="2519">
                  <c:v>45426</c:v>
                </c:pt>
                <c:pt idx="2520">
                  <c:v>45427</c:v>
                </c:pt>
                <c:pt idx="2521">
                  <c:v>45428</c:v>
                </c:pt>
                <c:pt idx="2522">
                  <c:v>45429</c:v>
                </c:pt>
                <c:pt idx="2523">
                  <c:v>45432</c:v>
                </c:pt>
                <c:pt idx="2524">
                  <c:v>45433</c:v>
                </c:pt>
                <c:pt idx="2525">
                  <c:v>45434</c:v>
                </c:pt>
                <c:pt idx="2526">
                  <c:v>45435</c:v>
                </c:pt>
                <c:pt idx="2527">
                  <c:v>45436</c:v>
                </c:pt>
                <c:pt idx="2528">
                  <c:v>45439</c:v>
                </c:pt>
                <c:pt idx="2529">
                  <c:v>45440</c:v>
                </c:pt>
                <c:pt idx="2530">
                  <c:v>45441</c:v>
                </c:pt>
                <c:pt idx="2531">
                  <c:v>45442</c:v>
                </c:pt>
                <c:pt idx="2532">
                  <c:v>45443</c:v>
                </c:pt>
                <c:pt idx="2533">
                  <c:v>45446</c:v>
                </c:pt>
                <c:pt idx="2534">
                  <c:v>45447</c:v>
                </c:pt>
                <c:pt idx="2535">
                  <c:v>45448</c:v>
                </c:pt>
                <c:pt idx="2536">
                  <c:v>45449</c:v>
                </c:pt>
                <c:pt idx="2537">
                  <c:v>45450</c:v>
                </c:pt>
                <c:pt idx="2538">
                  <c:v>45454</c:v>
                </c:pt>
                <c:pt idx="2539">
                  <c:v>45455</c:v>
                </c:pt>
                <c:pt idx="2540">
                  <c:v>45456</c:v>
                </c:pt>
                <c:pt idx="2541">
                  <c:v>45457</c:v>
                </c:pt>
                <c:pt idx="2542">
                  <c:v>45460</c:v>
                </c:pt>
                <c:pt idx="2543">
                  <c:v>45461</c:v>
                </c:pt>
                <c:pt idx="2544">
                  <c:v>45462</c:v>
                </c:pt>
                <c:pt idx="2545">
                  <c:v>45463</c:v>
                </c:pt>
                <c:pt idx="2546">
                  <c:v>45464</c:v>
                </c:pt>
                <c:pt idx="2547">
                  <c:v>45467</c:v>
                </c:pt>
                <c:pt idx="2548">
                  <c:v>45468</c:v>
                </c:pt>
                <c:pt idx="2549">
                  <c:v>45469</c:v>
                </c:pt>
                <c:pt idx="2550">
                  <c:v>45470</c:v>
                </c:pt>
                <c:pt idx="2551">
                  <c:v>45471</c:v>
                </c:pt>
                <c:pt idx="2552">
                  <c:v>45474</c:v>
                </c:pt>
                <c:pt idx="2553">
                  <c:v>45475</c:v>
                </c:pt>
                <c:pt idx="2554">
                  <c:v>45476</c:v>
                </c:pt>
                <c:pt idx="2555">
                  <c:v>45477</c:v>
                </c:pt>
                <c:pt idx="2556">
                  <c:v>45478</c:v>
                </c:pt>
                <c:pt idx="2557">
                  <c:v>45481</c:v>
                </c:pt>
                <c:pt idx="2558">
                  <c:v>45482</c:v>
                </c:pt>
                <c:pt idx="2559">
                  <c:v>45483</c:v>
                </c:pt>
                <c:pt idx="2560">
                  <c:v>45484</c:v>
                </c:pt>
                <c:pt idx="2561">
                  <c:v>45485</c:v>
                </c:pt>
                <c:pt idx="2562">
                  <c:v>45488</c:v>
                </c:pt>
                <c:pt idx="2563">
                  <c:v>45489</c:v>
                </c:pt>
                <c:pt idx="2564">
                  <c:v>45490</c:v>
                </c:pt>
                <c:pt idx="2565">
                  <c:v>45491</c:v>
                </c:pt>
                <c:pt idx="2566">
                  <c:v>45492</c:v>
                </c:pt>
                <c:pt idx="2567">
                  <c:v>45495</c:v>
                </c:pt>
                <c:pt idx="2568">
                  <c:v>45496</c:v>
                </c:pt>
                <c:pt idx="2569">
                  <c:v>45497</c:v>
                </c:pt>
                <c:pt idx="2570">
                  <c:v>45498</c:v>
                </c:pt>
                <c:pt idx="2571">
                  <c:v>45499</c:v>
                </c:pt>
                <c:pt idx="2572">
                  <c:v>45502</c:v>
                </c:pt>
                <c:pt idx="2573">
                  <c:v>45503</c:v>
                </c:pt>
                <c:pt idx="2574">
                  <c:v>45504</c:v>
                </c:pt>
                <c:pt idx="2575">
                  <c:v>45505</c:v>
                </c:pt>
                <c:pt idx="2576">
                  <c:v>45506</c:v>
                </c:pt>
                <c:pt idx="2577">
                  <c:v>45509</c:v>
                </c:pt>
                <c:pt idx="2578">
                  <c:v>45510</c:v>
                </c:pt>
                <c:pt idx="2579">
                  <c:v>45511</c:v>
                </c:pt>
                <c:pt idx="2580">
                  <c:v>45512</c:v>
                </c:pt>
                <c:pt idx="2581">
                  <c:v>45513</c:v>
                </c:pt>
                <c:pt idx="2582">
                  <c:v>45516</c:v>
                </c:pt>
                <c:pt idx="2583">
                  <c:v>45517</c:v>
                </c:pt>
                <c:pt idx="2584">
                  <c:v>45518</c:v>
                </c:pt>
                <c:pt idx="2585">
                  <c:v>45519</c:v>
                </c:pt>
                <c:pt idx="2586">
                  <c:v>45520</c:v>
                </c:pt>
                <c:pt idx="2587">
                  <c:v>45523</c:v>
                </c:pt>
                <c:pt idx="2588">
                  <c:v>45524</c:v>
                </c:pt>
                <c:pt idx="2589">
                  <c:v>45525</c:v>
                </c:pt>
                <c:pt idx="2590">
                  <c:v>45526</c:v>
                </c:pt>
                <c:pt idx="2591">
                  <c:v>45527</c:v>
                </c:pt>
                <c:pt idx="2592">
                  <c:v>45530</c:v>
                </c:pt>
                <c:pt idx="2593">
                  <c:v>45531</c:v>
                </c:pt>
                <c:pt idx="2594">
                  <c:v>45532</c:v>
                </c:pt>
                <c:pt idx="2595">
                  <c:v>45533</c:v>
                </c:pt>
                <c:pt idx="2596">
                  <c:v>45534</c:v>
                </c:pt>
                <c:pt idx="2597">
                  <c:v>45537</c:v>
                </c:pt>
                <c:pt idx="2598">
                  <c:v>45538</c:v>
                </c:pt>
                <c:pt idx="2599">
                  <c:v>45539</c:v>
                </c:pt>
                <c:pt idx="2600">
                  <c:v>45540</c:v>
                </c:pt>
                <c:pt idx="2601">
                  <c:v>45541</c:v>
                </c:pt>
                <c:pt idx="2602">
                  <c:v>45544</c:v>
                </c:pt>
                <c:pt idx="2603">
                  <c:v>45545</c:v>
                </c:pt>
                <c:pt idx="2604">
                  <c:v>45546</c:v>
                </c:pt>
                <c:pt idx="2605">
                  <c:v>45547</c:v>
                </c:pt>
                <c:pt idx="2606">
                  <c:v>45548</c:v>
                </c:pt>
                <c:pt idx="2607">
                  <c:v>45553</c:v>
                </c:pt>
                <c:pt idx="2608">
                  <c:v>45554</c:v>
                </c:pt>
                <c:pt idx="2609">
                  <c:v>45555</c:v>
                </c:pt>
                <c:pt idx="2610">
                  <c:v>45558</c:v>
                </c:pt>
                <c:pt idx="2611">
                  <c:v>45559</c:v>
                </c:pt>
                <c:pt idx="2612">
                  <c:v>45560</c:v>
                </c:pt>
                <c:pt idx="2613">
                  <c:v>45561</c:v>
                </c:pt>
                <c:pt idx="2614">
                  <c:v>45562</c:v>
                </c:pt>
                <c:pt idx="2615">
                  <c:v>45565</c:v>
                </c:pt>
                <c:pt idx="2616">
                  <c:v>45573</c:v>
                </c:pt>
                <c:pt idx="2617">
                  <c:v>45574</c:v>
                </c:pt>
                <c:pt idx="2618">
                  <c:v>45575</c:v>
                </c:pt>
                <c:pt idx="2619">
                  <c:v>45576</c:v>
                </c:pt>
                <c:pt idx="2620">
                  <c:v>45579</c:v>
                </c:pt>
                <c:pt idx="2621">
                  <c:v>45580</c:v>
                </c:pt>
                <c:pt idx="2622">
                  <c:v>45581</c:v>
                </c:pt>
                <c:pt idx="2623">
                  <c:v>45582</c:v>
                </c:pt>
                <c:pt idx="2624">
                  <c:v>45583</c:v>
                </c:pt>
                <c:pt idx="2625">
                  <c:v>45586</c:v>
                </c:pt>
                <c:pt idx="2626">
                  <c:v>45587</c:v>
                </c:pt>
                <c:pt idx="2627">
                  <c:v>45588</c:v>
                </c:pt>
                <c:pt idx="2628">
                  <c:v>45589</c:v>
                </c:pt>
                <c:pt idx="2629">
                  <c:v>45590</c:v>
                </c:pt>
                <c:pt idx="2630">
                  <c:v>45593</c:v>
                </c:pt>
                <c:pt idx="2631">
                  <c:v>45594</c:v>
                </c:pt>
                <c:pt idx="2632">
                  <c:v>45595</c:v>
                </c:pt>
                <c:pt idx="2633">
                  <c:v>45596</c:v>
                </c:pt>
                <c:pt idx="2634">
                  <c:v>45597</c:v>
                </c:pt>
                <c:pt idx="2635">
                  <c:v>45600</c:v>
                </c:pt>
                <c:pt idx="2636">
                  <c:v>45601</c:v>
                </c:pt>
                <c:pt idx="2637">
                  <c:v>45602</c:v>
                </c:pt>
                <c:pt idx="2638">
                  <c:v>45603</c:v>
                </c:pt>
                <c:pt idx="2639">
                  <c:v>45604</c:v>
                </c:pt>
                <c:pt idx="2640">
                  <c:v>45607</c:v>
                </c:pt>
                <c:pt idx="2641">
                  <c:v>45608</c:v>
                </c:pt>
                <c:pt idx="2642">
                  <c:v>45609</c:v>
                </c:pt>
                <c:pt idx="2643">
                  <c:v>45610</c:v>
                </c:pt>
                <c:pt idx="2644">
                  <c:v>45611</c:v>
                </c:pt>
                <c:pt idx="2645">
                  <c:v>45614</c:v>
                </c:pt>
                <c:pt idx="2646">
                  <c:v>45615</c:v>
                </c:pt>
                <c:pt idx="2647">
                  <c:v>45616</c:v>
                </c:pt>
                <c:pt idx="2648">
                  <c:v>45617</c:v>
                </c:pt>
                <c:pt idx="2649">
                  <c:v>45618</c:v>
                </c:pt>
                <c:pt idx="2650">
                  <c:v>45621</c:v>
                </c:pt>
                <c:pt idx="2651">
                  <c:v>45622</c:v>
                </c:pt>
                <c:pt idx="2652">
                  <c:v>45623</c:v>
                </c:pt>
                <c:pt idx="2653">
                  <c:v>45624</c:v>
                </c:pt>
                <c:pt idx="2654">
                  <c:v>45625</c:v>
                </c:pt>
                <c:pt idx="2655">
                  <c:v>45628</c:v>
                </c:pt>
                <c:pt idx="2656">
                  <c:v>45629</c:v>
                </c:pt>
                <c:pt idx="2657">
                  <c:v>45630</c:v>
                </c:pt>
                <c:pt idx="2658">
                  <c:v>45631</c:v>
                </c:pt>
                <c:pt idx="2659">
                  <c:v>45632</c:v>
                </c:pt>
                <c:pt idx="2660">
                  <c:v>45635</c:v>
                </c:pt>
                <c:pt idx="2661">
                  <c:v>45636</c:v>
                </c:pt>
                <c:pt idx="2662">
                  <c:v>45637</c:v>
                </c:pt>
                <c:pt idx="2663">
                  <c:v>45638</c:v>
                </c:pt>
                <c:pt idx="2664">
                  <c:v>45639</c:v>
                </c:pt>
                <c:pt idx="2665">
                  <c:v>45642</c:v>
                </c:pt>
                <c:pt idx="2666">
                  <c:v>45643</c:v>
                </c:pt>
                <c:pt idx="2667">
                  <c:v>45644</c:v>
                </c:pt>
                <c:pt idx="2668">
                  <c:v>45645</c:v>
                </c:pt>
                <c:pt idx="2669">
                  <c:v>45646</c:v>
                </c:pt>
                <c:pt idx="2670">
                  <c:v>45649</c:v>
                </c:pt>
                <c:pt idx="2671">
                  <c:v>45650</c:v>
                </c:pt>
                <c:pt idx="2672">
                  <c:v>45651</c:v>
                </c:pt>
                <c:pt idx="2673">
                  <c:v>45652</c:v>
                </c:pt>
                <c:pt idx="2674">
                  <c:v>45653</c:v>
                </c:pt>
                <c:pt idx="2675">
                  <c:v>45656</c:v>
                </c:pt>
                <c:pt idx="2676">
                  <c:v>45657</c:v>
                </c:pt>
                <c:pt idx="2677">
                  <c:v>45659</c:v>
                </c:pt>
                <c:pt idx="2678">
                  <c:v>45660</c:v>
                </c:pt>
                <c:pt idx="2679">
                  <c:v>45663</c:v>
                </c:pt>
                <c:pt idx="2680">
                  <c:v>45664</c:v>
                </c:pt>
                <c:pt idx="2681">
                  <c:v>45665</c:v>
                </c:pt>
                <c:pt idx="2682">
                  <c:v>45666</c:v>
                </c:pt>
                <c:pt idx="2683">
                  <c:v>45667</c:v>
                </c:pt>
                <c:pt idx="2684">
                  <c:v>45670</c:v>
                </c:pt>
                <c:pt idx="2685">
                  <c:v>45671</c:v>
                </c:pt>
                <c:pt idx="2686">
                  <c:v>45672</c:v>
                </c:pt>
                <c:pt idx="2687">
                  <c:v>45673</c:v>
                </c:pt>
                <c:pt idx="2688">
                  <c:v>45674</c:v>
                </c:pt>
                <c:pt idx="2689">
                  <c:v>45677</c:v>
                </c:pt>
                <c:pt idx="2690">
                  <c:v>45678</c:v>
                </c:pt>
                <c:pt idx="2691">
                  <c:v>45679</c:v>
                </c:pt>
                <c:pt idx="2692">
                  <c:v>45680</c:v>
                </c:pt>
                <c:pt idx="2693">
                  <c:v>45681</c:v>
                </c:pt>
                <c:pt idx="2694">
                  <c:v>45684</c:v>
                </c:pt>
                <c:pt idx="2695">
                  <c:v>45693</c:v>
                </c:pt>
                <c:pt idx="2696">
                  <c:v>45694</c:v>
                </c:pt>
                <c:pt idx="2697">
                  <c:v>45695</c:v>
                </c:pt>
                <c:pt idx="2698">
                  <c:v>45698</c:v>
                </c:pt>
                <c:pt idx="2699">
                  <c:v>45699</c:v>
                </c:pt>
                <c:pt idx="2700">
                  <c:v>45700</c:v>
                </c:pt>
                <c:pt idx="2701">
                  <c:v>45701</c:v>
                </c:pt>
                <c:pt idx="2702">
                  <c:v>45702</c:v>
                </c:pt>
                <c:pt idx="2703">
                  <c:v>45705</c:v>
                </c:pt>
                <c:pt idx="2704">
                  <c:v>45706</c:v>
                </c:pt>
                <c:pt idx="2705">
                  <c:v>45707</c:v>
                </c:pt>
                <c:pt idx="2706">
                  <c:v>45708</c:v>
                </c:pt>
                <c:pt idx="2707">
                  <c:v>45709</c:v>
                </c:pt>
                <c:pt idx="2708">
                  <c:v>45712</c:v>
                </c:pt>
                <c:pt idx="2709">
                  <c:v>45713</c:v>
                </c:pt>
                <c:pt idx="2710">
                  <c:v>45714</c:v>
                </c:pt>
                <c:pt idx="2711">
                  <c:v>45715</c:v>
                </c:pt>
                <c:pt idx="2712">
                  <c:v>45716</c:v>
                </c:pt>
                <c:pt idx="2713">
                  <c:v>45719</c:v>
                </c:pt>
                <c:pt idx="2714">
                  <c:v>45720</c:v>
                </c:pt>
                <c:pt idx="2715">
                  <c:v>45721</c:v>
                </c:pt>
                <c:pt idx="2716">
                  <c:v>45722</c:v>
                </c:pt>
                <c:pt idx="2717">
                  <c:v>45723</c:v>
                </c:pt>
                <c:pt idx="2718">
                  <c:v>45726</c:v>
                </c:pt>
                <c:pt idx="2719">
                  <c:v>45727</c:v>
                </c:pt>
                <c:pt idx="2720">
                  <c:v>45728</c:v>
                </c:pt>
                <c:pt idx="2721">
                  <c:v>45729</c:v>
                </c:pt>
                <c:pt idx="2722">
                  <c:v>45730</c:v>
                </c:pt>
                <c:pt idx="2723">
                  <c:v>45733</c:v>
                </c:pt>
                <c:pt idx="2724">
                  <c:v>45734</c:v>
                </c:pt>
                <c:pt idx="2725">
                  <c:v>45735</c:v>
                </c:pt>
                <c:pt idx="2726">
                  <c:v>45736</c:v>
                </c:pt>
                <c:pt idx="2727">
                  <c:v>45737</c:v>
                </c:pt>
                <c:pt idx="2728">
                  <c:v>45740</c:v>
                </c:pt>
                <c:pt idx="2729">
                  <c:v>45741</c:v>
                </c:pt>
                <c:pt idx="2730">
                  <c:v>45742</c:v>
                </c:pt>
                <c:pt idx="2731">
                  <c:v>45743</c:v>
                </c:pt>
                <c:pt idx="2732">
                  <c:v>45744</c:v>
                </c:pt>
                <c:pt idx="2733">
                  <c:v>45747</c:v>
                </c:pt>
                <c:pt idx="2734">
                  <c:v>45748</c:v>
                </c:pt>
                <c:pt idx="2735">
                  <c:v>45749</c:v>
                </c:pt>
                <c:pt idx="2736">
                  <c:v>45750</c:v>
                </c:pt>
                <c:pt idx="2737">
                  <c:v>45754</c:v>
                </c:pt>
                <c:pt idx="2738">
                  <c:v>45755</c:v>
                </c:pt>
                <c:pt idx="2739">
                  <c:v>45756</c:v>
                </c:pt>
                <c:pt idx="2740">
                  <c:v>45757</c:v>
                </c:pt>
                <c:pt idx="2741">
                  <c:v>45758</c:v>
                </c:pt>
                <c:pt idx="2742">
                  <c:v>45761</c:v>
                </c:pt>
                <c:pt idx="2743">
                  <c:v>45762</c:v>
                </c:pt>
                <c:pt idx="2744">
                  <c:v>45763</c:v>
                </c:pt>
                <c:pt idx="2745">
                  <c:v>45764</c:v>
                </c:pt>
                <c:pt idx="2746">
                  <c:v>45765</c:v>
                </c:pt>
                <c:pt idx="2747">
                  <c:v>45768</c:v>
                </c:pt>
                <c:pt idx="2748">
                  <c:v>45769</c:v>
                </c:pt>
                <c:pt idx="2749">
                  <c:v>45770</c:v>
                </c:pt>
                <c:pt idx="2750">
                  <c:v>45771</c:v>
                </c:pt>
                <c:pt idx="2751">
                  <c:v>45772</c:v>
                </c:pt>
                <c:pt idx="2752">
                  <c:v>45775</c:v>
                </c:pt>
                <c:pt idx="2753">
                  <c:v>45776</c:v>
                </c:pt>
                <c:pt idx="2754">
                  <c:v>45777</c:v>
                </c:pt>
                <c:pt idx="2755">
                  <c:v>45783</c:v>
                </c:pt>
                <c:pt idx="2756">
                  <c:v>45784</c:v>
                </c:pt>
                <c:pt idx="2757">
                  <c:v>45785</c:v>
                </c:pt>
                <c:pt idx="2758">
                  <c:v>45786</c:v>
                </c:pt>
                <c:pt idx="2759">
                  <c:v>45789</c:v>
                </c:pt>
                <c:pt idx="2760">
                  <c:v>45790</c:v>
                </c:pt>
                <c:pt idx="2761">
                  <c:v>45791</c:v>
                </c:pt>
                <c:pt idx="2762">
                  <c:v>45792</c:v>
                </c:pt>
                <c:pt idx="2763">
                  <c:v>45793</c:v>
                </c:pt>
                <c:pt idx="2764">
                  <c:v>45796</c:v>
                </c:pt>
                <c:pt idx="2765">
                  <c:v>45797</c:v>
                </c:pt>
                <c:pt idx="2766">
                  <c:v>45798</c:v>
                </c:pt>
                <c:pt idx="2767">
                  <c:v>45799</c:v>
                </c:pt>
                <c:pt idx="2768">
                  <c:v>45800</c:v>
                </c:pt>
                <c:pt idx="2769">
                  <c:v>45803</c:v>
                </c:pt>
                <c:pt idx="2770">
                  <c:v>45804</c:v>
                </c:pt>
                <c:pt idx="2771">
                  <c:v>45805</c:v>
                </c:pt>
                <c:pt idx="2772">
                  <c:v>45806</c:v>
                </c:pt>
                <c:pt idx="2773">
                  <c:v>45807</c:v>
                </c:pt>
                <c:pt idx="2774">
                  <c:v>45811</c:v>
                </c:pt>
                <c:pt idx="2775">
                  <c:v>45812</c:v>
                </c:pt>
                <c:pt idx="2776">
                  <c:v>45813</c:v>
                </c:pt>
                <c:pt idx="2777">
                  <c:v>45814</c:v>
                </c:pt>
                <c:pt idx="2778">
                  <c:v>45817</c:v>
                </c:pt>
                <c:pt idx="2779">
                  <c:v>45818</c:v>
                </c:pt>
                <c:pt idx="2780">
                  <c:v>45819</c:v>
                </c:pt>
                <c:pt idx="2781">
                  <c:v>45820</c:v>
                </c:pt>
                <c:pt idx="2782">
                  <c:v>45821</c:v>
                </c:pt>
                <c:pt idx="2783">
                  <c:v>45824</c:v>
                </c:pt>
                <c:pt idx="2784">
                  <c:v>45825</c:v>
                </c:pt>
                <c:pt idx="2785">
                  <c:v>45826</c:v>
                </c:pt>
                <c:pt idx="2786">
                  <c:v>45827</c:v>
                </c:pt>
                <c:pt idx="2787">
                  <c:v>45828</c:v>
                </c:pt>
                <c:pt idx="2788">
                  <c:v>45831</c:v>
                </c:pt>
                <c:pt idx="2789">
                  <c:v>45832</c:v>
                </c:pt>
                <c:pt idx="2790">
                  <c:v>45833</c:v>
                </c:pt>
                <c:pt idx="2791">
                  <c:v>45834</c:v>
                </c:pt>
                <c:pt idx="2792">
                  <c:v>45835</c:v>
                </c:pt>
                <c:pt idx="2793">
                  <c:v>45838</c:v>
                </c:pt>
                <c:pt idx="2794">
                  <c:v>45839</c:v>
                </c:pt>
                <c:pt idx="2795">
                  <c:v>45840</c:v>
                </c:pt>
                <c:pt idx="2796">
                  <c:v>45841</c:v>
                </c:pt>
                <c:pt idx="2797">
                  <c:v>45842</c:v>
                </c:pt>
                <c:pt idx="2798">
                  <c:v>45845</c:v>
                </c:pt>
                <c:pt idx="2799">
                  <c:v>45846</c:v>
                </c:pt>
                <c:pt idx="2800">
                  <c:v>45847</c:v>
                </c:pt>
                <c:pt idx="2801">
                  <c:v>45848</c:v>
                </c:pt>
                <c:pt idx="2802">
                  <c:v>45849</c:v>
                </c:pt>
                <c:pt idx="2803">
                  <c:v>45852</c:v>
                </c:pt>
                <c:pt idx="2804">
                  <c:v>45853</c:v>
                </c:pt>
                <c:pt idx="2805">
                  <c:v>45854</c:v>
                </c:pt>
                <c:pt idx="2806">
                  <c:v>45855</c:v>
                </c:pt>
                <c:pt idx="2807">
                  <c:v>45856</c:v>
                </c:pt>
                <c:pt idx="2808">
                  <c:v>45859</c:v>
                </c:pt>
                <c:pt idx="2809">
                  <c:v>45860</c:v>
                </c:pt>
                <c:pt idx="2810">
                  <c:v>45861</c:v>
                </c:pt>
                <c:pt idx="2811">
                  <c:v>45862</c:v>
                </c:pt>
                <c:pt idx="2812">
                  <c:v>45863</c:v>
                </c:pt>
                <c:pt idx="2813">
                  <c:v>45866</c:v>
                </c:pt>
                <c:pt idx="2814">
                  <c:v>45867</c:v>
                </c:pt>
                <c:pt idx="2815">
                  <c:v>45868</c:v>
                </c:pt>
                <c:pt idx="2816">
                  <c:v>45869</c:v>
                </c:pt>
                <c:pt idx="2817">
                  <c:v>45870</c:v>
                </c:pt>
                <c:pt idx="2818">
                  <c:v>45873</c:v>
                </c:pt>
                <c:pt idx="2819">
                  <c:v>45874</c:v>
                </c:pt>
                <c:pt idx="2820">
                  <c:v>45875</c:v>
                </c:pt>
                <c:pt idx="2821">
                  <c:v>45876</c:v>
                </c:pt>
                <c:pt idx="2822">
                  <c:v>45877</c:v>
                </c:pt>
                <c:pt idx="2823">
                  <c:v>45880</c:v>
                </c:pt>
                <c:pt idx="2824">
                  <c:v>45881</c:v>
                </c:pt>
                <c:pt idx="2825">
                  <c:v>45882</c:v>
                </c:pt>
                <c:pt idx="2826">
                  <c:v>45883</c:v>
                </c:pt>
                <c:pt idx="2827">
                  <c:v>45884</c:v>
                </c:pt>
                <c:pt idx="2828">
                  <c:v>45887</c:v>
                </c:pt>
                <c:pt idx="2829">
                  <c:v>45888</c:v>
                </c:pt>
                <c:pt idx="2830">
                  <c:v>45889</c:v>
                </c:pt>
                <c:pt idx="2831">
                  <c:v>45890</c:v>
                </c:pt>
                <c:pt idx="2832">
                  <c:v>45891</c:v>
                </c:pt>
                <c:pt idx="2833">
                  <c:v>45894</c:v>
                </c:pt>
                <c:pt idx="2834">
                  <c:v>45895</c:v>
                </c:pt>
                <c:pt idx="2835">
                  <c:v>45896</c:v>
                </c:pt>
                <c:pt idx="2836">
                  <c:v>45897</c:v>
                </c:pt>
                <c:pt idx="2837">
                  <c:v>45898</c:v>
                </c:pt>
              </c:numCache>
            </c:numRef>
          </c:cat>
          <c:val>
            <c:numRef>
              <c:f>Sheet1!$E$2:$E$2839</c:f>
              <c:numCache>
                <c:formatCode>0.0000</c:formatCode>
                <c:ptCount val="2838"/>
                <c:pt idx="0">
                  <c:v>1</c:v>
                </c:pt>
                <c:pt idx="1">
                  <c:v>1.0073672620724501</c:v>
                </c:pt>
                <c:pt idx="2">
                  <c:v>1.00081227066306</c:v>
                </c:pt>
                <c:pt idx="3">
                  <c:v>0.973819546358907</c:v>
                </c:pt>
                <c:pt idx="4">
                  <c:v>0.97955308886467995</c:v>
                </c:pt>
                <c:pt idx="5">
                  <c:v>0.98336085199520595</c:v>
                </c:pt>
                <c:pt idx="6">
                  <c:v>0.97123672617019896</c:v>
                </c:pt>
                <c:pt idx="7">
                  <c:v>0.95436803539547099</c:v>
                </c:pt>
                <c:pt idx="8">
                  <c:v>0.95041042002592901</c:v>
                </c:pt>
                <c:pt idx="9">
                  <c:v>0.96883226382597998</c:v>
                </c:pt>
                <c:pt idx="10">
                  <c:v>0.97502247616329296</c:v>
                </c:pt>
                <c:pt idx="11">
                  <c:v>0.97554037253275705</c:v>
                </c:pt>
                <c:pt idx="12">
                  <c:v>0.96383136122902002</c:v>
                </c:pt>
                <c:pt idx="13">
                  <c:v>0.95768892597200805</c:v>
                </c:pt>
                <c:pt idx="14">
                  <c:v>0.97157019072990403</c:v>
                </c:pt>
                <c:pt idx="15">
                  <c:v>0.99631284658330099</c:v>
                </c:pt>
                <c:pt idx="16">
                  <c:v>1.00311805254821</c:v>
                </c:pt>
                <c:pt idx="17">
                  <c:v>1.0174996538093399</c:v>
                </c:pt>
                <c:pt idx="18">
                  <c:v>1.0163942211599799</c:v>
                </c:pt>
                <c:pt idx="19">
                  <c:v>1.01480424683027</c:v>
                </c:pt>
                <c:pt idx="20">
                  <c:v>1.0234931489391399</c:v>
                </c:pt>
                <c:pt idx="21">
                  <c:v>1.0185963692251701</c:v>
                </c:pt>
                <c:pt idx="22">
                  <c:v>1.0360449870520401</c:v>
                </c:pt>
                <c:pt idx="23">
                  <c:v>1.0657688689734099</c:v>
                </c:pt>
                <c:pt idx="24">
                  <c:v>1.06918008215938</c:v>
                </c:pt>
                <c:pt idx="25">
                  <c:v>1.08286882138301</c:v>
                </c:pt>
                <c:pt idx="26">
                  <c:v>1.0631110234560499</c:v>
                </c:pt>
                <c:pt idx="27">
                  <c:v>1.08154258335951</c:v>
                </c:pt>
                <c:pt idx="28">
                  <c:v>1.1042522372400101</c:v>
                </c:pt>
                <c:pt idx="29">
                  <c:v>1.10414931898031</c:v>
                </c:pt>
                <c:pt idx="30">
                  <c:v>1.1052057086961</c:v>
                </c:pt>
                <c:pt idx="31">
                  <c:v>1.0901817868694501</c:v>
                </c:pt>
                <c:pt idx="32">
                  <c:v>1.0846588325792601</c:v>
                </c:pt>
                <c:pt idx="33">
                  <c:v>1.0829743827556999</c:v>
                </c:pt>
                <c:pt idx="34">
                  <c:v>1.04416058514</c:v>
                </c:pt>
                <c:pt idx="35">
                  <c:v>1.04922267134132</c:v>
                </c:pt>
                <c:pt idx="36">
                  <c:v>1.0342187810611201</c:v>
                </c:pt>
                <c:pt idx="37">
                  <c:v>1.0448004517266301</c:v>
                </c:pt>
                <c:pt idx="38">
                  <c:v>1.0657454591756199</c:v>
                </c:pt>
                <c:pt idx="39">
                  <c:v>1.0647485602561899</c:v>
                </c:pt>
                <c:pt idx="40">
                  <c:v>1.0636746151454</c:v>
                </c:pt>
                <c:pt idx="41">
                  <c:v>1.0647817689539301</c:v>
                </c:pt>
                <c:pt idx="42">
                  <c:v>1.06153875688791</c:v>
                </c:pt>
                <c:pt idx="43">
                  <c:v>1.0198516257322801</c:v>
                </c:pt>
                <c:pt idx="44">
                  <c:v>1.01914530905836</c:v>
                </c:pt>
                <c:pt idx="45">
                  <c:v>1.0168778074776801</c:v>
                </c:pt>
                <c:pt idx="46">
                  <c:v>1.02939900009829</c:v>
                </c:pt>
                <c:pt idx="47">
                  <c:v>1.0255989012428499</c:v>
                </c:pt>
                <c:pt idx="48">
                  <c:v>1.04744372666654</c:v>
                </c:pt>
                <c:pt idx="49">
                  <c:v>1.0529801560234699</c:v>
                </c:pt>
                <c:pt idx="50">
                  <c:v>1.05236900859322</c:v>
                </c:pt>
                <c:pt idx="51">
                  <c:v>1.02516487667678</c:v>
                </c:pt>
                <c:pt idx="52">
                  <c:v>1.0451494433997199</c:v>
                </c:pt>
                <c:pt idx="53">
                  <c:v>1.0510168951938801</c:v>
                </c:pt>
                <c:pt idx="54">
                  <c:v>1.05216181143864</c:v>
                </c:pt>
                <c:pt idx="55">
                  <c:v>1.0560872537602399</c:v>
                </c:pt>
                <c:pt idx="56">
                  <c:v>1.0381173546568401</c:v>
                </c:pt>
                <c:pt idx="57">
                  <c:v>1.01458429099055</c:v>
                </c:pt>
                <c:pt idx="58">
                  <c:v>1.0059881192356701</c:v>
                </c:pt>
                <c:pt idx="59">
                  <c:v>1.0224855541025299</c:v>
                </c:pt>
                <c:pt idx="60">
                  <c:v>1.0210175079464501</c:v>
                </c:pt>
                <c:pt idx="61">
                  <c:v>1.02110839377984</c:v>
                </c:pt>
                <c:pt idx="62">
                  <c:v>1.0331717470319099</c:v>
                </c:pt>
                <c:pt idx="63">
                  <c:v>1.04148846981299</c:v>
                </c:pt>
                <c:pt idx="64">
                  <c:v>1.0523138391729501</c:v>
                </c:pt>
                <c:pt idx="65">
                  <c:v>1.0562518203031199</c:v>
                </c:pt>
                <c:pt idx="66">
                  <c:v>1.05207195041917</c:v>
                </c:pt>
                <c:pt idx="67">
                  <c:v>1.06005306847583</c:v>
                </c:pt>
                <c:pt idx="68">
                  <c:v>1.0536034520772299</c:v>
                </c:pt>
                <c:pt idx="69">
                  <c:v>1.0546816351681101</c:v>
                </c:pt>
                <c:pt idx="70">
                  <c:v>1.05567973751552</c:v>
                </c:pt>
                <c:pt idx="71">
                  <c:v>1.0600151418202199</c:v>
                </c:pt>
                <c:pt idx="72">
                  <c:v>1.04391141102875</c:v>
                </c:pt>
                <c:pt idx="73">
                  <c:v>1.03740650651744</c:v>
                </c:pt>
                <c:pt idx="74">
                  <c:v>1.03344740073867</c:v>
                </c:pt>
                <c:pt idx="75">
                  <c:v>1.0245709872023201</c:v>
                </c:pt>
                <c:pt idx="76">
                  <c:v>1.0029026955921601</c:v>
                </c:pt>
                <c:pt idx="77">
                  <c:v>0.97207864956509205</c:v>
                </c:pt>
                <c:pt idx="78">
                  <c:v>0.98473950386120601</c:v>
                </c:pt>
                <c:pt idx="79">
                  <c:v>0.99199827215574499</c:v>
                </c:pt>
                <c:pt idx="80">
                  <c:v>1.0020260983262601</c:v>
                </c:pt>
                <c:pt idx="81">
                  <c:v>1.0098966812285</c:v>
                </c:pt>
                <c:pt idx="82">
                  <c:v>0.99319379182484302</c:v>
                </c:pt>
                <c:pt idx="83">
                  <c:v>0.99516616017712001</c:v>
                </c:pt>
                <c:pt idx="84">
                  <c:v>0.98541729291994895</c:v>
                </c:pt>
                <c:pt idx="85">
                  <c:v>1.0104410127832</c:v>
                </c:pt>
                <c:pt idx="86">
                  <c:v>1.0080571323351299</c:v>
                </c:pt>
                <c:pt idx="87">
                  <c:v>1.0066241762691299</c:v>
                </c:pt>
                <c:pt idx="88">
                  <c:v>0.98800748055037002</c:v>
                </c:pt>
                <c:pt idx="89">
                  <c:v>0.98557304061849704</c:v>
                </c:pt>
                <c:pt idx="90">
                  <c:v>0.98158594259668297</c:v>
                </c:pt>
                <c:pt idx="91">
                  <c:v>0.98504678648210997</c:v>
                </c:pt>
                <c:pt idx="92">
                  <c:v>0.99392373211259</c:v>
                </c:pt>
                <c:pt idx="93">
                  <c:v>0.99420962273255498</c:v>
                </c:pt>
                <c:pt idx="94">
                  <c:v>1.0048908374693899</c:v>
                </c:pt>
                <c:pt idx="95">
                  <c:v>1.0167814068346901</c:v>
                </c:pt>
                <c:pt idx="96">
                  <c:v>1.0126813647919199</c:v>
                </c:pt>
                <c:pt idx="97">
                  <c:v>1.02458214581195</c:v>
                </c:pt>
                <c:pt idx="98">
                  <c:v>1.01331777063507</c:v>
                </c:pt>
                <c:pt idx="99">
                  <c:v>1.01523315237635</c:v>
                </c:pt>
                <c:pt idx="100">
                  <c:v>1.01396120313871</c:v>
                </c:pt>
                <c:pt idx="101">
                  <c:v>1.0056666973281301</c:v>
                </c:pt>
                <c:pt idx="102">
                  <c:v>1.0171270831141399</c:v>
                </c:pt>
                <c:pt idx="103">
                  <c:v>1.01343066740225</c:v>
                </c:pt>
                <c:pt idx="104">
                  <c:v>1.00658006022179</c:v>
                </c:pt>
                <c:pt idx="105">
                  <c:v>1.01827448163557</c:v>
                </c:pt>
                <c:pt idx="106">
                  <c:v>1.02442169645373</c:v>
                </c:pt>
                <c:pt idx="107">
                  <c:v>1.02287193970209</c:v>
                </c:pt>
                <c:pt idx="108">
                  <c:v>1.0346838131616101</c:v>
                </c:pt>
                <c:pt idx="109">
                  <c:v>1.04161501759394</c:v>
                </c:pt>
                <c:pt idx="110">
                  <c:v>1.0327174562080399</c:v>
                </c:pt>
                <c:pt idx="111">
                  <c:v>1.0257742652352999</c:v>
                </c:pt>
                <c:pt idx="112">
                  <c:v>0.99804156013251799</c:v>
                </c:pt>
                <c:pt idx="113">
                  <c:v>1.0070131397940401</c:v>
                </c:pt>
                <c:pt idx="114">
                  <c:v>1.0173360250710399</c:v>
                </c:pt>
                <c:pt idx="115">
                  <c:v>1.0241023026335201</c:v>
                </c:pt>
                <c:pt idx="116">
                  <c:v>1.01830000462905</c:v>
                </c:pt>
                <c:pt idx="117">
                  <c:v>1.0312117639426801</c:v>
                </c:pt>
                <c:pt idx="118">
                  <c:v>1.03867819290164</c:v>
                </c:pt>
                <c:pt idx="119">
                  <c:v>1.04876715252018</c:v>
                </c:pt>
                <c:pt idx="120">
                  <c:v>1.0546927708862199</c:v>
                </c:pt>
                <c:pt idx="121">
                  <c:v>1.06099095238534</c:v>
                </c:pt>
                <c:pt idx="122">
                  <c:v>1.0699309661276999</c:v>
                </c:pt>
                <c:pt idx="123">
                  <c:v>1.0679104241175501</c:v>
                </c:pt>
                <c:pt idx="124">
                  <c:v>1.0681557603179199</c:v>
                </c:pt>
                <c:pt idx="125">
                  <c:v>1.07634815291005</c:v>
                </c:pt>
                <c:pt idx="126">
                  <c:v>1.0594287642001099</c:v>
                </c:pt>
                <c:pt idx="127">
                  <c:v>1.0600371828802999</c:v>
                </c:pt>
                <c:pt idx="128">
                  <c:v>1.0680339434585799</c:v>
                </c:pt>
                <c:pt idx="129">
                  <c:v>1.0827809796263099</c:v>
                </c:pt>
                <c:pt idx="130">
                  <c:v>1.0793773412171701</c:v>
                </c:pt>
                <c:pt idx="131">
                  <c:v>1.06822506157194</c:v>
                </c:pt>
                <c:pt idx="132">
                  <c:v>1.0639345808590801</c:v>
                </c:pt>
                <c:pt idx="133">
                  <c:v>1.06613193232974</c:v>
                </c:pt>
                <c:pt idx="134">
                  <c:v>1.0616684719240499</c:v>
                </c:pt>
                <c:pt idx="135">
                  <c:v>1.0776494446356599</c:v>
                </c:pt>
                <c:pt idx="136">
                  <c:v>1.0682744283719301</c:v>
                </c:pt>
                <c:pt idx="137">
                  <c:v>1.0664985315865301</c:v>
                </c:pt>
                <c:pt idx="138">
                  <c:v>1.0771755650216901</c:v>
                </c:pt>
                <c:pt idx="139">
                  <c:v>1.0972720859554601</c:v>
                </c:pt>
                <c:pt idx="140">
                  <c:v>1.10879618096581</c:v>
                </c:pt>
                <c:pt idx="141">
                  <c:v>1.1134673993636499</c:v>
                </c:pt>
                <c:pt idx="142">
                  <c:v>1.12237464149941</c:v>
                </c:pt>
                <c:pt idx="143">
                  <c:v>1.10848494293758</c:v>
                </c:pt>
                <c:pt idx="144">
                  <c:v>1.1247185390327901</c:v>
                </c:pt>
                <c:pt idx="145">
                  <c:v>1.13311336340236</c:v>
                </c:pt>
                <c:pt idx="146">
                  <c:v>1.1393053161348401</c:v>
                </c:pt>
                <c:pt idx="147">
                  <c:v>1.12980056052315</c:v>
                </c:pt>
                <c:pt idx="148">
                  <c:v>1.13749851888717</c:v>
                </c:pt>
                <c:pt idx="149">
                  <c:v>1.1544994164107301</c:v>
                </c:pt>
                <c:pt idx="150">
                  <c:v>1.1602409358779699</c:v>
                </c:pt>
                <c:pt idx="151">
                  <c:v>1.1601769118368399</c:v>
                </c:pt>
                <c:pt idx="152">
                  <c:v>1.1528434126058</c:v>
                </c:pt>
                <c:pt idx="153">
                  <c:v>1.1649906887091901</c:v>
                </c:pt>
                <c:pt idx="154">
                  <c:v>1.1820007441475</c:v>
                </c:pt>
                <c:pt idx="155">
                  <c:v>1.18716867202367</c:v>
                </c:pt>
                <c:pt idx="156">
                  <c:v>1.1871103431088701</c:v>
                </c:pt>
                <c:pt idx="157">
                  <c:v>1.1875514733831001</c:v>
                </c:pt>
                <c:pt idx="158">
                  <c:v>1.1966645100553399</c:v>
                </c:pt>
                <c:pt idx="159">
                  <c:v>1.1872451618498101</c:v>
                </c:pt>
                <c:pt idx="160">
                  <c:v>1.1668368990853299</c:v>
                </c:pt>
                <c:pt idx="161">
                  <c:v>1.17184296600287</c:v>
                </c:pt>
                <c:pt idx="162">
                  <c:v>1.16167311122038</c:v>
                </c:pt>
                <c:pt idx="163">
                  <c:v>1.17409767783262</c:v>
                </c:pt>
                <c:pt idx="164">
                  <c:v>1.1954319690601101</c:v>
                </c:pt>
                <c:pt idx="165">
                  <c:v>1.21481294154551</c:v>
                </c:pt>
                <c:pt idx="166">
                  <c:v>1.22316997632018</c:v>
                </c:pt>
                <c:pt idx="167">
                  <c:v>1.23365471196733</c:v>
                </c:pt>
                <c:pt idx="168">
                  <c:v>1.23906258504181</c:v>
                </c:pt>
                <c:pt idx="169">
                  <c:v>1.2486405816534101</c:v>
                </c:pt>
                <c:pt idx="170">
                  <c:v>1.25349618531406</c:v>
                </c:pt>
                <c:pt idx="171">
                  <c:v>1.25145053940465</c:v>
                </c:pt>
                <c:pt idx="172">
                  <c:v>1.2648227344326</c:v>
                </c:pt>
                <c:pt idx="173">
                  <c:v>1.2786852827172499</c:v>
                </c:pt>
                <c:pt idx="174">
                  <c:v>1.2362534664934499</c:v>
                </c:pt>
                <c:pt idx="175">
                  <c:v>1.24277964042083</c:v>
                </c:pt>
                <c:pt idx="176">
                  <c:v>1.25129366729629</c:v>
                </c:pt>
                <c:pt idx="177">
                  <c:v>1.26573122933806</c:v>
                </c:pt>
                <c:pt idx="178">
                  <c:v>1.2514433862419301</c:v>
                </c:pt>
                <c:pt idx="179">
                  <c:v>1.26772903678061</c:v>
                </c:pt>
                <c:pt idx="180">
                  <c:v>1.28457798390772</c:v>
                </c:pt>
                <c:pt idx="181">
                  <c:v>1.2848395503191401</c:v>
                </c:pt>
                <c:pt idx="182">
                  <c:v>1.2887777401556999</c:v>
                </c:pt>
                <c:pt idx="183">
                  <c:v>1.3032287583220601</c:v>
                </c:pt>
                <c:pt idx="184">
                  <c:v>1.31347947900687</c:v>
                </c:pt>
                <c:pt idx="185">
                  <c:v>1.33226683211113</c:v>
                </c:pt>
                <c:pt idx="186">
                  <c:v>1.33744683220878</c:v>
                </c:pt>
                <c:pt idx="187">
                  <c:v>1.3303735556833201</c:v>
                </c:pt>
                <c:pt idx="188">
                  <c:v>1.3319720788965399</c:v>
                </c:pt>
                <c:pt idx="189">
                  <c:v>1.3252358215407201</c:v>
                </c:pt>
                <c:pt idx="190">
                  <c:v>1.3289740423404399</c:v>
                </c:pt>
                <c:pt idx="191">
                  <c:v>1.31011119645427</c:v>
                </c:pt>
                <c:pt idx="192">
                  <c:v>1.2966817644361699</c:v>
                </c:pt>
                <c:pt idx="193">
                  <c:v>1.3159829521053901</c:v>
                </c:pt>
                <c:pt idx="194">
                  <c:v>1.30627165941122</c:v>
                </c:pt>
                <c:pt idx="195">
                  <c:v>1.29084971170084</c:v>
                </c:pt>
                <c:pt idx="196">
                  <c:v>1.26992103676253</c:v>
                </c:pt>
                <c:pt idx="197">
                  <c:v>1.2742351357064401</c:v>
                </c:pt>
                <c:pt idx="198">
                  <c:v>1.28656629551983</c:v>
                </c:pt>
                <c:pt idx="199">
                  <c:v>1.3179946693503</c:v>
                </c:pt>
                <c:pt idx="200">
                  <c:v>1.3351184637579601</c:v>
                </c:pt>
                <c:pt idx="201">
                  <c:v>1.33454002690282</c:v>
                </c:pt>
                <c:pt idx="202">
                  <c:v>1.33238007016991</c:v>
                </c:pt>
                <c:pt idx="203">
                  <c:v>1.34375336227023</c:v>
                </c:pt>
                <c:pt idx="204">
                  <c:v>1.33682714945514</c:v>
                </c:pt>
                <c:pt idx="205">
                  <c:v>1.33452386376875</c:v>
                </c:pt>
                <c:pt idx="206">
                  <c:v>1.34428702741869</c:v>
                </c:pt>
                <c:pt idx="207">
                  <c:v>1.33154890465667</c:v>
                </c:pt>
                <c:pt idx="208">
                  <c:v>1.34088758615592</c:v>
                </c:pt>
                <c:pt idx="209">
                  <c:v>1.2974454368720501</c:v>
                </c:pt>
                <c:pt idx="210">
                  <c:v>1.31750053957541</c:v>
                </c:pt>
                <c:pt idx="211">
                  <c:v>1.3021060451114299</c:v>
                </c:pt>
                <c:pt idx="212">
                  <c:v>1.2988588930075</c:v>
                </c:pt>
                <c:pt idx="213">
                  <c:v>1.3134923060235499</c:v>
                </c:pt>
                <c:pt idx="214">
                  <c:v>1.3167799777773099</c:v>
                </c:pt>
                <c:pt idx="215">
                  <c:v>1.3252858206145799</c:v>
                </c:pt>
                <c:pt idx="216">
                  <c:v>1.3221711960459499</c:v>
                </c:pt>
                <c:pt idx="217">
                  <c:v>1.33572270809334</c:v>
                </c:pt>
                <c:pt idx="218">
                  <c:v>1.3533106932094401</c:v>
                </c:pt>
                <c:pt idx="219">
                  <c:v>1.37376005373933</c:v>
                </c:pt>
                <c:pt idx="220">
                  <c:v>1.38085985810942</c:v>
                </c:pt>
                <c:pt idx="221">
                  <c:v>1.3901301827971699</c:v>
                </c:pt>
                <c:pt idx="222">
                  <c:v>1.38918801604179</c:v>
                </c:pt>
                <c:pt idx="223">
                  <c:v>1.3779493009337</c:v>
                </c:pt>
                <c:pt idx="224">
                  <c:v>1.39273260544054</c:v>
                </c:pt>
                <c:pt idx="225">
                  <c:v>1.40922965554628</c:v>
                </c:pt>
                <c:pt idx="226">
                  <c:v>1.4337132357395901</c:v>
                </c:pt>
                <c:pt idx="227">
                  <c:v>1.39700741178752</c:v>
                </c:pt>
                <c:pt idx="228">
                  <c:v>1.40391283615137</c:v>
                </c:pt>
                <c:pt idx="229">
                  <c:v>1.34710217124966</c:v>
                </c:pt>
                <c:pt idx="230">
                  <c:v>1.39550740890347</c:v>
                </c:pt>
                <c:pt idx="231">
                  <c:v>1.41891435376546</c:v>
                </c:pt>
                <c:pt idx="232">
                  <c:v>1.43111465448577</c:v>
                </c:pt>
                <c:pt idx="233">
                  <c:v>1.4553400862447901</c:v>
                </c:pt>
                <c:pt idx="234">
                  <c:v>1.4527397337655701</c:v>
                </c:pt>
                <c:pt idx="235">
                  <c:v>1.43702636151535</c:v>
                </c:pt>
                <c:pt idx="236">
                  <c:v>1.43701569101089</c:v>
                </c:pt>
                <c:pt idx="237">
                  <c:v>1.4228496089373901</c:v>
                </c:pt>
                <c:pt idx="238">
                  <c:v>1.3648565511286701</c:v>
                </c:pt>
                <c:pt idx="239">
                  <c:v>1.34176827618004</c:v>
                </c:pt>
                <c:pt idx="240">
                  <c:v>1.3645239340842701</c:v>
                </c:pt>
                <c:pt idx="241">
                  <c:v>1.38402629066059</c:v>
                </c:pt>
                <c:pt idx="242">
                  <c:v>1.39075763119729</c:v>
                </c:pt>
                <c:pt idx="243">
                  <c:v>1.3700067471042401</c:v>
                </c:pt>
                <c:pt idx="244">
                  <c:v>1.3455632903210799</c:v>
                </c:pt>
                <c:pt idx="245">
                  <c:v>1.3583461502716301</c:v>
                </c:pt>
                <c:pt idx="246">
                  <c:v>1.37557391477208</c:v>
                </c:pt>
                <c:pt idx="247">
                  <c:v>1.3954165686037201</c:v>
                </c:pt>
                <c:pt idx="248">
                  <c:v>1.3981961860999399</c:v>
                </c:pt>
                <c:pt idx="249">
                  <c:v>1.39098939186276</c:v>
                </c:pt>
                <c:pt idx="250">
                  <c:v>1.38218787162192</c:v>
                </c:pt>
                <c:pt idx="251">
                  <c:v>1.36276597169916</c:v>
                </c:pt>
                <c:pt idx="252">
                  <c:v>1.38426025636542</c:v>
                </c:pt>
                <c:pt idx="253">
                  <c:v>1.3785923602416299</c:v>
                </c:pt>
                <c:pt idx="254">
                  <c:v>1.38918119696211</c:v>
                </c:pt>
                <c:pt idx="255">
                  <c:v>1.40636229384283</c:v>
                </c:pt>
                <c:pt idx="256">
                  <c:v>1.3589773226711499</c:v>
                </c:pt>
                <c:pt idx="257">
                  <c:v>1.4082614792199399</c:v>
                </c:pt>
                <c:pt idx="258">
                  <c:v>1.4411946756601399</c:v>
                </c:pt>
                <c:pt idx="259">
                  <c:v>1.4610548789318301</c:v>
                </c:pt>
                <c:pt idx="260">
                  <c:v>1.4485884279108601</c:v>
                </c:pt>
                <c:pt idx="261">
                  <c:v>1.47948603160193</c:v>
                </c:pt>
                <c:pt idx="262">
                  <c:v>1.48740877102881</c:v>
                </c:pt>
                <c:pt idx="263">
                  <c:v>1.4805955524343499</c:v>
                </c:pt>
                <c:pt idx="264">
                  <c:v>1.47309535547854</c:v>
                </c:pt>
                <c:pt idx="265">
                  <c:v>1.4594542994369499</c:v>
                </c:pt>
                <c:pt idx="266">
                  <c:v>1.4520877814040201</c:v>
                </c:pt>
                <c:pt idx="267">
                  <c:v>1.47858727265004</c:v>
                </c:pt>
                <c:pt idx="268">
                  <c:v>1.47511331928038</c:v>
                </c:pt>
                <c:pt idx="269">
                  <c:v>1.4697873675609101</c:v>
                </c:pt>
                <c:pt idx="270">
                  <c:v>1.4401208772968499</c:v>
                </c:pt>
                <c:pt idx="271">
                  <c:v>1.43365200229399</c:v>
                </c:pt>
                <c:pt idx="272">
                  <c:v>1.4522573099040299</c:v>
                </c:pt>
                <c:pt idx="273">
                  <c:v>1.46886206674123</c:v>
                </c:pt>
                <c:pt idx="274">
                  <c:v>1.4813218252822</c:v>
                </c:pt>
                <c:pt idx="275">
                  <c:v>1.5062180349590999</c:v>
                </c:pt>
                <c:pt idx="276">
                  <c:v>1.53396374753349</c:v>
                </c:pt>
                <c:pt idx="277">
                  <c:v>1.5425271211148399</c:v>
                </c:pt>
                <c:pt idx="278">
                  <c:v>1.54054486070927</c:v>
                </c:pt>
                <c:pt idx="279">
                  <c:v>1.55420660316935</c:v>
                </c:pt>
                <c:pt idx="280">
                  <c:v>1.56951213411581</c:v>
                </c:pt>
                <c:pt idx="281">
                  <c:v>1.6053046505361599</c:v>
                </c:pt>
                <c:pt idx="282">
                  <c:v>1.5986426884787399</c:v>
                </c:pt>
                <c:pt idx="283">
                  <c:v>1.62690348890081</c:v>
                </c:pt>
                <c:pt idx="284">
                  <c:v>1.6342374461178799</c:v>
                </c:pt>
                <c:pt idx="285">
                  <c:v>1.6144337910915001</c:v>
                </c:pt>
                <c:pt idx="286">
                  <c:v>1.63509209260621</c:v>
                </c:pt>
                <c:pt idx="287">
                  <c:v>1.65390762362935</c:v>
                </c:pt>
                <c:pt idx="288">
                  <c:v>1.65116210270483</c:v>
                </c:pt>
                <c:pt idx="289">
                  <c:v>1.6473311743157599</c:v>
                </c:pt>
                <c:pt idx="290">
                  <c:v>1.6711045812291601</c:v>
                </c:pt>
                <c:pt idx="291">
                  <c:v>1.72293410072984</c:v>
                </c:pt>
                <c:pt idx="292">
                  <c:v>1.7472306668059101</c:v>
                </c:pt>
                <c:pt idx="293">
                  <c:v>1.7827614022090501</c:v>
                </c:pt>
                <c:pt idx="294">
                  <c:v>1.7945644854925</c:v>
                </c:pt>
                <c:pt idx="295">
                  <c:v>1.81165707859297</c:v>
                </c:pt>
                <c:pt idx="296">
                  <c:v>1.85805666752567</c:v>
                </c:pt>
                <c:pt idx="297">
                  <c:v>1.8737925951523899</c:v>
                </c:pt>
                <c:pt idx="298">
                  <c:v>1.89933272929073</c:v>
                </c:pt>
                <c:pt idx="299">
                  <c:v>1.87916798239788</c:v>
                </c:pt>
                <c:pt idx="300">
                  <c:v>1.9010962668598801</c:v>
                </c:pt>
                <c:pt idx="301">
                  <c:v>1.91711125930579</c:v>
                </c:pt>
                <c:pt idx="302">
                  <c:v>1.9237512967416099</c:v>
                </c:pt>
                <c:pt idx="303">
                  <c:v>1.9729523927728501</c:v>
                </c:pt>
                <c:pt idx="304">
                  <c:v>2.0150716060737301</c:v>
                </c:pt>
                <c:pt idx="305">
                  <c:v>2.0464784857405798</c:v>
                </c:pt>
                <c:pt idx="306">
                  <c:v>2.0943723166618202</c:v>
                </c:pt>
                <c:pt idx="307">
                  <c:v>2.0712874179840099</c:v>
                </c:pt>
                <c:pt idx="308">
                  <c:v>2.0476109591598601</c:v>
                </c:pt>
                <c:pt idx="309">
                  <c:v>2.1006523474182299</c:v>
                </c:pt>
                <c:pt idx="310">
                  <c:v>2.1474762807058898</c:v>
                </c:pt>
                <c:pt idx="311">
                  <c:v>2.14883703056613</c:v>
                </c:pt>
                <c:pt idx="312">
                  <c:v>2.0684836625394301</c:v>
                </c:pt>
                <c:pt idx="313">
                  <c:v>2.0923470514129301</c:v>
                </c:pt>
                <c:pt idx="314">
                  <c:v>2.10610191413048</c:v>
                </c:pt>
                <c:pt idx="315">
                  <c:v>2.0650468582852302</c:v>
                </c:pt>
                <c:pt idx="316">
                  <c:v>2.1399516902712401</c:v>
                </c:pt>
                <c:pt idx="317">
                  <c:v>2.2001610516107899</c:v>
                </c:pt>
                <c:pt idx="318">
                  <c:v>2.2257800618605099</c:v>
                </c:pt>
                <c:pt idx="319">
                  <c:v>2.2218168417089599</c:v>
                </c:pt>
                <c:pt idx="320">
                  <c:v>2.23843179366503</c:v>
                </c:pt>
                <c:pt idx="321">
                  <c:v>2.1667446946227602</c:v>
                </c:pt>
                <c:pt idx="322">
                  <c:v>2.2190871144384898</c:v>
                </c:pt>
                <c:pt idx="323">
                  <c:v>2.2271246100595001</c:v>
                </c:pt>
                <c:pt idx="324">
                  <c:v>2.24863143853853</c:v>
                </c:pt>
                <c:pt idx="325">
                  <c:v>2.17645797658458</c:v>
                </c:pt>
                <c:pt idx="326">
                  <c:v>2.1518409198652502</c:v>
                </c:pt>
                <c:pt idx="327">
                  <c:v>2.1157594069016299</c:v>
                </c:pt>
                <c:pt idx="328">
                  <c:v>2.2044340577552899</c:v>
                </c:pt>
                <c:pt idx="329">
                  <c:v>2.3039523684321401</c:v>
                </c:pt>
                <c:pt idx="330">
                  <c:v>2.3515913366315</c:v>
                </c:pt>
                <c:pt idx="331">
                  <c:v>2.38077696111975</c:v>
                </c:pt>
                <c:pt idx="332">
                  <c:v>2.3872878329473299</c:v>
                </c:pt>
                <c:pt idx="333">
                  <c:v>2.3749446699093899</c:v>
                </c:pt>
                <c:pt idx="334">
                  <c:v>2.4245536056813299</c:v>
                </c:pt>
                <c:pt idx="335">
                  <c:v>2.4852945207918098</c:v>
                </c:pt>
                <c:pt idx="336">
                  <c:v>2.5368529238598199</c:v>
                </c:pt>
                <c:pt idx="337">
                  <c:v>2.6333971414659998</c:v>
                </c:pt>
                <c:pt idx="338">
                  <c:v>2.6733758090816102</c:v>
                </c:pt>
                <c:pt idx="339">
                  <c:v>2.7348704931885299</c:v>
                </c:pt>
                <c:pt idx="340">
                  <c:v>2.8268279094403801</c:v>
                </c:pt>
                <c:pt idx="341">
                  <c:v>2.8635020285255801</c:v>
                </c:pt>
                <c:pt idx="342">
                  <c:v>2.70498416436735</c:v>
                </c:pt>
                <c:pt idx="343">
                  <c:v>2.7351441660472302</c:v>
                </c:pt>
                <c:pt idx="344">
                  <c:v>2.8792946063140898</c:v>
                </c:pt>
                <c:pt idx="345">
                  <c:v>2.98970884195723</c:v>
                </c:pt>
                <c:pt idx="346">
                  <c:v>3.0096093763729601</c:v>
                </c:pt>
                <c:pt idx="347">
                  <c:v>3.0108332014311601</c:v>
                </c:pt>
                <c:pt idx="348">
                  <c:v>3.0535904606939299</c:v>
                </c:pt>
                <c:pt idx="349">
                  <c:v>2.99815975976674</c:v>
                </c:pt>
                <c:pt idx="350">
                  <c:v>3.0030055573312899</c:v>
                </c:pt>
                <c:pt idx="351">
                  <c:v>3.06358879507586</c:v>
                </c:pt>
                <c:pt idx="352">
                  <c:v>3.1110976695688199</c:v>
                </c:pt>
                <c:pt idx="353">
                  <c:v>3.1627846868414302</c:v>
                </c:pt>
                <c:pt idx="354">
                  <c:v>3.1096571772402202</c:v>
                </c:pt>
                <c:pt idx="355">
                  <c:v>2.9832169970763598</c:v>
                </c:pt>
                <c:pt idx="356">
                  <c:v>3.0451375900700102</c:v>
                </c:pt>
                <c:pt idx="357">
                  <c:v>2.9453746025130001</c:v>
                </c:pt>
                <c:pt idx="358">
                  <c:v>2.7556007353812699</c:v>
                </c:pt>
                <c:pt idx="359">
                  <c:v>2.7824598634474</c:v>
                </c:pt>
                <c:pt idx="360">
                  <c:v>2.8504358129143701</c:v>
                </c:pt>
                <c:pt idx="361">
                  <c:v>2.73763972472246</c:v>
                </c:pt>
                <c:pt idx="362">
                  <c:v>2.50944346808937</c:v>
                </c:pt>
                <c:pt idx="363">
                  <c:v>2.3359447667367599</c:v>
                </c:pt>
                <c:pt idx="364">
                  <c:v>2.45688386800418</c:v>
                </c:pt>
                <c:pt idx="365">
                  <c:v>2.3268270611425201</c:v>
                </c:pt>
                <c:pt idx="366">
                  <c:v>2.1700516745023402</c:v>
                </c:pt>
                <c:pt idx="367">
                  <c:v>2.0324750302530501</c:v>
                </c:pt>
                <c:pt idx="368">
                  <c:v>1.9628545607377399</c:v>
                </c:pt>
                <c:pt idx="369">
                  <c:v>1.8360293623823301</c:v>
                </c:pt>
                <c:pt idx="370">
                  <c:v>1.7931433023411201</c:v>
                </c:pt>
                <c:pt idx="371">
                  <c:v>1.8666372163576199</c:v>
                </c:pt>
                <c:pt idx="372">
                  <c:v>1.94853515086966</c:v>
                </c:pt>
                <c:pt idx="373">
                  <c:v>2.0613291834208201</c:v>
                </c:pt>
                <c:pt idx="374">
                  <c:v>2.1194437218098798</c:v>
                </c:pt>
                <c:pt idx="375">
                  <c:v>2.01930830485502</c:v>
                </c:pt>
                <c:pt idx="376">
                  <c:v>2.0535600903501701</c:v>
                </c:pt>
                <c:pt idx="377">
                  <c:v>2.17312331462464</c:v>
                </c:pt>
                <c:pt idx="378">
                  <c:v>2.2311064354103598</c:v>
                </c:pt>
                <c:pt idx="379">
                  <c:v>2.2749408246518499</c:v>
                </c:pt>
                <c:pt idx="380">
                  <c:v>2.3131834003418699</c:v>
                </c:pt>
                <c:pt idx="381">
                  <c:v>2.38657324191704</c:v>
                </c:pt>
                <c:pt idx="382">
                  <c:v>2.3595595483272001</c:v>
                </c:pt>
                <c:pt idx="383">
                  <c:v>2.1812232663267599</c:v>
                </c:pt>
                <c:pt idx="384">
                  <c:v>2.1068161769170901</c:v>
                </c:pt>
                <c:pt idx="385">
                  <c:v>2.2100098568078601</c:v>
                </c:pt>
                <c:pt idx="386">
                  <c:v>2.14204484446942</c:v>
                </c:pt>
                <c:pt idx="387">
                  <c:v>2.1073097768299598</c:v>
                </c:pt>
                <c:pt idx="388">
                  <c:v>2.0343533673876899</c:v>
                </c:pt>
                <c:pt idx="389">
                  <c:v>2.1553200689585799</c:v>
                </c:pt>
                <c:pt idx="390">
                  <c:v>2.1348107314133702</c:v>
                </c:pt>
                <c:pt idx="391">
                  <c:v>2.1241714074999201</c:v>
                </c:pt>
                <c:pt idx="392">
                  <c:v>2.1926971516137601</c:v>
                </c:pt>
                <c:pt idx="393">
                  <c:v>2.3013120317579698</c:v>
                </c:pt>
                <c:pt idx="394">
                  <c:v>2.3186603644931201</c:v>
                </c:pt>
                <c:pt idx="395">
                  <c:v>2.2851213958374199</c:v>
                </c:pt>
                <c:pt idx="396">
                  <c:v>2.3393358413763901</c:v>
                </c:pt>
                <c:pt idx="397">
                  <c:v>2.3530997890315999</c:v>
                </c:pt>
                <c:pt idx="398">
                  <c:v>2.3953413971535702</c:v>
                </c:pt>
                <c:pt idx="399">
                  <c:v>2.2237631927100798</c:v>
                </c:pt>
                <c:pt idx="400">
                  <c:v>2.2761030638888502</c:v>
                </c:pt>
                <c:pt idx="401">
                  <c:v>2.2006524906165699</c:v>
                </c:pt>
                <c:pt idx="402">
                  <c:v>2.0795166198741102</c:v>
                </c:pt>
                <c:pt idx="403">
                  <c:v>1.9100557452479501</c:v>
                </c:pt>
                <c:pt idx="404">
                  <c:v>1.76199813921849</c:v>
                </c:pt>
                <c:pt idx="405">
                  <c:v>1.6847127646570199</c:v>
                </c:pt>
                <c:pt idx="406">
                  <c:v>1.74902480130426</c:v>
                </c:pt>
                <c:pt idx="407">
                  <c:v>1.8632854389739999</c:v>
                </c:pt>
                <c:pt idx="408">
                  <c:v>1.7890125965058901</c:v>
                </c:pt>
                <c:pt idx="409">
                  <c:v>1.6725279484684701</c:v>
                </c:pt>
                <c:pt idx="410">
                  <c:v>1.63699163731943</c:v>
                </c:pt>
                <c:pt idx="411">
                  <c:v>1.65850663072537</c:v>
                </c:pt>
                <c:pt idx="412">
                  <c:v>1.7327367286067501</c:v>
                </c:pt>
                <c:pt idx="413">
                  <c:v>1.7960453924545601</c:v>
                </c:pt>
                <c:pt idx="414">
                  <c:v>1.7669650410640501</c:v>
                </c:pt>
                <c:pt idx="415">
                  <c:v>1.78417069044647</c:v>
                </c:pt>
                <c:pt idx="416">
                  <c:v>1.65858754296796</c:v>
                </c:pt>
                <c:pt idx="417">
                  <c:v>1.56164732585868</c:v>
                </c:pt>
                <c:pt idx="418">
                  <c:v>1.6756927682928699</c:v>
                </c:pt>
                <c:pt idx="419">
                  <c:v>1.6475734737085199</c:v>
                </c:pt>
                <c:pt idx="420">
                  <c:v>1.6725031325802999</c:v>
                </c:pt>
                <c:pt idx="421">
                  <c:v>1.7392609215527099</c:v>
                </c:pt>
                <c:pt idx="422">
                  <c:v>1.7527615064716799</c:v>
                </c:pt>
                <c:pt idx="423">
                  <c:v>1.73326065336937</c:v>
                </c:pt>
                <c:pt idx="424">
                  <c:v>1.75979413602832</c:v>
                </c:pt>
                <c:pt idx="425">
                  <c:v>1.6989475686011899</c:v>
                </c:pt>
                <c:pt idx="426">
                  <c:v>1.7377970319693099</c:v>
                </c:pt>
                <c:pt idx="427">
                  <c:v>1.70700853109699</c:v>
                </c:pt>
                <c:pt idx="428">
                  <c:v>1.7112524994889899</c:v>
                </c:pt>
                <c:pt idx="429">
                  <c:v>1.78659577697449</c:v>
                </c:pt>
                <c:pt idx="430">
                  <c:v>1.81934739741841</c:v>
                </c:pt>
                <c:pt idx="431">
                  <c:v>1.89479689654717</c:v>
                </c:pt>
                <c:pt idx="432">
                  <c:v>1.9194135812969799</c:v>
                </c:pt>
                <c:pt idx="433">
                  <c:v>1.89465230905283</c:v>
                </c:pt>
                <c:pt idx="434">
                  <c:v>1.9557297055760099</c:v>
                </c:pt>
                <c:pt idx="435">
                  <c:v>1.9858288172071401</c:v>
                </c:pt>
                <c:pt idx="436">
                  <c:v>1.9855080416131501</c:v>
                </c:pt>
                <c:pt idx="437">
                  <c:v>2.02449335963423</c:v>
                </c:pt>
                <c:pt idx="438">
                  <c:v>1.89651109618509</c:v>
                </c:pt>
                <c:pt idx="439">
                  <c:v>1.9758900905919701</c:v>
                </c:pt>
                <c:pt idx="440">
                  <c:v>2.0361948390079299</c:v>
                </c:pt>
                <c:pt idx="441">
                  <c:v>2.0546584959302501</c:v>
                </c:pt>
                <c:pt idx="442">
                  <c:v>2.0664244038433299</c:v>
                </c:pt>
                <c:pt idx="443">
                  <c:v>2.0175547357474999</c:v>
                </c:pt>
                <c:pt idx="444">
                  <c:v>2.0326559140265599</c:v>
                </c:pt>
                <c:pt idx="445">
                  <c:v>2.0274962496540399</c:v>
                </c:pt>
                <c:pt idx="446">
                  <c:v>1.9736732580242899</c:v>
                </c:pt>
                <c:pt idx="447">
                  <c:v>1.96594952718834</c:v>
                </c:pt>
                <c:pt idx="448">
                  <c:v>2.0704581610922301</c:v>
                </c:pt>
                <c:pt idx="449">
                  <c:v>2.0726883837646</c:v>
                </c:pt>
                <c:pt idx="450">
                  <c:v>2.1233424700794501</c:v>
                </c:pt>
                <c:pt idx="451">
                  <c:v>2.15834804505814</c:v>
                </c:pt>
                <c:pt idx="452">
                  <c:v>2.17438524511287</c:v>
                </c:pt>
                <c:pt idx="453">
                  <c:v>2.2117236947726302</c:v>
                </c:pt>
                <c:pt idx="454">
                  <c:v>2.22402534741282</c:v>
                </c:pt>
                <c:pt idx="455">
                  <c:v>2.1769779810507899</c:v>
                </c:pt>
                <c:pt idx="456">
                  <c:v>2.2262735980813102</c:v>
                </c:pt>
                <c:pt idx="457">
                  <c:v>2.21078980548182</c:v>
                </c:pt>
                <c:pt idx="458">
                  <c:v>2.17204244585281</c:v>
                </c:pt>
                <c:pt idx="459">
                  <c:v>2.2325489979958002</c:v>
                </c:pt>
                <c:pt idx="460">
                  <c:v>2.2673411187751902</c:v>
                </c:pt>
                <c:pt idx="461">
                  <c:v>2.2486016507973301</c:v>
                </c:pt>
                <c:pt idx="462">
                  <c:v>2.2665771154290701</c:v>
                </c:pt>
                <c:pt idx="463">
                  <c:v>2.3105399119041601</c:v>
                </c:pt>
                <c:pt idx="464">
                  <c:v>2.29565211509721</c:v>
                </c:pt>
                <c:pt idx="465">
                  <c:v>2.1428125816920698</c:v>
                </c:pt>
                <c:pt idx="466">
                  <c:v>2.15073847791423</c:v>
                </c:pt>
                <c:pt idx="467">
                  <c:v>2.1481203498702102</c:v>
                </c:pt>
                <c:pt idx="468">
                  <c:v>2.12938551559294</c:v>
                </c:pt>
                <c:pt idx="469">
                  <c:v>2.1845524814413699</c:v>
                </c:pt>
                <c:pt idx="470">
                  <c:v>2.1743752411933599</c:v>
                </c:pt>
                <c:pt idx="471">
                  <c:v>2.20568881019372</c:v>
                </c:pt>
                <c:pt idx="472">
                  <c:v>2.15726974779786</c:v>
                </c:pt>
                <c:pt idx="473">
                  <c:v>2.1486196735911101</c:v>
                </c:pt>
                <c:pt idx="474">
                  <c:v>2.14282570895694</c:v>
                </c:pt>
                <c:pt idx="475">
                  <c:v>2.1277809118216302</c:v>
                </c:pt>
                <c:pt idx="476">
                  <c:v>2.1711078346811998</c:v>
                </c:pt>
                <c:pt idx="477">
                  <c:v>2.1991272168842402</c:v>
                </c:pt>
                <c:pt idx="478">
                  <c:v>2.2140754983142901</c:v>
                </c:pt>
                <c:pt idx="479">
                  <c:v>2.2734571975417301</c:v>
                </c:pt>
                <c:pt idx="480">
                  <c:v>2.2698465048851402</c:v>
                </c:pt>
                <c:pt idx="481">
                  <c:v>2.2901731437662001</c:v>
                </c:pt>
                <c:pt idx="482">
                  <c:v>2.3122017669974402</c:v>
                </c:pt>
                <c:pt idx="483">
                  <c:v>2.2776886270757801</c:v>
                </c:pt>
                <c:pt idx="484">
                  <c:v>2.2755265230989599</c:v>
                </c:pt>
                <c:pt idx="485">
                  <c:v>2.2922449701196701</c:v>
                </c:pt>
                <c:pt idx="486">
                  <c:v>2.2405758756118601</c:v>
                </c:pt>
                <c:pt idx="487">
                  <c:v>2.2624009887832601</c:v>
                </c:pt>
                <c:pt idx="488">
                  <c:v>2.2849836649045399</c:v>
                </c:pt>
                <c:pt idx="489">
                  <c:v>2.2466890738049301</c:v>
                </c:pt>
                <c:pt idx="490">
                  <c:v>2.0553715471211</c:v>
                </c:pt>
                <c:pt idx="491">
                  <c:v>2.0199789978238498</c:v>
                </c:pt>
                <c:pt idx="492">
                  <c:v>2.0789106294219502</c:v>
                </c:pt>
                <c:pt idx="493">
                  <c:v>1.89301590969627</c:v>
                </c:pt>
                <c:pt idx="494">
                  <c:v>1.91161166874219</c:v>
                </c:pt>
                <c:pt idx="495">
                  <c:v>1.76851558624548</c:v>
                </c:pt>
                <c:pt idx="496">
                  <c:v>1.7666566678078399</c:v>
                </c:pt>
                <c:pt idx="497">
                  <c:v>1.6977915028129</c:v>
                </c:pt>
                <c:pt idx="498">
                  <c:v>1.7672422159444301</c:v>
                </c:pt>
                <c:pt idx="499">
                  <c:v>1.6985602810439899</c:v>
                </c:pt>
                <c:pt idx="500">
                  <c:v>1.7345900271993799</c:v>
                </c:pt>
                <c:pt idx="501">
                  <c:v>1.80515147770076</c:v>
                </c:pt>
                <c:pt idx="502">
                  <c:v>1.7896487880260801</c:v>
                </c:pt>
                <c:pt idx="503">
                  <c:v>1.7096700173293899</c:v>
                </c:pt>
                <c:pt idx="504">
                  <c:v>1.74155728623295</c:v>
                </c:pt>
                <c:pt idx="505">
                  <c:v>1.7637482260067201</c:v>
                </c:pt>
                <c:pt idx="506">
                  <c:v>1.62447143201394</c:v>
                </c:pt>
                <c:pt idx="507">
                  <c:v>1.6032844429949999</c:v>
                </c:pt>
                <c:pt idx="508">
                  <c:v>1.5258665044652</c:v>
                </c:pt>
                <c:pt idx="509">
                  <c:v>1.58981016863206</c:v>
                </c:pt>
                <c:pt idx="510">
                  <c:v>1.5691884720903699</c:v>
                </c:pt>
                <c:pt idx="511">
                  <c:v>1.6290984921164</c:v>
                </c:pt>
                <c:pt idx="512">
                  <c:v>1.63534947458899</c:v>
                </c:pt>
                <c:pt idx="513">
                  <c:v>1.6707844363022</c:v>
                </c:pt>
                <c:pt idx="514">
                  <c:v>1.6528916163588301</c:v>
                </c:pt>
                <c:pt idx="515">
                  <c:v>1.65383842271694</c:v>
                </c:pt>
                <c:pt idx="516">
                  <c:v>1.7272795899898901</c:v>
                </c:pt>
                <c:pt idx="517">
                  <c:v>1.75511138498082</c:v>
                </c:pt>
                <c:pt idx="518">
                  <c:v>1.7503882118138701</c:v>
                </c:pt>
                <c:pt idx="519">
                  <c:v>1.7586097365995399</c:v>
                </c:pt>
                <c:pt idx="520">
                  <c:v>1.79663622289931</c:v>
                </c:pt>
                <c:pt idx="521">
                  <c:v>1.7866528771021499</c:v>
                </c:pt>
                <c:pt idx="522">
                  <c:v>1.79246712972712</c:v>
                </c:pt>
                <c:pt idx="523">
                  <c:v>1.65003077410585</c:v>
                </c:pt>
                <c:pt idx="524">
                  <c:v>1.64686190113227</c:v>
                </c:pt>
                <c:pt idx="525">
                  <c:v>1.5461539316904001</c:v>
                </c:pt>
                <c:pt idx="526">
                  <c:v>1.58187376631715</c:v>
                </c:pt>
                <c:pt idx="527">
                  <c:v>1.6626874998839101</c:v>
                </c:pt>
                <c:pt idx="528">
                  <c:v>1.66864930873902</c:v>
                </c:pt>
                <c:pt idx="529">
                  <c:v>1.61112004035567</c:v>
                </c:pt>
                <c:pt idx="530">
                  <c:v>1.65026508926406</c:v>
                </c:pt>
                <c:pt idx="531">
                  <c:v>1.6593864589870899</c:v>
                </c:pt>
                <c:pt idx="532">
                  <c:v>1.61810774582793</c:v>
                </c:pt>
                <c:pt idx="533">
                  <c:v>1.5908359993098899</c:v>
                </c:pt>
                <c:pt idx="534">
                  <c:v>1.58794350361563</c:v>
                </c:pt>
                <c:pt idx="535">
                  <c:v>1.64833014370047</c:v>
                </c:pt>
                <c:pt idx="536">
                  <c:v>1.6310598754687</c:v>
                </c:pt>
                <c:pt idx="537">
                  <c:v>1.61171131377959</c:v>
                </c:pt>
                <c:pt idx="538">
                  <c:v>1.67240342140178</c:v>
                </c:pt>
                <c:pt idx="539">
                  <c:v>1.73792209920246</c:v>
                </c:pt>
                <c:pt idx="540">
                  <c:v>1.7842041149353201</c:v>
                </c:pt>
                <c:pt idx="541">
                  <c:v>1.7806658774190101</c:v>
                </c:pt>
                <c:pt idx="542">
                  <c:v>1.7976218556832699</c:v>
                </c:pt>
                <c:pt idx="543">
                  <c:v>1.77022831830834</c:v>
                </c:pt>
                <c:pt idx="544">
                  <c:v>1.78308447566997</c:v>
                </c:pt>
                <c:pt idx="545">
                  <c:v>1.7756977172836499</c:v>
                </c:pt>
                <c:pt idx="546">
                  <c:v>1.7392058008881</c:v>
                </c:pt>
                <c:pt idx="547">
                  <c:v>1.8032488434729801</c:v>
                </c:pt>
                <c:pt idx="548">
                  <c:v>1.80784407748886</c:v>
                </c:pt>
                <c:pt idx="549">
                  <c:v>1.79867998840556</c:v>
                </c:pt>
                <c:pt idx="550">
                  <c:v>1.84936417352072</c:v>
                </c:pt>
                <c:pt idx="551">
                  <c:v>1.86231199938911</c:v>
                </c:pt>
                <c:pt idx="552">
                  <c:v>1.8329962417138199</c:v>
                </c:pt>
                <c:pt idx="553">
                  <c:v>1.81611729640342</c:v>
                </c:pt>
                <c:pt idx="554">
                  <c:v>1.85838275108439</c:v>
                </c:pt>
                <c:pt idx="555">
                  <c:v>1.8430070646505201</c:v>
                </c:pt>
                <c:pt idx="556">
                  <c:v>1.8710129067399</c:v>
                </c:pt>
                <c:pt idx="557">
                  <c:v>1.8892948310433899</c:v>
                </c:pt>
                <c:pt idx="558">
                  <c:v>1.88725928422638</c:v>
                </c:pt>
                <c:pt idx="559">
                  <c:v>1.8554890943245399</c:v>
                </c:pt>
                <c:pt idx="560">
                  <c:v>1.86269055911811</c:v>
                </c:pt>
                <c:pt idx="561">
                  <c:v>1.77438831499045</c:v>
                </c:pt>
                <c:pt idx="562">
                  <c:v>1.7536893624979</c:v>
                </c:pt>
                <c:pt idx="563">
                  <c:v>1.76822009007359</c:v>
                </c:pt>
                <c:pt idx="564">
                  <c:v>1.7591053442863001</c:v>
                </c:pt>
                <c:pt idx="565">
                  <c:v>1.7822779708445999</c:v>
                </c:pt>
                <c:pt idx="566">
                  <c:v>1.77629509208337</c:v>
                </c:pt>
                <c:pt idx="567">
                  <c:v>1.7684597276163601</c:v>
                </c:pt>
                <c:pt idx="568">
                  <c:v>1.7653173932155799</c:v>
                </c:pt>
                <c:pt idx="569">
                  <c:v>1.8205779880544399</c:v>
                </c:pt>
                <c:pt idx="570">
                  <c:v>1.8238965469311199</c:v>
                </c:pt>
                <c:pt idx="571">
                  <c:v>1.83717714999677</c:v>
                </c:pt>
                <c:pt idx="572">
                  <c:v>1.7644714746947701</c:v>
                </c:pt>
                <c:pt idx="573">
                  <c:v>1.6927968654069001</c:v>
                </c:pt>
                <c:pt idx="574">
                  <c:v>1.69106321578621</c:v>
                </c:pt>
                <c:pt idx="575">
                  <c:v>1.6785461798364101</c:v>
                </c:pt>
                <c:pt idx="576">
                  <c:v>1.6809941510367601</c:v>
                </c:pt>
                <c:pt idx="577">
                  <c:v>1.6767652141622</c:v>
                </c:pt>
                <c:pt idx="578">
                  <c:v>1.7068814175746101</c:v>
                </c:pt>
                <c:pt idx="579">
                  <c:v>1.7050013518476701</c:v>
                </c:pt>
                <c:pt idx="580">
                  <c:v>1.65504983522893</c:v>
                </c:pt>
                <c:pt idx="581">
                  <c:v>1.6673339974200301</c:v>
                </c:pt>
                <c:pt idx="582">
                  <c:v>1.68846058718832</c:v>
                </c:pt>
                <c:pt idx="583">
                  <c:v>1.7164606966124001</c:v>
                </c:pt>
                <c:pt idx="584">
                  <c:v>1.6983012615266599</c:v>
                </c:pt>
                <c:pt idx="585">
                  <c:v>1.6916684920821301</c:v>
                </c:pt>
                <c:pt idx="586">
                  <c:v>1.7009428842938601</c:v>
                </c:pt>
                <c:pt idx="587">
                  <c:v>1.6987399213439101</c:v>
                </c:pt>
                <c:pt idx="588">
                  <c:v>1.68857083300086</c:v>
                </c:pt>
                <c:pt idx="589">
                  <c:v>1.7608632210811299</c:v>
                </c:pt>
                <c:pt idx="590">
                  <c:v>1.77332843061882</c:v>
                </c:pt>
                <c:pt idx="591">
                  <c:v>1.78803081359983</c:v>
                </c:pt>
                <c:pt idx="592">
                  <c:v>1.79375393030174</c:v>
                </c:pt>
                <c:pt idx="593">
                  <c:v>1.7988810931166199</c:v>
                </c:pt>
                <c:pt idx="594">
                  <c:v>1.79989307555024</c:v>
                </c:pt>
                <c:pt idx="595">
                  <c:v>1.79439466553061</c:v>
                </c:pt>
                <c:pt idx="596">
                  <c:v>1.70766086934602</c:v>
                </c:pt>
                <c:pt idx="597">
                  <c:v>1.7134066104294801</c:v>
                </c:pt>
                <c:pt idx="598">
                  <c:v>1.7706658534448301</c:v>
                </c:pt>
                <c:pt idx="599">
                  <c:v>1.7678379496763299</c:v>
                </c:pt>
                <c:pt idx="600">
                  <c:v>1.77978550701827</c:v>
                </c:pt>
                <c:pt idx="601">
                  <c:v>1.7899138216650401</c:v>
                </c:pt>
                <c:pt idx="602">
                  <c:v>1.7725429301290201</c:v>
                </c:pt>
                <c:pt idx="603">
                  <c:v>1.8029679608584399</c:v>
                </c:pt>
                <c:pt idx="604">
                  <c:v>1.79908307759218</c:v>
                </c:pt>
                <c:pt idx="605">
                  <c:v>1.7829334123477001</c:v>
                </c:pt>
                <c:pt idx="606">
                  <c:v>1.8252799986122199</c:v>
                </c:pt>
                <c:pt idx="607">
                  <c:v>1.8463949662058601</c:v>
                </c:pt>
                <c:pt idx="608">
                  <c:v>1.84879941968971</c:v>
                </c:pt>
                <c:pt idx="609">
                  <c:v>1.8483382941051201</c:v>
                </c:pt>
                <c:pt idx="610">
                  <c:v>1.84632557914969</c:v>
                </c:pt>
                <c:pt idx="611">
                  <c:v>1.88374239733975</c:v>
                </c:pt>
                <c:pt idx="612">
                  <c:v>1.89144592297673</c:v>
                </c:pt>
                <c:pt idx="613">
                  <c:v>1.900693650797</c:v>
                </c:pt>
                <c:pt idx="614">
                  <c:v>1.90378761476428</c:v>
                </c:pt>
                <c:pt idx="615">
                  <c:v>1.9008106494319399</c:v>
                </c:pt>
                <c:pt idx="616">
                  <c:v>1.89366984441496</c:v>
                </c:pt>
                <c:pt idx="617">
                  <c:v>1.91274360197549</c:v>
                </c:pt>
                <c:pt idx="618">
                  <c:v>1.92841436550711</c:v>
                </c:pt>
                <c:pt idx="619">
                  <c:v>1.9335774668354999</c:v>
                </c:pt>
                <c:pt idx="620">
                  <c:v>1.9236245141183601</c:v>
                </c:pt>
                <c:pt idx="621">
                  <c:v>1.9147161812953699</c:v>
                </c:pt>
                <c:pt idx="622">
                  <c:v>1.92627090697436</c:v>
                </c:pt>
                <c:pt idx="623">
                  <c:v>1.92570219619567</c:v>
                </c:pt>
                <c:pt idx="624">
                  <c:v>1.9270366432617501</c:v>
                </c:pt>
                <c:pt idx="625">
                  <c:v>1.9115606049218701</c:v>
                </c:pt>
                <c:pt idx="626">
                  <c:v>1.9108576929239101</c:v>
                </c:pt>
                <c:pt idx="627">
                  <c:v>1.9342596199366</c:v>
                </c:pt>
                <c:pt idx="628">
                  <c:v>1.8488563686859401</c:v>
                </c:pt>
                <c:pt idx="629">
                  <c:v>1.84591937144909</c:v>
                </c:pt>
                <c:pt idx="630">
                  <c:v>1.8317774564340601</c:v>
                </c:pt>
                <c:pt idx="631">
                  <c:v>1.8052699365234</c:v>
                </c:pt>
                <c:pt idx="632">
                  <c:v>1.82175853366604</c:v>
                </c:pt>
                <c:pt idx="633">
                  <c:v>1.8297525785697399</c:v>
                </c:pt>
                <c:pt idx="634">
                  <c:v>1.84470927680046</c:v>
                </c:pt>
                <c:pt idx="635">
                  <c:v>1.8337848396868801</c:v>
                </c:pt>
                <c:pt idx="636">
                  <c:v>1.85460950284701</c:v>
                </c:pt>
                <c:pt idx="637">
                  <c:v>1.8734929760810299</c:v>
                </c:pt>
                <c:pt idx="638">
                  <c:v>1.8674732792889901</c:v>
                </c:pt>
                <c:pt idx="639">
                  <c:v>1.8370145278946099</c:v>
                </c:pt>
                <c:pt idx="640">
                  <c:v>1.8559062509411499</c:v>
                </c:pt>
                <c:pt idx="641">
                  <c:v>1.9002380338007601</c:v>
                </c:pt>
                <c:pt idx="642">
                  <c:v>1.9127244724413901</c:v>
                </c:pt>
                <c:pt idx="643">
                  <c:v>1.9189979154105301</c:v>
                </c:pt>
                <c:pt idx="644">
                  <c:v>1.9198455648253501</c:v>
                </c:pt>
                <c:pt idx="645">
                  <c:v>1.92453268840952</c:v>
                </c:pt>
                <c:pt idx="646">
                  <c:v>1.89852721852663</c:v>
                </c:pt>
                <c:pt idx="647">
                  <c:v>1.8993030763208301</c:v>
                </c:pt>
                <c:pt idx="648">
                  <c:v>1.9045826288960399</c:v>
                </c:pt>
                <c:pt idx="649">
                  <c:v>1.89125042018668</c:v>
                </c:pt>
                <c:pt idx="650">
                  <c:v>1.8999174372929799</c:v>
                </c:pt>
                <c:pt idx="651">
                  <c:v>1.9015801189411199</c:v>
                </c:pt>
                <c:pt idx="652">
                  <c:v>1.90082941725968</c:v>
                </c:pt>
                <c:pt idx="653">
                  <c:v>1.90023309477851</c:v>
                </c:pt>
                <c:pt idx="654">
                  <c:v>1.8828115499247799</c:v>
                </c:pt>
                <c:pt idx="655">
                  <c:v>1.8737288269777499</c:v>
                </c:pt>
                <c:pt idx="656">
                  <c:v>1.8818949054897101</c:v>
                </c:pt>
                <c:pt idx="657">
                  <c:v>1.91221808313638</c:v>
                </c:pt>
                <c:pt idx="658">
                  <c:v>1.9121637065933299</c:v>
                </c:pt>
                <c:pt idx="659">
                  <c:v>1.91848158934082</c:v>
                </c:pt>
                <c:pt idx="660">
                  <c:v>1.9037421398609899</c:v>
                </c:pt>
                <c:pt idx="661">
                  <c:v>1.8468253491973301</c:v>
                </c:pt>
                <c:pt idx="662">
                  <c:v>1.8578451018226201</c:v>
                </c:pt>
                <c:pt idx="663">
                  <c:v>1.84670760846667</c:v>
                </c:pt>
                <c:pt idx="664">
                  <c:v>1.8668431146534401</c:v>
                </c:pt>
                <c:pt idx="665">
                  <c:v>1.8663520360252901</c:v>
                </c:pt>
                <c:pt idx="666">
                  <c:v>1.86962192794801</c:v>
                </c:pt>
                <c:pt idx="667">
                  <c:v>1.8790839025058701</c:v>
                </c:pt>
                <c:pt idx="668">
                  <c:v>1.87090568891109</c:v>
                </c:pt>
                <c:pt idx="669">
                  <c:v>1.83151000674728</c:v>
                </c:pt>
                <c:pt idx="670">
                  <c:v>1.8434267562933699</c:v>
                </c:pt>
                <c:pt idx="671">
                  <c:v>1.83935400334387</c:v>
                </c:pt>
                <c:pt idx="672">
                  <c:v>1.84359964689637</c:v>
                </c:pt>
                <c:pt idx="673">
                  <c:v>1.8518912474274301</c:v>
                </c:pt>
                <c:pt idx="674">
                  <c:v>1.8875854461508601</c:v>
                </c:pt>
                <c:pt idx="675">
                  <c:v>1.89889059343917</c:v>
                </c:pt>
                <c:pt idx="676">
                  <c:v>1.89830134342221</c:v>
                </c:pt>
                <c:pt idx="677">
                  <c:v>1.9001024192310401</c:v>
                </c:pt>
                <c:pt idx="678">
                  <c:v>1.89478185126623</c:v>
                </c:pt>
                <c:pt idx="679">
                  <c:v>1.8773091497132099</c:v>
                </c:pt>
                <c:pt idx="680">
                  <c:v>1.90642113369202</c:v>
                </c:pt>
                <c:pt idx="681">
                  <c:v>1.90280256799419</c:v>
                </c:pt>
                <c:pt idx="682">
                  <c:v>1.90891742819711</c:v>
                </c:pt>
                <c:pt idx="683">
                  <c:v>1.8975257213163801</c:v>
                </c:pt>
                <c:pt idx="684">
                  <c:v>1.9115193710820899</c:v>
                </c:pt>
                <c:pt idx="685">
                  <c:v>1.919786495933</c:v>
                </c:pt>
                <c:pt idx="686">
                  <c:v>1.90882816627722</c:v>
                </c:pt>
                <c:pt idx="687">
                  <c:v>1.90779274569518</c:v>
                </c:pt>
                <c:pt idx="688">
                  <c:v>1.89258541698174</c:v>
                </c:pt>
                <c:pt idx="689">
                  <c:v>1.8914513549490799</c:v>
                </c:pt>
                <c:pt idx="690">
                  <c:v>1.9101975385372101</c:v>
                </c:pt>
                <c:pt idx="691">
                  <c:v>1.8987450226494</c:v>
                </c:pt>
                <c:pt idx="692">
                  <c:v>1.9088285661659199</c:v>
                </c:pt>
                <c:pt idx="693">
                  <c:v>1.90271906896159</c:v>
                </c:pt>
                <c:pt idx="694">
                  <c:v>1.9004936375902199</c:v>
                </c:pt>
                <c:pt idx="695">
                  <c:v>1.91042931511283</c:v>
                </c:pt>
                <c:pt idx="696">
                  <c:v>1.89566093315368</c:v>
                </c:pt>
                <c:pt idx="697">
                  <c:v>1.91905522552962</c:v>
                </c:pt>
                <c:pt idx="698">
                  <c:v>1.93077521446575</c:v>
                </c:pt>
                <c:pt idx="699">
                  <c:v>1.93726853494646</c:v>
                </c:pt>
                <c:pt idx="700">
                  <c:v>1.9456886981778501</c:v>
                </c:pt>
                <c:pt idx="701">
                  <c:v>1.9486999789122601</c:v>
                </c:pt>
                <c:pt idx="702">
                  <c:v>1.94394819920813</c:v>
                </c:pt>
                <c:pt idx="703">
                  <c:v>1.9357914345774501</c:v>
                </c:pt>
                <c:pt idx="704">
                  <c:v>1.9399482265238399</c:v>
                </c:pt>
                <c:pt idx="705">
                  <c:v>1.9548243685387501</c:v>
                </c:pt>
                <c:pt idx="706">
                  <c:v>1.94493165055012</c:v>
                </c:pt>
                <c:pt idx="707">
                  <c:v>1.9357021449724201</c:v>
                </c:pt>
                <c:pt idx="708">
                  <c:v>1.94328070926852</c:v>
                </c:pt>
                <c:pt idx="709">
                  <c:v>1.9450424818859999</c:v>
                </c:pt>
                <c:pt idx="710">
                  <c:v>1.9252798159993401</c:v>
                </c:pt>
                <c:pt idx="711">
                  <c:v>1.9187109671320099</c:v>
                </c:pt>
                <c:pt idx="712">
                  <c:v>1.92728457425644</c:v>
                </c:pt>
                <c:pt idx="713">
                  <c:v>1.897950254148</c:v>
                </c:pt>
                <c:pt idx="714">
                  <c:v>1.88872548831</c:v>
                </c:pt>
                <c:pt idx="715">
                  <c:v>1.8911723391775599</c:v>
                </c:pt>
                <c:pt idx="716">
                  <c:v>1.9117625662725799</c:v>
                </c:pt>
                <c:pt idx="717">
                  <c:v>1.90097711991261</c:v>
                </c:pt>
                <c:pt idx="718">
                  <c:v>1.89207184157468</c:v>
                </c:pt>
                <c:pt idx="719">
                  <c:v>1.8039342833238301</c:v>
                </c:pt>
                <c:pt idx="720">
                  <c:v>1.80921850909855</c:v>
                </c:pt>
                <c:pt idx="721">
                  <c:v>1.7985159894267</c:v>
                </c:pt>
                <c:pt idx="722">
                  <c:v>1.8122285602467001</c:v>
                </c:pt>
                <c:pt idx="723">
                  <c:v>1.8265873217297699</c:v>
                </c:pt>
                <c:pt idx="724">
                  <c:v>1.82414923191575</c:v>
                </c:pt>
                <c:pt idx="725">
                  <c:v>1.82065774712534</c:v>
                </c:pt>
                <c:pt idx="726">
                  <c:v>1.83228618713608</c:v>
                </c:pt>
                <c:pt idx="727">
                  <c:v>1.8323926389923599</c:v>
                </c:pt>
                <c:pt idx="728">
                  <c:v>1.81378400566201</c:v>
                </c:pt>
                <c:pt idx="729">
                  <c:v>1.8185947848636901</c:v>
                </c:pt>
                <c:pt idx="730">
                  <c:v>1.8193641152014901</c:v>
                </c:pt>
                <c:pt idx="731">
                  <c:v>1.81217411704013</c:v>
                </c:pt>
                <c:pt idx="732">
                  <c:v>1.8048076761118099</c:v>
                </c:pt>
                <c:pt idx="733">
                  <c:v>1.8044767648889599</c:v>
                </c:pt>
                <c:pt idx="734">
                  <c:v>1.8188681737269301</c:v>
                </c:pt>
                <c:pt idx="735">
                  <c:v>1.83953881444773</c:v>
                </c:pt>
                <c:pt idx="736">
                  <c:v>1.8393974474653401</c:v>
                </c:pt>
                <c:pt idx="737">
                  <c:v>1.82547509350689</c:v>
                </c:pt>
                <c:pt idx="738">
                  <c:v>1.8332922295096701</c:v>
                </c:pt>
                <c:pt idx="739">
                  <c:v>1.8280450351283899</c:v>
                </c:pt>
                <c:pt idx="740">
                  <c:v>1.8098867111641099</c:v>
                </c:pt>
                <c:pt idx="741">
                  <c:v>1.7915442028867601</c:v>
                </c:pt>
                <c:pt idx="742">
                  <c:v>1.7622357077856601</c:v>
                </c:pt>
                <c:pt idx="743">
                  <c:v>1.70010229301724</c:v>
                </c:pt>
                <c:pt idx="744">
                  <c:v>1.7181728435093599</c:v>
                </c:pt>
                <c:pt idx="745">
                  <c:v>1.7121151349067001</c:v>
                </c:pt>
                <c:pt idx="746">
                  <c:v>1.7055044633417</c:v>
                </c:pt>
                <c:pt idx="747">
                  <c:v>1.7306679700160099</c:v>
                </c:pt>
                <c:pt idx="748">
                  <c:v>1.7458529934868801</c:v>
                </c:pt>
                <c:pt idx="749">
                  <c:v>1.73923133566278</c:v>
                </c:pt>
                <c:pt idx="750">
                  <c:v>1.7444997892041301</c:v>
                </c:pt>
                <c:pt idx="751">
                  <c:v>1.7558151479120001</c:v>
                </c:pt>
                <c:pt idx="752">
                  <c:v>1.7517939062097501</c:v>
                </c:pt>
                <c:pt idx="753">
                  <c:v>1.76913841403243</c:v>
                </c:pt>
                <c:pt idx="754">
                  <c:v>1.7692194499414799</c:v>
                </c:pt>
                <c:pt idx="755">
                  <c:v>1.7779468520883901</c:v>
                </c:pt>
                <c:pt idx="756">
                  <c:v>1.7897816680404199</c:v>
                </c:pt>
                <c:pt idx="757">
                  <c:v>1.7874922679298999</c:v>
                </c:pt>
                <c:pt idx="758">
                  <c:v>1.79805744986405</c:v>
                </c:pt>
                <c:pt idx="759">
                  <c:v>1.7973247084514901</c:v>
                </c:pt>
                <c:pt idx="760">
                  <c:v>1.78070207228639</c:v>
                </c:pt>
                <c:pt idx="761">
                  <c:v>1.7905367471476701</c:v>
                </c:pt>
                <c:pt idx="762">
                  <c:v>1.7787442191670499</c:v>
                </c:pt>
                <c:pt idx="763">
                  <c:v>1.7938139541824201</c:v>
                </c:pt>
                <c:pt idx="764">
                  <c:v>1.8086544672506899</c:v>
                </c:pt>
                <c:pt idx="765">
                  <c:v>1.81612306634284</c:v>
                </c:pt>
                <c:pt idx="766">
                  <c:v>1.8159115549467899</c:v>
                </c:pt>
                <c:pt idx="767">
                  <c:v>1.8196773620394899</c:v>
                </c:pt>
                <c:pt idx="768">
                  <c:v>1.8079080499106299</c:v>
                </c:pt>
                <c:pt idx="769">
                  <c:v>1.81240737859344</c:v>
                </c:pt>
                <c:pt idx="770">
                  <c:v>1.8164560592807599</c:v>
                </c:pt>
                <c:pt idx="771">
                  <c:v>1.8067505269123501</c:v>
                </c:pt>
                <c:pt idx="772">
                  <c:v>1.8127092649016601</c:v>
                </c:pt>
                <c:pt idx="773">
                  <c:v>1.83209485985698</c:v>
                </c:pt>
                <c:pt idx="774">
                  <c:v>1.8356465489556499</c:v>
                </c:pt>
                <c:pt idx="775">
                  <c:v>1.82899177935573</c:v>
                </c:pt>
                <c:pt idx="776">
                  <c:v>1.81488916653941</c:v>
                </c:pt>
                <c:pt idx="777">
                  <c:v>1.81686049429574</c:v>
                </c:pt>
                <c:pt idx="778">
                  <c:v>1.8301178011788799</c:v>
                </c:pt>
                <c:pt idx="779">
                  <c:v>1.82604008814705</c:v>
                </c:pt>
                <c:pt idx="780">
                  <c:v>1.82369034609807</c:v>
                </c:pt>
                <c:pt idx="781">
                  <c:v>1.8417114118345499</c:v>
                </c:pt>
                <c:pt idx="782">
                  <c:v>1.82824666378233</c:v>
                </c:pt>
                <c:pt idx="783">
                  <c:v>1.83404139592516</c:v>
                </c:pt>
                <c:pt idx="784">
                  <c:v>1.8356338545006099</c:v>
                </c:pt>
                <c:pt idx="785">
                  <c:v>1.8269559618279401</c:v>
                </c:pt>
                <c:pt idx="786">
                  <c:v>1.82826346905878</c:v>
                </c:pt>
                <c:pt idx="787">
                  <c:v>1.83312466677067</c:v>
                </c:pt>
                <c:pt idx="788">
                  <c:v>1.82903133852239</c:v>
                </c:pt>
                <c:pt idx="789">
                  <c:v>1.8220534284913901</c:v>
                </c:pt>
                <c:pt idx="790">
                  <c:v>1.8126589675550999</c:v>
                </c:pt>
                <c:pt idx="791">
                  <c:v>1.7779464427952301</c:v>
                </c:pt>
                <c:pt idx="792">
                  <c:v>1.78358761247644</c:v>
                </c:pt>
                <c:pt idx="793">
                  <c:v>1.8202037872887</c:v>
                </c:pt>
                <c:pt idx="794">
                  <c:v>1.8246134722870699</c:v>
                </c:pt>
                <c:pt idx="795">
                  <c:v>1.82591539705407</c:v>
                </c:pt>
                <c:pt idx="796">
                  <c:v>1.81530088358776</c:v>
                </c:pt>
                <c:pt idx="797">
                  <c:v>1.83144254452777</c:v>
                </c:pt>
                <c:pt idx="798">
                  <c:v>1.81955077904176</c:v>
                </c:pt>
                <c:pt idx="799">
                  <c:v>1.8283855991888101</c:v>
                </c:pt>
                <c:pt idx="800">
                  <c:v>1.80477652348607</c:v>
                </c:pt>
                <c:pt idx="801">
                  <c:v>1.78159533334347</c:v>
                </c:pt>
                <c:pt idx="802">
                  <c:v>1.7676332701894799</c:v>
                </c:pt>
                <c:pt idx="803">
                  <c:v>1.74758380686723</c:v>
                </c:pt>
                <c:pt idx="804">
                  <c:v>1.7440711339989601</c:v>
                </c:pt>
                <c:pt idx="805">
                  <c:v>1.7351282908622601</c:v>
                </c:pt>
                <c:pt idx="806">
                  <c:v>1.69024709626643</c:v>
                </c:pt>
                <c:pt idx="807">
                  <c:v>1.6947929797038399</c:v>
                </c:pt>
                <c:pt idx="808">
                  <c:v>1.6972172118278901</c:v>
                </c:pt>
                <c:pt idx="809">
                  <c:v>1.7034960367498699</c:v>
                </c:pt>
                <c:pt idx="810">
                  <c:v>1.70969354339698</c:v>
                </c:pt>
                <c:pt idx="811">
                  <c:v>1.70892517142865</c:v>
                </c:pt>
                <c:pt idx="812">
                  <c:v>1.7044957571272099</c:v>
                </c:pt>
                <c:pt idx="813">
                  <c:v>1.69985171691777</c:v>
                </c:pt>
                <c:pt idx="814">
                  <c:v>1.6804680233806799</c:v>
                </c:pt>
                <c:pt idx="815">
                  <c:v>1.65102915845811</c:v>
                </c:pt>
                <c:pt idx="816">
                  <c:v>1.6604161610295001</c:v>
                </c:pt>
                <c:pt idx="817">
                  <c:v>1.6273228623489</c:v>
                </c:pt>
                <c:pt idx="818">
                  <c:v>1.6156094654911599</c:v>
                </c:pt>
                <c:pt idx="819">
                  <c:v>1.6140460396657099</c:v>
                </c:pt>
                <c:pt idx="820">
                  <c:v>1.6197077169887899</c:v>
                </c:pt>
                <c:pt idx="821">
                  <c:v>1.6507987633244099</c:v>
                </c:pt>
                <c:pt idx="822">
                  <c:v>1.6567519438984399</c:v>
                </c:pt>
                <c:pt idx="823">
                  <c:v>1.64429121530577</c:v>
                </c:pt>
                <c:pt idx="824">
                  <c:v>1.6439228853302801</c:v>
                </c:pt>
                <c:pt idx="825">
                  <c:v>1.61663678511122</c:v>
                </c:pt>
                <c:pt idx="826">
                  <c:v>1.57569939785111</c:v>
                </c:pt>
                <c:pt idx="827">
                  <c:v>1.5839654890336601</c:v>
                </c:pt>
                <c:pt idx="828">
                  <c:v>1.5982690378744799</c:v>
                </c:pt>
                <c:pt idx="829">
                  <c:v>1.59910977687026</c:v>
                </c:pt>
                <c:pt idx="830">
                  <c:v>1.5978534540749301</c:v>
                </c:pt>
                <c:pt idx="831">
                  <c:v>1.5607761473952599</c:v>
                </c:pt>
                <c:pt idx="832">
                  <c:v>1.57771399481785</c:v>
                </c:pt>
                <c:pt idx="833">
                  <c:v>1.5924123176600999</c:v>
                </c:pt>
                <c:pt idx="834">
                  <c:v>1.59852366997897</c:v>
                </c:pt>
                <c:pt idx="835">
                  <c:v>1.63000947013144</c:v>
                </c:pt>
                <c:pt idx="836">
                  <c:v>1.6302672525372099</c:v>
                </c:pt>
                <c:pt idx="837">
                  <c:v>1.6305855053237499</c:v>
                </c:pt>
                <c:pt idx="838">
                  <c:v>1.61027887704005</c:v>
                </c:pt>
                <c:pt idx="839">
                  <c:v>1.63137138068237</c:v>
                </c:pt>
                <c:pt idx="840">
                  <c:v>1.6308697386825399</c:v>
                </c:pt>
                <c:pt idx="841">
                  <c:v>1.64658330413162</c:v>
                </c:pt>
                <c:pt idx="842">
                  <c:v>1.6444635459836801</c:v>
                </c:pt>
                <c:pt idx="843">
                  <c:v>1.6537001499597299</c:v>
                </c:pt>
                <c:pt idx="844">
                  <c:v>1.6590446811225701</c:v>
                </c:pt>
                <c:pt idx="845">
                  <c:v>1.6602307804971601</c:v>
                </c:pt>
                <c:pt idx="846">
                  <c:v>1.6352938998867399</c:v>
                </c:pt>
                <c:pt idx="847">
                  <c:v>1.6364005836872</c:v>
                </c:pt>
                <c:pt idx="848">
                  <c:v>1.6568310688877701</c:v>
                </c:pt>
                <c:pt idx="849">
                  <c:v>1.6580818332814999</c:v>
                </c:pt>
                <c:pt idx="850">
                  <c:v>1.64983094531774</c:v>
                </c:pt>
                <c:pt idx="851">
                  <c:v>1.65645091871122</c:v>
                </c:pt>
                <c:pt idx="852">
                  <c:v>1.6587180332650799</c:v>
                </c:pt>
                <c:pt idx="853">
                  <c:v>1.6744593846348801</c:v>
                </c:pt>
                <c:pt idx="854">
                  <c:v>1.6700208527993601</c:v>
                </c:pt>
                <c:pt idx="855">
                  <c:v>1.68144720673936</c:v>
                </c:pt>
                <c:pt idx="856">
                  <c:v>1.68267380429278</c:v>
                </c:pt>
                <c:pt idx="857">
                  <c:v>1.68867061792244</c:v>
                </c:pt>
                <c:pt idx="858">
                  <c:v>1.6808722631173301</c:v>
                </c:pt>
                <c:pt idx="859">
                  <c:v>1.6616735554453399</c:v>
                </c:pt>
                <c:pt idx="860">
                  <c:v>1.6582535737981601</c:v>
                </c:pt>
                <c:pt idx="861">
                  <c:v>1.66077462733467</c:v>
                </c:pt>
                <c:pt idx="862">
                  <c:v>1.65383319846044</c:v>
                </c:pt>
                <c:pt idx="863">
                  <c:v>1.5764685752873999</c:v>
                </c:pt>
                <c:pt idx="864">
                  <c:v>1.58662877936502</c:v>
                </c:pt>
                <c:pt idx="865">
                  <c:v>1.6091968206584899</c:v>
                </c:pt>
                <c:pt idx="866">
                  <c:v>1.6179998366793999</c:v>
                </c:pt>
                <c:pt idx="867">
                  <c:v>1.62066378507929</c:v>
                </c:pt>
                <c:pt idx="868">
                  <c:v>1.6329460307815</c:v>
                </c:pt>
                <c:pt idx="869">
                  <c:v>1.6275421948792901</c:v>
                </c:pt>
                <c:pt idx="870">
                  <c:v>1.6276798443805001</c:v>
                </c:pt>
                <c:pt idx="871">
                  <c:v>1.6460397711071599</c:v>
                </c:pt>
                <c:pt idx="872">
                  <c:v>1.647149948564</c:v>
                </c:pt>
                <c:pt idx="873">
                  <c:v>1.6608129152220801</c:v>
                </c:pt>
                <c:pt idx="874">
                  <c:v>1.6591619527554</c:v>
                </c:pt>
                <c:pt idx="875">
                  <c:v>1.6454224167292699</c:v>
                </c:pt>
                <c:pt idx="876">
                  <c:v>1.6515886702740901</c:v>
                </c:pt>
                <c:pt idx="877">
                  <c:v>1.64513036925873</c:v>
                </c:pt>
                <c:pt idx="878">
                  <c:v>1.65777538400888</c:v>
                </c:pt>
                <c:pt idx="879">
                  <c:v>1.6602922551252099</c:v>
                </c:pt>
                <c:pt idx="880">
                  <c:v>1.6692426910145599</c:v>
                </c:pt>
                <c:pt idx="881">
                  <c:v>1.65848371153742</c:v>
                </c:pt>
                <c:pt idx="882">
                  <c:v>1.6298856707378999</c:v>
                </c:pt>
                <c:pt idx="883">
                  <c:v>1.65827028018444</c:v>
                </c:pt>
                <c:pt idx="884">
                  <c:v>1.66498684725979</c:v>
                </c:pt>
                <c:pt idx="885">
                  <c:v>1.6726570113782999</c:v>
                </c:pt>
                <c:pt idx="886">
                  <c:v>1.6873820216567701</c:v>
                </c:pt>
                <c:pt idx="887">
                  <c:v>1.6818240029904801</c:v>
                </c:pt>
                <c:pt idx="888">
                  <c:v>1.6955474151051899</c:v>
                </c:pt>
                <c:pt idx="889">
                  <c:v>1.6867768610875</c:v>
                </c:pt>
                <c:pt idx="890">
                  <c:v>1.6744547273633901</c:v>
                </c:pt>
                <c:pt idx="891">
                  <c:v>1.66378333459248</c:v>
                </c:pt>
                <c:pt idx="892">
                  <c:v>1.68081373342552</c:v>
                </c:pt>
                <c:pt idx="893">
                  <c:v>1.6975896280445</c:v>
                </c:pt>
                <c:pt idx="894">
                  <c:v>1.6935939587965401</c:v>
                </c:pt>
                <c:pt idx="895">
                  <c:v>1.70254046516252</c:v>
                </c:pt>
                <c:pt idx="896">
                  <c:v>1.7077762875068201</c:v>
                </c:pt>
                <c:pt idx="897">
                  <c:v>1.72012950766144</c:v>
                </c:pt>
                <c:pt idx="898">
                  <c:v>1.7312025726695599</c:v>
                </c:pt>
                <c:pt idx="899">
                  <c:v>1.7319615663890799</c:v>
                </c:pt>
                <c:pt idx="900">
                  <c:v>1.74187454472106</c:v>
                </c:pt>
                <c:pt idx="901">
                  <c:v>1.73330009051551</c:v>
                </c:pt>
                <c:pt idx="902">
                  <c:v>1.73716009378645</c:v>
                </c:pt>
                <c:pt idx="903">
                  <c:v>1.75299111520136</c:v>
                </c:pt>
                <c:pt idx="904">
                  <c:v>1.75092077529887</c:v>
                </c:pt>
                <c:pt idx="905">
                  <c:v>1.7588956487087699</c:v>
                </c:pt>
                <c:pt idx="906">
                  <c:v>1.7569839853075599</c:v>
                </c:pt>
                <c:pt idx="907">
                  <c:v>1.74953707459291</c:v>
                </c:pt>
                <c:pt idx="908">
                  <c:v>1.7617243347276199</c:v>
                </c:pt>
                <c:pt idx="909">
                  <c:v>1.75587653631767</c:v>
                </c:pt>
                <c:pt idx="910">
                  <c:v>1.76847191919753</c:v>
                </c:pt>
                <c:pt idx="911">
                  <c:v>1.74962892383859</c:v>
                </c:pt>
                <c:pt idx="912">
                  <c:v>1.7405151826701399</c:v>
                </c:pt>
                <c:pt idx="913">
                  <c:v>1.7166144321638701</c:v>
                </c:pt>
                <c:pt idx="914">
                  <c:v>1.7216538030605799</c:v>
                </c:pt>
                <c:pt idx="915">
                  <c:v>1.7333991868566301</c:v>
                </c:pt>
                <c:pt idx="916">
                  <c:v>1.7247871608038201</c:v>
                </c:pt>
                <c:pt idx="917">
                  <c:v>1.73800778415658</c:v>
                </c:pt>
                <c:pt idx="918">
                  <c:v>1.75757810258983</c:v>
                </c:pt>
                <c:pt idx="919">
                  <c:v>1.7667478076007499</c:v>
                </c:pt>
                <c:pt idx="920">
                  <c:v>1.75922000406932</c:v>
                </c:pt>
                <c:pt idx="921">
                  <c:v>1.7556273276855701</c:v>
                </c:pt>
                <c:pt idx="922">
                  <c:v>1.7633086002201499</c:v>
                </c:pt>
                <c:pt idx="923">
                  <c:v>1.7331408727614199</c:v>
                </c:pt>
                <c:pt idx="924">
                  <c:v>1.7314417491232099</c:v>
                </c:pt>
                <c:pt idx="925">
                  <c:v>1.7163696438413301</c:v>
                </c:pt>
                <c:pt idx="926">
                  <c:v>1.69781288407469</c:v>
                </c:pt>
                <c:pt idx="927">
                  <c:v>1.7168977978006901</c:v>
                </c:pt>
                <c:pt idx="928">
                  <c:v>1.72505271186239</c:v>
                </c:pt>
                <c:pt idx="929">
                  <c:v>1.7178745139499001</c:v>
                </c:pt>
                <c:pt idx="930">
                  <c:v>1.72893748660363</c:v>
                </c:pt>
                <c:pt idx="931">
                  <c:v>1.73473169777446</c:v>
                </c:pt>
                <c:pt idx="932">
                  <c:v>1.72237215270669</c:v>
                </c:pt>
                <c:pt idx="933">
                  <c:v>1.6817700134426401</c:v>
                </c:pt>
                <c:pt idx="934">
                  <c:v>1.6926818275490101</c:v>
                </c:pt>
                <c:pt idx="935">
                  <c:v>1.6932235138298199</c:v>
                </c:pt>
                <c:pt idx="936">
                  <c:v>1.67465761633586</c:v>
                </c:pt>
                <c:pt idx="937">
                  <c:v>1.66234940577176</c:v>
                </c:pt>
                <c:pt idx="938">
                  <c:v>1.6772226570295199</c:v>
                </c:pt>
                <c:pt idx="939">
                  <c:v>1.68745189064029</c:v>
                </c:pt>
                <c:pt idx="940">
                  <c:v>1.6927137060744299</c:v>
                </c:pt>
                <c:pt idx="941">
                  <c:v>1.7015682433274499</c:v>
                </c:pt>
                <c:pt idx="942">
                  <c:v>1.7052840055387599</c:v>
                </c:pt>
                <c:pt idx="943">
                  <c:v>1.7110148962776</c:v>
                </c:pt>
                <c:pt idx="944">
                  <c:v>1.7023700350825599</c:v>
                </c:pt>
                <c:pt idx="945">
                  <c:v>1.68664028849695</c:v>
                </c:pt>
                <c:pt idx="946">
                  <c:v>1.6838157523211099</c:v>
                </c:pt>
                <c:pt idx="947">
                  <c:v>1.6303779111419201</c:v>
                </c:pt>
                <c:pt idx="948">
                  <c:v>1.6375761187842801</c:v>
                </c:pt>
                <c:pt idx="949">
                  <c:v>1.6398466631481801</c:v>
                </c:pt>
                <c:pt idx="950">
                  <c:v>1.64057796648103</c:v>
                </c:pt>
                <c:pt idx="951">
                  <c:v>1.6054585468040301</c:v>
                </c:pt>
                <c:pt idx="952">
                  <c:v>1.6076098147950999</c:v>
                </c:pt>
                <c:pt idx="953">
                  <c:v>1.59275028369867</c:v>
                </c:pt>
                <c:pt idx="954">
                  <c:v>1.6168136347297799</c:v>
                </c:pt>
                <c:pt idx="955">
                  <c:v>1.6218327123514</c:v>
                </c:pt>
                <c:pt idx="956">
                  <c:v>1.61170897737829</c:v>
                </c:pt>
                <c:pt idx="957">
                  <c:v>1.6237375947580699</c:v>
                </c:pt>
                <c:pt idx="958">
                  <c:v>1.6073307232146301</c:v>
                </c:pt>
                <c:pt idx="959">
                  <c:v>1.56993579477874</c:v>
                </c:pt>
                <c:pt idx="960">
                  <c:v>1.58335258322606</c:v>
                </c:pt>
                <c:pt idx="961">
                  <c:v>1.5820307992084399</c:v>
                </c:pt>
                <c:pt idx="962">
                  <c:v>1.59666671353511</c:v>
                </c:pt>
                <c:pt idx="963">
                  <c:v>1.61255981541171</c:v>
                </c:pt>
                <c:pt idx="964">
                  <c:v>1.5998462581773301</c:v>
                </c:pt>
                <c:pt idx="965">
                  <c:v>1.6093730403886</c:v>
                </c:pt>
                <c:pt idx="966">
                  <c:v>1.61135630962257</c:v>
                </c:pt>
                <c:pt idx="967">
                  <c:v>1.60433480275044</c:v>
                </c:pt>
                <c:pt idx="968">
                  <c:v>1.59573122679209</c:v>
                </c:pt>
                <c:pt idx="969">
                  <c:v>1.6046019196564001</c:v>
                </c:pt>
                <c:pt idx="970">
                  <c:v>1.59018721194443</c:v>
                </c:pt>
                <c:pt idx="971">
                  <c:v>1.59375842580073</c:v>
                </c:pt>
                <c:pt idx="972">
                  <c:v>1.59336507810664</c:v>
                </c:pt>
                <c:pt idx="973">
                  <c:v>1.5752864649584299</c:v>
                </c:pt>
                <c:pt idx="974">
                  <c:v>1.5836354502329799</c:v>
                </c:pt>
                <c:pt idx="975">
                  <c:v>1.5740663244433699</c:v>
                </c:pt>
                <c:pt idx="976">
                  <c:v>1.5792415721981901</c:v>
                </c:pt>
                <c:pt idx="977">
                  <c:v>1.59287756230552</c:v>
                </c:pt>
                <c:pt idx="978">
                  <c:v>1.60812707324127</c:v>
                </c:pt>
                <c:pt idx="979">
                  <c:v>1.62022908435865</c:v>
                </c:pt>
                <c:pt idx="980">
                  <c:v>1.62348167201504</c:v>
                </c:pt>
                <c:pt idx="981">
                  <c:v>1.6256525106342701</c:v>
                </c:pt>
                <c:pt idx="982">
                  <c:v>1.6288616203147701</c:v>
                </c:pt>
                <c:pt idx="983">
                  <c:v>1.6271642877828201</c:v>
                </c:pt>
                <c:pt idx="984">
                  <c:v>1.61767394558333</c:v>
                </c:pt>
                <c:pt idx="985">
                  <c:v>1.6250546599653899</c:v>
                </c:pt>
                <c:pt idx="986">
                  <c:v>1.6163069868515101</c:v>
                </c:pt>
                <c:pt idx="987">
                  <c:v>1.57530725353073</c:v>
                </c:pt>
                <c:pt idx="988">
                  <c:v>1.58298307974998</c:v>
                </c:pt>
                <c:pt idx="989">
                  <c:v>1.57993264918735</c:v>
                </c:pt>
                <c:pt idx="990">
                  <c:v>1.5831478814922999</c:v>
                </c:pt>
                <c:pt idx="991">
                  <c:v>1.5799920559192999</c:v>
                </c:pt>
                <c:pt idx="992">
                  <c:v>1.5936028966853</c:v>
                </c:pt>
                <c:pt idx="993">
                  <c:v>1.5948363926781599</c:v>
                </c:pt>
                <c:pt idx="994">
                  <c:v>1.60538279260657</c:v>
                </c:pt>
                <c:pt idx="995">
                  <c:v>1.6047720196539099</c:v>
                </c:pt>
                <c:pt idx="996">
                  <c:v>1.6033574545075899</c:v>
                </c:pt>
                <c:pt idx="997">
                  <c:v>1.58437935513342</c:v>
                </c:pt>
                <c:pt idx="998">
                  <c:v>1.58442567899547</c:v>
                </c:pt>
                <c:pt idx="999">
                  <c:v>1.55209423104898</c:v>
                </c:pt>
                <c:pt idx="1000">
                  <c:v>1.49625651317842</c:v>
                </c:pt>
                <c:pt idx="1001">
                  <c:v>1.4946093661350599</c:v>
                </c:pt>
                <c:pt idx="1002">
                  <c:v>1.4892221530071299</c:v>
                </c:pt>
                <c:pt idx="1003">
                  <c:v>1.42081131055556</c:v>
                </c:pt>
                <c:pt idx="1004">
                  <c:v>1.4257089332051001</c:v>
                </c:pt>
                <c:pt idx="1005">
                  <c:v>1.44202286023036</c:v>
                </c:pt>
                <c:pt idx="1006">
                  <c:v>1.3975367470017199</c:v>
                </c:pt>
                <c:pt idx="1007">
                  <c:v>1.42948808928237</c:v>
                </c:pt>
                <c:pt idx="1008">
                  <c:v>1.4345364276879</c:v>
                </c:pt>
                <c:pt idx="1009">
                  <c:v>1.4377245538611401</c:v>
                </c:pt>
                <c:pt idx="1010">
                  <c:v>1.4619820524115601</c:v>
                </c:pt>
                <c:pt idx="1011">
                  <c:v>1.4663255513753699</c:v>
                </c:pt>
                <c:pt idx="1012">
                  <c:v>1.4973808785588101</c:v>
                </c:pt>
                <c:pt idx="1013">
                  <c:v>1.50101513668585</c:v>
                </c:pt>
                <c:pt idx="1014">
                  <c:v>1.5081948539210701</c:v>
                </c:pt>
                <c:pt idx="1015">
                  <c:v>1.52617034610088</c:v>
                </c:pt>
                <c:pt idx="1016">
                  <c:v>1.5206506301202001</c:v>
                </c:pt>
                <c:pt idx="1017">
                  <c:v>1.53010367705421</c:v>
                </c:pt>
                <c:pt idx="1018">
                  <c:v>1.54653572010845</c:v>
                </c:pt>
                <c:pt idx="1019">
                  <c:v>1.5360550314850101</c:v>
                </c:pt>
                <c:pt idx="1020">
                  <c:v>1.5438451657887899</c:v>
                </c:pt>
                <c:pt idx="1021">
                  <c:v>1.5647773810035399</c:v>
                </c:pt>
                <c:pt idx="1022">
                  <c:v>1.58604560358711</c:v>
                </c:pt>
                <c:pt idx="1023">
                  <c:v>1.5760874080784899</c:v>
                </c:pt>
                <c:pt idx="1024">
                  <c:v>1.5622800708801401</c:v>
                </c:pt>
                <c:pt idx="1025">
                  <c:v>1.5572762653511101</c:v>
                </c:pt>
                <c:pt idx="1026">
                  <c:v>1.5542540615836</c:v>
                </c:pt>
                <c:pt idx="1027">
                  <c:v>1.55617406451972</c:v>
                </c:pt>
                <c:pt idx="1028">
                  <c:v>1.55759182944168</c:v>
                </c:pt>
                <c:pt idx="1029">
                  <c:v>1.5470728792055699</c:v>
                </c:pt>
                <c:pt idx="1030">
                  <c:v>1.5430497112531201</c:v>
                </c:pt>
                <c:pt idx="1031">
                  <c:v>1.4670571748822501</c:v>
                </c:pt>
                <c:pt idx="1032">
                  <c:v>1.4909199256432399</c:v>
                </c:pt>
                <c:pt idx="1033">
                  <c:v>1.52435036876715</c:v>
                </c:pt>
                <c:pt idx="1034">
                  <c:v>1.5131129824103</c:v>
                </c:pt>
                <c:pt idx="1035">
                  <c:v>1.5261834012133699</c:v>
                </c:pt>
                <c:pt idx="1036">
                  <c:v>1.5468273057402999</c:v>
                </c:pt>
                <c:pt idx="1037">
                  <c:v>1.5541195577199001</c:v>
                </c:pt>
                <c:pt idx="1038">
                  <c:v>1.54088472166399</c:v>
                </c:pt>
                <c:pt idx="1039">
                  <c:v>1.5320291028594699</c:v>
                </c:pt>
                <c:pt idx="1040">
                  <c:v>1.5353067948857999</c:v>
                </c:pt>
                <c:pt idx="1041">
                  <c:v>1.5376325781422</c:v>
                </c:pt>
                <c:pt idx="1042">
                  <c:v>1.5451987806620799</c:v>
                </c:pt>
                <c:pt idx="1043">
                  <c:v>1.53602147901443</c:v>
                </c:pt>
                <c:pt idx="1044">
                  <c:v>1.5353400078975299</c:v>
                </c:pt>
                <c:pt idx="1045">
                  <c:v>1.5324345371838699</c:v>
                </c:pt>
                <c:pt idx="1046">
                  <c:v>1.5039906249242001</c:v>
                </c:pt>
                <c:pt idx="1047">
                  <c:v>1.52065810678286</c:v>
                </c:pt>
                <c:pt idx="1048">
                  <c:v>1.52572302979163</c:v>
                </c:pt>
                <c:pt idx="1049">
                  <c:v>1.49488015898397</c:v>
                </c:pt>
                <c:pt idx="1050">
                  <c:v>1.4793560724783099</c:v>
                </c:pt>
                <c:pt idx="1051">
                  <c:v>1.50887194859711</c:v>
                </c:pt>
                <c:pt idx="1052">
                  <c:v>1.51282897506794</c:v>
                </c:pt>
                <c:pt idx="1053">
                  <c:v>1.4860852086762699</c:v>
                </c:pt>
                <c:pt idx="1054">
                  <c:v>1.49005568300168</c:v>
                </c:pt>
                <c:pt idx="1055">
                  <c:v>1.48413719152182</c:v>
                </c:pt>
                <c:pt idx="1056">
                  <c:v>1.49681702485846</c:v>
                </c:pt>
                <c:pt idx="1057">
                  <c:v>1.49342340938258</c:v>
                </c:pt>
                <c:pt idx="1058">
                  <c:v>1.51899300328005</c:v>
                </c:pt>
                <c:pt idx="1059">
                  <c:v>1.5255483727416601</c:v>
                </c:pt>
                <c:pt idx="1060">
                  <c:v>1.52383603210078</c:v>
                </c:pt>
                <c:pt idx="1061">
                  <c:v>1.5281162965566999</c:v>
                </c:pt>
                <c:pt idx="1062">
                  <c:v>1.5166443661198601</c:v>
                </c:pt>
                <c:pt idx="1063">
                  <c:v>1.5086272622458301</c:v>
                </c:pt>
                <c:pt idx="1064">
                  <c:v>1.5215311309769901</c:v>
                </c:pt>
                <c:pt idx="1065">
                  <c:v>1.51513355825484</c:v>
                </c:pt>
                <c:pt idx="1066">
                  <c:v>1.50662147786114</c:v>
                </c:pt>
                <c:pt idx="1067">
                  <c:v>1.5114729534187199</c:v>
                </c:pt>
                <c:pt idx="1068">
                  <c:v>1.5280853048096299</c:v>
                </c:pt>
                <c:pt idx="1069">
                  <c:v>1.5340128043994901</c:v>
                </c:pt>
                <c:pt idx="1070">
                  <c:v>1.5196754362128</c:v>
                </c:pt>
                <c:pt idx="1071">
                  <c:v>1.5156358120055</c:v>
                </c:pt>
                <c:pt idx="1072">
                  <c:v>1.4970879534655399</c:v>
                </c:pt>
                <c:pt idx="1073">
                  <c:v>1.4866279609997699</c:v>
                </c:pt>
                <c:pt idx="1074">
                  <c:v>1.47564284265849</c:v>
                </c:pt>
                <c:pt idx="1075">
                  <c:v>1.4308384252077999</c:v>
                </c:pt>
                <c:pt idx="1076">
                  <c:v>1.4485154404886</c:v>
                </c:pt>
                <c:pt idx="1077">
                  <c:v>1.43343763759581</c:v>
                </c:pt>
                <c:pt idx="1078">
                  <c:v>1.4280207356516299</c:v>
                </c:pt>
                <c:pt idx="1079">
                  <c:v>1.4499255754552101</c:v>
                </c:pt>
                <c:pt idx="1080">
                  <c:v>1.4514096567791499</c:v>
                </c:pt>
                <c:pt idx="1081">
                  <c:v>1.4408316521494799</c:v>
                </c:pt>
                <c:pt idx="1082">
                  <c:v>1.42405176999571</c:v>
                </c:pt>
                <c:pt idx="1083">
                  <c:v>1.41302239531679</c:v>
                </c:pt>
                <c:pt idx="1084">
                  <c:v>1.42332667336536</c:v>
                </c:pt>
                <c:pt idx="1085">
                  <c:v>1.40091932120326</c:v>
                </c:pt>
                <c:pt idx="1086">
                  <c:v>1.39546304625939</c:v>
                </c:pt>
                <c:pt idx="1087">
                  <c:v>1.36725224105262</c:v>
                </c:pt>
                <c:pt idx="1088">
                  <c:v>1.27815387995898</c:v>
                </c:pt>
                <c:pt idx="1089">
                  <c:v>1.29291618580727</c:v>
                </c:pt>
                <c:pt idx="1090">
                  <c:v>1.2651059239572</c:v>
                </c:pt>
                <c:pt idx="1091">
                  <c:v>1.2855635198278099</c:v>
                </c:pt>
                <c:pt idx="1092">
                  <c:v>1.27865359990712</c:v>
                </c:pt>
                <c:pt idx="1093">
                  <c:v>1.2891786061121999</c:v>
                </c:pt>
                <c:pt idx="1094">
                  <c:v>1.2799851083350799</c:v>
                </c:pt>
                <c:pt idx="1095">
                  <c:v>1.2644347897841</c:v>
                </c:pt>
                <c:pt idx="1096">
                  <c:v>1.29992971726158</c:v>
                </c:pt>
                <c:pt idx="1097">
                  <c:v>1.2822922072730101</c:v>
                </c:pt>
                <c:pt idx="1098">
                  <c:v>1.2978642217090499</c:v>
                </c:pt>
                <c:pt idx="1099">
                  <c:v>1.27667183714349</c:v>
                </c:pt>
                <c:pt idx="1100">
                  <c:v>1.24125075529315</c:v>
                </c:pt>
                <c:pt idx="1101">
                  <c:v>1.24439383941949</c:v>
                </c:pt>
                <c:pt idx="1102">
                  <c:v>1.26926442244479</c:v>
                </c:pt>
                <c:pt idx="1103">
                  <c:v>1.2763371863306101</c:v>
                </c:pt>
                <c:pt idx="1104">
                  <c:v>1.24585409252513</c:v>
                </c:pt>
                <c:pt idx="1105">
                  <c:v>1.2789611852165099</c:v>
                </c:pt>
                <c:pt idx="1106">
                  <c:v>1.28413234435577</c:v>
                </c:pt>
                <c:pt idx="1107">
                  <c:v>1.28365807117978</c:v>
                </c:pt>
                <c:pt idx="1108">
                  <c:v>1.2857183112217201</c:v>
                </c:pt>
                <c:pt idx="1109">
                  <c:v>1.28035246063062</c:v>
                </c:pt>
                <c:pt idx="1110">
                  <c:v>1.2655058539180399</c:v>
                </c:pt>
                <c:pt idx="1111">
                  <c:v>1.2795114550945801</c:v>
                </c:pt>
                <c:pt idx="1112">
                  <c:v>1.28879259892797</c:v>
                </c:pt>
                <c:pt idx="1113">
                  <c:v>1.31167834886627</c:v>
                </c:pt>
                <c:pt idx="1114">
                  <c:v>1.31364639934028</c:v>
                </c:pt>
                <c:pt idx="1115">
                  <c:v>1.3066740103761401</c:v>
                </c:pt>
                <c:pt idx="1116">
                  <c:v>1.2988115927647099</c:v>
                </c:pt>
                <c:pt idx="1117">
                  <c:v>1.2822208051441599</c:v>
                </c:pt>
                <c:pt idx="1118">
                  <c:v>1.28070995168746</c:v>
                </c:pt>
                <c:pt idx="1119">
                  <c:v>1.26088630903606</c:v>
                </c:pt>
                <c:pt idx="1120">
                  <c:v>1.23085938573401</c:v>
                </c:pt>
                <c:pt idx="1121">
                  <c:v>1.2170861356346101</c:v>
                </c:pt>
                <c:pt idx="1122">
                  <c:v>1.1938788970583301</c:v>
                </c:pt>
                <c:pt idx="1123">
                  <c:v>1.2234622928960599</c:v>
                </c:pt>
                <c:pt idx="1124">
                  <c:v>1.20317526970168</c:v>
                </c:pt>
                <c:pt idx="1125">
                  <c:v>1.22874944733472</c:v>
                </c:pt>
                <c:pt idx="1126">
                  <c:v>1.2361403306449199</c:v>
                </c:pt>
                <c:pt idx="1127">
                  <c:v>1.2403614920419399</c:v>
                </c:pt>
                <c:pt idx="1128">
                  <c:v>1.2386573408660799</c:v>
                </c:pt>
                <c:pt idx="1129">
                  <c:v>1.21397485296092</c:v>
                </c:pt>
                <c:pt idx="1130">
                  <c:v>1.2013737300974401</c:v>
                </c:pt>
                <c:pt idx="1131">
                  <c:v>1.1822605665844601</c:v>
                </c:pt>
                <c:pt idx="1132">
                  <c:v>1.1881638022810901</c:v>
                </c:pt>
                <c:pt idx="1133">
                  <c:v>1.2003826171543499</c:v>
                </c:pt>
                <c:pt idx="1134">
                  <c:v>1.18693259627742</c:v>
                </c:pt>
                <c:pt idx="1135">
                  <c:v>1.19271341192925</c:v>
                </c:pt>
                <c:pt idx="1136">
                  <c:v>1.18913119784435</c:v>
                </c:pt>
                <c:pt idx="1137">
                  <c:v>1.2133841384359301</c:v>
                </c:pt>
                <c:pt idx="1138">
                  <c:v>1.21487674308835</c:v>
                </c:pt>
                <c:pt idx="1139">
                  <c:v>1.2081573430760599</c:v>
                </c:pt>
                <c:pt idx="1140">
                  <c:v>1.1892395987233</c:v>
                </c:pt>
                <c:pt idx="1141">
                  <c:v>1.17439791359861</c:v>
                </c:pt>
                <c:pt idx="1142">
                  <c:v>1.1751401490705899</c:v>
                </c:pt>
                <c:pt idx="1143">
                  <c:v>1.18738835587002</c:v>
                </c:pt>
                <c:pt idx="1144">
                  <c:v>1.1692213422280799</c:v>
                </c:pt>
                <c:pt idx="1145">
                  <c:v>1.16511024706177</c:v>
                </c:pt>
                <c:pt idx="1146">
                  <c:v>1.1665472295731301</c:v>
                </c:pt>
                <c:pt idx="1147">
                  <c:v>1.1449694564375501</c:v>
                </c:pt>
                <c:pt idx="1148">
                  <c:v>1.1456465901216999</c:v>
                </c:pt>
                <c:pt idx="1149">
                  <c:v>1.14607379248296</c:v>
                </c:pt>
                <c:pt idx="1150">
                  <c:v>1.1536176813138901</c:v>
                </c:pt>
                <c:pt idx="1151">
                  <c:v>1.1436239544458999</c:v>
                </c:pt>
                <c:pt idx="1152">
                  <c:v>1.1264177497040699</c:v>
                </c:pt>
                <c:pt idx="1153">
                  <c:v>1.1440320655156899</c:v>
                </c:pt>
                <c:pt idx="1154">
                  <c:v>1.1559789068556201</c:v>
                </c:pt>
                <c:pt idx="1155">
                  <c:v>1.15152453131364</c:v>
                </c:pt>
                <c:pt idx="1156">
                  <c:v>1.1665429999218999</c:v>
                </c:pt>
                <c:pt idx="1157">
                  <c:v>1.16336589799537</c:v>
                </c:pt>
                <c:pt idx="1158">
                  <c:v>1.16806205113522</c:v>
                </c:pt>
                <c:pt idx="1159">
                  <c:v>1.1508979058239199</c:v>
                </c:pt>
                <c:pt idx="1160">
                  <c:v>1.1610154829433299</c:v>
                </c:pt>
                <c:pt idx="1161">
                  <c:v>1.1244811939483099</c:v>
                </c:pt>
                <c:pt idx="1162">
                  <c:v>1.1245831428436299</c:v>
                </c:pt>
                <c:pt idx="1163">
                  <c:v>1.1243924031341099</c:v>
                </c:pt>
                <c:pt idx="1164">
                  <c:v>1.0419368685861601</c:v>
                </c:pt>
                <c:pt idx="1165">
                  <c:v>1.03346517350226</c:v>
                </c:pt>
                <c:pt idx="1166">
                  <c:v>1.01685212963803</c:v>
                </c:pt>
                <c:pt idx="1167">
                  <c:v>0.99290780128946199</c:v>
                </c:pt>
                <c:pt idx="1168">
                  <c:v>0.99953413969076799</c:v>
                </c:pt>
                <c:pt idx="1169">
                  <c:v>0.96702759676134697</c:v>
                </c:pt>
                <c:pt idx="1170">
                  <c:v>0.98811510328005403</c:v>
                </c:pt>
                <c:pt idx="1171">
                  <c:v>1.03719797814922</c:v>
                </c:pt>
                <c:pt idx="1172">
                  <c:v>1.02098303479662</c:v>
                </c:pt>
                <c:pt idx="1173">
                  <c:v>1.0204431496991</c:v>
                </c:pt>
                <c:pt idx="1174">
                  <c:v>1.0154107903494101</c:v>
                </c:pt>
                <c:pt idx="1175">
                  <c:v>1.0188236570254401</c:v>
                </c:pt>
                <c:pt idx="1176">
                  <c:v>1.0046225995387501</c:v>
                </c:pt>
                <c:pt idx="1177">
                  <c:v>1.0151688724046</c:v>
                </c:pt>
                <c:pt idx="1178">
                  <c:v>1.0299339822012501</c:v>
                </c:pt>
                <c:pt idx="1179">
                  <c:v>1.0365413797518499</c:v>
                </c:pt>
                <c:pt idx="1180">
                  <c:v>1.06655758150603</c:v>
                </c:pt>
                <c:pt idx="1181">
                  <c:v>1.0746039168869099</c:v>
                </c:pt>
                <c:pt idx="1182">
                  <c:v>1.0763935484540901</c:v>
                </c:pt>
                <c:pt idx="1183">
                  <c:v>1.07220997024512</c:v>
                </c:pt>
                <c:pt idx="1184">
                  <c:v>1.0659677824284499</c:v>
                </c:pt>
                <c:pt idx="1185">
                  <c:v>1.0628481453982801</c:v>
                </c:pt>
                <c:pt idx="1186">
                  <c:v>1.0935699249519</c:v>
                </c:pt>
                <c:pt idx="1187">
                  <c:v>1.11375695409423</c:v>
                </c:pt>
                <c:pt idx="1188">
                  <c:v>1.11327529354788</c:v>
                </c:pt>
                <c:pt idx="1189">
                  <c:v>1.1329538829015899</c:v>
                </c:pt>
                <c:pt idx="1190">
                  <c:v>1.1453468575822101</c:v>
                </c:pt>
                <c:pt idx="1191">
                  <c:v>1.14943364530749</c:v>
                </c:pt>
                <c:pt idx="1192">
                  <c:v>1.11971204451325</c:v>
                </c:pt>
                <c:pt idx="1193">
                  <c:v>1.1269237819676401</c:v>
                </c:pt>
                <c:pt idx="1194">
                  <c:v>1.1286666082878201</c:v>
                </c:pt>
                <c:pt idx="1195">
                  <c:v>1.0812570679973399</c:v>
                </c:pt>
                <c:pt idx="1196">
                  <c:v>1.0786120664827099</c:v>
                </c:pt>
                <c:pt idx="1197">
                  <c:v>1.0855314099220701</c:v>
                </c:pt>
                <c:pt idx="1198">
                  <c:v>1.0986470527680201</c:v>
                </c:pt>
                <c:pt idx="1199">
                  <c:v>1.0743354670466001</c:v>
                </c:pt>
                <c:pt idx="1200">
                  <c:v>1.08097878692229</c:v>
                </c:pt>
                <c:pt idx="1201">
                  <c:v>1.11564183412812</c:v>
                </c:pt>
                <c:pt idx="1202">
                  <c:v>1.12225857178691</c:v>
                </c:pt>
                <c:pt idx="1203">
                  <c:v>1.1139524551781801</c:v>
                </c:pt>
                <c:pt idx="1204">
                  <c:v>1.09373133387546</c:v>
                </c:pt>
                <c:pt idx="1205">
                  <c:v>1.0953852343546999</c:v>
                </c:pt>
                <c:pt idx="1206">
                  <c:v>1.0830834554717299</c:v>
                </c:pt>
                <c:pt idx="1207">
                  <c:v>1.0916503428440301</c:v>
                </c:pt>
                <c:pt idx="1208">
                  <c:v>1.09128622805799</c:v>
                </c:pt>
                <c:pt idx="1209">
                  <c:v>1.1010257205048</c:v>
                </c:pt>
                <c:pt idx="1210">
                  <c:v>1.0738938347917899</c:v>
                </c:pt>
                <c:pt idx="1211">
                  <c:v>1.07073406939587</c:v>
                </c:pt>
                <c:pt idx="1212">
                  <c:v>1.0643757961347999</c:v>
                </c:pt>
                <c:pt idx="1213">
                  <c:v>1.0504495223869601</c:v>
                </c:pt>
                <c:pt idx="1214">
                  <c:v>1.05387045190999</c:v>
                </c:pt>
                <c:pt idx="1215">
                  <c:v>1.0461823123190399</c:v>
                </c:pt>
                <c:pt idx="1216">
                  <c:v>1.0545563212784499</c:v>
                </c:pt>
                <c:pt idx="1217">
                  <c:v>1.0428537189212099</c:v>
                </c:pt>
                <c:pt idx="1218">
                  <c:v>1.0400855586534301</c:v>
                </c:pt>
                <c:pt idx="1219">
                  <c:v>1.0246324015638</c:v>
                </c:pt>
                <c:pt idx="1220">
                  <c:v>1.0277371766721199</c:v>
                </c:pt>
                <c:pt idx="1221">
                  <c:v>1.0216361352416199</c:v>
                </c:pt>
                <c:pt idx="1222">
                  <c:v>1.0158856825374001</c:v>
                </c:pt>
                <c:pt idx="1223">
                  <c:v>1.04124193562695</c:v>
                </c:pt>
                <c:pt idx="1224">
                  <c:v>1.0615702010213099</c:v>
                </c:pt>
                <c:pt idx="1225">
                  <c:v>1.0594839960740301</c:v>
                </c:pt>
                <c:pt idx="1226">
                  <c:v>1.06362046379891</c:v>
                </c:pt>
                <c:pt idx="1227">
                  <c:v>1.0608358968048699</c:v>
                </c:pt>
                <c:pt idx="1228">
                  <c:v>1.0696860346621</c:v>
                </c:pt>
                <c:pt idx="1229">
                  <c:v>1.0637095890389401</c:v>
                </c:pt>
                <c:pt idx="1230">
                  <c:v>1.0742136429416</c:v>
                </c:pt>
                <c:pt idx="1231">
                  <c:v>1.0723945739530101</c:v>
                </c:pt>
                <c:pt idx="1232">
                  <c:v>1.06337353894763</c:v>
                </c:pt>
                <c:pt idx="1233">
                  <c:v>1.0702539889723599</c:v>
                </c:pt>
                <c:pt idx="1234">
                  <c:v>1.0753079344747301</c:v>
                </c:pt>
                <c:pt idx="1235">
                  <c:v>1.06329881213248</c:v>
                </c:pt>
                <c:pt idx="1236">
                  <c:v>1.06401104517393</c:v>
                </c:pt>
                <c:pt idx="1237">
                  <c:v>1.0685542003738999</c:v>
                </c:pt>
                <c:pt idx="1238">
                  <c:v>1.06222389641296</c:v>
                </c:pt>
                <c:pt idx="1239">
                  <c:v>1.0542800503427401</c:v>
                </c:pt>
                <c:pt idx="1240">
                  <c:v>1.0362605796376501</c:v>
                </c:pt>
                <c:pt idx="1241">
                  <c:v>1.0228416293246101</c:v>
                </c:pt>
                <c:pt idx="1242">
                  <c:v>1.00681356145248</c:v>
                </c:pt>
                <c:pt idx="1243">
                  <c:v>1.0344683606210601</c:v>
                </c:pt>
                <c:pt idx="1244">
                  <c:v>1.06352755325765</c:v>
                </c:pt>
                <c:pt idx="1245">
                  <c:v>1.07739015409746</c:v>
                </c:pt>
                <c:pt idx="1246">
                  <c:v>1.0956924042524001</c:v>
                </c:pt>
                <c:pt idx="1247">
                  <c:v>1.0992453971715499</c:v>
                </c:pt>
                <c:pt idx="1248">
                  <c:v>1.09628693226082</c:v>
                </c:pt>
                <c:pt idx="1249">
                  <c:v>1.1335437324347699</c:v>
                </c:pt>
                <c:pt idx="1250">
                  <c:v>1.13738715847687</c:v>
                </c:pt>
                <c:pt idx="1251">
                  <c:v>1.1389003100506201</c:v>
                </c:pt>
                <c:pt idx="1252">
                  <c:v>1.1353035526537301</c:v>
                </c:pt>
                <c:pt idx="1253">
                  <c:v>1.16098888225979</c:v>
                </c:pt>
                <c:pt idx="1254">
                  <c:v>1.2226991480149001</c:v>
                </c:pt>
                <c:pt idx="1255">
                  <c:v>1.2242415667662201</c:v>
                </c:pt>
                <c:pt idx="1256">
                  <c:v>1.2245911790894899</c:v>
                </c:pt>
                <c:pt idx="1257">
                  <c:v>1.2286991549016</c:v>
                </c:pt>
                <c:pt idx="1258">
                  <c:v>1.2354887319737999</c:v>
                </c:pt>
                <c:pt idx="1259">
                  <c:v>1.26044240262511</c:v>
                </c:pt>
                <c:pt idx="1260">
                  <c:v>1.29761135312523</c:v>
                </c:pt>
                <c:pt idx="1261">
                  <c:v>1.3235018872978801</c:v>
                </c:pt>
                <c:pt idx="1262">
                  <c:v>1.34642027127641</c:v>
                </c:pt>
                <c:pt idx="1263">
                  <c:v>1.2894000428066901</c:v>
                </c:pt>
                <c:pt idx="1264">
                  <c:v>1.3457537661932</c:v>
                </c:pt>
                <c:pt idx="1265">
                  <c:v>1.37164687374894</c:v>
                </c:pt>
                <c:pt idx="1266">
                  <c:v>1.34337897462499</c:v>
                </c:pt>
                <c:pt idx="1267">
                  <c:v>1.3057884123471799</c:v>
                </c:pt>
                <c:pt idx="1268">
                  <c:v>1.3254142126416899</c:v>
                </c:pt>
                <c:pt idx="1269">
                  <c:v>1.35886075394939</c:v>
                </c:pt>
                <c:pt idx="1270">
                  <c:v>1.3644051778514901</c:v>
                </c:pt>
                <c:pt idx="1271">
                  <c:v>1.3613744472559</c:v>
                </c:pt>
                <c:pt idx="1272">
                  <c:v>1.3782229105094399</c:v>
                </c:pt>
                <c:pt idx="1273">
                  <c:v>1.38501426188618</c:v>
                </c:pt>
                <c:pt idx="1274">
                  <c:v>1.3728471459906899</c:v>
                </c:pt>
                <c:pt idx="1275">
                  <c:v>1.33255016763504</c:v>
                </c:pt>
                <c:pt idx="1276">
                  <c:v>1.34158494019995</c:v>
                </c:pt>
                <c:pt idx="1277">
                  <c:v>1.32311421990685</c:v>
                </c:pt>
                <c:pt idx="1278">
                  <c:v>1.3617128392094699</c:v>
                </c:pt>
                <c:pt idx="1279">
                  <c:v>1.41221894799725</c:v>
                </c:pt>
                <c:pt idx="1280">
                  <c:v>1.4210056947240499</c:v>
                </c:pt>
                <c:pt idx="1281">
                  <c:v>1.4332517796139499</c:v>
                </c:pt>
                <c:pt idx="1282">
                  <c:v>1.43846416088517</c:v>
                </c:pt>
                <c:pt idx="1283">
                  <c:v>1.4332734158796401</c:v>
                </c:pt>
                <c:pt idx="1284">
                  <c:v>1.4377187819878301</c:v>
                </c:pt>
                <c:pt idx="1285">
                  <c:v>1.4345035661607</c:v>
                </c:pt>
                <c:pt idx="1286">
                  <c:v>1.4060109097414699</c:v>
                </c:pt>
                <c:pt idx="1287">
                  <c:v>1.4051178429764499</c:v>
                </c:pt>
                <c:pt idx="1288">
                  <c:v>1.39221759430383</c:v>
                </c:pt>
                <c:pt idx="1289">
                  <c:v>1.42288193665788</c:v>
                </c:pt>
                <c:pt idx="1290">
                  <c:v>1.4343796675860301</c:v>
                </c:pt>
                <c:pt idx="1291">
                  <c:v>1.4243053966149</c:v>
                </c:pt>
                <c:pt idx="1292">
                  <c:v>1.43419064205573</c:v>
                </c:pt>
                <c:pt idx="1293">
                  <c:v>1.4191892400711501</c:v>
                </c:pt>
                <c:pt idx="1294">
                  <c:v>1.3968801946512499</c:v>
                </c:pt>
                <c:pt idx="1295">
                  <c:v>1.4122833360664899</c:v>
                </c:pt>
                <c:pt idx="1296">
                  <c:v>1.3567383944751901</c:v>
                </c:pt>
                <c:pt idx="1297">
                  <c:v>1.34001043200246</c:v>
                </c:pt>
                <c:pt idx="1298">
                  <c:v>1.29423779403088</c:v>
                </c:pt>
                <c:pt idx="1299">
                  <c:v>1.3089128793981</c:v>
                </c:pt>
                <c:pt idx="1300">
                  <c:v>1.2102835648477399</c:v>
                </c:pt>
                <c:pt idx="1301">
                  <c:v>1.2238981941139</c:v>
                </c:pt>
                <c:pt idx="1302">
                  <c:v>1.22019931623915</c:v>
                </c:pt>
                <c:pt idx="1303">
                  <c:v>1.2081804524052699</c:v>
                </c:pt>
                <c:pt idx="1304">
                  <c:v>1.2519188534254899</c:v>
                </c:pt>
                <c:pt idx="1305">
                  <c:v>1.24107008827566</c:v>
                </c:pt>
                <c:pt idx="1306">
                  <c:v>1.23300887288598</c:v>
                </c:pt>
                <c:pt idx="1307">
                  <c:v>1.25875764377907</c:v>
                </c:pt>
                <c:pt idx="1308">
                  <c:v>1.2678157686646301</c:v>
                </c:pt>
                <c:pt idx="1309">
                  <c:v>1.2229799833374499</c:v>
                </c:pt>
                <c:pt idx="1310">
                  <c:v>1.21789425842933</c:v>
                </c:pt>
                <c:pt idx="1311">
                  <c:v>1.24011926248522</c:v>
                </c:pt>
                <c:pt idx="1312">
                  <c:v>1.23182989408324</c:v>
                </c:pt>
                <c:pt idx="1313">
                  <c:v>1.2049124910892799</c:v>
                </c:pt>
                <c:pt idx="1314">
                  <c:v>1.1922705483726801</c:v>
                </c:pt>
                <c:pt idx="1315">
                  <c:v>1.22618025756816</c:v>
                </c:pt>
                <c:pt idx="1316">
                  <c:v>1.2251261979178301</c:v>
                </c:pt>
                <c:pt idx="1317">
                  <c:v>1.22919953004011</c:v>
                </c:pt>
                <c:pt idx="1318">
                  <c:v>1.2221546078276</c:v>
                </c:pt>
                <c:pt idx="1319">
                  <c:v>1.2203294182998199</c:v>
                </c:pt>
                <c:pt idx="1320">
                  <c:v>1.2031502286264999</c:v>
                </c:pt>
                <c:pt idx="1321">
                  <c:v>1.18520420247168</c:v>
                </c:pt>
                <c:pt idx="1322">
                  <c:v>1.18451896050182</c:v>
                </c:pt>
                <c:pt idx="1323">
                  <c:v>1.1542020862586799</c:v>
                </c:pt>
                <c:pt idx="1324">
                  <c:v>1.16651291785004</c:v>
                </c:pt>
                <c:pt idx="1325">
                  <c:v>1.20944519672826</c:v>
                </c:pt>
                <c:pt idx="1326">
                  <c:v>1.2028200574941199</c:v>
                </c:pt>
                <c:pt idx="1327">
                  <c:v>1.2095483635191999</c:v>
                </c:pt>
                <c:pt idx="1328">
                  <c:v>1.18494090457898</c:v>
                </c:pt>
                <c:pt idx="1329">
                  <c:v>1.1856919117784901</c:v>
                </c:pt>
                <c:pt idx="1330">
                  <c:v>1.1836145795549899</c:v>
                </c:pt>
                <c:pt idx="1331">
                  <c:v>1.2005704754904301</c:v>
                </c:pt>
                <c:pt idx="1332">
                  <c:v>1.2194190213528</c:v>
                </c:pt>
                <c:pt idx="1333">
                  <c:v>1.2383081708679899</c:v>
                </c:pt>
                <c:pt idx="1334">
                  <c:v>1.2380166298011499</c:v>
                </c:pt>
                <c:pt idx="1335">
                  <c:v>1.2260509331467999</c:v>
                </c:pt>
                <c:pt idx="1336">
                  <c:v>1.2254736974185501</c:v>
                </c:pt>
                <c:pt idx="1337">
                  <c:v>1.23491018522215</c:v>
                </c:pt>
                <c:pt idx="1338">
                  <c:v>1.21788098680196</c:v>
                </c:pt>
                <c:pt idx="1339">
                  <c:v>1.25287429898905</c:v>
                </c:pt>
                <c:pt idx="1340">
                  <c:v>1.2529876754154401</c:v>
                </c:pt>
                <c:pt idx="1341">
                  <c:v>1.2426700342336501</c:v>
                </c:pt>
                <c:pt idx="1342">
                  <c:v>1.2381057961650399</c:v>
                </c:pt>
                <c:pt idx="1343">
                  <c:v>1.2413290016491201</c:v>
                </c:pt>
                <c:pt idx="1344">
                  <c:v>1.1990462190473401</c:v>
                </c:pt>
                <c:pt idx="1345">
                  <c:v>1.2027267198459699</c:v>
                </c:pt>
                <c:pt idx="1346">
                  <c:v>1.19268501779686</c:v>
                </c:pt>
                <c:pt idx="1347">
                  <c:v>1.1922972109794301</c:v>
                </c:pt>
                <c:pt idx="1348">
                  <c:v>1.1961489153401801</c:v>
                </c:pt>
                <c:pt idx="1349">
                  <c:v>1.2087970529493</c:v>
                </c:pt>
                <c:pt idx="1350">
                  <c:v>1.21237064520451</c:v>
                </c:pt>
                <c:pt idx="1351">
                  <c:v>1.2121514257938999</c:v>
                </c:pt>
                <c:pt idx="1352">
                  <c:v>1.19151941921892</c:v>
                </c:pt>
                <c:pt idx="1353">
                  <c:v>1.1971275950139499</c:v>
                </c:pt>
                <c:pt idx="1354">
                  <c:v>1.1650230226540099</c:v>
                </c:pt>
                <c:pt idx="1355">
                  <c:v>1.1778767327530899</c:v>
                </c:pt>
                <c:pt idx="1356">
                  <c:v>1.1919731731141401</c:v>
                </c:pt>
                <c:pt idx="1357">
                  <c:v>1.1951772747371201</c:v>
                </c:pt>
                <c:pt idx="1358">
                  <c:v>1.19642924157713</c:v>
                </c:pt>
                <c:pt idx="1359">
                  <c:v>1.1969121407394001</c:v>
                </c:pt>
                <c:pt idx="1360">
                  <c:v>1.2029255654545901</c:v>
                </c:pt>
                <c:pt idx="1361">
                  <c:v>1.19571239681789</c:v>
                </c:pt>
                <c:pt idx="1362">
                  <c:v>1.1880339654274601</c:v>
                </c:pt>
                <c:pt idx="1363">
                  <c:v>1.1682007475551901</c:v>
                </c:pt>
                <c:pt idx="1364">
                  <c:v>1.1544848685834801</c:v>
                </c:pt>
                <c:pt idx="1365">
                  <c:v>1.1231630638443999</c:v>
                </c:pt>
                <c:pt idx="1366">
                  <c:v>1.1201984405005601</c:v>
                </c:pt>
                <c:pt idx="1367">
                  <c:v>1.12617147770808</c:v>
                </c:pt>
                <c:pt idx="1368">
                  <c:v>1.1121684165143499</c:v>
                </c:pt>
                <c:pt idx="1369">
                  <c:v>1.13180593340792</c:v>
                </c:pt>
                <c:pt idx="1370">
                  <c:v>1.12560689816554</c:v>
                </c:pt>
                <c:pt idx="1371">
                  <c:v>1.1331912666613499</c:v>
                </c:pt>
                <c:pt idx="1372">
                  <c:v>1.1383570706753201</c:v>
                </c:pt>
                <c:pt idx="1373">
                  <c:v>1.1435135023538601</c:v>
                </c:pt>
                <c:pt idx="1374">
                  <c:v>1.1807783402535501</c:v>
                </c:pt>
                <c:pt idx="1375">
                  <c:v>1.18417066972481</c:v>
                </c:pt>
                <c:pt idx="1376">
                  <c:v>1.18572074056702</c:v>
                </c:pt>
                <c:pt idx="1377">
                  <c:v>1.19129796473321</c:v>
                </c:pt>
                <c:pt idx="1378">
                  <c:v>1.1879612403602899</c:v>
                </c:pt>
                <c:pt idx="1379">
                  <c:v>1.1812729093843399</c:v>
                </c:pt>
                <c:pt idx="1380">
                  <c:v>1.2042434446412</c:v>
                </c:pt>
                <c:pt idx="1381">
                  <c:v>1.2037771411509099</c:v>
                </c:pt>
                <c:pt idx="1382">
                  <c:v>1.20340866308538</c:v>
                </c:pt>
                <c:pt idx="1383">
                  <c:v>1.1863738708154099</c:v>
                </c:pt>
                <c:pt idx="1384">
                  <c:v>1.2166491597451301</c:v>
                </c:pt>
                <c:pt idx="1385">
                  <c:v>1.2249718675696599</c:v>
                </c:pt>
                <c:pt idx="1386">
                  <c:v>1.23755752253553</c:v>
                </c:pt>
                <c:pt idx="1387">
                  <c:v>1.249838476149</c:v>
                </c:pt>
                <c:pt idx="1388">
                  <c:v>1.25482304970327</c:v>
                </c:pt>
                <c:pt idx="1389">
                  <c:v>1.2824108577956499</c:v>
                </c:pt>
                <c:pt idx="1390">
                  <c:v>1.2835498057961601</c:v>
                </c:pt>
                <c:pt idx="1391">
                  <c:v>1.2751439789074801</c:v>
                </c:pt>
                <c:pt idx="1392">
                  <c:v>1.28085578035331</c:v>
                </c:pt>
                <c:pt idx="1393">
                  <c:v>1.2855065371565499</c:v>
                </c:pt>
                <c:pt idx="1394">
                  <c:v>1.25591978773602</c:v>
                </c:pt>
                <c:pt idx="1395">
                  <c:v>1.2556975219153701</c:v>
                </c:pt>
                <c:pt idx="1396">
                  <c:v>1.2674767632236901</c:v>
                </c:pt>
                <c:pt idx="1397">
                  <c:v>1.2693513331422599</c:v>
                </c:pt>
                <c:pt idx="1398">
                  <c:v>1.25689158680873</c:v>
                </c:pt>
                <c:pt idx="1399">
                  <c:v>1.25883372939061</c:v>
                </c:pt>
                <c:pt idx="1400">
                  <c:v>1.2350746480565</c:v>
                </c:pt>
                <c:pt idx="1401">
                  <c:v>1.20058927254333</c:v>
                </c:pt>
                <c:pt idx="1402">
                  <c:v>1.2113537143700801</c:v>
                </c:pt>
                <c:pt idx="1403">
                  <c:v>1.2002636144526999</c:v>
                </c:pt>
                <c:pt idx="1404">
                  <c:v>1.2014366951928399</c:v>
                </c:pt>
                <c:pt idx="1405">
                  <c:v>1.2131572834539099</c:v>
                </c:pt>
                <c:pt idx="1406">
                  <c:v>1.22830759607369</c:v>
                </c:pt>
                <c:pt idx="1407">
                  <c:v>1.22994817087326</c:v>
                </c:pt>
                <c:pt idx="1408">
                  <c:v>1.2501227397602901</c:v>
                </c:pt>
                <c:pt idx="1409">
                  <c:v>1.2312083369659099</c:v>
                </c:pt>
                <c:pt idx="1410">
                  <c:v>1.22445579623032</c:v>
                </c:pt>
                <c:pt idx="1411">
                  <c:v>1.2212713079758999</c:v>
                </c:pt>
                <c:pt idx="1412">
                  <c:v>1.2043922199096699</c:v>
                </c:pt>
                <c:pt idx="1413">
                  <c:v>1.1991394165282001</c:v>
                </c:pt>
                <c:pt idx="1414">
                  <c:v>1.21322069270271</c:v>
                </c:pt>
                <c:pt idx="1415">
                  <c:v>1.20438872406273</c:v>
                </c:pt>
                <c:pt idx="1416">
                  <c:v>1.20294997351244</c:v>
                </c:pt>
                <c:pt idx="1417">
                  <c:v>1.21149023560233</c:v>
                </c:pt>
                <c:pt idx="1418">
                  <c:v>1.23562554780386</c:v>
                </c:pt>
                <c:pt idx="1419">
                  <c:v>1.21860453060076</c:v>
                </c:pt>
                <c:pt idx="1420">
                  <c:v>1.20663712429759</c:v>
                </c:pt>
                <c:pt idx="1421">
                  <c:v>1.1966748485009999</c:v>
                </c:pt>
                <c:pt idx="1422">
                  <c:v>1.2081473411030399</c:v>
                </c:pt>
                <c:pt idx="1423">
                  <c:v>1.21302390128243</c:v>
                </c:pt>
                <c:pt idx="1424">
                  <c:v>1.2157061123249</c:v>
                </c:pt>
                <c:pt idx="1425">
                  <c:v>1.2042743480243301</c:v>
                </c:pt>
                <c:pt idx="1426">
                  <c:v>1.21170041216455</c:v>
                </c:pt>
                <c:pt idx="1427">
                  <c:v>1.20820106818413</c:v>
                </c:pt>
                <c:pt idx="1428">
                  <c:v>1.1771994107511401</c:v>
                </c:pt>
                <c:pt idx="1429">
                  <c:v>1.1791578335595301</c:v>
                </c:pt>
                <c:pt idx="1430">
                  <c:v>1.1727449127863101</c:v>
                </c:pt>
                <c:pt idx="1431">
                  <c:v>1.17971903792918</c:v>
                </c:pt>
                <c:pt idx="1432">
                  <c:v>1.166423972539</c:v>
                </c:pt>
                <c:pt idx="1433">
                  <c:v>1.1735728951611399</c:v>
                </c:pt>
                <c:pt idx="1434">
                  <c:v>1.1937445457104501</c:v>
                </c:pt>
                <c:pt idx="1435">
                  <c:v>1.18612602514701</c:v>
                </c:pt>
                <c:pt idx="1436">
                  <c:v>1.1852039400915699</c:v>
                </c:pt>
                <c:pt idx="1437">
                  <c:v>1.17384559654681</c:v>
                </c:pt>
                <c:pt idx="1438">
                  <c:v>1.1707742006639199</c:v>
                </c:pt>
                <c:pt idx="1439">
                  <c:v>1.16873400352662</c:v>
                </c:pt>
                <c:pt idx="1440">
                  <c:v>1.1691353809231599</c:v>
                </c:pt>
                <c:pt idx="1441">
                  <c:v>1.16579525178796</c:v>
                </c:pt>
                <c:pt idx="1442">
                  <c:v>1.16776108730553</c:v>
                </c:pt>
                <c:pt idx="1443">
                  <c:v>1.1705050579274601</c:v>
                </c:pt>
                <c:pt idx="1444">
                  <c:v>1.1770244927725699</c:v>
                </c:pt>
                <c:pt idx="1445">
                  <c:v>1.1773929438075901</c:v>
                </c:pt>
                <c:pt idx="1446">
                  <c:v>1.19004632086512</c:v>
                </c:pt>
                <c:pt idx="1447">
                  <c:v>1.1968072649258901</c:v>
                </c:pt>
                <c:pt idx="1448">
                  <c:v>1.2029338674230201</c:v>
                </c:pt>
                <c:pt idx="1449">
                  <c:v>1.2077587548130899</c:v>
                </c:pt>
                <c:pt idx="1450">
                  <c:v>1.2039459824621599</c:v>
                </c:pt>
                <c:pt idx="1451">
                  <c:v>1.2023393040936901</c:v>
                </c:pt>
                <c:pt idx="1452">
                  <c:v>1.2155704458143399</c:v>
                </c:pt>
                <c:pt idx="1453">
                  <c:v>1.2356903009629101</c:v>
                </c:pt>
                <c:pt idx="1454">
                  <c:v>1.2535349189159699</c:v>
                </c:pt>
                <c:pt idx="1455">
                  <c:v>1.25280044501042</c:v>
                </c:pt>
                <c:pt idx="1456">
                  <c:v>1.2597335103873699</c:v>
                </c:pt>
                <c:pt idx="1457">
                  <c:v>1.2453293645643899</c:v>
                </c:pt>
                <c:pt idx="1458">
                  <c:v>1.2172687636884301</c:v>
                </c:pt>
                <c:pt idx="1459">
                  <c:v>1.23558102998206</c:v>
                </c:pt>
                <c:pt idx="1460">
                  <c:v>1.2406958838772599</c:v>
                </c:pt>
                <c:pt idx="1461">
                  <c:v>1.25005956658173</c:v>
                </c:pt>
                <c:pt idx="1462">
                  <c:v>1.2414261867963801</c:v>
                </c:pt>
                <c:pt idx="1463">
                  <c:v>1.2501194157209199</c:v>
                </c:pt>
                <c:pt idx="1464">
                  <c:v>1.2585312738668299</c:v>
                </c:pt>
                <c:pt idx="1465">
                  <c:v>1.2828019946240501</c:v>
                </c:pt>
                <c:pt idx="1466">
                  <c:v>1.29078064684418</c:v>
                </c:pt>
                <c:pt idx="1467">
                  <c:v>1.30286890495184</c:v>
                </c:pt>
                <c:pt idx="1468">
                  <c:v>1.32233164474887</c:v>
                </c:pt>
                <c:pt idx="1469">
                  <c:v>1.3053474268173799</c:v>
                </c:pt>
                <c:pt idx="1470">
                  <c:v>1.32421046811778</c:v>
                </c:pt>
                <c:pt idx="1471">
                  <c:v>1.3212302507345399</c:v>
                </c:pt>
                <c:pt idx="1472">
                  <c:v>1.33829001942921</c:v>
                </c:pt>
                <c:pt idx="1473">
                  <c:v>1.3369419891719501</c:v>
                </c:pt>
                <c:pt idx="1474">
                  <c:v>1.33475133951382</c:v>
                </c:pt>
                <c:pt idx="1475">
                  <c:v>1.3318770459756699</c:v>
                </c:pt>
                <c:pt idx="1476">
                  <c:v>1.3263844623886301</c:v>
                </c:pt>
                <c:pt idx="1477">
                  <c:v>1.34148157143179</c:v>
                </c:pt>
                <c:pt idx="1478">
                  <c:v>1.3286928574751</c:v>
                </c:pt>
                <c:pt idx="1479">
                  <c:v>1.3321114523675299</c:v>
                </c:pt>
                <c:pt idx="1480">
                  <c:v>1.28423216611054</c:v>
                </c:pt>
                <c:pt idx="1481">
                  <c:v>1.1729122047624401</c:v>
                </c:pt>
                <c:pt idx="1482">
                  <c:v>1.17667369943894</c:v>
                </c:pt>
                <c:pt idx="1483">
                  <c:v>1.2094132408083</c:v>
                </c:pt>
                <c:pt idx="1484">
                  <c:v>1.24556180522631</c:v>
                </c:pt>
                <c:pt idx="1485">
                  <c:v>1.2580891247853401</c:v>
                </c:pt>
                <c:pt idx="1486">
                  <c:v>1.27633676534411</c:v>
                </c:pt>
                <c:pt idx="1487">
                  <c:v>1.2689552759845999</c:v>
                </c:pt>
                <c:pt idx="1488">
                  <c:v>1.2914716743774699</c:v>
                </c:pt>
                <c:pt idx="1489">
                  <c:v>1.2787728309138899</c:v>
                </c:pt>
                <c:pt idx="1490">
                  <c:v>1.2824965115553999</c:v>
                </c:pt>
                <c:pt idx="1491">
                  <c:v>1.32624717401681</c:v>
                </c:pt>
                <c:pt idx="1492">
                  <c:v>1.35014245291409</c:v>
                </c:pt>
                <c:pt idx="1493">
                  <c:v>1.33727876429041</c:v>
                </c:pt>
                <c:pt idx="1494">
                  <c:v>1.3599186310632201</c:v>
                </c:pt>
                <c:pt idx="1495">
                  <c:v>1.3783053388456701</c:v>
                </c:pt>
                <c:pt idx="1496">
                  <c:v>1.3993984973659399</c:v>
                </c:pt>
                <c:pt idx="1497">
                  <c:v>1.39794641014926</c:v>
                </c:pt>
                <c:pt idx="1498">
                  <c:v>1.3702022920397701</c:v>
                </c:pt>
                <c:pt idx="1499">
                  <c:v>1.37242036152685</c:v>
                </c:pt>
                <c:pt idx="1500">
                  <c:v>1.2985725773065599</c:v>
                </c:pt>
                <c:pt idx="1501">
                  <c:v>1.35216404255435</c:v>
                </c:pt>
                <c:pt idx="1502">
                  <c:v>1.36868273976126</c:v>
                </c:pt>
                <c:pt idx="1503">
                  <c:v>1.3779716816437699</c:v>
                </c:pt>
                <c:pt idx="1504">
                  <c:v>1.39968615756881</c:v>
                </c:pt>
                <c:pt idx="1505">
                  <c:v>1.3963433600353901</c:v>
                </c:pt>
                <c:pt idx="1506">
                  <c:v>1.34760849372903</c:v>
                </c:pt>
                <c:pt idx="1507">
                  <c:v>1.3775571854834201</c:v>
                </c:pt>
                <c:pt idx="1508">
                  <c:v>1.36140677218616</c:v>
                </c:pt>
                <c:pt idx="1509">
                  <c:v>1.3344869293008801</c:v>
                </c:pt>
                <c:pt idx="1510">
                  <c:v>1.3187996073019701</c:v>
                </c:pt>
                <c:pt idx="1511">
                  <c:v>1.2610573878081099</c:v>
                </c:pt>
                <c:pt idx="1512">
                  <c:v>1.25703563487002</c:v>
                </c:pt>
                <c:pt idx="1513">
                  <c:v>1.2379161103795699</c:v>
                </c:pt>
                <c:pt idx="1514">
                  <c:v>1.2491725184021401</c:v>
                </c:pt>
                <c:pt idx="1515">
                  <c:v>1.26323422612256</c:v>
                </c:pt>
                <c:pt idx="1516">
                  <c:v>1.2096136532959101</c:v>
                </c:pt>
                <c:pt idx="1517">
                  <c:v>1.2317095273372201</c:v>
                </c:pt>
                <c:pt idx="1518">
                  <c:v>1.25988497509839</c:v>
                </c:pt>
                <c:pt idx="1519">
                  <c:v>1.2472419994622199</c:v>
                </c:pt>
                <c:pt idx="1520">
                  <c:v>1.2416647465794901</c:v>
                </c:pt>
                <c:pt idx="1521">
                  <c:v>1.21270045312147</c:v>
                </c:pt>
                <c:pt idx="1522">
                  <c:v>1.2153792547223801</c:v>
                </c:pt>
                <c:pt idx="1523">
                  <c:v>1.2094876701227399</c:v>
                </c:pt>
                <c:pt idx="1524">
                  <c:v>1.23536083627995</c:v>
                </c:pt>
                <c:pt idx="1525">
                  <c:v>1.2294935530979201</c:v>
                </c:pt>
                <c:pt idx="1526">
                  <c:v>1.2689835262406599</c:v>
                </c:pt>
                <c:pt idx="1527">
                  <c:v>1.2720164725893901</c:v>
                </c:pt>
                <c:pt idx="1528">
                  <c:v>1.2845455060175699</c:v>
                </c:pt>
                <c:pt idx="1529">
                  <c:v>1.2545059496745701</c:v>
                </c:pt>
                <c:pt idx="1530">
                  <c:v>1.2455584318298301</c:v>
                </c:pt>
                <c:pt idx="1531">
                  <c:v>1.2673094462179699</c:v>
                </c:pt>
                <c:pt idx="1532">
                  <c:v>1.2614891396086401</c:v>
                </c:pt>
                <c:pt idx="1533">
                  <c:v>1.2686488528990201</c:v>
                </c:pt>
                <c:pt idx="1534">
                  <c:v>1.2706752261382901</c:v>
                </c:pt>
                <c:pt idx="1535">
                  <c:v>1.2867054024260101</c:v>
                </c:pt>
                <c:pt idx="1536">
                  <c:v>1.27879341497449</c:v>
                </c:pt>
                <c:pt idx="1537">
                  <c:v>1.28991017584921</c:v>
                </c:pt>
                <c:pt idx="1538">
                  <c:v>1.28386536379692</c:v>
                </c:pt>
                <c:pt idx="1539">
                  <c:v>1.2610348400715199</c:v>
                </c:pt>
                <c:pt idx="1540">
                  <c:v>1.2555532309261801</c:v>
                </c:pt>
                <c:pt idx="1541">
                  <c:v>1.2352898585819501</c:v>
                </c:pt>
                <c:pt idx="1542">
                  <c:v>1.2358722563011999</c:v>
                </c:pt>
                <c:pt idx="1543">
                  <c:v>1.26386118535484</c:v>
                </c:pt>
                <c:pt idx="1544">
                  <c:v>1.28645932967502</c:v>
                </c:pt>
                <c:pt idx="1545">
                  <c:v>1.2849451403793</c:v>
                </c:pt>
                <c:pt idx="1546">
                  <c:v>1.2989295070002</c:v>
                </c:pt>
                <c:pt idx="1547">
                  <c:v>1.30014536802706</c:v>
                </c:pt>
                <c:pt idx="1548">
                  <c:v>1.2979463337778601</c:v>
                </c:pt>
                <c:pt idx="1549">
                  <c:v>1.3056963842649201</c:v>
                </c:pt>
                <c:pt idx="1550">
                  <c:v>1.2953768003245201</c:v>
                </c:pt>
                <c:pt idx="1551">
                  <c:v>1.2994799323244399</c:v>
                </c:pt>
                <c:pt idx="1552">
                  <c:v>1.2946111138273</c:v>
                </c:pt>
                <c:pt idx="1553">
                  <c:v>1.30742021290183</c:v>
                </c:pt>
                <c:pt idx="1554">
                  <c:v>1.2960032030211801</c:v>
                </c:pt>
                <c:pt idx="1555">
                  <c:v>1.27981850100001</c:v>
                </c:pt>
                <c:pt idx="1556">
                  <c:v>1.25660262387213</c:v>
                </c:pt>
                <c:pt idx="1557">
                  <c:v>1.25283797673222</c:v>
                </c:pt>
                <c:pt idx="1558">
                  <c:v>1.2798348416099901</c:v>
                </c:pt>
                <c:pt idx="1559">
                  <c:v>1.27565254533141</c:v>
                </c:pt>
                <c:pt idx="1560">
                  <c:v>1.2742588241656401</c:v>
                </c:pt>
                <c:pt idx="1561">
                  <c:v>1.28445629158467</c:v>
                </c:pt>
                <c:pt idx="1562">
                  <c:v>1.32406206276356</c:v>
                </c:pt>
                <c:pt idx="1563">
                  <c:v>1.32951375435828</c:v>
                </c:pt>
                <c:pt idx="1564">
                  <c:v>1.33077055312224</c:v>
                </c:pt>
                <c:pt idx="1565">
                  <c:v>1.33291285886122</c:v>
                </c:pt>
                <c:pt idx="1566">
                  <c:v>1.3326339414425801</c:v>
                </c:pt>
                <c:pt idx="1567">
                  <c:v>1.33318688563441</c:v>
                </c:pt>
                <c:pt idx="1568">
                  <c:v>1.3385544201761299</c:v>
                </c:pt>
                <c:pt idx="1569">
                  <c:v>1.3370170830656301</c:v>
                </c:pt>
                <c:pt idx="1570">
                  <c:v>1.33275422373738</c:v>
                </c:pt>
                <c:pt idx="1571">
                  <c:v>1.33484486239532</c:v>
                </c:pt>
                <c:pt idx="1572">
                  <c:v>1.3352707190386</c:v>
                </c:pt>
                <c:pt idx="1573">
                  <c:v>1.36036431245245</c:v>
                </c:pt>
                <c:pt idx="1574">
                  <c:v>1.3669135143120299</c:v>
                </c:pt>
                <c:pt idx="1575">
                  <c:v>1.3651141898133501</c:v>
                </c:pt>
                <c:pt idx="1576">
                  <c:v>1.3723900061779499</c:v>
                </c:pt>
                <c:pt idx="1577">
                  <c:v>1.3764533267403201</c:v>
                </c:pt>
                <c:pt idx="1578">
                  <c:v>1.3766178814493699</c:v>
                </c:pt>
                <c:pt idx="1579">
                  <c:v>1.3747885825245201</c:v>
                </c:pt>
                <c:pt idx="1580">
                  <c:v>1.36882407927939</c:v>
                </c:pt>
                <c:pt idx="1581">
                  <c:v>1.3899086780485199</c:v>
                </c:pt>
                <c:pt idx="1582">
                  <c:v>1.3996593948990701</c:v>
                </c:pt>
                <c:pt idx="1583">
                  <c:v>1.4229083870083299</c:v>
                </c:pt>
                <c:pt idx="1584">
                  <c:v>1.4406006244927101</c:v>
                </c:pt>
                <c:pt idx="1585">
                  <c:v>1.50256579256055</c:v>
                </c:pt>
                <c:pt idx="1586">
                  <c:v>1.52072313858527</c:v>
                </c:pt>
                <c:pt idx="1587">
                  <c:v>1.5577886991007499</c:v>
                </c:pt>
                <c:pt idx="1588">
                  <c:v>1.60298273355217</c:v>
                </c:pt>
                <c:pt idx="1589">
                  <c:v>1.5949909065576</c:v>
                </c:pt>
                <c:pt idx="1590">
                  <c:v>1.64905408460015</c:v>
                </c:pt>
                <c:pt idx="1591">
                  <c:v>1.6322036682426899</c:v>
                </c:pt>
                <c:pt idx="1592">
                  <c:v>1.5875866097512299</c:v>
                </c:pt>
                <c:pt idx="1593">
                  <c:v>1.5117713944546001</c:v>
                </c:pt>
                <c:pt idx="1594">
                  <c:v>1.5131197824674401</c:v>
                </c:pt>
                <c:pt idx="1595">
                  <c:v>1.5684861248658</c:v>
                </c:pt>
                <c:pt idx="1596">
                  <c:v>1.5770626381892301</c:v>
                </c:pt>
                <c:pt idx="1597">
                  <c:v>1.5883513922599399</c:v>
                </c:pt>
                <c:pt idx="1598">
                  <c:v>1.5834317670695699</c:v>
                </c:pt>
                <c:pt idx="1599">
                  <c:v>1.5114266289288001</c:v>
                </c:pt>
                <c:pt idx="1600">
                  <c:v>1.51053863474364</c:v>
                </c:pt>
                <c:pt idx="1601">
                  <c:v>1.5270843625607</c:v>
                </c:pt>
                <c:pt idx="1602">
                  <c:v>1.57011525986647</c:v>
                </c:pt>
                <c:pt idx="1603">
                  <c:v>1.56828503624583</c:v>
                </c:pt>
                <c:pt idx="1604">
                  <c:v>1.58820284863636</c:v>
                </c:pt>
                <c:pt idx="1605">
                  <c:v>1.6362160763212901</c:v>
                </c:pt>
                <c:pt idx="1606">
                  <c:v>1.6272889718397501</c:v>
                </c:pt>
                <c:pt idx="1607">
                  <c:v>1.6444475617960499</c:v>
                </c:pt>
                <c:pt idx="1608">
                  <c:v>1.6445798586265299</c:v>
                </c:pt>
                <c:pt idx="1609">
                  <c:v>1.6233715440005501</c:v>
                </c:pt>
                <c:pt idx="1610">
                  <c:v>1.6340681072782699</c:v>
                </c:pt>
                <c:pt idx="1611">
                  <c:v>1.6003818509333301</c:v>
                </c:pt>
                <c:pt idx="1612">
                  <c:v>1.58007728251307</c:v>
                </c:pt>
                <c:pt idx="1613">
                  <c:v>1.58745314614213</c:v>
                </c:pt>
                <c:pt idx="1614">
                  <c:v>1.6008036734137501</c:v>
                </c:pt>
                <c:pt idx="1615">
                  <c:v>1.63515320684062</c:v>
                </c:pt>
                <c:pt idx="1616">
                  <c:v>1.64988218170166</c:v>
                </c:pt>
                <c:pt idx="1617">
                  <c:v>1.6208372494935901</c:v>
                </c:pt>
                <c:pt idx="1618">
                  <c:v>1.5978615456888099</c:v>
                </c:pt>
                <c:pt idx="1619">
                  <c:v>1.6081889707422401</c:v>
                </c:pt>
                <c:pt idx="1620">
                  <c:v>1.6219642022846099</c:v>
                </c:pt>
                <c:pt idx="1621">
                  <c:v>1.61340786060991</c:v>
                </c:pt>
                <c:pt idx="1622">
                  <c:v>1.5764007360165699</c:v>
                </c:pt>
                <c:pt idx="1623">
                  <c:v>1.5902295879308499</c:v>
                </c:pt>
                <c:pt idx="1624">
                  <c:v>1.61212085644645</c:v>
                </c:pt>
                <c:pt idx="1625">
                  <c:v>1.61533693456267</c:v>
                </c:pt>
                <c:pt idx="1626">
                  <c:v>1.6210386764606699</c:v>
                </c:pt>
                <c:pt idx="1627">
                  <c:v>1.62304278291362</c:v>
                </c:pt>
                <c:pt idx="1628">
                  <c:v>1.6063062962397101</c:v>
                </c:pt>
                <c:pt idx="1629">
                  <c:v>1.6021615038774399</c:v>
                </c:pt>
                <c:pt idx="1630">
                  <c:v>1.57623556074953</c:v>
                </c:pt>
                <c:pt idx="1631">
                  <c:v>1.58398608445364</c:v>
                </c:pt>
                <c:pt idx="1632">
                  <c:v>1.5403523538899599</c:v>
                </c:pt>
                <c:pt idx="1633">
                  <c:v>1.49652939777703</c:v>
                </c:pt>
                <c:pt idx="1634">
                  <c:v>1.51807833734222</c:v>
                </c:pt>
                <c:pt idx="1635">
                  <c:v>1.53674711014425</c:v>
                </c:pt>
                <c:pt idx="1636">
                  <c:v>1.5437016655303699</c:v>
                </c:pt>
                <c:pt idx="1637">
                  <c:v>1.5329053998637401</c:v>
                </c:pt>
                <c:pt idx="1638">
                  <c:v>1.5378821451543601</c:v>
                </c:pt>
                <c:pt idx="1639">
                  <c:v>1.5615651224810301</c:v>
                </c:pt>
                <c:pt idx="1640">
                  <c:v>1.5587570571560201</c:v>
                </c:pt>
                <c:pt idx="1641">
                  <c:v>1.5324065810335901</c:v>
                </c:pt>
                <c:pt idx="1642">
                  <c:v>1.5385297833898199</c:v>
                </c:pt>
                <c:pt idx="1643">
                  <c:v>1.4981892178466001</c:v>
                </c:pt>
                <c:pt idx="1644">
                  <c:v>1.4905345201887701</c:v>
                </c:pt>
                <c:pt idx="1645">
                  <c:v>1.4731380438684001</c:v>
                </c:pt>
                <c:pt idx="1646">
                  <c:v>1.4876491647063499</c:v>
                </c:pt>
                <c:pt idx="1647">
                  <c:v>1.48306371936421</c:v>
                </c:pt>
                <c:pt idx="1648">
                  <c:v>1.5280278967732499</c:v>
                </c:pt>
                <c:pt idx="1649">
                  <c:v>1.5721864909416099</c:v>
                </c:pt>
                <c:pt idx="1650">
                  <c:v>1.57753198750201</c:v>
                </c:pt>
                <c:pt idx="1651">
                  <c:v>1.5643135627435101</c:v>
                </c:pt>
                <c:pt idx="1652">
                  <c:v>1.55087444566374</c:v>
                </c:pt>
                <c:pt idx="1653">
                  <c:v>1.54671475522006</c:v>
                </c:pt>
                <c:pt idx="1654">
                  <c:v>1.53665401058216</c:v>
                </c:pt>
                <c:pt idx="1655">
                  <c:v>1.55095812962374</c:v>
                </c:pt>
                <c:pt idx="1656">
                  <c:v>1.5325201998709801</c:v>
                </c:pt>
                <c:pt idx="1657">
                  <c:v>1.5244415972544201</c:v>
                </c:pt>
                <c:pt idx="1658">
                  <c:v>1.5017358808579799</c:v>
                </c:pt>
                <c:pt idx="1659">
                  <c:v>1.4980228669971201</c:v>
                </c:pt>
                <c:pt idx="1660">
                  <c:v>1.4992251925242199</c:v>
                </c:pt>
                <c:pt idx="1661">
                  <c:v>1.5012559653131201</c:v>
                </c:pt>
                <c:pt idx="1662">
                  <c:v>1.4980082103815799</c:v>
                </c:pt>
                <c:pt idx="1663">
                  <c:v>1.46300914361659</c:v>
                </c:pt>
                <c:pt idx="1664">
                  <c:v>1.4617848302835701</c:v>
                </c:pt>
                <c:pt idx="1665">
                  <c:v>1.49101302952156</c:v>
                </c:pt>
                <c:pt idx="1666">
                  <c:v>1.48760770376139</c:v>
                </c:pt>
                <c:pt idx="1667">
                  <c:v>1.51584533022401</c:v>
                </c:pt>
                <c:pt idx="1668">
                  <c:v>1.5036731745034999</c:v>
                </c:pt>
                <c:pt idx="1669">
                  <c:v>1.53710395834436</c:v>
                </c:pt>
                <c:pt idx="1670">
                  <c:v>1.5260003512325699</c:v>
                </c:pt>
                <c:pt idx="1671">
                  <c:v>1.5071074727432701</c:v>
                </c:pt>
                <c:pt idx="1672">
                  <c:v>1.5087627996670201</c:v>
                </c:pt>
                <c:pt idx="1673">
                  <c:v>1.50667553846578</c:v>
                </c:pt>
                <c:pt idx="1674">
                  <c:v>1.5249788952593</c:v>
                </c:pt>
                <c:pt idx="1675">
                  <c:v>1.5145924783908999</c:v>
                </c:pt>
                <c:pt idx="1676">
                  <c:v>1.51662890592115</c:v>
                </c:pt>
                <c:pt idx="1677">
                  <c:v>1.5207865883175899</c:v>
                </c:pt>
                <c:pt idx="1678">
                  <c:v>1.5318803313333</c:v>
                </c:pt>
                <c:pt idx="1679">
                  <c:v>1.5417225700656101</c:v>
                </c:pt>
                <c:pt idx="1680">
                  <c:v>1.5417200168993499</c:v>
                </c:pt>
                <c:pt idx="1681">
                  <c:v>1.5205887774206901</c:v>
                </c:pt>
                <c:pt idx="1682">
                  <c:v>1.5109372035331401</c:v>
                </c:pt>
                <c:pt idx="1683">
                  <c:v>1.51128991556403</c:v>
                </c:pt>
                <c:pt idx="1684">
                  <c:v>1.5048405809530701</c:v>
                </c:pt>
                <c:pt idx="1685">
                  <c:v>1.5276450723880499</c:v>
                </c:pt>
                <c:pt idx="1686">
                  <c:v>1.5319964036581399</c:v>
                </c:pt>
                <c:pt idx="1687">
                  <c:v>1.5270590034898599</c:v>
                </c:pt>
                <c:pt idx="1688">
                  <c:v>1.5317018252109</c:v>
                </c:pt>
                <c:pt idx="1689">
                  <c:v>1.5234407107671399</c:v>
                </c:pt>
                <c:pt idx="1690">
                  <c:v>1.52227246667702</c:v>
                </c:pt>
                <c:pt idx="1691">
                  <c:v>1.49301506155185</c:v>
                </c:pt>
                <c:pt idx="1692">
                  <c:v>1.49308697559172</c:v>
                </c:pt>
                <c:pt idx="1693">
                  <c:v>1.46837794652943</c:v>
                </c:pt>
                <c:pt idx="1694">
                  <c:v>1.48014919073748</c:v>
                </c:pt>
                <c:pt idx="1695">
                  <c:v>1.4841773522070401</c:v>
                </c:pt>
                <c:pt idx="1696">
                  <c:v>1.47142270980509</c:v>
                </c:pt>
                <c:pt idx="1697">
                  <c:v>1.4855656050746999</c:v>
                </c:pt>
                <c:pt idx="1698">
                  <c:v>1.48171866627212</c:v>
                </c:pt>
                <c:pt idx="1699">
                  <c:v>1.50197195486632</c:v>
                </c:pt>
                <c:pt idx="1700">
                  <c:v>1.4710938151878601</c:v>
                </c:pt>
                <c:pt idx="1701">
                  <c:v>1.47863291009021</c:v>
                </c:pt>
                <c:pt idx="1702">
                  <c:v>1.4537704117358701</c:v>
                </c:pt>
                <c:pt idx="1703">
                  <c:v>1.4663489287062601</c:v>
                </c:pt>
                <c:pt idx="1704">
                  <c:v>1.4530387008774801</c:v>
                </c:pt>
                <c:pt idx="1705">
                  <c:v>1.4499249480954199</c:v>
                </c:pt>
                <c:pt idx="1706">
                  <c:v>1.4567310109131699</c:v>
                </c:pt>
                <c:pt idx="1707">
                  <c:v>1.4777998485583099</c:v>
                </c:pt>
                <c:pt idx="1708">
                  <c:v>1.5026278828207</c:v>
                </c:pt>
                <c:pt idx="1709">
                  <c:v>1.5034327127503699</c:v>
                </c:pt>
                <c:pt idx="1710">
                  <c:v>1.4865387766934299</c:v>
                </c:pt>
                <c:pt idx="1711">
                  <c:v>1.4578368762823699</c:v>
                </c:pt>
                <c:pt idx="1712">
                  <c:v>1.46119721547466</c:v>
                </c:pt>
                <c:pt idx="1713">
                  <c:v>1.43428257033242</c:v>
                </c:pt>
                <c:pt idx="1714">
                  <c:v>1.4475850366106999</c:v>
                </c:pt>
                <c:pt idx="1715">
                  <c:v>1.43620566400754</c:v>
                </c:pt>
                <c:pt idx="1716">
                  <c:v>1.44093873362182</c:v>
                </c:pt>
                <c:pt idx="1717">
                  <c:v>1.44697334243808</c:v>
                </c:pt>
                <c:pt idx="1718">
                  <c:v>1.4706770520499699</c:v>
                </c:pt>
                <c:pt idx="1719">
                  <c:v>1.46943908271122</c:v>
                </c:pt>
                <c:pt idx="1720">
                  <c:v>1.47355623222279</c:v>
                </c:pt>
                <c:pt idx="1721">
                  <c:v>1.4877443364173599</c:v>
                </c:pt>
                <c:pt idx="1722">
                  <c:v>1.4748720126503001</c:v>
                </c:pt>
                <c:pt idx="1723">
                  <c:v>1.45935803383004</c:v>
                </c:pt>
                <c:pt idx="1724">
                  <c:v>1.4412179627939701</c:v>
                </c:pt>
                <c:pt idx="1725">
                  <c:v>1.44197422796534</c:v>
                </c:pt>
                <c:pt idx="1726">
                  <c:v>1.41751279181426</c:v>
                </c:pt>
                <c:pt idx="1727">
                  <c:v>1.3958562529241101</c:v>
                </c:pt>
                <c:pt idx="1728">
                  <c:v>1.40479126443391</c:v>
                </c:pt>
                <c:pt idx="1729">
                  <c:v>1.41379881497671</c:v>
                </c:pt>
                <c:pt idx="1730">
                  <c:v>1.39343943323686</c:v>
                </c:pt>
                <c:pt idx="1731">
                  <c:v>1.3683928023980501</c:v>
                </c:pt>
                <c:pt idx="1732">
                  <c:v>1.34434876186338</c:v>
                </c:pt>
                <c:pt idx="1733">
                  <c:v>1.35251167373476</c:v>
                </c:pt>
                <c:pt idx="1734">
                  <c:v>1.3808454912621499</c:v>
                </c:pt>
                <c:pt idx="1735">
                  <c:v>1.3916350616538</c:v>
                </c:pt>
                <c:pt idx="1736">
                  <c:v>1.4253841768204001</c:v>
                </c:pt>
                <c:pt idx="1737">
                  <c:v>1.4661020474334601</c:v>
                </c:pt>
                <c:pt idx="1738">
                  <c:v>1.4810715590638699</c:v>
                </c:pt>
                <c:pt idx="1739">
                  <c:v>1.47319615395561</c:v>
                </c:pt>
                <c:pt idx="1740">
                  <c:v>1.46823421919275</c:v>
                </c:pt>
                <c:pt idx="1741">
                  <c:v>1.46038677055413</c:v>
                </c:pt>
                <c:pt idx="1742">
                  <c:v>1.4424532060684401</c:v>
                </c:pt>
                <c:pt idx="1743">
                  <c:v>1.4780764568590401</c:v>
                </c:pt>
                <c:pt idx="1744">
                  <c:v>1.4721036816318001</c:v>
                </c:pt>
                <c:pt idx="1745">
                  <c:v>1.49607136572413</c:v>
                </c:pt>
                <c:pt idx="1746">
                  <c:v>1.4797397251225599</c:v>
                </c:pt>
                <c:pt idx="1747">
                  <c:v>1.4855828850258801</c:v>
                </c:pt>
                <c:pt idx="1748">
                  <c:v>1.46624056604496</c:v>
                </c:pt>
                <c:pt idx="1749">
                  <c:v>1.4276554640235199</c:v>
                </c:pt>
                <c:pt idx="1750">
                  <c:v>1.41136843378982</c:v>
                </c:pt>
                <c:pt idx="1751">
                  <c:v>1.4410211981571499</c:v>
                </c:pt>
                <c:pt idx="1752">
                  <c:v>1.44286902031394</c:v>
                </c:pt>
                <c:pt idx="1753">
                  <c:v>1.4419284471464999</c:v>
                </c:pt>
                <c:pt idx="1754">
                  <c:v>1.4554365832435401</c:v>
                </c:pt>
                <c:pt idx="1755">
                  <c:v>1.4609086909801901</c:v>
                </c:pt>
                <c:pt idx="1756">
                  <c:v>1.4650325900222601</c:v>
                </c:pt>
                <c:pt idx="1757">
                  <c:v>1.4541757755285001</c:v>
                </c:pt>
                <c:pt idx="1758">
                  <c:v>1.48132068730833</c:v>
                </c:pt>
                <c:pt idx="1759">
                  <c:v>1.4626713985267401</c:v>
                </c:pt>
                <c:pt idx="1760">
                  <c:v>1.4443021080534399</c:v>
                </c:pt>
                <c:pt idx="1761">
                  <c:v>1.44033999540306</c:v>
                </c:pt>
                <c:pt idx="1762">
                  <c:v>1.4607754701814799</c:v>
                </c:pt>
                <c:pt idx="1763">
                  <c:v>1.46408360689251</c:v>
                </c:pt>
                <c:pt idx="1764">
                  <c:v>1.4568311580483899</c:v>
                </c:pt>
                <c:pt idx="1765">
                  <c:v>1.45792450052433</c:v>
                </c:pt>
                <c:pt idx="1766">
                  <c:v>1.4644444044237801</c:v>
                </c:pt>
                <c:pt idx="1767">
                  <c:v>1.4655419238177601</c:v>
                </c:pt>
                <c:pt idx="1768">
                  <c:v>1.4788247104525101</c:v>
                </c:pt>
                <c:pt idx="1769">
                  <c:v>1.48500520835649</c:v>
                </c:pt>
                <c:pt idx="1770">
                  <c:v>1.4798616483118401</c:v>
                </c:pt>
                <c:pt idx="1771">
                  <c:v>1.48025623818687</c:v>
                </c:pt>
                <c:pt idx="1772">
                  <c:v>1.46011083537459</c:v>
                </c:pt>
                <c:pt idx="1773">
                  <c:v>1.44753822833304</c:v>
                </c:pt>
                <c:pt idx="1774">
                  <c:v>1.46223825670511</c:v>
                </c:pt>
                <c:pt idx="1775">
                  <c:v>1.45661011717235</c:v>
                </c:pt>
                <c:pt idx="1776">
                  <c:v>1.47518576129021</c:v>
                </c:pt>
                <c:pt idx="1777">
                  <c:v>1.4923309331575401</c:v>
                </c:pt>
                <c:pt idx="1778">
                  <c:v>1.4905942300780399</c:v>
                </c:pt>
                <c:pt idx="1779">
                  <c:v>1.48798056489773</c:v>
                </c:pt>
                <c:pt idx="1780">
                  <c:v>1.49357584763063</c:v>
                </c:pt>
                <c:pt idx="1781">
                  <c:v>1.48447924216403</c:v>
                </c:pt>
                <c:pt idx="1782">
                  <c:v>1.48053425023059</c:v>
                </c:pt>
                <c:pt idx="1783">
                  <c:v>1.4730853677411999</c:v>
                </c:pt>
                <c:pt idx="1784">
                  <c:v>1.4791217568664501</c:v>
                </c:pt>
                <c:pt idx="1785">
                  <c:v>1.4747942367282001</c:v>
                </c:pt>
                <c:pt idx="1786">
                  <c:v>1.4680375051007399</c:v>
                </c:pt>
                <c:pt idx="1787">
                  <c:v>1.47747717509695</c:v>
                </c:pt>
                <c:pt idx="1788">
                  <c:v>1.4696294959654801</c:v>
                </c:pt>
                <c:pt idx="1789">
                  <c:v>1.47621213177656</c:v>
                </c:pt>
                <c:pt idx="1790">
                  <c:v>1.47884886615015</c:v>
                </c:pt>
                <c:pt idx="1791">
                  <c:v>1.4957121807770499</c:v>
                </c:pt>
                <c:pt idx="1792">
                  <c:v>1.4867796074736099</c:v>
                </c:pt>
                <c:pt idx="1793">
                  <c:v>1.50453580775748</c:v>
                </c:pt>
                <c:pt idx="1794">
                  <c:v>1.4992132120829</c:v>
                </c:pt>
                <c:pt idx="1795">
                  <c:v>1.5082746265842999</c:v>
                </c:pt>
                <c:pt idx="1796">
                  <c:v>1.50611259702663</c:v>
                </c:pt>
                <c:pt idx="1797">
                  <c:v>1.49972742543856</c:v>
                </c:pt>
                <c:pt idx="1798">
                  <c:v>1.49939174262647</c:v>
                </c:pt>
                <c:pt idx="1799">
                  <c:v>1.5084174071819301</c:v>
                </c:pt>
                <c:pt idx="1800">
                  <c:v>1.52185332185678</c:v>
                </c:pt>
                <c:pt idx="1801">
                  <c:v>1.53286961953082</c:v>
                </c:pt>
                <c:pt idx="1802">
                  <c:v>1.5453594421246</c:v>
                </c:pt>
                <c:pt idx="1803">
                  <c:v>1.5420031947148201</c:v>
                </c:pt>
                <c:pt idx="1804">
                  <c:v>1.55886686050606</c:v>
                </c:pt>
                <c:pt idx="1805">
                  <c:v>1.56916620395476</c:v>
                </c:pt>
                <c:pt idx="1806">
                  <c:v>1.5526436936739201</c:v>
                </c:pt>
                <c:pt idx="1807">
                  <c:v>1.5534128349852401</c:v>
                </c:pt>
                <c:pt idx="1808">
                  <c:v>1.55787235405654</c:v>
                </c:pt>
                <c:pt idx="1809">
                  <c:v>1.5735141281274501</c:v>
                </c:pt>
                <c:pt idx="1810">
                  <c:v>1.5694336104325799</c:v>
                </c:pt>
                <c:pt idx="1811">
                  <c:v>1.57378993645986</c:v>
                </c:pt>
                <c:pt idx="1812">
                  <c:v>1.5845540728281999</c:v>
                </c:pt>
                <c:pt idx="1813">
                  <c:v>1.57322166169094</c:v>
                </c:pt>
                <c:pt idx="1814">
                  <c:v>1.5591145137188001</c:v>
                </c:pt>
                <c:pt idx="1815">
                  <c:v>1.53413134247337</c:v>
                </c:pt>
                <c:pt idx="1816">
                  <c:v>1.5486036149643401</c:v>
                </c:pt>
                <c:pt idx="1817">
                  <c:v>1.5629618314072</c:v>
                </c:pt>
                <c:pt idx="1818">
                  <c:v>1.5803014394877</c:v>
                </c:pt>
                <c:pt idx="1819">
                  <c:v>1.5870960283259601</c:v>
                </c:pt>
                <c:pt idx="1820">
                  <c:v>1.5973290898017301</c:v>
                </c:pt>
                <c:pt idx="1821">
                  <c:v>1.58749461745559</c:v>
                </c:pt>
                <c:pt idx="1822">
                  <c:v>1.5971995139792301</c:v>
                </c:pt>
                <c:pt idx="1823">
                  <c:v>1.60796813425614</c:v>
                </c:pt>
                <c:pt idx="1824">
                  <c:v>1.5953713916310299</c:v>
                </c:pt>
                <c:pt idx="1825">
                  <c:v>1.60807474409087</c:v>
                </c:pt>
                <c:pt idx="1826">
                  <c:v>1.5839737560057601</c:v>
                </c:pt>
                <c:pt idx="1827">
                  <c:v>1.57562072927138</c:v>
                </c:pt>
                <c:pt idx="1828">
                  <c:v>1.5925080632834001</c:v>
                </c:pt>
                <c:pt idx="1829">
                  <c:v>1.5928510882860001</c:v>
                </c:pt>
                <c:pt idx="1830">
                  <c:v>1.6057711616625701</c:v>
                </c:pt>
                <c:pt idx="1831">
                  <c:v>1.60094678853098</c:v>
                </c:pt>
                <c:pt idx="1832">
                  <c:v>1.61309632034219</c:v>
                </c:pt>
                <c:pt idx="1833">
                  <c:v>1.6365377550945699</c:v>
                </c:pt>
                <c:pt idx="1834">
                  <c:v>1.6520652779888401</c:v>
                </c:pt>
                <c:pt idx="1835">
                  <c:v>1.64208407217565</c:v>
                </c:pt>
                <c:pt idx="1836">
                  <c:v>1.63971505813156</c:v>
                </c:pt>
                <c:pt idx="1837">
                  <c:v>1.64095460544153</c:v>
                </c:pt>
                <c:pt idx="1838">
                  <c:v>1.6366674215588</c:v>
                </c:pt>
                <c:pt idx="1839">
                  <c:v>1.64087015290395</c:v>
                </c:pt>
                <c:pt idx="1840">
                  <c:v>1.66239312170594</c:v>
                </c:pt>
                <c:pt idx="1841">
                  <c:v>1.6723819182772699</c:v>
                </c:pt>
                <c:pt idx="1842">
                  <c:v>1.6600332384995</c:v>
                </c:pt>
                <c:pt idx="1843">
                  <c:v>1.63485795021757</c:v>
                </c:pt>
                <c:pt idx="1844">
                  <c:v>1.5975350038579901</c:v>
                </c:pt>
                <c:pt idx="1845">
                  <c:v>1.5621294203180001</c:v>
                </c:pt>
                <c:pt idx="1846">
                  <c:v>1.6028114746856099</c:v>
                </c:pt>
                <c:pt idx="1847">
                  <c:v>1.61530853429911</c:v>
                </c:pt>
                <c:pt idx="1848">
                  <c:v>1.64615236673723</c:v>
                </c:pt>
                <c:pt idx="1849">
                  <c:v>1.63835037395001</c:v>
                </c:pt>
                <c:pt idx="1850">
                  <c:v>1.6596069855492299</c:v>
                </c:pt>
                <c:pt idx="1851">
                  <c:v>1.6472749091413199</c:v>
                </c:pt>
                <c:pt idx="1852">
                  <c:v>1.65374750322944</c:v>
                </c:pt>
                <c:pt idx="1853">
                  <c:v>1.6744398671206699</c:v>
                </c:pt>
                <c:pt idx="1854">
                  <c:v>1.68916398355088</c:v>
                </c:pt>
                <c:pt idx="1855">
                  <c:v>1.7004770686647599</c:v>
                </c:pt>
                <c:pt idx="1856">
                  <c:v>1.70790269596045</c:v>
                </c:pt>
                <c:pt idx="1857">
                  <c:v>1.7136149071850599</c:v>
                </c:pt>
                <c:pt idx="1858">
                  <c:v>1.71081494708805</c:v>
                </c:pt>
                <c:pt idx="1859">
                  <c:v>1.6682090964649801</c:v>
                </c:pt>
                <c:pt idx="1860">
                  <c:v>1.68009693568582</c:v>
                </c:pt>
                <c:pt idx="1861">
                  <c:v>1.68076618238779</c:v>
                </c:pt>
                <c:pt idx="1862">
                  <c:v>1.6773926701651301</c:v>
                </c:pt>
                <c:pt idx="1863">
                  <c:v>1.7128185183698901</c:v>
                </c:pt>
                <c:pt idx="1864">
                  <c:v>1.72060622160774</c:v>
                </c:pt>
                <c:pt idx="1865">
                  <c:v>1.73481303597813</c:v>
                </c:pt>
                <c:pt idx="1866">
                  <c:v>1.72243224493444</c:v>
                </c:pt>
                <c:pt idx="1867">
                  <c:v>1.7244675348920699</c:v>
                </c:pt>
                <c:pt idx="1868">
                  <c:v>1.7341251105443001</c:v>
                </c:pt>
                <c:pt idx="1869">
                  <c:v>1.7333872954753</c:v>
                </c:pt>
                <c:pt idx="1870">
                  <c:v>1.7224483618498101</c:v>
                </c:pt>
                <c:pt idx="1871">
                  <c:v>1.7491069473865699</c:v>
                </c:pt>
                <c:pt idx="1872">
                  <c:v>1.7464213736816401</c:v>
                </c:pt>
                <c:pt idx="1873">
                  <c:v>1.76675962520688</c:v>
                </c:pt>
                <c:pt idx="1874">
                  <c:v>1.7966868320828799</c:v>
                </c:pt>
                <c:pt idx="1875">
                  <c:v>1.8090562991863099</c:v>
                </c:pt>
                <c:pt idx="1876">
                  <c:v>1.81366373669792</c:v>
                </c:pt>
                <c:pt idx="1877">
                  <c:v>1.81080879936245</c:v>
                </c:pt>
                <c:pt idx="1878">
                  <c:v>1.82122848310142</c:v>
                </c:pt>
                <c:pt idx="1879">
                  <c:v>1.8047143092212099</c:v>
                </c:pt>
                <c:pt idx="1880">
                  <c:v>1.81581282590825</c:v>
                </c:pt>
                <c:pt idx="1881">
                  <c:v>1.78211861633081</c:v>
                </c:pt>
                <c:pt idx="1882">
                  <c:v>1.7744114351945</c:v>
                </c:pt>
                <c:pt idx="1883">
                  <c:v>1.7859580624547799</c:v>
                </c:pt>
                <c:pt idx="1884">
                  <c:v>1.7980521910574001</c:v>
                </c:pt>
                <c:pt idx="1885">
                  <c:v>1.7660481776028101</c:v>
                </c:pt>
                <c:pt idx="1886">
                  <c:v>1.7146035108122699</c:v>
                </c:pt>
                <c:pt idx="1887">
                  <c:v>1.7195384076515801</c:v>
                </c:pt>
                <c:pt idx="1888">
                  <c:v>1.66218060406025</c:v>
                </c:pt>
                <c:pt idx="1889">
                  <c:v>1.6983043861318301</c:v>
                </c:pt>
                <c:pt idx="1890">
                  <c:v>1.7132463866827601</c:v>
                </c:pt>
                <c:pt idx="1891">
                  <c:v>1.7070692675623</c:v>
                </c:pt>
                <c:pt idx="1892">
                  <c:v>1.6726530483636499</c:v>
                </c:pt>
                <c:pt idx="1893">
                  <c:v>1.67834608373161</c:v>
                </c:pt>
                <c:pt idx="1894">
                  <c:v>1.6916703809036699</c:v>
                </c:pt>
                <c:pt idx="1895">
                  <c:v>1.6830868544930899</c:v>
                </c:pt>
                <c:pt idx="1896">
                  <c:v>1.6941727010858101</c:v>
                </c:pt>
                <c:pt idx="1897">
                  <c:v>1.7118804449228799</c:v>
                </c:pt>
                <c:pt idx="1898">
                  <c:v>1.71302887624013</c:v>
                </c:pt>
                <c:pt idx="1899">
                  <c:v>1.71200866054698</c:v>
                </c:pt>
                <c:pt idx="1900">
                  <c:v>1.69453329466396</c:v>
                </c:pt>
                <c:pt idx="1901">
                  <c:v>1.71080910785616</c:v>
                </c:pt>
                <c:pt idx="1902">
                  <c:v>1.70676300363179</c:v>
                </c:pt>
                <c:pt idx="1903">
                  <c:v>1.6820478731086099</c:v>
                </c:pt>
                <c:pt idx="1904">
                  <c:v>1.65278601192079</c:v>
                </c:pt>
                <c:pt idx="1905">
                  <c:v>1.6762140408575901</c:v>
                </c:pt>
                <c:pt idx="1906">
                  <c:v>1.7021869628977</c:v>
                </c:pt>
                <c:pt idx="1907">
                  <c:v>1.67932657071171</c:v>
                </c:pt>
                <c:pt idx="1908">
                  <c:v>1.68830921746708</c:v>
                </c:pt>
                <c:pt idx="1909">
                  <c:v>1.71156665025112</c:v>
                </c:pt>
                <c:pt idx="1910">
                  <c:v>1.69129802404524</c:v>
                </c:pt>
                <c:pt idx="1911">
                  <c:v>1.69452913701657</c:v>
                </c:pt>
                <c:pt idx="1912">
                  <c:v>1.7121887604219499</c:v>
                </c:pt>
                <c:pt idx="1913">
                  <c:v>1.71844777787643</c:v>
                </c:pt>
                <c:pt idx="1914">
                  <c:v>1.7366526365794701</c:v>
                </c:pt>
                <c:pt idx="1915">
                  <c:v>1.7536454545607201</c:v>
                </c:pt>
                <c:pt idx="1916">
                  <c:v>1.75864380157655</c:v>
                </c:pt>
                <c:pt idx="1917">
                  <c:v>1.74457702638418</c:v>
                </c:pt>
                <c:pt idx="1918">
                  <c:v>1.7672846758926</c:v>
                </c:pt>
                <c:pt idx="1919">
                  <c:v>1.76226606421126</c:v>
                </c:pt>
                <c:pt idx="1920">
                  <c:v>1.77961130564419</c:v>
                </c:pt>
                <c:pt idx="1921">
                  <c:v>1.79836489256332</c:v>
                </c:pt>
                <c:pt idx="1922">
                  <c:v>1.80357850799214</c:v>
                </c:pt>
                <c:pt idx="1923">
                  <c:v>1.8059074019546399</c:v>
                </c:pt>
                <c:pt idx="1924">
                  <c:v>1.8057276503937101</c:v>
                </c:pt>
                <c:pt idx="1925">
                  <c:v>1.8044030727273299</c:v>
                </c:pt>
                <c:pt idx="1926">
                  <c:v>1.80570511591516</c:v>
                </c:pt>
                <c:pt idx="1927">
                  <c:v>1.8154651149992</c:v>
                </c:pt>
                <c:pt idx="1928">
                  <c:v>1.8262337269919999</c:v>
                </c:pt>
                <c:pt idx="1929">
                  <c:v>1.8065673327098599</c:v>
                </c:pt>
                <c:pt idx="1930">
                  <c:v>1.8177239937956</c:v>
                </c:pt>
                <c:pt idx="1931">
                  <c:v>1.79698446542748</c:v>
                </c:pt>
                <c:pt idx="1932">
                  <c:v>1.7794490330844599</c:v>
                </c:pt>
                <c:pt idx="1933">
                  <c:v>1.8056457464604501</c:v>
                </c:pt>
                <c:pt idx="1934">
                  <c:v>1.8121076661534099</c:v>
                </c:pt>
                <c:pt idx="1935">
                  <c:v>1.81099752553375</c:v>
                </c:pt>
                <c:pt idx="1936">
                  <c:v>1.82324388852557</c:v>
                </c:pt>
                <c:pt idx="1937">
                  <c:v>1.8260411718201199</c:v>
                </c:pt>
                <c:pt idx="1938">
                  <c:v>1.8261967272033801</c:v>
                </c:pt>
                <c:pt idx="1939">
                  <c:v>1.8429525419942401</c:v>
                </c:pt>
                <c:pt idx="1940">
                  <c:v>1.82460455962033</c:v>
                </c:pt>
                <c:pt idx="1941">
                  <c:v>1.7994333199358099</c:v>
                </c:pt>
                <c:pt idx="1942">
                  <c:v>1.8224791830748199</c:v>
                </c:pt>
                <c:pt idx="1943">
                  <c:v>1.8393666911522699</c:v>
                </c:pt>
                <c:pt idx="1944">
                  <c:v>1.8439909936568499</c:v>
                </c:pt>
                <c:pt idx="1945">
                  <c:v>1.81975602779447</c:v>
                </c:pt>
                <c:pt idx="1946">
                  <c:v>1.8212313413737999</c:v>
                </c:pt>
                <c:pt idx="1947">
                  <c:v>1.82954233079147</c:v>
                </c:pt>
                <c:pt idx="1948">
                  <c:v>1.8226361563629401</c:v>
                </c:pt>
                <c:pt idx="1949">
                  <c:v>1.83869214166552</c:v>
                </c:pt>
                <c:pt idx="1950">
                  <c:v>1.8530742953713699</c:v>
                </c:pt>
                <c:pt idx="1951">
                  <c:v>1.86276673016738</c:v>
                </c:pt>
                <c:pt idx="1952">
                  <c:v>1.8307649128307599</c:v>
                </c:pt>
                <c:pt idx="1953">
                  <c:v>1.84483017149628</c:v>
                </c:pt>
                <c:pt idx="1954">
                  <c:v>1.8188183175460599</c:v>
                </c:pt>
                <c:pt idx="1955">
                  <c:v>1.8315615494562101</c:v>
                </c:pt>
                <c:pt idx="1956">
                  <c:v>1.8152198016488901</c:v>
                </c:pt>
                <c:pt idx="1957">
                  <c:v>1.83509380506961</c:v>
                </c:pt>
                <c:pt idx="1958">
                  <c:v>1.80924272929382</c:v>
                </c:pt>
                <c:pt idx="1959">
                  <c:v>1.81044517160866</c:v>
                </c:pt>
                <c:pt idx="1960">
                  <c:v>1.83832298529084</c:v>
                </c:pt>
                <c:pt idx="1961">
                  <c:v>1.82616550093556</c:v>
                </c:pt>
                <c:pt idx="1962">
                  <c:v>1.8152544823010499</c:v>
                </c:pt>
                <c:pt idx="1963">
                  <c:v>1.7775259707681601</c:v>
                </c:pt>
                <c:pt idx="1964">
                  <c:v>1.7488033149392801</c:v>
                </c:pt>
                <c:pt idx="1965">
                  <c:v>1.75038663647338</c:v>
                </c:pt>
                <c:pt idx="1966">
                  <c:v>1.6799293179628501</c:v>
                </c:pt>
                <c:pt idx="1967">
                  <c:v>1.6894653729282401</c:v>
                </c:pt>
                <c:pt idx="1968">
                  <c:v>1.64169653290051</c:v>
                </c:pt>
                <c:pt idx="1969">
                  <c:v>1.6476371915985999</c:v>
                </c:pt>
                <c:pt idx="1970">
                  <c:v>1.67169888699088</c:v>
                </c:pt>
                <c:pt idx="1971">
                  <c:v>1.6897981662130099</c:v>
                </c:pt>
                <c:pt idx="1972">
                  <c:v>1.7177831083627999</c:v>
                </c:pt>
                <c:pt idx="1973">
                  <c:v>1.7125487374706601</c:v>
                </c:pt>
                <c:pt idx="1974">
                  <c:v>1.6771205890923</c:v>
                </c:pt>
                <c:pt idx="1975">
                  <c:v>1.66733667022509</c:v>
                </c:pt>
                <c:pt idx="1976">
                  <c:v>1.6833537865250201</c:v>
                </c:pt>
                <c:pt idx="1977">
                  <c:v>1.69923130526286</c:v>
                </c:pt>
                <c:pt idx="1978">
                  <c:v>1.6978466443890201</c:v>
                </c:pt>
                <c:pt idx="1979">
                  <c:v>1.7119521393796899</c:v>
                </c:pt>
                <c:pt idx="1980">
                  <c:v>1.7309851512608501</c:v>
                </c:pt>
                <c:pt idx="1981">
                  <c:v>1.7089459042664601</c:v>
                </c:pt>
                <c:pt idx="1982">
                  <c:v>1.7403601976010099</c:v>
                </c:pt>
                <c:pt idx="1983">
                  <c:v>1.69685477081543</c:v>
                </c:pt>
                <c:pt idx="1984">
                  <c:v>1.7145703530913099</c:v>
                </c:pt>
                <c:pt idx="1985">
                  <c:v>1.7242679803679799</c:v>
                </c:pt>
                <c:pt idx="1986">
                  <c:v>1.73225920213984</c:v>
                </c:pt>
                <c:pt idx="1987">
                  <c:v>1.7331230635927799</c:v>
                </c:pt>
                <c:pt idx="1988">
                  <c:v>1.7271938207839499</c:v>
                </c:pt>
                <c:pt idx="1989">
                  <c:v>1.7063676206574001</c:v>
                </c:pt>
                <c:pt idx="1990">
                  <c:v>1.6731584699837001</c:v>
                </c:pt>
                <c:pt idx="1991">
                  <c:v>1.6198623105858101</c:v>
                </c:pt>
                <c:pt idx="1992">
                  <c:v>1.59401630083791</c:v>
                </c:pt>
                <c:pt idx="1993">
                  <c:v>1.6240692095801601</c:v>
                </c:pt>
                <c:pt idx="1994">
                  <c:v>1.63758093432152</c:v>
                </c:pt>
                <c:pt idx="1995">
                  <c:v>1.5945222834603101</c:v>
                </c:pt>
                <c:pt idx="1996">
                  <c:v>1.5090307080299601</c:v>
                </c:pt>
                <c:pt idx="1997">
                  <c:v>1.55251580288239</c:v>
                </c:pt>
                <c:pt idx="1998">
                  <c:v>1.58784842097817</c:v>
                </c:pt>
                <c:pt idx="1999">
                  <c:v>1.6053033460152</c:v>
                </c:pt>
                <c:pt idx="2000">
                  <c:v>1.61942128675936</c:v>
                </c:pt>
                <c:pt idx="2001">
                  <c:v>1.6176955483650299</c:v>
                </c:pt>
                <c:pt idx="2002">
                  <c:v>1.627551193857</c:v>
                </c:pt>
                <c:pt idx="2003">
                  <c:v>1.60911617429169</c:v>
                </c:pt>
                <c:pt idx="2004">
                  <c:v>1.59589220267165</c:v>
                </c:pt>
                <c:pt idx="2005">
                  <c:v>1.5921282745193199</c:v>
                </c:pt>
                <c:pt idx="2006">
                  <c:v>1.5794651811037701</c:v>
                </c:pt>
                <c:pt idx="2007">
                  <c:v>1.6110092171635699</c:v>
                </c:pt>
                <c:pt idx="2008">
                  <c:v>1.6019972794334001</c:v>
                </c:pt>
                <c:pt idx="2009">
                  <c:v>1.6043510970536801</c:v>
                </c:pt>
                <c:pt idx="2010">
                  <c:v>1.61323949971934</c:v>
                </c:pt>
                <c:pt idx="2011">
                  <c:v>1.57448229081143</c:v>
                </c:pt>
                <c:pt idx="2012">
                  <c:v>1.56614866131222</c:v>
                </c:pt>
                <c:pt idx="2013">
                  <c:v>1.5171044334653301</c:v>
                </c:pt>
                <c:pt idx="2014">
                  <c:v>1.53976981521873</c:v>
                </c:pt>
                <c:pt idx="2015">
                  <c:v>1.50713267380097</c:v>
                </c:pt>
                <c:pt idx="2016">
                  <c:v>1.52571712885194</c:v>
                </c:pt>
                <c:pt idx="2017">
                  <c:v>1.5054185550982599</c:v>
                </c:pt>
                <c:pt idx="2018">
                  <c:v>1.51435687739775</c:v>
                </c:pt>
                <c:pt idx="2019">
                  <c:v>1.5218473335181999</c:v>
                </c:pt>
                <c:pt idx="2020">
                  <c:v>1.4985316312992201</c:v>
                </c:pt>
                <c:pt idx="2021">
                  <c:v>1.4392201567744001</c:v>
                </c:pt>
                <c:pt idx="2022">
                  <c:v>1.42058787865355</c:v>
                </c:pt>
                <c:pt idx="2023">
                  <c:v>1.31338683130481</c:v>
                </c:pt>
                <c:pt idx="2024">
                  <c:v>1.2732851771307501</c:v>
                </c:pt>
                <c:pt idx="2025">
                  <c:v>1.32381126162933</c:v>
                </c:pt>
                <c:pt idx="2026">
                  <c:v>1.3084765472968101</c:v>
                </c:pt>
                <c:pt idx="2027">
                  <c:v>1.36547865756581</c:v>
                </c:pt>
                <c:pt idx="2028">
                  <c:v>1.3938793186096601</c:v>
                </c:pt>
                <c:pt idx="2029">
                  <c:v>1.37659448198776</c:v>
                </c:pt>
                <c:pt idx="2030">
                  <c:v>1.3954666890080401</c:v>
                </c:pt>
                <c:pt idx="2031">
                  <c:v>1.41893595054961</c:v>
                </c:pt>
                <c:pt idx="2032">
                  <c:v>1.4288434479299501</c:v>
                </c:pt>
                <c:pt idx="2033">
                  <c:v>1.43727865808434</c:v>
                </c:pt>
                <c:pt idx="2034">
                  <c:v>1.44590800380068</c:v>
                </c:pt>
                <c:pt idx="2035">
                  <c:v>1.44779808562372</c:v>
                </c:pt>
                <c:pt idx="2036">
                  <c:v>1.4466621541145199</c:v>
                </c:pt>
                <c:pt idx="2037">
                  <c:v>1.44908919456323</c:v>
                </c:pt>
                <c:pt idx="2038">
                  <c:v>1.45766420228208</c:v>
                </c:pt>
                <c:pt idx="2039">
                  <c:v>1.48068829426966</c:v>
                </c:pt>
                <c:pt idx="2040">
                  <c:v>1.4994240578715401</c:v>
                </c:pt>
                <c:pt idx="2041">
                  <c:v>1.43639843433593</c:v>
                </c:pt>
                <c:pt idx="2042">
                  <c:v>1.4639926676888499</c:v>
                </c:pt>
                <c:pt idx="2043">
                  <c:v>1.47431284584907</c:v>
                </c:pt>
                <c:pt idx="2044">
                  <c:v>1.47220996897989</c:v>
                </c:pt>
                <c:pt idx="2045">
                  <c:v>1.4898279810242001</c:v>
                </c:pt>
                <c:pt idx="2046">
                  <c:v>1.5098093928840199</c:v>
                </c:pt>
                <c:pt idx="2047">
                  <c:v>1.51775483595656</c:v>
                </c:pt>
                <c:pt idx="2048">
                  <c:v>1.5321645491850999</c:v>
                </c:pt>
                <c:pt idx="2049">
                  <c:v>1.5582863418359101</c:v>
                </c:pt>
                <c:pt idx="2050">
                  <c:v>1.5544993487446099</c:v>
                </c:pt>
                <c:pt idx="2051">
                  <c:v>1.5548010589610799</c:v>
                </c:pt>
                <c:pt idx="2052">
                  <c:v>1.52878286067536</c:v>
                </c:pt>
                <c:pt idx="2053">
                  <c:v>1.5599600274135601</c:v>
                </c:pt>
                <c:pt idx="2054">
                  <c:v>1.5677243004427499</c:v>
                </c:pt>
                <c:pt idx="2055">
                  <c:v>1.5720192704152001</c:v>
                </c:pt>
                <c:pt idx="2056">
                  <c:v>1.5711720455673901</c:v>
                </c:pt>
                <c:pt idx="2057">
                  <c:v>1.58374644111628</c:v>
                </c:pt>
                <c:pt idx="2058">
                  <c:v>1.5942549558899</c:v>
                </c:pt>
                <c:pt idx="2059">
                  <c:v>1.60975892065704</c:v>
                </c:pt>
                <c:pt idx="2060">
                  <c:v>1.5992086092754401</c:v>
                </c:pt>
                <c:pt idx="2061">
                  <c:v>1.5775586116501501</c:v>
                </c:pt>
                <c:pt idx="2062">
                  <c:v>1.6095419652006</c:v>
                </c:pt>
                <c:pt idx="2063">
                  <c:v>1.62639583125502</c:v>
                </c:pt>
                <c:pt idx="2064">
                  <c:v>1.6378179483715201</c:v>
                </c:pt>
                <c:pt idx="2065">
                  <c:v>1.65711714804745</c:v>
                </c:pt>
                <c:pt idx="2066">
                  <c:v>1.6230880559253</c:v>
                </c:pt>
                <c:pt idx="2067">
                  <c:v>1.63927865608878</c:v>
                </c:pt>
                <c:pt idx="2068">
                  <c:v>1.6369859498324599</c:v>
                </c:pt>
                <c:pt idx="2069">
                  <c:v>1.65292755743493</c:v>
                </c:pt>
                <c:pt idx="2070">
                  <c:v>1.6416408153975099</c:v>
                </c:pt>
                <c:pt idx="2071">
                  <c:v>1.6228815575619999</c:v>
                </c:pt>
                <c:pt idx="2072">
                  <c:v>1.6374188846334501</c:v>
                </c:pt>
                <c:pt idx="2073">
                  <c:v>1.6324279939973301</c:v>
                </c:pt>
                <c:pt idx="2074">
                  <c:v>1.6145016863081501</c:v>
                </c:pt>
                <c:pt idx="2075">
                  <c:v>1.58926805839065</c:v>
                </c:pt>
                <c:pt idx="2076">
                  <c:v>1.6024640712495599</c:v>
                </c:pt>
                <c:pt idx="2077">
                  <c:v>1.61606524868506</c:v>
                </c:pt>
                <c:pt idx="2078">
                  <c:v>1.5917119351600399</c:v>
                </c:pt>
                <c:pt idx="2079">
                  <c:v>1.6244794541292999</c:v>
                </c:pt>
                <c:pt idx="2080">
                  <c:v>1.6404561426363</c:v>
                </c:pt>
                <c:pt idx="2081">
                  <c:v>1.6567340284783201</c:v>
                </c:pt>
                <c:pt idx="2082">
                  <c:v>1.6502782763961501</c:v>
                </c:pt>
                <c:pt idx="2083">
                  <c:v>1.64036110641928</c:v>
                </c:pt>
                <c:pt idx="2084">
                  <c:v>1.62652179929369</c:v>
                </c:pt>
                <c:pt idx="2085">
                  <c:v>1.6454992826538399</c:v>
                </c:pt>
                <c:pt idx="2086">
                  <c:v>1.66019401521174</c:v>
                </c:pt>
                <c:pt idx="2087">
                  <c:v>1.67123033037278</c:v>
                </c:pt>
                <c:pt idx="2088">
                  <c:v>1.66205695067169</c:v>
                </c:pt>
                <c:pt idx="2089">
                  <c:v>1.6731638730074401</c:v>
                </c:pt>
                <c:pt idx="2090">
                  <c:v>1.613577969381</c:v>
                </c:pt>
                <c:pt idx="2091">
                  <c:v>1.6010762923706301</c:v>
                </c:pt>
                <c:pt idx="2092">
                  <c:v>1.61440811478284</c:v>
                </c:pt>
                <c:pt idx="2093">
                  <c:v>1.63987856866021</c:v>
                </c:pt>
                <c:pt idx="2094">
                  <c:v>1.66094536585296</c:v>
                </c:pt>
                <c:pt idx="2095">
                  <c:v>1.6635922419528</c:v>
                </c:pt>
                <c:pt idx="2096">
                  <c:v>1.66741300335849</c:v>
                </c:pt>
                <c:pt idx="2097">
                  <c:v>1.69215288222202</c:v>
                </c:pt>
                <c:pt idx="2098">
                  <c:v>1.68347562110322</c:v>
                </c:pt>
                <c:pt idx="2099">
                  <c:v>1.6910308041128801</c:v>
                </c:pt>
                <c:pt idx="2100">
                  <c:v>1.70243181706846</c:v>
                </c:pt>
                <c:pt idx="2101">
                  <c:v>1.7073065916702701</c:v>
                </c:pt>
                <c:pt idx="2102">
                  <c:v>1.70964037017749</c:v>
                </c:pt>
                <c:pt idx="2103">
                  <c:v>1.68598045120874</c:v>
                </c:pt>
                <c:pt idx="2104">
                  <c:v>1.69738831513669</c:v>
                </c:pt>
                <c:pt idx="2105">
                  <c:v>1.70175144015618</c:v>
                </c:pt>
                <c:pt idx="2106">
                  <c:v>1.64508825014275</c:v>
                </c:pt>
                <c:pt idx="2107">
                  <c:v>1.64305779612551</c:v>
                </c:pt>
                <c:pt idx="2108">
                  <c:v>1.6366903185701001</c:v>
                </c:pt>
                <c:pt idx="2109">
                  <c:v>1.6477335739442101</c:v>
                </c:pt>
                <c:pt idx="2110">
                  <c:v>1.63740726194827</c:v>
                </c:pt>
                <c:pt idx="2111">
                  <c:v>1.5941874374059599</c:v>
                </c:pt>
                <c:pt idx="2112">
                  <c:v>1.58768761678089</c:v>
                </c:pt>
                <c:pt idx="2113">
                  <c:v>1.6034417354386501</c:v>
                </c:pt>
                <c:pt idx="2114">
                  <c:v>1.6073480813477199</c:v>
                </c:pt>
                <c:pt idx="2115">
                  <c:v>1.63359985411729</c:v>
                </c:pt>
                <c:pt idx="2116">
                  <c:v>1.64102526656638</c:v>
                </c:pt>
                <c:pt idx="2117">
                  <c:v>1.6259023847973599</c:v>
                </c:pt>
                <c:pt idx="2118">
                  <c:v>1.6291646291897699</c:v>
                </c:pt>
                <c:pt idx="2119">
                  <c:v>1.6275133886739099</c:v>
                </c:pt>
                <c:pt idx="2120">
                  <c:v>1.6097328423479</c:v>
                </c:pt>
                <c:pt idx="2121">
                  <c:v>1.5692317366689701</c:v>
                </c:pt>
                <c:pt idx="2122">
                  <c:v>1.5341382153973899</c:v>
                </c:pt>
                <c:pt idx="2123">
                  <c:v>1.51540003838911</c:v>
                </c:pt>
                <c:pt idx="2124">
                  <c:v>1.5334304176120599</c:v>
                </c:pt>
                <c:pt idx="2125">
                  <c:v>1.53740373546069</c:v>
                </c:pt>
                <c:pt idx="2126">
                  <c:v>1.5327910111925001</c:v>
                </c:pt>
                <c:pt idx="2127">
                  <c:v>1.5037024810520301</c:v>
                </c:pt>
                <c:pt idx="2128">
                  <c:v>1.4806088698906199</c:v>
                </c:pt>
                <c:pt idx="2129">
                  <c:v>1.5145964870275801</c:v>
                </c:pt>
                <c:pt idx="2130">
                  <c:v>1.4725612838169</c:v>
                </c:pt>
                <c:pt idx="2131">
                  <c:v>1.47094868528644</c:v>
                </c:pt>
                <c:pt idx="2132">
                  <c:v>1.4538531884555801</c:v>
                </c:pt>
                <c:pt idx="2133">
                  <c:v>1.4291497000737301</c:v>
                </c:pt>
                <c:pt idx="2134">
                  <c:v>1.4378434257858701</c:v>
                </c:pt>
                <c:pt idx="2135">
                  <c:v>1.47788133264021</c:v>
                </c:pt>
                <c:pt idx="2136">
                  <c:v>1.49122758559123</c:v>
                </c:pt>
                <c:pt idx="2137">
                  <c:v>1.52734552090605</c:v>
                </c:pt>
                <c:pt idx="2138">
                  <c:v>1.54450659925273</c:v>
                </c:pt>
                <c:pt idx="2139">
                  <c:v>1.55091401885236</c:v>
                </c:pt>
                <c:pt idx="2140">
                  <c:v>1.5364050353591101</c:v>
                </c:pt>
                <c:pt idx="2141">
                  <c:v>1.5283300624164899</c:v>
                </c:pt>
                <c:pt idx="2142">
                  <c:v>1.52953579030356</c:v>
                </c:pt>
                <c:pt idx="2143">
                  <c:v>1.5110829523663101</c:v>
                </c:pt>
                <c:pt idx="2144">
                  <c:v>1.5047193170711299</c:v>
                </c:pt>
                <c:pt idx="2145">
                  <c:v>1.5365701752835801</c:v>
                </c:pt>
                <c:pt idx="2146">
                  <c:v>1.5337605784260699</c:v>
                </c:pt>
                <c:pt idx="2147">
                  <c:v>1.4778088144303201</c:v>
                </c:pt>
                <c:pt idx="2148">
                  <c:v>1.4896722773865501</c:v>
                </c:pt>
                <c:pt idx="2149">
                  <c:v>1.5282363967786099</c:v>
                </c:pt>
                <c:pt idx="2150">
                  <c:v>1.55023094473394</c:v>
                </c:pt>
                <c:pt idx="2151">
                  <c:v>1.55649207564254</c:v>
                </c:pt>
                <c:pt idx="2152">
                  <c:v>1.58687860569136</c:v>
                </c:pt>
                <c:pt idx="2153">
                  <c:v>1.5956358571272</c:v>
                </c:pt>
                <c:pt idx="2154">
                  <c:v>1.5918315929978699</c:v>
                </c:pt>
                <c:pt idx="2155">
                  <c:v>1.5927987645393</c:v>
                </c:pt>
                <c:pt idx="2156">
                  <c:v>1.58214745797988</c:v>
                </c:pt>
                <c:pt idx="2157">
                  <c:v>1.5896357850673</c:v>
                </c:pt>
                <c:pt idx="2158">
                  <c:v>1.5856053455277199</c:v>
                </c:pt>
                <c:pt idx="2159">
                  <c:v>1.6188615604394001</c:v>
                </c:pt>
                <c:pt idx="2160">
                  <c:v>1.61037394487535</c:v>
                </c:pt>
                <c:pt idx="2161">
                  <c:v>1.61610176387907</c:v>
                </c:pt>
                <c:pt idx="2162">
                  <c:v>1.60491468159321</c:v>
                </c:pt>
                <c:pt idx="2163">
                  <c:v>1.61206844515785</c:v>
                </c:pt>
                <c:pt idx="2164">
                  <c:v>1.59016968494549</c:v>
                </c:pt>
                <c:pt idx="2165">
                  <c:v>1.5869183107434499</c:v>
                </c:pt>
                <c:pt idx="2166">
                  <c:v>1.59175390162605</c:v>
                </c:pt>
                <c:pt idx="2167">
                  <c:v>1.57994235570871</c:v>
                </c:pt>
                <c:pt idx="2168">
                  <c:v>1.57314953370233</c:v>
                </c:pt>
                <c:pt idx="2169">
                  <c:v>1.6029640703372099</c:v>
                </c:pt>
                <c:pt idx="2170">
                  <c:v>1.60047182920856</c:v>
                </c:pt>
                <c:pt idx="2171">
                  <c:v>1.61628460374587</c:v>
                </c:pt>
                <c:pt idx="2172">
                  <c:v>1.62228830075139</c:v>
                </c:pt>
                <c:pt idx="2173">
                  <c:v>1.6360160937719199</c:v>
                </c:pt>
                <c:pt idx="2174">
                  <c:v>1.6287346913473399</c:v>
                </c:pt>
                <c:pt idx="2175">
                  <c:v>1.62811692321435</c:v>
                </c:pt>
                <c:pt idx="2176">
                  <c:v>1.61994042458053</c:v>
                </c:pt>
                <c:pt idx="2177">
                  <c:v>1.6210175243318801</c:v>
                </c:pt>
                <c:pt idx="2178">
                  <c:v>1.6157440341424301</c:v>
                </c:pt>
                <c:pt idx="2179">
                  <c:v>1.6059708490497999</c:v>
                </c:pt>
                <c:pt idx="2180">
                  <c:v>1.6020261703447201</c:v>
                </c:pt>
                <c:pt idx="2181">
                  <c:v>1.60673843953745</c:v>
                </c:pt>
                <c:pt idx="2182">
                  <c:v>1.5937468440823599</c:v>
                </c:pt>
                <c:pt idx="2183">
                  <c:v>1.5586859875538099</c:v>
                </c:pt>
                <c:pt idx="2184">
                  <c:v>1.54787893619697</c:v>
                </c:pt>
                <c:pt idx="2185">
                  <c:v>1.53751549843438</c:v>
                </c:pt>
                <c:pt idx="2186">
                  <c:v>1.5150115561127599</c:v>
                </c:pt>
                <c:pt idx="2187">
                  <c:v>1.50956028335995</c:v>
                </c:pt>
                <c:pt idx="2188">
                  <c:v>1.53558309755751</c:v>
                </c:pt>
                <c:pt idx="2189">
                  <c:v>1.54653700139553</c:v>
                </c:pt>
                <c:pt idx="2190">
                  <c:v>1.5325321073384099</c:v>
                </c:pt>
                <c:pt idx="2191">
                  <c:v>1.5276700539475001</c:v>
                </c:pt>
                <c:pt idx="2192">
                  <c:v>1.5353112160089499</c:v>
                </c:pt>
                <c:pt idx="2193">
                  <c:v>1.5679884833280999</c:v>
                </c:pt>
                <c:pt idx="2194">
                  <c:v>1.57181998771368</c:v>
                </c:pt>
                <c:pt idx="2195">
                  <c:v>1.58569507078071</c:v>
                </c:pt>
                <c:pt idx="2196">
                  <c:v>1.5865360935366499</c:v>
                </c:pt>
                <c:pt idx="2197">
                  <c:v>1.59391415069922</c:v>
                </c:pt>
                <c:pt idx="2198">
                  <c:v>1.5932106810775299</c:v>
                </c:pt>
                <c:pt idx="2199">
                  <c:v>1.58304847891933</c:v>
                </c:pt>
                <c:pt idx="2200">
                  <c:v>1.5819723538158199</c:v>
                </c:pt>
                <c:pt idx="2201">
                  <c:v>1.58976989715142</c:v>
                </c:pt>
                <c:pt idx="2202">
                  <c:v>1.60641140591759</c:v>
                </c:pt>
                <c:pt idx="2203">
                  <c:v>1.6072452314989001</c:v>
                </c:pt>
                <c:pt idx="2204">
                  <c:v>1.60973039652372</c:v>
                </c:pt>
                <c:pt idx="2205">
                  <c:v>1.6221586010670701</c:v>
                </c:pt>
                <c:pt idx="2206">
                  <c:v>1.6349381065922099</c:v>
                </c:pt>
                <c:pt idx="2207">
                  <c:v>1.6505739149249199</c:v>
                </c:pt>
                <c:pt idx="2208">
                  <c:v>1.65607809594461</c:v>
                </c:pt>
                <c:pt idx="2209">
                  <c:v>1.6817527459271999</c:v>
                </c:pt>
                <c:pt idx="2210">
                  <c:v>1.6859765354337499</c:v>
                </c:pt>
                <c:pt idx="2211">
                  <c:v>1.68289885115427</c:v>
                </c:pt>
                <c:pt idx="2212">
                  <c:v>1.6776049467026299</c:v>
                </c:pt>
                <c:pt idx="2213">
                  <c:v>1.68431935805051</c:v>
                </c:pt>
                <c:pt idx="2214">
                  <c:v>1.6736138155631499</c:v>
                </c:pt>
                <c:pt idx="2215">
                  <c:v>1.6999281723383799</c:v>
                </c:pt>
                <c:pt idx="2216">
                  <c:v>1.6964392085358799</c:v>
                </c:pt>
                <c:pt idx="2217">
                  <c:v>1.7154573910670301</c:v>
                </c:pt>
                <c:pt idx="2218">
                  <c:v>1.71797101568324</c:v>
                </c:pt>
                <c:pt idx="2219">
                  <c:v>1.7195600992398901</c:v>
                </c:pt>
                <c:pt idx="2220">
                  <c:v>1.6841593254457199</c:v>
                </c:pt>
                <c:pt idx="2221">
                  <c:v>1.6722520522166799</c:v>
                </c:pt>
                <c:pt idx="2222">
                  <c:v>1.6953328493615001</c:v>
                </c:pt>
                <c:pt idx="2223">
                  <c:v>1.7021953989138701</c:v>
                </c:pt>
                <c:pt idx="2224">
                  <c:v>1.70476960013537</c:v>
                </c:pt>
                <c:pt idx="2225">
                  <c:v>1.7002008961681601</c:v>
                </c:pt>
                <c:pt idx="2226">
                  <c:v>1.6963462977787001</c:v>
                </c:pt>
                <c:pt idx="2227">
                  <c:v>1.68390548306865</c:v>
                </c:pt>
                <c:pt idx="2228">
                  <c:v>1.6991774662121899</c:v>
                </c:pt>
                <c:pt idx="2229">
                  <c:v>1.7105559013321601</c:v>
                </c:pt>
                <c:pt idx="2230">
                  <c:v>1.70359683938784</c:v>
                </c:pt>
                <c:pt idx="2231">
                  <c:v>1.70225854276983</c:v>
                </c:pt>
                <c:pt idx="2232">
                  <c:v>1.7088021951483501</c:v>
                </c:pt>
                <c:pt idx="2233">
                  <c:v>1.67657615530619</c:v>
                </c:pt>
                <c:pt idx="2234">
                  <c:v>1.68488404230553</c:v>
                </c:pt>
                <c:pt idx="2235">
                  <c:v>1.6832046250997701</c:v>
                </c:pt>
                <c:pt idx="2236">
                  <c:v>1.6592471891974501</c:v>
                </c:pt>
                <c:pt idx="2237">
                  <c:v>1.66632113568034</c:v>
                </c:pt>
                <c:pt idx="2238">
                  <c:v>1.65066832901579</c:v>
                </c:pt>
                <c:pt idx="2239">
                  <c:v>1.6630885356256899</c:v>
                </c:pt>
                <c:pt idx="2240">
                  <c:v>1.6378108305494601</c:v>
                </c:pt>
                <c:pt idx="2241">
                  <c:v>1.6485829272405399</c:v>
                </c:pt>
                <c:pt idx="2242">
                  <c:v>1.6439416119052901</c:v>
                </c:pt>
                <c:pt idx="2243">
                  <c:v>1.66429809394253</c:v>
                </c:pt>
                <c:pt idx="2244">
                  <c:v>1.6707660556824999</c:v>
                </c:pt>
                <c:pt idx="2245">
                  <c:v>1.6727785663322501</c:v>
                </c:pt>
                <c:pt idx="2246">
                  <c:v>1.6711766672314901</c:v>
                </c:pt>
                <c:pt idx="2247">
                  <c:v>1.6732845182217799</c:v>
                </c:pt>
                <c:pt idx="2248">
                  <c:v>1.6623165947540499</c:v>
                </c:pt>
                <c:pt idx="2249">
                  <c:v>1.6560737622790001</c:v>
                </c:pt>
                <c:pt idx="2250">
                  <c:v>1.6557951776367099</c:v>
                </c:pt>
                <c:pt idx="2251">
                  <c:v>1.6721119621121101</c:v>
                </c:pt>
                <c:pt idx="2252">
                  <c:v>1.68882047362709</c:v>
                </c:pt>
                <c:pt idx="2253">
                  <c:v>1.68100472549225</c:v>
                </c:pt>
                <c:pt idx="2254">
                  <c:v>1.68354319370057</c:v>
                </c:pt>
                <c:pt idx="2255">
                  <c:v>1.70160797902176</c:v>
                </c:pt>
                <c:pt idx="2256">
                  <c:v>1.6889480670218799</c:v>
                </c:pt>
                <c:pt idx="2257">
                  <c:v>1.6950325258683001</c:v>
                </c:pt>
                <c:pt idx="2258">
                  <c:v>1.7042926865728001</c:v>
                </c:pt>
                <c:pt idx="2259">
                  <c:v>1.6975956469011599</c:v>
                </c:pt>
                <c:pt idx="2260">
                  <c:v>1.7038536147691701</c:v>
                </c:pt>
                <c:pt idx="2261">
                  <c:v>1.70539285375984</c:v>
                </c:pt>
                <c:pt idx="2262">
                  <c:v>1.69944923516354</c:v>
                </c:pt>
                <c:pt idx="2263">
                  <c:v>1.69151565094701</c:v>
                </c:pt>
                <c:pt idx="2264">
                  <c:v>1.688276255264</c:v>
                </c:pt>
                <c:pt idx="2265">
                  <c:v>1.64422287660188</c:v>
                </c:pt>
                <c:pt idx="2266">
                  <c:v>1.6344378671581401</c:v>
                </c:pt>
                <c:pt idx="2267">
                  <c:v>1.6070445126250801</c:v>
                </c:pt>
                <c:pt idx="2268">
                  <c:v>1.62148580123057</c:v>
                </c:pt>
                <c:pt idx="2269">
                  <c:v>1.6260017736065799</c:v>
                </c:pt>
                <c:pt idx="2270">
                  <c:v>1.64942886695182</c:v>
                </c:pt>
                <c:pt idx="2271">
                  <c:v>1.6554811423597799</c:v>
                </c:pt>
                <c:pt idx="2272">
                  <c:v>1.63868463473736</c:v>
                </c:pt>
                <c:pt idx="2273">
                  <c:v>1.65176842844484</c:v>
                </c:pt>
                <c:pt idx="2274">
                  <c:v>1.6309674165241601</c:v>
                </c:pt>
                <c:pt idx="2275">
                  <c:v>1.63678715775662</c:v>
                </c:pt>
                <c:pt idx="2276">
                  <c:v>1.6389936642346401</c:v>
                </c:pt>
                <c:pt idx="2277">
                  <c:v>1.62084518299545</c:v>
                </c:pt>
                <c:pt idx="2278">
                  <c:v>1.6315931416111999</c:v>
                </c:pt>
                <c:pt idx="2279">
                  <c:v>1.61672924101367</c:v>
                </c:pt>
                <c:pt idx="2280">
                  <c:v>1.6242385093087499</c:v>
                </c:pt>
                <c:pt idx="2281">
                  <c:v>1.6271559793452901</c:v>
                </c:pt>
                <c:pt idx="2282">
                  <c:v>1.6315023520124201</c:v>
                </c:pt>
                <c:pt idx="2283">
                  <c:v>1.6343694974413501</c:v>
                </c:pt>
                <c:pt idx="2284">
                  <c:v>1.6185438674967201</c:v>
                </c:pt>
                <c:pt idx="2285">
                  <c:v>1.6130240845856501</c:v>
                </c:pt>
                <c:pt idx="2286">
                  <c:v>1.60843762415421</c:v>
                </c:pt>
                <c:pt idx="2287">
                  <c:v>1.6188782208711601</c:v>
                </c:pt>
                <c:pt idx="2288">
                  <c:v>1.6168769516027399</c:v>
                </c:pt>
                <c:pt idx="2289">
                  <c:v>1.6228109042583601</c:v>
                </c:pt>
                <c:pt idx="2290">
                  <c:v>1.6200439990259501</c:v>
                </c:pt>
                <c:pt idx="2291">
                  <c:v>1.6256846261892299</c:v>
                </c:pt>
                <c:pt idx="2292">
                  <c:v>1.6392673849055099</c:v>
                </c:pt>
                <c:pt idx="2293">
                  <c:v>1.6413609316704001</c:v>
                </c:pt>
                <c:pt idx="2294">
                  <c:v>1.60765211903514</c:v>
                </c:pt>
                <c:pt idx="2295">
                  <c:v>1.6121500510172699</c:v>
                </c:pt>
                <c:pt idx="2296">
                  <c:v>1.6019165592125799</c:v>
                </c:pt>
                <c:pt idx="2297">
                  <c:v>1.61288990192056</c:v>
                </c:pt>
                <c:pt idx="2298">
                  <c:v>1.62173284022447</c:v>
                </c:pt>
                <c:pt idx="2299">
                  <c:v>1.6262311222494901</c:v>
                </c:pt>
                <c:pt idx="2300">
                  <c:v>1.6298502798108401</c:v>
                </c:pt>
                <c:pt idx="2301">
                  <c:v>1.6410868654962301</c:v>
                </c:pt>
                <c:pt idx="2302">
                  <c:v>1.65403166092794</c:v>
                </c:pt>
                <c:pt idx="2303">
                  <c:v>1.6557105679499899</c:v>
                </c:pt>
                <c:pt idx="2304">
                  <c:v>1.65162256045214</c:v>
                </c:pt>
                <c:pt idx="2305">
                  <c:v>1.62152821375307</c:v>
                </c:pt>
                <c:pt idx="2306">
                  <c:v>1.5932668263129599</c:v>
                </c:pt>
                <c:pt idx="2307">
                  <c:v>1.6192068893490399</c:v>
                </c:pt>
                <c:pt idx="2308">
                  <c:v>1.61232886764284</c:v>
                </c:pt>
                <c:pt idx="2309">
                  <c:v>1.62179322806392</c:v>
                </c:pt>
                <c:pt idx="2310">
                  <c:v>1.6431145085062899</c:v>
                </c:pt>
                <c:pt idx="2311">
                  <c:v>1.65112775636113</c:v>
                </c:pt>
                <c:pt idx="2312">
                  <c:v>1.65582472280366</c:v>
                </c:pt>
                <c:pt idx="2313">
                  <c:v>1.6445210259155101</c:v>
                </c:pt>
                <c:pt idx="2314">
                  <c:v>1.6407213332864801</c:v>
                </c:pt>
                <c:pt idx="2315">
                  <c:v>1.6321824738822099</c:v>
                </c:pt>
                <c:pt idx="2316">
                  <c:v>1.6340689706911899</c:v>
                </c:pt>
                <c:pt idx="2317">
                  <c:v>1.6468375612025601</c:v>
                </c:pt>
                <c:pt idx="2318">
                  <c:v>1.6257064552125899</c:v>
                </c:pt>
                <c:pt idx="2319">
                  <c:v>1.64170277385042</c:v>
                </c:pt>
                <c:pt idx="2320">
                  <c:v>1.6387427341270999</c:v>
                </c:pt>
                <c:pt idx="2321">
                  <c:v>1.63143270952536</c:v>
                </c:pt>
                <c:pt idx="2322">
                  <c:v>1.63135692478582</c:v>
                </c:pt>
                <c:pt idx="2323">
                  <c:v>1.6281240609644101</c:v>
                </c:pt>
                <c:pt idx="2324">
                  <c:v>1.6109396936115601</c:v>
                </c:pt>
                <c:pt idx="2325">
                  <c:v>1.6103544395853</c:v>
                </c:pt>
                <c:pt idx="2326">
                  <c:v>1.60829245002468</c:v>
                </c:pt>
                <c:pt idx="2327">
                  <c:v>1.63323599084002</c:v>
                </c:pt>
                <c:pt idx="2328">
                  <c:v>1.62502246422136</c:v>
                </c:pt>
                <c:pt idx="2329">
                  <c:v>1.61257633263506</c:v>
                </c:pt>
                <c:pt idx="2330">
                  <c:v>1.6265622761135301</c:v>
                </c:pt>
                <c:pt idx="2331">
                  <c:v>1.63986926042835</c:v>
                </c:pt>
                <c:pt idx="2332">
                  <c:v>1.63772872042856</c:v>
                </c:pt>
                <c:pt idx="2333">
                  <c:v>1.63427546381931</c:v>
                </c:pt>
                <c:pt idx="2334">
                  <c:v>1.6362099758144799</c:v>
                </c:pt>
                <c:pt idx="2335">
                  <c:v>1.6398642647158099</c:v>
                </c:pt>
                <c:pt idx="2336">
                  <c:v>1.6304167023485701</c:v>
                </c:pt>
                <c:pt idx="2337">
                  <c:v>1.6229599315518499</c:v>
                </c:pt>
                <c:pt idx="2338">
                  <c:v>1.6103209943608501</c:v>
                </c:pt>
                <c:pt idx="2339">
                  <c:v>1.61223621023703</c:v>
                </c:pt>
                <c:pt idx="2340">
                  <c:v>1.5830268900217801</c:v>
                </c:pt>
                <c:pt idx="2341">
                  <c:v>1.58656682350932</c:v>
                </c:pt>
                <c:pt idx="2342">
                  <c:v>1.57265158149909</c:v>
                </c:pt>
                <c:pt idx="2343">
                  <c:v>1.5567349348447601</c:v>
                </c:pt>
                <c:pt idx="2344">
                  <c:v>1.5712193866861801</c:v>
                </c:pt>
                <c:pt idx="2345">
                  <c:v>1.5427646800785699</c:v>
                </c:pt>
                <c:pt idx="2346">
                  <c:v>1.5296081795488401</c:v>
                </c:pt>
                <c:pt idx="2347">
                  <c:v>1.5377159460577501</c:v>
                </c:pt>
                <c:pt idx="2348">
                  <c:v>1.5089843742701401</c:v>
                </c:pt>
                <c:pt idx="2349">
                  <c:v>1.5111251118753899</c:v>
                </c:pt>
                <c:pt idx="2350">
                  <c:v>1.48452201937272</c:v>
                </c:pt>
                <c:pt idx="2351">
                  <c:v>1.4947745756703099</c:v>
                </c:pt>
                <c:pt idx="2352">
                  <c:v>1.5415211869726699</c:v>
                </c:pt>
                <c:pt idx="2353">
                  <c:v>1.54932207939444</c:v>
                </c:pt>
                <c:pt idx="2354">
                  <c:v>1.5395497994354901</c:v>
                </c:pt>
                <c:pt idx="2355">
                  <c:v>1.5417013085521001</c:v>
                </c:pt>
                <c:pt idx="2356">
                  <c:v>1.56562595788615</c:v>
                </c:pt>
                <c:pt idx="2357">
                  <c:v>1.55932289960187</c:v>
                </c:pt>
                <c:pt idx="2358">
                  <c:v>1.565625348805</c:v>
                </c:pt>
                <c:pt idx="2359">
                  <c:v>1.5381631334171699</c:v>
                </c:pt>
                <c:pt idx="2360">
                  <c:v>1.54088578702353</c:v>
                </c:pt>
                <c:pt idx="2361">
                  <c:v>1.5602911467394001</c:v>
                </c:pt>
                <c:pt idx="2362">
                  <c:v>1.56041062963694</c:v>
                </c:pt>
                <c:pt idx="2363">
                  <c:v>1.54201492357471</c:v>
                </c:pt>
                <c:pt idx="2364">
                  <c:v>1.5330912813814901</c:v>
                </c:pt>
                <c:pt idx="2365">
                  <c:v>1.53814361550743</c:v>
                </c:pt>
                <c:pt idx="2366">
                  <c:v>1.54011670507805</c:v>
                </c:pt>
                <c:pt idx="2367">
                  <c:v>1.52740381251058</c:v>
                </c:pt>
                <c:pt idx="2368">
                  <c:v>1.5148918436579699</c:v>
                </c:pt>
                <c:pt idx="2369">
                  <c:v>1.50342441776339</c:v>
                </c:pt>
                <c:pt idx="2370">
                  <c:v>1.5318570950867301</c:v>
                </c:pt>
                <c:pt idx="2371">
                  <c:v>1.52566984236709</c:v>
                </c:pt>
                <c:pt idx="2372">
                  <c:v>1.5188636798802699</c:v>
                </c:pt>
                <c:pt idx="2373">
                  <c:v>1.5295804452341999</c:v>
                </c:pt>
                <c:pt idx="2374">
                  <c:v>1.54093487725395</c:v>
                </c:pt>
                <c:pt idx="2375">
                  <c:v>1.5340883448729801</c:v>
                </c:pt>
                <c:pt idx="2376">
                  <c:v>1.5270274506620001</c:v>
                </c:pt>
                <c:pt idx="2377">
                  <c:v>1.53211709133906</c:v>
                </c:pt>
                <c:pt idx="2378">
                  <c:v>1.54356019287558</c:v>
                </c:pt>
                <c:pt idx="2379">
                  <c:v>1.53837168951128</c:v>
                </c:pt>
                <c:pt idx="2380">
                  <c:v>1.5237026117110899</c:v>
                </c:pt>
                <c:pt idx="2381">
                  <c:v>1.51911383887867</c:v>
                </c:pt>
                <c:pt idx="2382">
                  <c:v>1.49129404819655</c:v>
                </c:pt>
                <c:pt idx="2383">
                  <c:v>1.4742426063676699</c:v>
                </c:pt>
                <c:pt idx="2384">
                  <c:v>1.4592514803385801</c:v>
                </c:pt>
                <c:pt idx="2385">
                  <c:v>1.4244939288026399</c:v>
                </c:pt>
                <c:pt idx="2386">
                  <c:v>1.44837234098728</c:v>
                </c:pt>
                <c:pt idx="2387">
                  <c:v>1.4638629670052701</c:v>
                </c:pt>
                <c:pt idx="2388">
                  <c:v>1.4718519009839699</c:v>
                </c:pt>
                <c:pt idx="2389">
                  <c:v>1.49769395540409</c:v>
                </c:pt>
                <c:pt idx="2390">
                  <c:v>1.51942298640739</c:v>
                </c:pt>
                <c:pt idx="2391">
                  <c:v>1.51096972541236</c:v>
                </c:pt>
                <c:pt idx="2392">
                  <c:v>1.50964788216038</c:v>
                </c:pt>
                <c:pt idx="2393">
                  <c:v>1.4915151550494901</c:v>
                </c:pt>
                <c:pt idx="2394">
                  <c:v>1.5107313617668801</c:v>
                </c:pt>
                <c:pt idx="2395">
                  <c:v>1.5430723085162199</c:v>
                </c:pt>
                <c:pt idx="2396">
                  <c:v>1.54852902176845</c:v>
                </c:pt>
                <c:pt idx="2397">
                  <c:v>1.5526975940449399</c:v>
                </c:pt>
                <c:pt idx="2398">
                  <c:v>1.5445700416786501</c:v>
                </c:pt>
                <c:pt idx="2399">
                  <c:v>1.5416971538055699</c:v>
                </c:pt>
                <c:pt idx="2400">
                  <c:v>1.5548543190338899</c:v>
                </c:pt>
                <c:pt idx="2401">
                  <c:v>1.5663486036622201</c:v>
                </c:pt>
                <c:pt idx="2402">
                  <c:v>1.57620421260272</c:v>
                </c:pt>
                <c:pt idx="2403">
                  <c:v>1.56189864565576</c:v>
                </c:pt>
                <c:pt idx="2404">
                  <c:v>1.5753007865917501</c:v>
                </c:pt>
                <c:pt idx="2405">
                  <c:v>1.5886179936621201</c:v>
                </c:pt>
                <c:pt idx="2406">
                  <c:v>1.58068184378265</c:v>
                </c:pt>
                <c:pt idx="2407">
                  <c:v>1.56345298833239</c:v>
                </c:pt>
                <c:pt idx="2408">
                  <c:v>1.5797756272472401</c:v>
                </c:pt>
                <c:pt idx="2409">
                  <c:v>1.5604749111867799</c:v>
                </c:pt>
                <c:pt idx="2410">
                  <c:v>1.55744165777344</c:v>
                </c:pt>
                <c:pt idx="2411">
                  <c:v>1.5661777423001499</c:v>
                </c:pt>
                <c:pt idx="2412">
                  <c:v>1.55801319598011</c:v>
                </c:pt>
                <c:pt idx="2413">
                  <c:v>1.54876643509987</c:v>
                </c:pt>
                <c:pt idx="2414">
                  <c:v>1.5606012524686801</c:v>
                </c:pt>
                <c:pt idx="2415">
                  <c:v>1.5571668916174599</c:v>
                </c:pt>
                <c:pt idx="2416">
                  <c:v>1.5268843917956401</c:v>
                </c:pt>
                <c:pt idx="2417">
                  <c:v>1.5326690443775799</c:v>
                </c:pt>
                <c:pt idx="2418">
                  <c:v>1.53057290013075</c:v>
                </c:pt>
                <c:pt idx="2419">
                  <c:v>1.5247624015396299</c:v>
                </c:pt>
                <c:pt idx="2420">
                  <c:v>1.54298964601015</c:v>
                </c:pt>
                <c:pt idx="2421">
                  <c:v>1.54553837847732</c:v>
                </c:pt>
                <c:pt idx="2422">
                  <c:v>1.5325920925426899</c:v>
                </c:pt>
                <c:pt idx="2423">
                  <c:v>1.52705245417514</c:v>
                </c:pt>
                <c:pt idx="2424">
                  <c:v>1.51625221530307</c:v>
                </c:pt>
                <c:pt idx="2425">
                  <c:v>1.4942573037359701</c:v>
                </c:pt>
                <c:pt idx="2426">
                  <c:v>1.4939887883235901</c:v>
                </c:pt>
                <c:pt idx="2427">
                  <c:v>1.4721197311493399</c:v>
                </c:pt>
                <c:pt idx="2428">
                  <c:v>1.4825663011778101</c:v>
                </c:pt>
                <c:pt idx="2429">
                  <c:v>1.46740471908801</c:v>
                </c:pt>
                <c:pt idx="2430">
                  <c:v>1.46777742035082</c:v>
                </c:pt>
                <c:pt idx="2431">
                  <c:v>1.4468055968918101</c:v>
                </c:pt>
                <c:pt idx="2432">
                  <c:v>1.4555397476551699</c:v>
                </c:pt>
                <c:pt idx="2433">
                  <c:v>1.4817959176598701</c:v>
                </c:pt>
                <c:pt idx="2434">
                  <c:v>1.50155786569851</c:v>
                </c:pt>
                <c:pt idx="2435">
                  <c:v>1.49489889119068</c:v>
                </c:pt>
                <c:pt idx="2436">
                  <c:v>1.4887856821268599</c:v>
                </c:pt>
                <c:pt idx="2437">
                  <c:v>1.4803514087232601</c:v>
                </c:pt>
                <c:pt idx="2438">
                  <c:v>1.45376938017858</c:v>
                </c:pt>
                <c:pt idx="2439">
                  <c:v>1.42136919333187</c:v>
                </c:pt>
                <c:pt idx="2440">
                  <c:v>1.4246477923741301</c:v>
                </c:pt>
                <c:pt idx="2441">
                  <c:v>1.4123223161868499</c:v>
                </c:pt>
                <c:pt idx="2442">
                  <c:v>1.4385848428939001</c:v>
                </c:pt>
                <c:pt idx="2443">
                  <c:v>1.42969743259614</c:v>
                </c:pt>
                <c:pt idx="2444">
                  <c:v>1.4264321909883499</c:v>
                </c:pt>
                <c:pt idx="2445">
                  <c:v>1.4193824979407099</c:v>
                </c:pt>
                <c:pt idx="2446">
                  <c:v>1.3816290824197801</c:v>
                </c:pt>
                <c:pt idx="2447">
                  <c:v>1.37445177647543</c:v>
                </c:pt>
                <c:pt idx="2448">
                  <c:v>1.3582310155498301</c:v>
                </c:pt>
                <c:pt idx="2449">
                  <c:v>1.27882123909223</c:v>
                </c:pt>
                <c:pt idx="2450">
                  <c:v>1.29667790988926</c:v>
                </c:pt>
                <c:pt idx="2451">
                  <c:v>1.31365760562584</c:v>
                </c:pt>
                <c:pt idx="2452">
                  <c:v>1.3593941997257</c:v>
                </c:pt>
                <c:pt idx="2453">
                  <c:v>1.34944102799274</c:v>
                </c:pt>
                <c:pt idx="2454">
                  <c:v>1.31230435313037</c:v>
                </c:pt>
                <c:pt idx="2455">
                  <c:v>1.27348859469838</c:v>
                </c:pt>
                <c:pt idx="2456">
                  <c:v>1.22038514924471</c:v>
                </c:pt>
                <c:pt idx="2457">
                  <c:v>1.2091059795333701</c:v>
                </c:pt>
                <c:pt idx="2458">
                  <c:v>1.16176671348537</c:v>
                </c:pt>
                <c:pt idx="2459">
                  <c:v>1.08180650720726</c:v>
                </c:pt>
                <c:pt idx="2460">
                  <c:v>1.14768596080392</c:v>
                </c:pt>
                <c:pt idx="2461">
                  <c:v>1.1860125308564</c:v>
                </c:pt>
                <c:pt idx="2462">
                  <c:v>1.24441861793235</c:v>
                </c:pt>
                <c:pt idx="2463">
                  <c:v>1.2632850046350399</c:v>
                </c:pt>
                <c:pt idx="2464">
                  <c:v>1.27019541142787</c:v>
                </c:pt>
                <c:pt idx="2465">
                  <c:v>1.27976326591837</c:v>
                </c:pt>
                <c:pt idx="2466">
                  <c:v>1.2993587250507601</c:v>
                </c:pt>
                <c:pt idx="2467">
                  <c:v>1.3210064279456499</c:v>
                </c:pt>
                <c:pt idx="2468">
                  <c:v>1.33084785768025</c:v>
                </c:pt>
                <c:pt idx="2469">
                  <c:v>1.3644319968744001</c:v>
                </c:pt>
                <c:pt idx="2470">
                  <c:v>1.3003771815524501</c:v>
                </c:pt>
                <c:pt idx="2471">
                  <c:v>1.3475150441189501</c:v>
                </c:pt>
                <c:pt idx="2472">
                  <c:v>1.3603077153988401</c:v>
                </c:pt>
                <c:pt idx="2473">
                  <c:v>1.3650635684803001</c:v>
                </c:pt>
                <c:pt idx="2474">
                  <c:v>1.3493628088859499</c:v>
                </c:pt>
                <c:pt idx="2475">
                  <c:v>1.35384018844409</c:v>
                </c:pt>
                <c:pt idx="2476">
                  <c:v>1.3359514885074799</c:v>
                </c:pt>
                <c:pt idx="2477">
                  <c:v>1.3514928890653499</c:v>
                </c:pt>
                <c:pt idx="2478">
                  <c:v>1.37703088390922</c:v>
                </c:pt>
                <c:pt idx="2479">
                  <c:v>1.3887894072875999</c:v>
                </c:pt>
                <c:pt idx="2480">
                  <c:v>1.39324682492894</c:v>
                </c:pt>
                <c:pt idx="2481">
                  <c:v>1.3841609830489101</c:v>
                </c:pt>
                <c:pt idx="2482">
                  <c:v>1.4001388358042299</c:v>
                </c:pt>
                <c:pt idx="2483">
                  <c:v>1.42303022768576</c:v>
                </c:pt>
                <c:pt idx="2484">
                  <c:v>1.4143512967246501</c:v>
                </c:pt>
                <c:pt idx="2485">
                  <c:v>1.4276401413378399</c:v>
                </c:pt>
                <c:pt idx="2486">
                  <c:v>1.4259429297848201</c:v>
                </c:pt>
                <c:pt idx="2487">
                  <c:v>1.4080259564111901</c:v>
                </c:pt>
                <c:pt idx="2488">
                  <c:v>1.37605060529324</c:v>
                </c:pt>
                <c:pt idx="2489">
                  <c:v>1.37278476088215</c:v>
                </c:pt>
                <c:pt idx="2490">
                  <c:v>1.3282112833514199</c:v>
                </c:pt>
                <c:pt idx="2491">
                  <c:v>1.35621371324338</c:v>
                </c:pt>
                <c:pt idx="2492">
                  <c:v>1.3712014700867901</c:v>
                </c:pt>
                <c:pt idx="2493">
                  <c:v>1.4028222797174199</c:v>
                </c:pt>
                <c:pt idx="2494">
                  <c:v>1.3956182548404601</c:v>
                </c:pt>
                <c:pt idx="2495">
                  <c:v>1.3856211219813801</c:v>
                </c:pt>
                <c:pt idx="2496">
                  <c:v>1.3595793766747699</c:v>
                </c:pt>
                <c:pt idx="2497">
                  <c:v>1.37850545381768</c:v>
                </c:pt>
                <c:pt idx="2498">
                  <c:v>1.35195755804891</c:v>
                </c:pt>
                <c:pt idx="2499">
                  <c:v>1.3549697529982401</c:v>
                </c:pt>
                <c:pt idx="2500">
                  <c:v>1.3450162216038699</c:v>
                </c:pt>
                <c:pt idx="2501">
                  <c:v>1.3226328346307701</c:v>
                </c:pt>
                <c:pt idx="2502">
                  <c:v>1.2587051969126799</c:v>
                </c:pt>
                <c:pt idx="2503">
                  <c:v>1.32110636330249</c:v>
                </c:pt>
                <c:pt idx="2504">
                  <c:v>1.3218353502499001</c:v>
                </c:pt>
                <c:pt idx="2505">
                  <c:v>1.3151482048760701</c:v>
                </c:pt>
                <c:pt idx="2506">
                  <c:v>1.31309241712671</c:v>
                </c:pt>
                <c:pt idx="2507">
                  <c:v>1.31045677254087</c:v>
                </c:pt>
                <c:pt idx="2508">
                  <c:v>1.33029351908196</c:v>
                </c:pt>
                <c:pt idx="2509">
                  <c:v>1.3323845908787599</c:v>
                </c:pt>
                <c:pt idx="2510">
                  <c:v>1.3552580083788399</c:v>
                </c:pt>
                <c:pt idx="2511">
                  <c:v>1.39001325757764</c:v>
                </c:pt>
                <c:pt idx="2512">
                  <c:v>1.3803500281077901</c:v>
                </c:pt>
                <c:pt idx="2513">
                  <c:v>1.41088447433664</c:v>
                </c:pt>
                <c:pt idx="2514">
                  <c:v>1.4171536385896299</c:v>
                </c:pt>
                <c:pt idx="2515">
                  <c:v>1.3957979314372</c:v>
                </c:pt>
                <c:pt idx="2516">
                  <c:v>1.4166430741259</c:v>
                </c:pt>
                <c:pt idx="2517">
                  <c:v>1.4039553246551799</c:v>
                </c:pt>
                <c:pt idx="2518">
                  <c:v>1.38814360685104</c:v>
                </c:pt>
                <c:pt idx="2519">
                  <c:v>1.39618352954895</c:v>
                </c:pt>
                <c:pt idx="2520">
                  <c:v>1.38448565450886</c:v>
                </c:pt>
                <c:pt idx="2521">
                  <c:v>1.38354969377915</c:v>
                </c:pt>
                <c:pt idx="2522">
                  <c:v>1.4018221080956299</c:v>
                </c:pt>
                <c:pt idx="2523">
                  <c:v>1.4092757076309601</c:v>
                </c:pt>
                <c:pt idx="2524">
                  <c:v>1.3954188916964601</c:v>
                </c:pt>
                <c:pt idx="2525">
                  <c:v>1.3975421718004399</c:v>
                </c:pt>
                <c:pt idx="2526">
                  <c:v>1.3657248898457801</c:v>
                </c:pt>
                <c:pt idx="2527">
                  <c:v>1.3508460733391701</c:v>
                </c:pt>
                <c:pt idx="2528">
                  <c:v>1.36165104697392</c:v>
                </c:pt>
                <c:pt idx="2529">
                  <c:v>1.34795988870247</c:v>
                </c:pt>
                <c:pt idx="2530">
                  <c:v>1.3494165319396501</c:v>
                </c:pt>
                <c:pt idx="2531">
                  <c:v>1.34507769078664</c:v>
                </c:pt>
                <c:pt idx="2532">
                  <c:v>1.3529191632712201</c:v>
                </c:pt>
                <c:pt idx="2533">
                  <c:v>1.33310247550587</c:v>
                </c:pt>
                <c:pt idx="2534">
                  <c:v>1.3373994703229199</c:v>
                </c:pt>
                <c:pt idx="2535">
                  <c:v>1.31658491673595</c:v>
                </c:pt>
                <c:pt idx="2536">
                  <c:v>1.2813516138372001</c:v>
                </c:pt>
                <c:pt idx="2537">
                  <c:v>1.2914366680634</c:v>
                </c:pt>
                <c:pt idx="2538">
                  <c:v>1.30242387442532</c:v>
                </c:pt>
                <c:pt idx="2539">
                  <c:v>1.31050398279172</c:v>
                </c:pt>
                <c:pt idx="2540">
                  <c:v>1.3008630598909201</c:v>
                </c:pt>
                <c:pt idx="2541">
                  <c:v>1.3039695620907701</c:v>
                </c:pt>
                <c:pt idx="2542">
                  <c:v>1.30256830203262</c:v>
                </c:pt>
                <c:pt idx="2543">
                  <c:v>1.3149179971295699</c:v>
                </c:pt>
                <c:pt idx="2544">
                  <c:v>1.2996523616803299</c:v>
                </c:pt>
                <c:pt idx="2545">
                  <c:v>1.27166104112562</c:v>
                </c:pt>
                <c:pt idx="2546">
                  <c:v>1.2718835018594501</c:v>
                </c:pt>
                <c:pt idx="2547">
                  <c:v>1.22652580249396</c:v>
                </c:pt>
                <c:pt idx="2548">
                  <c:v>1.22181542348844</c:v>
                </c:pt>
                <c:pt idx="2549">
                  <c:v>1.25727374804644</c:v>
                </c:pt>
                <c:pt idx="2550">
                  <c:v>1.22768128309599</c:v>
                </c:pt>
                <c:pt idx="2551">
                  <c:v>1.23372299287631</c:v>
                </c:pt>
                <c:pt idx="2552">
                  <c:v>1.2446478962564</c:v>
                </c:pt>
                <c:pt idx="2553">
                  <c:v>1.2371831950333401</c:v>
                </c:pt>
                <c:pt idx="2554">
                  <c:v>1.2284223979989</c:v>
                </c:pt>
                <c:pt idx="2555">
                  <c:v>1.1996524119965499</c:v>
                </c:pt>
                <c:pt idx="2556">
                  <c:v>1.2109225672749799</c:v>
                </c:pt>
                <c:pt idx="2557">
                  <c:v>1.1783197796157601</c:v>
                </c:pt>
                <c:pt idx="2558">
                  <c:v>1.2012536830784999</c:v>
                </c:pt>
                <c:pt idx="2559">
                  <c:v>1.19604278748746</c:v>
                </c:pt>
                <c:pt idx="2560">
                  <c:v>1.22965151370546</c:v>
                </c:pt>
                <c:pt idx="2561">
                  <c:v>1.2256053305057399</c:v>
                </c:pt>
                <c:pt idx="2562">
                  <c:v>1.2088151657970401</c:v>
                </c:pt>
                <c:pt idx="2563">
                  <c:v>1.2102439940454599</c:v>
                </c:pt>
                <c:pt idx="2564">
                  <c:v>1.2002940888440901</c:v>
                </c:pt>
                <c:pt idx="2565">
                  <c:v>1.2023381586333399</c:v>
                </c:pt>
                <c:pt idx="2566">
                  <c:v>1.20647696462582</c:v>
                </c:pt>
                <c:pt idx="2567">
                  <c:v>1.20790205363306</c:v>
                </c:pt>
                <c:pt idx="2568">
                  <c:v>1.1769330376560401</c:v>
                </c:pt>
                <c:pt idx="2569">
                  <c:v>1.1577680288583601</c:v>
                </c:pt>
                <c:pt idx="2570">
                  <c:v>1.1629281467994499</c:v>
                </c:pt>
                <c:pt idx="2571">
                  <c:v>1.1822381502696999</c:v>
                </c:pt>
                <c:pt idx="2572">
                  <c:v>1.17776914802212</c:v>
                </c:pt>
                <c:pt idx="2573">
                  <c:v>1.1835829498016499</c:v>
                </c:pt>
                <c:pt idx="2574">
                  <c:v>1.23183175370926</c:v>
                </c:pt>
                <c:pt idx="2575">
                  <c:v>1.23015716387188</c:v>
                </c:pt>
                <c:pt idx="2576">
                  <c:v>1.2152010405394</c:v>
                </c:pt>
                <c:pt idx="2577">
                  <c:v>1.1853475868118399</c:v>
                </c:pt>
                <c:pt idx="2578">
                  <c:v>1.2061393238206499</c:v>
                </c:pt>
                <c:pt idx="2579">
                  <c:v>1.2051118642912799</c:v>
                </c:pt>
                <c:pt idx="2580">
                  <c:v>1.2039361922134999</c:v>
                </c:pt>
                <c:pt idx="2581">
                  <c:v>1.1933845253783799</c:v>
                </c:pt>
                <c:pt idx="2582">
                  <c:v>1.1832565683081699</c:v>
                </c:pt>
                <c:pt idx="2583">
                  <c:v>1.1903473327151199</c:v>
                </c:pt>
                <c:pt idx="2584">
                  <c:v>1.1788081092909599</c:v>
                </c:pt>
                <c:pt idx="2585">
                  <c:v>1.18960366486185</c:v>
                </c:pt>
                <c:pt idx="2586">
                  <c:v>1.18001001682095</c:v>
                </c:pt>
                <c:pt idx="2587">
                  <c:v>1.1778007293694399</c:v>
                </c:pt>
                <c:pt idx="2588">
                  <c:v>1.15604760170649</c:v>
                </c:pt>
                <c:pt idx="2589">
                  <c:v>1.1504994301242</c:v>
                </c:pt>
                <c:pt idx="2590">
                  <c:v>1.13412582220822</c:v>
                </c:pt>
                <c:pt idx="2591">
                  <c:v>1.1334235873104801</c:v>
                </c:pt>
                <c:pt idx="2592">
                  <c:v>1.14181781277619</c:v>
                </c:pt>
                <c:pt idx="2593">
                  <c:v>1.1258568045858399</c:v>
                </c:pt>
                <c:pt idx="2594">
                  <c:v>1.1284124315050299</c:v>
                </c:pt>
                <c:pt idx="2595">
                  <c:v>1.1487266108131799</c:v>
                </c:pt>
                <c:pt idx="2596">
                  <c:v>1.17054466301141</c:v>
                </c:pt>
                <c:pt idx="2597">
                  <c:v>1.14587704376623</c:v>
                </c:pt>
                <c:pt idx="2598">
                  <c:v>1.15662626770292</c:v>
                </c:pt>
                <c:pt idx="2599">
                  <c:v>1.15103349143663</c:v>
                </c:pt>
                <c:pt idx="2600">
                  <c:v>1.1617235014730101</c:v>
                </c:pt>
                <c:pt idx="2601">
                  <c:v>1.1407087461437599</c:v>
                </c:pt>
                <c:pt idx="2602">
                  <c:v>1.1342015093131499</c:v>
                </c:pt>
                <c:pt idx="2603">
                  <c:v>1.1372754084171</c:v>
                </c:pt>
                <c:pt idx="2604">
                  <c:v>1.1363892541765199</c:v>
                </c:pt>
                <c:pt idx="2605">
                  <c:v>1.13307083366438</c:v>
                </c:pt>
                <c:pt idx="2606">
                  <c:v>1.11858522504573</c:v>
                </c:pt>
                <c:pt idx="2607">
                  <c:v>1.1134449075325401</c:v>
                </c:pt>
                <c:pt idx="2608">
                  <c:v>1.1378577539160299</c:v>
                </c:pt>
                <c:pt idx="2609">
                  <c:v>1.1325400576064899</c:v>
                </c:pt>
                <c:pt idx="2610">
                  <c:v>1.13245510758387</c:v>
                </c:pt>
                <c:pt idx="2611">
                  <c:v>1.17813290608514</c:v>
                </c:pt>
                <c:pt idx="2612">
                  <c:v>1.1909070099399801</c:v>
                </c:pt>
                <c:pt idx="2613">
                  <c:v>1.23835541098381</c:v>
                </c:pt>
                <c:pt idx="2614">
                  <c:v>1.30385091784992</c:v>
                </c:pt>
                <c:pt idx="2615">
                  <c:v>1.44831212079732</c:v>
                </c:pt>
                <c:pt idx="2616">
                  <c:v>1.5693123059957099</c:v>
                </c:pt>
                <c:pt idx="2617">
                  <c:v>1.43938889184523</c:v>
                </c:pt>
                <c:pt idx="2618">
                  <c:v>1.43090699922148</c:v>
                </c:pt>
                <c:pt idx="2619">
                  <c:v>1.37254881057767</c:v>
                </c:pt>
                <c:pt idx="2620">
                  <c:v>1.4189590318710801</c:v>
                </c:pt>
                <c:pt idx="2621">
                  <c:v>1.39379777415143</c:v>
                </c:pt>
                <c:pt idx="2622">
                  <c:v>1.40017053489719</c:v>
                </c:pt>
                <c:pt idx="2623">
                  <c:v>1.39331603705413</c:v>
                </c:pt>
                <c:pt idx="2624">
                  <c:v>1.4445495049970001</c:v>
                </c:pt>
                <c:pt idx="2625">
                  <c:v>1.4706970138368201</c:v>
                </c:pt>
                <c:pt idx="2626">
                  <c:v>1.4829378975383101</c:v>
                </c:pt>
                <c:pt idx="2627">
                  <c:v>1.48818510300499</c:v>
                </c:pt>
                <c:pt idx="2628">
                  <c:v>1.47887457685812</c:v>
                </c:pt>
                <c:pt idx="2629">
                  <c:v>1.51281768464705</c:v>
                </c:pt>
                <c:pt idx="2630">
                  <c:v>1.5477122318947001</c:v>
                </c:pt>
                <c:pt idx="2631">
                  <c:v>1.51833902871783</c:v>
                </c:pt>
                <c:pt idx="2632">
                  <c:v>1.51906434833828</c:v>
                </c:pt>
                <c:pt idx="2633">
                  <c:v>1.5425177133869199</c:v>
                </c:pt>
                <c:pt idx="2634">
                  <c:v>1.4962702023275301</c:v>
                </c:pt>
                <c:pt idx="2635">
                  <c:v>1.52433313862897</c:v>
                </c:pt>
                <c:pt idx="2636">
                  <c:v>1.5748377178613899</c:v>
                </c:pt>
                <c:pt idx="2637">
                  <c:v>1.5844265623109699</c:v>
                </c:pt>
                <c:pt idx="2638">
                  <c:v>1.6179191288459001</c:v>
                </c:pt>
                <c:pt idx="2639">
                  <c:v>1.6205089519076901</c:v>
                </c:pt>
                <c:pt idx="2640">
                  <c:v>1.6608202000133101</c:v>
                </c:pt>
                <c:pt idx="2641">
                  <c:v>1.6412559201432</c:v>
                </c:pt>
                <c:pt idx="2642">
                  <c:v>1.6385453310351199</c:v>
                </c:pt>
                <c:pt idx="2643">
                  <c:v>1.5884155462551499</c:v>
                </c:pt>
                <c:pt idx="2644">
                  <c:v>1.5539714733047001</c:v>
                </c:pt>
                <c:pt idx="2645">
                  <c:v>1.51907249817518</c:v>
                </c:pt>
                <c:pt idx="2646">
                  <c:v>1.5605385904319899</c:v>
                </c:pt>
                <c:pt idx="2647">
                  <c:v>1.5908506491211301</c:v>
                </c:pt>
                <c:pt idx="2648">
                  <c:v>1.5889245044657401</c:v>
                </c:pt>
                <c:pt idx="2649">
                  <c:v>1.5319962178995601</c:v>
                </c:pt>
                <c:pt idx="2650">
                  <c:v>1.5426920580361101</c:v>
                </c:pt>
                <c:pt idx="2651">
                  <c:v>1.5242014255705301</c:v>
                </c:pt>
                <c:pt idx="2652">
                  <c:v>1.55577217211545</c:v>
                </c:pt>
                <c:pt idx="2653">
                  <c:v>1.5520832411507</c:v>
                </c:pt>
                <c:pt idx="2654">
                  <c:v>1.5780287112990701</c:v>
                </c:pt>
                <c:pt idx="2655">
                  <c:v>1.6149094804020401</c:v>
                </c:pt>
                <c:pt idx="2656">
                  <c:v>1.6142066888958799</c:v>
                </c:pt>
                <c:pt idx="2657">
                  <c:v>1.5887878906684201</c:v>
                </c:pt>
                <c:pt idx="2658">
                  <c:v>1.6084985090635</c:v>
                </c:pt>
                <c:pt idx="2659">
                  <c:v>1.6247897844035699</c:v>
                </c:pt>
                <c:pt idx="2660">
                  <c:v>1.61665392886515</c:v>
                </c:pt>
                <c:pt idx="2661">
                  <c:v>1.63252497054052</c:v>
                </c:pt>
                <c:pt idx="2662">
                  <c:v>1.6572827213142001</c:v>
                </c:pt>
                <c:pt idx="2663">
                  <c:v>1.67031055630831</c:v>
                </c:pt>
                <c:pt idx="2664">
                  <c:v>1.6361549418813099</c:v>
                </c:pt>
                <c:pt idx="2665">
                  <c:v>1.61885467019856</c:v>
                </c:pt>
                <c:pt idx="2666">
                  <c:v>1.57758417449237</c:v>
                </c:pt>
                <c:pt idx="2667">
                  <c:v>1.59074527628291</c:v>
                </c:pt>
                <c:pt idx="2668">
                  <c:v>1.59051554215345</c:v>
                </c:pt>
                <c:pt idx="2669">
                  <c:v>1.60457081986859</c:v>
                </c:pt>
                <c:pt idx="2670">
                  <c:v>1.55421707969298</c:v>
                </c:pt>
                <c:pt idx="2671">
                  <c:v>1.5700497768797099</c:v>
                </c:pt>
                <c:pt idx="2672">
                  <c:v>1.54757883468459</c:v>
                </c:pt>
                <c:pt idx="2673">
                  <c:v>1.5604500077617001</c:v>
                </c:pt>
                <c:pt idx="2674">
                  <c:v>1.56771819990207</c:v>
                </c:pt>
                <c:pt idx="2675">
                  <c:v>1.55703790626658</c:v>
                </c:pt>
                <c:pt idx="2676">
                  <c:v>1.51186590526618</c:v>
                </c:pt>
                <c:pt idx="2677">
                  <c:v>1.4785093232939699</c:v>
                </c:pt>
                <c:pt idx="2678">
                  <c:v>1.43151455406261</c:v>
                </c:pt>
                <c:pt idx="2679">
                  <c:v>1.42783443531015</c:v>
                </c:pt>
                <c:pt idx="2680">
                  <c:v>1.44972067292621</c:v>
                </c:pt>
                <c:pt idx="2681">
                  <c:v>1.44439855676824</c:v>
                </c:pt>
                <c:pt idx="2682">
                  <c:v>1.4472123927898899</c:v>
                </c:pt>
                <c:pt idx="2683">
                  <c:v>1.41188671874025</c:v>
                </c:pt>
                <c:pt idx="2684">
                  <c:v>1.41577202261932</c:v>
                </c:pt>
                <c:pt idx="2685">
                  <c:v>1.47979547257827</c:v>
                </c:pt>
                <c:pt idx="2686">
                  <c:v>1.4720679545708499</c:v>
                </c:pt>
                <c:pt idx="2687">
                  <c:v>1.47983715600601</c:v>
                </c:pt>
                <c:pt idx="2688">
                  <c:v>1.4865514038779899</c:v>
                </c:pt>
                <c:pt idx="2689">
                  <c:v>1.4968383832343399</c:v>
                </c:pt>
                <c:pt idx="2690">
                  <c:v>1.4970895255118599</c:v>
                </c:pt>
                <c:pt idx="2691">
                  <c:v>1.4809036526952299</c:v>
                </c:pt>
                <c:pt idx="2692">
                  <c:v>1.4774803289632701</c:v>
                </c:pt>
                <c:pt idx="2693">
                  <c:v>1.5015144171916099</c:v>
                </c:pt>
                <c:pt idx="2694">
                  <c:v>1.48232989755036</c:v>
                </c:pt>
                <c:pt idx="2695">
                  <c:v>1.49467844217882</c:v>
                </c:pt>
                <c:pt idx="2696">
                  <c:v>1.5321854106181301</c:v>
                </c:pt>
                <c:pt idx="2697">
                  <c:v>1.5549610144664801</c:v>
                </c:pt>
                <c:pt idx="2698">
                  <c:v>1.5772641207243101</c:v>
                </c:pt>
                <c:pt idx="2699">
                  <c:v>1.5709132604142899</c:v>
                </c:pt>
                <c:pt idx="2700">
                  <c:v>1.5901780296153001</c:v>
                </c:pt>
                <c:pt idx="2701">
                  <c:v>1.5760959061279201</c:v>
                </c:pt>
                <c:pt idx="2702">
                  <c:v>1.5820231557948901</c:v>
                </c:pt>
                <c:pt idx="2703">
                  <c:v>1.5939810827447201</c:v>
                </c:pt>
                <c:pt idx="2704">
                  <c:v>1.55925918634289</c:v>
                </c:pt>
                <c:pt idx="2705">
                  <c:v>1.59470812433209</c:v>
                </c:pt>
                <c:pt idx="2706">
                  <c:v>1.6105433937771001</c:v>
                </c:pt>
                <c:pt idx="2707">
                  <c:v>1.6315653671994199</c:v>
                </c:pt>
                <c:pt idx="2708">
                  <c:v>1.63488410110069</c:v>
                </c:pt>
                <c:pt idx="2709">
                  <c:v>1.62864155151743</c:v>
                </c:pt>
                <c:pt idx="2710">
                  <c:v>1.6549464672994501</c:v>
                </c:pt>
                <c:pt idx="2711">
                  <c:v>1.6531784043649</c:v>
                </c:pt>
                <c:pt idx="2712">
                  <c:v>1.60033303005535</c:v>
                </c:pt>
                <c:pt idx="2713">
                  <c:v>1.60458103664249</c:v>
                </c:pt>
                <c:pt idx="2714">
                  <c:v>1.62416980674432</c:v>
                </c:pt>
                <c:pt idx="2715">
                  <c:v>1.6303974194254101</c:v>
                </c:pt>
                <c:pt idx="2716">
                  <c:v>1.65998650578503</c:v>
                </c:pt>
                <c:pt idx="2717">
                  <c:v>1.6526665013428301</c:v>
                </c:pt>
                <c:pt idx="2718">
                  <c:v>1.6602285063125799</c:v>
                </c:pt>
                <c:pt idx="2719">
                  <c:v>1.66772356517992</c:v>
                </c:pt>
                <c:pt idx="2720">
                  <c:v>1.67334907047509</c:v>
                </c:pt>
                <c:pt idx="2721">
                  <c:v>1.65038941165302</c:v>
                </c:pt>
                <c:pt idx="2722">
                  <c:v>1.67717160459782</c:v>
                </c:pt>
                <c:pt idx="2723">
                  <c:v>1.6858414771642101</c:v>
                </c:pt>
                <c:pt idx="2724">
                  <c:v>1.6929452695870699</c:v>
                </c:pt>
                <c:pt idx="2725">
                  <c:v>1.6834256912924199</c:v>
                </c:pt>
                <c:pt idx="2726">
                  <c:v>1.6787284442533299</c:v>
                </c:pt>
                <c:pt idx="2727">
                  <c:v>1.6468171104142399</c:v>
                </c:pt>
                <c:pt idx="2728">
                  <c:v>1.6344900715021899</c:v>
                </c:pt>
                <c:pt idx="2729">
                  <c:v>1.6272165975547701</c:v>
                </c:pt>
                <c:pt idx="2730">
                  <c:v>1.6366152383488</c:v>
                </c:pt>
                <c:pt idx="2731">
                  <c:v>1.6327291045999801</c:v>
                </c:pt>
                <c:pt idx="2732">
                  <c:v>1.6158468146907901</c:v>
                </c:pt>
                <c:pt idx="2733">
                  <c:v>1.5995782800170399</c:v>
                </c:pt>
                <c:pt idx="2734">
                  <c:v>1.6121587236809101</c:v>
                </c:pt>
                <c:pt idx="2735">
                  <c:v>1.6166228788485499</c:v>
                </c:pt>
                <c:pt idx="2736">
                  <c:v>1.59916587354948</c:v>
                </c:pt>
                <c:pt idx="2737">
                  <c:v>1.41288186364063</c:v>
                </c:pt>
                <c:pt idx="2738">
                  <c:v>1.42230200769764</c:v>
                </c:pt>
                <c:pt idx="2739">
                  <c:v>1.45586597264759</c:v>
                </c:pt>
                <c:pt idx="2740">
                  <c:v>1.4935519654380101</c:v>
                </c:pt>
                <c:pt idx="2741">
                  <c:v>1.5094406029360301</c:v>
                </c:pt>
                <c:pt idx="2742">
                  <c:v>1.53400284859023</c:v>
                </c:pt>
                <c:pt idx="2743">
                  <c:v>1.5301317727097701</c:v>
                </c:pt>
                <c:pt idx="2744">
                  <c:v>1.5078893280007599</c:v>
                </c:pt>
                <c:pt idx="2745">
                  <c:v>1.5104843129425101</c:v>
                </c:pt>
                <c:pt idx="2746">
                  <c:v>1.5091941603211201</c:v>
                </c:pt>
                <c:pt idx="2747">
                  <c:v>1.54015805769862</c:v>
                </c:pt>
                <c:pt idx="2748">
                  <c:v>1.5396942270006999</c:v>
                </c:pt>
                <c:pt idx="2749">
                  <c:v>1.55220303352516</c:v>
                </c:pt>
                <c:pt idx="2750">
                  <c:v>1.5377670330282101</c:v>
                </c:pt>
                <c:pt idx="2751">
                  <c:v>1.54267401900853</c:v>
                </c:pt>
                <c:pt idx="2752">
                  <c:v>1.5218649027353801</c:v>
                </c:pt>
                <c:pt idx="2753">
                  <c:v>1.5319952808537001</c:v>
                </c:pt>
                <c:pt idx="2754">
                  <c:v>1.54443632687536</c:v>
                </c:pt>
                <c:pt idx="2755">
                  <c:v>1.58664888196884</c:v>
                </c:pt>
                <c:pt idx="2756">
                  <c:v>1.5929650956937</c:v>
                </c:pt>
                <c:pt idx="2757">
                  <c:v>1.6040314945113301</c:v>
                </c:pt>
                <c:pt idx="2758">
                  <c:v>1.5854797028035701</c:v>
                </c:pt>
                <c:pt idx="2759">
                  <c:v>1.60777940923579</c:v>
                </c:pt>
                <c:pt idx="2760">
                  <c:v>1.60483075382908</c:v>
                </c:pt>
                <c:pt idx="2761">
                  <c:v>1.6068020030391199</c:v>
                </c:pt>
                <c:pt idx="2762">
                  <c:v>1.5837731897202201</c:v>
                </c:pt>
                <c:pt idx="2763">
                  <c:v>1.5910790933124701</c:v>
                </c:pt>
                <c:pt idx="2764">
                  <c:v>1.60138500072655</c:v>
                </c:pt>
                <c:pt idx="2765">
                  <c:v>1.61295992680982</c:v>
                </c:pt>
                <c:pt idx="2766">
                  <c:v>1.6061837665066101</c:v>
                </c:pt>
                <c:pt idx="2767">
                  <c:v>1.58814855226039</c:v>
                </c:pt>
                <c:pt idx="2768">
                  <c:v>1.5711625004724501</c:v>
                </c:pt>
                <c:pt idx="2769">
                  <c:v>1.58264147607868</c:v>
                </c:pt>
                <c:pt idx="2770">
                  <c:v>1.5804359932616601</c:v>
                </c:pt>
                <c:pt idx="2771">
                  <c:v>1.5754670925766501</c:v>
                </c:pt>
                <c:pt idx="2772">
                  <c:v>1.6008097976386</c:v>
                </c:pt>
                <c:pt idx="2773">
                  <c:v>1.58262012170613</c:v>
                </c:pt>
                <c:pt idx="2774">
                  <c:v>1.5944607574449501</c:v>
                </c:pt>
                <c:pt idx="2775">
                  <c:v>1.6107119496779101</c:v>
                </c:pt>
                <c:pt idx="2776">
                  <c:v>1.6186746655594699</c:v>
                </c:pt>
                <c:pt idx="2777">
                  <c:v>1.61540695470423</c:v>
                </c:pt>
                <c:pt idx="2778">
                  <c:v>1.63460923792266</c:v>
                </c:pt>
                <c:pt idx="2779">
                  <c:v>1.62264024685153</c:v>
                </c:pt>
                <c:pt idx="2780">
                  <c:v>1.62970064087675</c:v>
                </c:pt>
                <c:pt idx="2781">
                  <c:v>1.6320792694206501</c:v>
                </c:pt>
                <c:pt idx="2782">
                  <c:v>1.6045174582401001</c:v>
                </c:pt>
                <c:pt idx="2783">
                  <c:v>1.6155935771423899</c:v>
                </c:pt>
                <c:pt idx="2784">
                  <c:v>1.61619970415725</c:v>
                </c:pt>
                <c:pt idx="2785">
                  <c:v>1.6128439718002701</c:v>
                </c:pt>
                <c:pt idx="2786">
                  <c:v>1.58786049849635</c:v>
                </c:pt>
                <c:pt idx="2787">
                  <c:v>1.57591261392907</c:v>
                </c:pt>
                <c:pt idx="2788">
                  <c:v>1.5968176255148201</c:v>
                </c:pt>
                <c:pt idx="2789">
                  <c:v>1.6276860380098901</c:v>
                </c:pt>
                <c:pt idx="2790">
                  <c:v>1.6464313802330599</c:v>
                </c:pt>
                <c:pt idx="2791">
                  <c:v>1.63972877147361</c:v>
                </c:pt>
                <c:pt idx="2792">
                  <c:v>1.6489994301424999</c:v>
                </c:pt>
                <c:pt idx="2793">
                  <c:v>1.66887672294203</c:v>
                </c:pt>
                <c:pt idx="2794">
                  <c:v>1.67573081719318</c:v>
                </c:pt>
                <c:pt idx="2795">
                  <c:v>1.6637906642054301</c:v>
                </c:pt>
                <c:pt idx="2796">
                  <c:v>1.6726622690941799</c:v>
                </c:pt>
                <c:pt idx="2797">
                  <c:v>1.66242469260579</c:v>
                </c:pt>
                <c:pt idx="2798">
                  <c:v>1.6699617087502601</c:v>
                </c:pt>
                <c:pt idx="2799">
                  <c:v>1.69063513118263</c:v>
                </c:pt>
                <c:pt idx="2800">
                  <c:v>1.6871539719352799</c:v>
                </c:pt>
                <c:pt idx="2801">
                  <c:v>1.69137134229421</c:v>
                </c:pt>
                <c:pt idx="2802">
                  <c:v>1.7041879002528499</c:v>
                </c:pt>
                <c:pt idx="2803">
                  <c:v>1.70813778402123</c:v>
                </c:pt>
                <c:pt idx="2804">
                  <c:v>1.6989607171254799</c:v>
                </c:pt>
                <c:pt idx="2805">
                  <c:v>1.70754042617413</c:v>
                </c:pt>
                <c:pt idx="2806">
                  <c:v>1.72678750847412</c:v>
                </c:pt>
                <c:pt idx="2807">
                  <c:v>1.7310228026543799</c:v>
                </c:pt>
                <c:pt idx="2808">
                  <c:v>1.75066828236351</c:v>
                </c:pt>
                <c:pt idx="2809">
                  <c:v>1.7578600477499899</c:v>
                </c:pt>
                <c:pt idx="2810">
                  <c:v>1.7475751555161301</c:v>
                </c:pt>
                <c:pt idx="2811">
                  <c:v>1.77264530359698</c:v>
                </c:pt>
                <c:pt idx="2812">
                  <c:v>1.77359952607273</c:v>
                </c:pt>
                <c:pt idx="2813">
                  <c:v>1.77861412735027</c:v>
                </c:pt>
                <c:pt idx="2814">
                  <c:v>1.78805925765644</c:v>
                </c:pt>
                <c:pt idx="2815">
                  <c:v>1.7755507612571999</c:v>
                </c:pt>
                <c:pt idx="2816">
                  <c:v>1.75996400672524</c:v>
                </c:pt>
                <c:pt idx="2817">
                  <c:v>1.7631311894224599</c:v>
                </c:pt>
                <c:pt idx="2818">
                  <c:v>1.7840371390479799</c:v>
                </c:pt>
                <c:pt idx="2819">
                  <c:v>1.79723601495663</c:v>
                </c:pt>
                <c:pt idx="2820">
                  <c:v>1.8138829805522201</c:v>
                </c:pt>
                <c:pt idx="2821">
                  <c:v>1.8119871073641001</c:v>
                </c:pt>
                <c:pt idx="2822">
                  <c:v>1.80936818908185</c:v>
                </c:pt>
                <c:pt idx="2823">
                  <c:v>1.83728417561089</c:v>
                </c:pt>
                <c:pt idx="2824">
                  <c:v>1.8411692628045</c:v>
                </c:pt>
                <c:pt idx="2825">
                  <c:v>1.86408236024727</c:v>
                </c:pt>
                <c:pt idx="2826">
                  <c:v>1.8353324613212201</c:v>
                </c:pt>
                <c:pt idx="2827">
                  <c:v>1.87262788754937</c:v>
                </c:pt>
                <c:pt idx="2828">
                  <c:v>1.90621193184741</c:v>
                </c:pt>
                <c:pt idx="2829">
                  <c:v>1.910333484495</c:v>
                </c:pt>
                <c:pt idx="2830">
                  <c:v>1.92484015447174</c:v>
                </c:pt>
                <c:pt idx="2831">
                  <c:v>1.9159149738696299</c:v>
                </c:pt>
                <c:pt idx="2832">
                  <c:v>1.9370464617533401</c:v>
                </c:pt>
                <c:pt idx="2833">
                  <c:v>1.96282304277915</c:v>
                </c:pt>
                <c:pt idx="2834">
                  <c:v>1.9619026620390001</c:v>
                </c:pt>
                <c:pt idx="2835">
                  <c:v>1.91982561711239</c:v>
                </c:pt>
                <c:pt idx="2836">
                  <c:v>1.9389641954624099</c:v>
                </c:pt>
                <c:pt idx="2837">
                  <c:v>1.93835154395895</c:v>
                </c:pt>
              </c:numCache>
            </c:numRef>
          </c:val>
          <c:smooth val="0"/>
          <c:extLst xmlns:c16r2="http://schemas.microsoft.com/office/drawing/2015/06/chart">
            <c:ext xmlns:c16="http://schemas.microsoft.com/office/drawing/2014/chart" uri="{C3380CC4-5D6E-409C-BE32-E72D297353CC}">
              <c16:uniqueId val="{00000003-7C1F-4143-9E09-A88F7E2A9BA6}"/>
            </c:ext>
          </c:extLst>
        </c:ser>
        <c:ser>
          <c:idx val="4"/>
          <c:order val="4"/>
          <c:tx>
            <c:strRef>
              <c:f>Sheet1!$F$1</c:f>
              <c:strCache>
                <c:ptCount val="1"/>
                <c:pt idx="0">
                  <c:v>第五组</c:v>
                </c:pt>
              </c:strCache>
            </c:strRef>
          </c:tx>
          <c:spPr>
            <a:ln w="28575" cap="rnd">
              <a:solidFill>
                <a:schemeClr val="accent5"/>
              </a:solidFill>
              <a:round/>
            </a:ln>
            <a:effectLst/>
          </c:spPr>
          <c:marker>
            <c:symbol val="none"/>
          </c:marker>
          <c:cat>
            <c:numRef>
              <c:f>Sheet1!$A$2:$A$2839</c:f>
              <c:numCache>
                <c:formatCode>yyyy\-mm\-dd</c:formatCode>
                <c:ptCount val="2838"/>
                <c:pt idx="0">
                  <c:v>41639</c:v>
                </c:pt>
                <c:pt idx="1">
                  <c:v>41641</c:v>
                </c:pt>
                <c:pt idx="2">
                  <c:v>41642</c:v>
                </c:pt>
                <c:pt idx="3">
                  <c:v>41645</c:v>
                </c:pt>
                <c:pt idx="4">
                  <c:v>41646</c:v>
                </c:pt>
                <c:pt idx="5">
                  <c:v>41647</c:v>
                </c:pt>
                <c:pt idx="6">
                  <c:v>41648</c:v>
                </c:pt>
                <c:pt idx="7">
                  <c:v>41649</c:v>
                </c:pt>
                <c:pt idx="8">
                  <c:v>41652</c:v>
                </c:pt>
                <c:pt idx="9">
                  <c:v>41653</c:v>
                </c:pt>
                <c:pt idx="10">
                  <c:v>41654</c:v>
                </c:pt>
                <c:pt idx="11">
                  <c:v>41655</c:v>
                </c:pt>
                <c:pt idx="12">
                  <c:v>41656</c:v>
                </c:pt>
                <c:pt idx="13">
                  <c:v>41659</c:v>
                </c:pt>
                <c:pt idx="14">
                  <c:v>41660</c:v>
                </c:pt>
                <c:pt idx="15">
                  <c:v>41661</c:v>
                </c:pt>
                <c:pt idx="16">
                  <c:v>41662</c:v>
                </c:pt>
                <c:pt idx="17">
                  <c:v>41663</c:v>
                </c:pt>
                <c:pt idx="18">
                  <c:v>41666</c:v>
                </c:pt>
                <c:pt idx="19">
                  <c:v>41667</c:v>
                </c:pt>
                <c:pt idx="20">
                  <c:v>41668</c:v>
                </c:pt>
                <c:pt idx="21">
                  <c:v>41669</c:v>
                </c:pt>
                <c:pt idx="22">
                  <c:v>41677</c:v>
                </c:pt>
                <c:pt idx="23">
                  <c:v>41680</c:v>
                </c:pt>
                <c:pt idx="24">
                  <c:v>41681</c:v>
                </c:pt>
                <c:pt idx="25">
                  <c:v>41682</c:v>
                </c:pt>
                <c:pt idx="26">
                  <c:v>41683</c:v>
                </c:pt>
                <c:pt idx="27">
                  <c:v>41684</c:v>
                </c:pt>
                <c:pt idx="28">
                  <c:v>41687</c:v>
                </c:pt>
                <c:pt idx="29">
                  <c:v>41688</c:v>
                </c:pt>
                <c:pt idx="30">
                  <c:v>41689</c:v>
                </c:pt>
                <c:pt idx="31">
                  <c:v>41690</c:v>
                </c:pt>
                <c:pt idx="32">
                  <c:v>41691</c:v>
                </c:pt>
                <c:pt idx="33">
                  <c:v>41694</c:v>
                </c:pt>
                <c:pt idx="34">
                  <c:v>41695</c:v>
                </c:pt>
                <c:pt idx="35">
                  <c:v>41696</c:v>
                </c:pt>
                <c:pt idx="36">
                  <c:v>41697</c:v>
                </c:pt>
                <c:pt idx="37">
                  <c:v>41698</c:v>
                </c:pt>
                <c:pt idx="38">
                  <c:v>41701</c:v>
                </c:pt>
                <c:pt idx="39">
                  <c:v>41702</c:v>
                </c:pt>
                <c:pt idx="40">
                  <c:v>41703</c:v>
                </c:pt>
                <c:pt idx="41">
                  <c:v>41704</c:v>
                </c:pt>
                <c:pt idx="42">
                  <c:v>41705</c:v>
                </c:pt>
                <c:pt idx="43">
                  <c:v>41708</c:v>
                </c:pt>
                <c:pt idx="44">
                  <c:v>41709</c:v>
                </c:pt>
                <c:pt idx="45">
                  <c:v>41710</c:v>
                </c:pt>
                <c:pt idx="46">
                  <c:v>41711</c:v>
                </c:pt>
                <c:pt idx="47">
                  <c:v>41712</c:v>
                </c:pt>
                <c:pt idx="48">
                  <c:v>41715</c:v>
                </c:pt>
                <c:pt idx="49">
                  <c:v>41716</c:v>
                </c:pt>
                <c:pt idx="50">
                  <c:v>41717</c:v>
                </c:pt>
                <c:pt idx="51">
                  <c:v>41718</c:v>
                </c:pt>
                <c:pt idx="52">
                  <c:v>41719</c:v>
                </c:pt>
                <c:pt idx="53">
                  <c:v>41722</c:v>
                </c:pt>
                <c:pt idx="54">
                  <c:v>41723</c:v>
                </c:pt>
                <c:pt idx="55">
                  <c:v>41724</c:v>
                </c:pt>
                <c:pt idx="56">
                  <c:v>41725</c:v>
                </c:pt>
                <c:pt idx="57">
                  <c:v>41726</c:v>
                </c:pt>
                <c:pt idx="58">
                  <c:v>41729</c:v>
                </c:pt>
                <c:pt idx="59">
                  <c:v>41730</c:v>
                </c:pt>
                <c:pt idx="60">
                  <c:v>41731</c:v>
                </c:pt>
                <c:pt idx="61">
                  <c:v>41732</c:v>
                </c:pt>
                <c:pt idx="62">
                  <c:v>41733</c:v>
                </c:pt>
                <c:pt idx="63">
                  <c:v>41737</c:v>
                </c:pt>
                <c:pt idx="64">
                  <c:v>41738</c:v>
                </c:pt>
                <c:pt idx="65">
                  <c:v>41739</c:v>
                </c:pt>
                <c:pt idx="66">
                  <c:v>41740</c:v>
                </c:pt>
                <c:pt idx="67">
                  <c:v>41743</c:v>
                </c:pt>
                <c:pt idx="68">
                  <c:v>41744</c:v>
                </c:pt>
                <c:pt idx="69">
                  <c:v>41745</c:v>
                </c:pt>
                <c:pt idx="70">
                  <c:v>41746</c:v>
                </c:pt>
                <c:pt idx="71">
                  <c:v>41747</c:v>
                </c:pt>
                <c:pt idx="72">
                  <c:v>41750</c:v>
                </c:pt>
                <c:pt idx="73">
                  <c:v>41751</c:v>
                </c:pt>
                <c:pt idx="74">
                  <c:v>41752</c:v>
                </c:pt>
                <c:pt idx="75">
                  <c:v>41753</c:v>
                </c:pt>
                <c:pt idx="76">
                  <c:v>41754</c:v>
                </c:pt>
                <c:pt idx="77">
                  <c:v>41757</c:v>
                </c:pt>
                <c:pt idx="78">
                  <c:v>41758</c:v>
                </c:pt>
                <c:pt idx="79">
                  <c:v>41759</c:v>
                </c:pt>
                <c:pt idx="80">
                  <c:v>41764</c:v>
                </c:pt>
                <c:pt idx="81">
                  <c:v>41765</c:v>
                </c:pt>
                <c:pt idx="82">
                  <c:v>41766</c:v>
                </c:pt>
                <c:pt idx="83">
                  <c:v>41767</c:v>
                </c:pt>
                <c:pt idx="84">
                  <c:v>41768</c:v>
                </c:pt>
                <c:pt idx="85">
                  <c:v>41771</c:v>
                </c:pt>
                <c:pt idx="86">
                  <c:v>41772</c:v>
                </c:pt>
                <c:pt idx="87">
                  <c:v>41773</c:v>
                </c:pt>
                <c:pt idx="88">
                  <c:v>41774</c:v>
                </c:pt>
                <c:pt idx="89">
                  <c:v>41775</c:v>
                </c:pt>
                <c:pt idx="90">
                  <c:v>41778</c:v>
                </c:pt>
                <c:pt idx="91">
                  <c:v>41779</c:v>
                </c:pt>
                <c:pt idx="92">
                  <c:v>41780</c:v>
                </c:pt>
                <c:pt idx="93">
                  <c:v>41781</c:v>
                </c:pt>
                <c:pt idx="94">
                  <c:v>41782</c:v>
                </c:pt>
                <c:pt idx="95">
                  <c:v>41785</c:v>
                </c:pt>
                <c:pt idx="96">
                  <c:v>41786</c:v>
                </c:pt>
                <c:pt idx="97">
                  <c:v>41787</c:v>
                </c:pt>
                <c:pt idx="98">
                  <c:v>41788</c:v>
                </c:pt>
                <c:pt idx="99">
                  <c:v>41789</c:v>
                </c:pt>
                <c:pt idx="100">
                  <c:v>41793</c:v>
                </c:pt>
                <c:pt idx="101">
                  <c:v>41794</c:v>
                </c:pt>
                <c:pt idx="102">
                  <c:v>41795</c:v>
                </c:pt>
                <c:pt idx="103">
                  <c:v>41796</c:v>
                </c:pt>
                <c:pt idx="104">
                  <c:v>41799</c:v>
                </c:pt>
                <c:pt idx="105">
                  <c:v>41800</c:v>
                </c:pt>
                <c:pt idx="106">
                  <c:v>41801</c:v>
                </c:pt>
                <c:pt idx="107">
                  <c:v>41802</c:v>
                </c:pt>
                <c:pt idx="108">
                  <c:v>41803</c:v>
                </c:pt>
                <c:pt idx="109">
                  <c:v>41806</c:v>
                </c:pt>
                <c:pt idx="110">
                  <c:v>41807</c:v>
                </c:pt>
                <c:pt idx="111">
                  <c:v>41808</c:v>
                </c:pt>
                <c:pt idx="112">
                  <c:v>41809</c:v>
                </c:pt>
                <c:pt idx="113">
                  <c:v>41810</c:v>
                </c:pt>
                <c:pt idx="114">
                  <c:v>41813</c:v>
                </c:pt>
                <c:pt idx="115">
                  <c:v>41814</c:v>
                </c:pt>
                <c:pt idx="116">
                  <c:v>41815</c:v>
                </c:pt>
                <c:pt idx="117">
                  <c:v>41816</c:v>
                </c:pt>
                <c:pt idx="118">
                  <c:v>41817</c:v>
                </c:pt>
                <c:pt idx="119">
                  <c:v>41820</c:v>
                </c:pt>
                <c:pt idx="120">
                  <c:v>41821</c:v>
                </c:pt>
                <c:pt idx="121">
                  <c:v>41822</c:v>
                </c:pt>
                <c:pt idx="122">
                  <c:v>41823</c:v>
                </c:pt>
                <c:pt idx="123">
                  <c:v>41824</c:v>
                </c:pt>
                <c:pt idx="124">
                  <c:v>41827</c:v>
                </c:pt>
                <c:pt idx="125">
                  <c:v>41828</c:v>
                </c:pt>
                <c:pt idx="126">
                  <c:v>41829</c:v>
                </c:pt>
                <c:pt idx="127">
                  <c:v>41830</c:v>
                </c:pt>
                <c:pt idx="128">
                  <c:v>41831</c:v>
                </c:pt>
                <c:pt idx="129">
                  <c:v>41834</c:v>
                </c:pt>
                <c:pt idx="130">
                  <c:v>41835</c:v>
                </c:pt>
                <c:pt idx="131">
                  <c:v>41836</c:v>
                </c:pt>
                <c:pt idx="132">
                  <c:v>41837</c:v>
                </c:pt>
                <c:pt idx="133">
                  <c:v>41838</c:v>
                </c:pt>
                <c:pt idx="134">
                  <c:v>41841</c:v>
                </c:pt>
                <c:pt idx="135">
                  <c:v>41842</c:v>
                </c:pt>
                <c:pt idx="136">
                  <c:v>41843</c:v>
                </c:pt>
                <c:pt idx="137">
                  <c:v>41844</c:v>
                </c:pt>
                <c:pt idx="138">
                  <c:v>41845</c:v>
                </c:pt>
                <c:pt idx="139">
                  <c:v>41848</c:v>
                </c:pt>
                <c:pt idx="140">
                  <c:v>41849</c:v>
                </c:pt>
                <c:pt idx="141">
                  <c:v>41850</c:v>
                </c:pt>
                <c:pt idx="142">
                  <c:v>41851</c:v>
                </c:pt>
                <c:pt idx="143">
                  <c:v>41852</c:v>
                </c:pt>
                <c:pt idx="144">
                  <c:v>41855</c:v>
                </c:pt>
                <c:pt idx="145">
                  <c:v>41856</c:v>
                </c:pt>
                <c:pt idx="146">
                  <c:v>41857</c:v>
                </c:pt>
                <c:pt idx="147">
                  <c:v>41858</c:v>
                </c:pt>
                <c:pt idx="148">
                  <c:v>41859</c:v>
                </c:pt>
                <c:pt idx="149">
                  <c:v>41862</c:v>
                </c:pt>
                <c:pt idx="150">
                  <c:v>41863</c:v>
                </c:pt>
                <c:pt idx="151">
                  <c:v>41864</c:v>
                </c:pt>
                <c:pt idx="152">
                  <c:v>41865</c:v>
                </c:pt>
                <c:pt idx="153">
                  <c:v>41866</c:v>
                </c:pt>
                <c:pt idx="154">
                  <c:v>41869</c:v>
                </c:pt>
                <c:pt idx="155">
                  <c:v>41870</c:v>
                </c:pt>
                <c:pt idx="156">
                  <c:v>41871</c:v>
                </c:pt>
                <c:pt idx="157">
                  <c:v>41872</c:v>
                </c:pt>
                <c:pt idx="158">
                  <c:v>41873</c:v>
                </c:pt>
                <c:pt idx="159">
                  <c:v>41876</c:v>
                </c:pt>
                <c:pt idx="160">
                  <c:v>41877</c:v>
                </c:pt>
                <c:pt idx="161">
                  <c:v>41878</c:v>
                </c:pt>
                <c:pt idx="162">
                  <c:v>41879</c:v>
                </c:pt>
                <c:pt idx="163">
                  <c:v>41880</c:v>
                </c:pt>
                <c:pt idx="164">
                  <c:v>41883</c:v>
                </c:pt>
                <c:pt idx="165">
                  <c:v>41884</c:v>
                </c:pt>
                <c:pt idx="166">
                  <c:v>41885</c:v>
                </c:pt>
                <c:pt idx="167">
                  <c:v>41886</c:v>
                </c:pt>
                <c:pt idx="168">
                  <c:v>41887</c:v>
                </c:pt>
                <c:pt idx="169">
                  <c:v>41891</c:v>
                </c:pt>
                <c:pt idx="170">
                  <c:v>41892</c:v>
                </c:pt>
                <c:pt idx="171">
                  <c:v>41893</c:v>
                </c:pt>
                <c:pt idx="172">
                  <c:v>41894</c:v>
                </c:pt>
                <c:pt idx="173">
                  <c:v>41897</c:v>
                </c:pt>
                <c:pt idx="174">
                  <c:v>41898</c:v>
                </c:pt>
                <c:pt idx="175">
                  <c:v>41899</c:v>
                </c:pt>
                <c:pt idx="176">
                  <c:v>41900</c:v>
                </c:pt>
                <c:pt idx="177">
                  <c:v>41901</c:v>
                </c:pt>
                <c:pt idx="178">
                  <c:v>41904</c:v>
                </c:pt>
                <c:pt idx="179">
                  <c:v>41905</c:v>
                </c:pt>
                <c:pt idx="180">
                  <c:v>41906</c:v>
                </c:pt>
                <c:pt idx="181">
                  <c:v>41907</c:v>
                </c:pt>
                <c:pt idx="182">
                  <c:v>41908</c:v>
                </c:pt>
                <c:pt idx="183">
                  <c:v>41911</c:v>
                </c:pt>
                <c:pt idx="184">
                  <c:v>41912</c:v>
                </c:pt>
                <c:pt idx="185">
                  <c:v>41920</c:v>
                </c:pt>
                <c:pt idx="186">
                  <c:v>41921</c:v>
                </c:pt>
                <c:pt idx="187">
                  <c:v>41922</c:v>
                </c:pt>
                <c:pt idx="188">
                  <c:v>41925</c:v>
                </c:pt>
                <c:pt idx="189">
                  <c:v>41926</c:v>
                </c:pt>
                <c:pt idx="190">
                  <c:v>41927</c:v>
                </c:pt>
                <c:pt idx="191">
                  <c:v>41928</c:v>
                </c:pt>
                <c:pt idx="192">
                  <c:v>41929</c:v>
                </c:pt>
                <c:pt idx="193">
                  <c:v>41932</c:v>
                </c:pt>
                <c:pt idx="194">
                  <c:v>41933</c:v>
                </c:pt>
                <c:pt idx="195">
                  <c:v>41934</c:v>
                </c:pt>
                <c:pt idx="196">
                  <c:v>41935</c:v>
                </c:pt>
                <c:pt idx="197">
                  <c:v>41936</c:v>
                </c:pt>
                <c:pt idx="198">
                  <c:v>41939</c:v>
                </c:pt>
                <c:pt idx="199">
                  <c:v>41940</c:v>
                </c:pt>
                <c:pt idx="200">
                  <c:v>41941</c:v>
                </c:pt>
                <c:pt idx="201">
                  <c:v>41942</c:v>
                </c:pt>
                <c:pt idx="202">
                  <c:v>41943</c:v>
                </c:pt>
                <c:pt idx="203">
                  <c:v>41946</c:v>
                </c:pt>
                <c:pt idx="204">
                  <c:v>41947</c:v>
                </c:pt>
                <c:pt idx="205">
                  <c:v>41948</c:v>
                </c:pt>
                <c:pt idx="206">
                  <c:v>41949</c:v>
                </c:pt>
                <c:pt idx="207">
                  <c:v>41950</c:v>
                </c:pt>
                <c:pt idx="208">
                  <c:v>41953</c:v>
                </c:pt>
                <c:pt idx="209">
                  <c:v>41954</c:v>
                </c:pt>
                <c:pt idx="210">
                  <c:v>41955</c:v>
                </c:pt>
                <c:pt idx="211">
                  <c:v>41956</c:v>
                </c:pt>
                <c:pt idx="212">
                  <c:v>41957</c:v>
                </c:pt>
                <c:pt idx="213">
                  <c:v>41960</c:v>
                </c:pt>
                <c:pt idx="214">
                  <c:v>41961</c:v>
                </c:pt>
                <c:pt idx="215">
                  <c:v>41962</c:v>
                </c:pt>
                <c:pt idx="216">
                  <c:v>41963</c:v>
                </c:pt>
                <c:pt idx="217">
                  <c:v>41964</c:v>
                </c:pt>
                <c:pt idx="218">
                  <c:v>41967</c:v>
                </c:pt>
                <c:pt idx="219">
                  <c:v>41968</c:v>
                </c:pt>
                <c:pt idx="220">
                  <c:v>41969</c:v>
                </c:pt>
                <c:pt idx="221">
                  <c:v>41970</c:v>
                </c:pt>
                <c:pt idx="222">
                  <c:v>41971</c:v>
                </c:pt>
                <c:pt idx="223">
                  <c:v>41974</c:v>
                </c:pt>
                <c:pt idx="224">
                  <c:v>41975</c:v>
                </c:pt>
                <c:pt idx="225">
                  <c:v>41976</c:v>
                </c:pt>
                <c:pt idx="226">
                  <c:v>41977</c:v>
                </c:pt>
                <c:pt idx="227">
                  <c:v>41978</c:v>
                </c:pt>
                <c:pt idx="228">
                  <c:v>41981</c:v>
                </c:pt>
                <c:pt idx="229">
                  <c:v>41982</c:v>
                </c:pt>
                <c:pt idx="230">
                  <c:v>41983</c:v>
                </c:pt>
                <c:pt idx="231">
                  <c:v>41984</c:v>
                </c:pt>
                <c:pt idx="232">
                  <c:v>41985</c:v>
                </c:pt>
                <c:pt idx="233">
                  <c:v>41988</c:v>
                </c:pt>
                <c:pt idx="234">
                  <c:v>41989</c:v>
                </c:pt>
                <c:pt idx="235">
                  <c:v>41990</c:v>
                </c:pt>
                <c:pt idx="236">
                  <c:v>41991</c:v>
                </c:pt>
                <c:pt idx="237">
                  <c:v>41992</c:v>
                </c:pt>
                <c:pt idx="238">
                  <c:v>41995</c:v>
                </c:pt>
                <c:pt idx="239">
                  <c:v>41996</c:v>
                </c:pt>
                <c:pt idx="240">
                  <c:v>41997</c:v>
                </c:pt>
                <c:pt idx="241">
                  <c:v>41998</c:v>
                </c:pt>
                <c:pt idx="242">
                  <c:v>41999</c:v>
                </c:pt>
                <c:pt idx="243">
                  <c:v>42002</c:v>
                </c:pt>
                <c:pt idx="244">
                  <c:v>42003</c:v>
                </c:pt>
                <c:pt idx="245">
                  <c:v>42004</c:v>
                </c:pt>
                <c:pt idx="246">
                  <c:v>42009</c:v>
                </c:pt>
                <c:pt idx="247">
                  <c:v>42010</c:v>
                </c:pt>
                <c:pt idx="248">
                  <c:v>42011</c:v>
                </c:pt>
                <c:pt idx="249">
                  <c:v>42012</c:v>
                </c:pt>
                <c:pt idx="250">
                  <c:v>42013</c:v>
                </c:pt>
                <c:pt idx="251">
                  <c:v>42016</c:v>
                </c:pt>
                <c:pt idx="252">
                  <c:v>42017</c:v>
                </c:pt>
                <c:pt idx="253">
                  <c:v>42018</c:v>
                </c:pt>
                <c:pt idx="254">
                  <c:v>42019</c:v>
                </c:pt>
                <c:pt idx="255">
                  <c:v>42020</c:v>
                </c:pt>
                <c:pt idx="256">
                  <c:v>42023</c:v>
                </c:pt>
                <c:pt idx="257">
                  <c:v>42024</c:v>
                </c:pt>
                <c:pt idx="258">
                  <c:v>42025</c:v>
                </c:pt>
                <c:pt idx="259">
                  <c:v>42026</c:v>
                </c:pt>
                <c:pt idx="260">
                  <c:v>42027</c:v>
                </c:pt>
                <c:pt idx="261">
                  <c:v>42030</c:v>
                </c:pt>
                <c:pt idx="262">
                  <c:v>42031</c:v>
                </c:pt>
                <c:pt idx="263">
                  <c:v>42032</c:v>
                </c:pt>
                <c:pt idx="264">
                  <c:v>42033</c:v>
                </c:pt>
                <c:pt idx="265">
                  <c:v>42034</c:v>
                </c:pt>
                <c:pt idx="266">
                  <c:v>42037</c:v>
                </c:pt>
                <c:pt idx="267">
                  <c:v>42038</c:v>
                </c:pt>
                <c:pt idx="268">
                  <c:v>42039</c:v>
                </c:pt>
                <c:pt idx="269">
                  <c:v>42040</c:v>
                </c:pt>
                <c:pt idx="270">
                  <c:v>42041</c:v>
                </c:pt>
                <c:pt idx="271">
                  <c:v>42044</c:v>
                </c:pt>
                <c:pt idx="272">
                  <c:v>42045</c:v>
                </c:pt>
                <c:pt idx="273">
                  <c:v>42046</c:v>
                </c:pt>
                <c:pt idx="274">
                  <c:v>42047</c:v>
                </c:pt>
                <c:pt idx="275">
                  <c:v>42048</c:v>
                </c:pt>
                <c:pt idx="276">
                  <c:v>42051</c:v>
                </c:pt>
                <c:pt idx="277">
                  <c:v>42052</c:v>
                </c:pt>
                <c:pt idx="278">
                  <c:v>42060</c:v>
                </c:pt>
                <c:pt idx="279">
                  <c:v>42061</c:v>
                </c:pt>
                <c:pt idx="280">
                  <c:v>42062</c:v>
                </c:pt>
                <c:pt idx="281">
                  <c:v>42065</c:v>
                </c:pt>
                <c:pt idx="282">
                  <c:v>42066</c:v>
                </c:pt>
                <c:pt idx="283">
                  <c:v>42067</c:v>
                </c:pt>
                <c:pt idx="284">
                  <c:v>42068</c:v>
                </c:pt>
                <c:pt idx="285">
                  <c:v>42069</c:v>
                </c:pt>
                <c:pt idx="286">
                  <c:v>42072</c:v>
                </c:pt>
                <c:pt idx="287">
                  <c:v>42073</c:v>
                </c:pt>
                <c:pt idx="288">
                  <c:v>42074</c:v>
                </c:pt>
                <c:pt idx="289">
                  <c:v>42075</c:v>
                </c:pt>
                <c:pt idx="290">
                  <c:v>42076</c:v>
                </c:pt>
                <c:pt idx="291">
                  <c:v>42079</c:v>
                </c:pt>
                <c:pt idx="292">
                  <c:v>42080</c:v>
                </c:pt>
                <c:pt idx="293">
                  <c:v>42081</c:v>
                </c:pt>
                <c:pt idx="294">
                  <c:v>42082</c:v>
                </c:pt>
                <c:pt idx="295">
                  <c:v>42083</c:v>
                </c:pt>
                <c:pt idx="296">
                  <c:v>42086</c:v>
                </c:pt>
                <c:pt idx="297">
                  <c:v>42087</c:v>
                </c:pt>
                <c:pt idx="298">
                  <c:v>42088</c:v>
                </c:pt>
                <c:pt idx="299">
                  <c:v>42089</c:v>
                </c:pt>
                <c:pt idx="300">
                  <c:v>42090</c:v>
                </c:pt>
                <c:pt idx="301">
                  <c:v>42093</c:v>
                </c:pt>
                <c:pt idx="302">
                  <c:v>42094</c:v>
                </c:pt>
                <c:pt idx="303">
                  <c:v>42095</c:v>
                </c:pt>
                <c:pt idx="304">
                  <c:v>42096</c:v>
                </c:pt>
                <c:pt idx="305">
                  <c:v>42097</c:v>
                </c:pt>
                <c:pt idx="306">
                  <c:v>42101</c:v>
                </c:pt>
                <c:pt idx="307">
                  <c:v>42102</c:v>
                </c:pt>
                <c:pt idx="308">
                  <c:v>42103</c:v>
                </c:pt>
                <c:pt idx="309">
                  <c:v>42104</c:v>
                </c:pt>
                <c:pt idx="310">
                  <c:v>42107</c:v>
                </c:pt>
                <c:pt idx="311">
                  <c:v>42108</c:v>
                </c:pt>
                <c:pt idx="312">
                  <c:v>42109</c:v>
                </c:pt>
                <c:pt idx="313">
                  <c:v>42110</c:v>
                </c:pt>
                <c:pt idx="314">
                  <c:v>42111</c:v>
                </c:pt>
                <c:pt idx="315">
                  <c:v>42114</c:v>
                </c:pt>
                <c:pt idx="316">
                  <c:v>42115</c:v>
                </c:pt>
                <c:pt idx="317">
                  <c:v>42116</c:v>
                </c:pt>
                <c:pt idx="318">
                  <c:v>42117</c:v>
                </c:pt>
                <c:pt idx="319">
                  <c:v>42118</c:v>
                </c:pt>
                <c:pt idx="320">
                  <c:v>42121</c:v>
                </c:pt>
                <c:pt idx="321">
                  <c:v>42122</c:v>
                </c:pt>
                <c:pt idx="322">
                  <c:v>42123</c:v>
                </c:pt>
                <c:pt idx="323">
                  <c:v>42124</c:v>
                </c:pt>
                <c:pt idx="324">
                  <c:v>42128</c:v>
                </c:pt>
                <c:pt idx="325">
                  <c:v>42129</c:v>
                </c:pt>
                <c:pt idx="326">
                  <c:v>42130</c:v>
                </c:pt>
                <c:pt idx="327">
                  <c:v>42131</c:v>
                </c:pt>
                <c:pt idx="328">
                  <c:v>42132</c:v>
                </c:pt>
                <c:pt idx="329">
                  <c:v>42135</c:v>
                </c:pt>
                <c:pt idx="330">
                  <c:v>42136</c:v>
                </c:pt>
                <c:pt idx="331">
                  <c:v>42137</c:v>
                </c:pt>
                <c:pt idx="332">
                  <c:v>42138</c:v>
                </c:pt>
                <c:pt idx="333">
                  <c:v>42139</c:v>
                </c:pt>
                <c:pt idx="334">
                  <c:v>42142</c:v>
                </c:pt>
                <c:pt idx="335">
                  <c:v>42143</c:v>
                </c:pt>
                <c:pt idx="336">
                  <c:v>42144</c:v>
                </c:pt>
                <c:pt idx="337">
                  <c:v>42145</c:v>
                </c:pt>
                <c:pt idx="338">
                  <c:v>42146</c:v>
                </c:pt>
                <c:pt idx="339">
                  <c:v>42149</c:v>
                </c:pt>
                <c:pt idx="340">
                  <c:v>42150</c:v>
                </c:pt>
                <c:pt idx="341">
                  <c:v>42151</c:v>
                </c:pt>
                <c:pt idx="342">
                  <c:v>42152</c:v>
                </c:pt>
                <c:pt idx="343">
                  <c:v>42153</c:v>
                </c:pt>
                <c:pt idx="344">
                  <c:v>42156</c:v>
                </c:pt>
                <c:pt idx="345">
                  <c:v>42157</c:v>
                </c:pt>
                <c:pt idx="346">
                  <c:v>42158</c:v>
                </c:pt>
                <c:pt idx="347">
                  <c:v>42159</c:v>
                </c:pt>
                <c:pt idx="348">
                  <c:v>42160</c:v>
                </c:pt>
                <c:pt idx="349">
                  <c:v>42163</c:v>
                </c:pt>
                <c:pt idx="350">
                  <c:v>42164</c:v>
                </c:pt>
                <c:pt idx="351">
                  <c:v>42165</c:v>
                </c:pt>
                <c:pt idx="352">
                  <c:v>42166</c:v>
                </c:pt>
                <c:pt idx="353">
                  <c:v>42167</c:v>
                </c:pt>
                <c:pt idx="354">
                  <c:v>42170</c:v>
                </c:pt>
                <c:pt idx="355">
                  <c:v>42171</c:v>
                </c:pt>
                <c:pt idx="356">
                  <c:v>42172</c:v>
                </c:pt>
                <c:pt idx="357">
                  <c:v>42173</c:v>
                </c:pt>
                <c:pt idx="358">
                  <c:v>42174</c:v>
                </c:pt>
                <c:pt idx="359">
                  <c:v>42178</c:v>
                </c:pt>
                <c:pt idx="360">
                  <c:v>42179</c:v>
                </c:pt>
                <c:pt idx="361">
                  <c:v>42180</c:v>
                </c:pt>
                <c:pt idx="362">
                  <c:v>42181</c:v>
                </c:pt>
                <c:pt idx="363">
                  <c:v>42184</c:v>
                </c:pt>
                <c:pt idx="364">
                  <c:v>42185</c:v>
                </c:pt>
                <c:pt idx="365">
                  <c:v>42186</c:v>
                </c:pt>
                <c:pt idx="366">
                  <c:v>42187</c:v>
                </c:pt>
                <c:pt idx="367">
                  <c:v>42188</c:v>
                </c:pt>
                <c:pt idx="368">
                  <c:v>42191</c:v>
                </c:pt>
                <c:pt idx="369">
                  <c:v>42192</c:v>
                </c:pt>
                <c:pt idx="370">
                  <c:v>42193</c:v>
                </c:pt>
                <c:pt idx="371">
                  <c:v>42194</c:v>
                </c:pt>
                <c:pt idx="372">
                  <c:v>42195</c:v>
                </c:pt>
                <c:pt idx="373">
                  <c:v>42198</c:v>
                </c:pt>
                <c:pt idx="374">
                  <c:v>42199</c:v>
                </c:pt>
                <c:pt idx="375">
                  <c:v>42200</c:v>
                </c:pt>
                <c:pt idx="376">
                  <c:v>42201</c:v>
                </c:pt>
                <c:pt idx="377">
                  <c:v>42202</c:v>
                </c:pt>
                <c:pt idx="378">
                  <c:v>42205</c:v>
                </c:pt>
                <c:pt idx="379">
                  <c:v>42206</c:v>
                </c:pt>
                <c:pt idx="380">
                  <c:v>42207</c:v>
                </c:pt>
                <c:pt idx="381">
                  <c:v>42208</c:v>
                </c:pt>
                <c:pt idx="382">
                  <c:v>42209</c:v>
                </c:pt>
                <c:pt idx="383">
                  <c:v>42212</c:v>
                </c:pt>
                <c:pt idx="384">
                  <c:v>42213</c:v>
                </c:pt>
                <c:pt idx="385">
                  <c:v>42214</c:v>
                </c:pt>
                <c:pt idx="386">
                  <c:v>42215</c:v>
                </c:pt>
                <c:pt idx="387">
                  <c:v>42216</c:v>
                </c:pt>
                <c:pt idx="388">
                  <c:v>42219</c:v>
                </c:pt>
                <c:pt idx="389">
                  <c:v>42220</c:v>
                </c:pt>
                <c:pt idx="390">
                  <c:v>42221</c:v>
                </c:pt>
                <c:pt idx="391">
                  <c:v>42222</c:v>
                </c:pt>
                <c:pt idx="392">
                  <c:v>42223</c:v>
                </c:pt>
                <c:pt idx="393">
                  <c:v>42226</c:v>
                </c:pt>
                <c:pt idx="394">
                  <c:v>42227</c:v>
                </c:pt>
                <c:pt idx="395">
                  <c:v>42228</c:v>
                </c:pt>
                <c:pt idx="396">
                  <c:v>42229</c:v>
                </c:pt>
                <c:pt idx="397">
                  <c:v>42230</c:v>
                </c:pt>
                <c:pt idx="398">
                  <c:v>42233</c:v>
                </c:pt>
                <c:pt idx="399">
                  <c:v>42234</c:v>
                </c:pt>
                <c:pt idx="400">
                  <c:v>42235</c:v>
                </c:pt>
                <c:pt idx="401">
                  <c:v>42236</c:v>
                </c:pt>
                <c:pt idx="402">
                  <c:v>42237</c:v>
                </c:pt>
                <c:pt idx="403">
                  <c:v>42240</c:v>
                </c:pt>
                <c:pt idx="404">
                  <c:v>42241</c:v>
                </c:pt>
                <c:pt idx="405">
                  <c:v>42242</c:v>
                </c:pt>
                <c:pt idx="406">
                  <c:v>42243</c:v>
                </c:pt>
                <c:pt idx="407">
                  <c:v>42244</c:v>
                </c:pt>
                <c:pt idx="408">
                  <c:v>42247</c:v>
                </c:pt>
                <c:pt idx="409">
                  <c:v>42248</c:v>
                </c:pt>
                <c:pt idx="410">
                  <c:v>42249</c:v>
                </c:pt>
                <c:pt idx="411">
                  <c:v>42254</c:v>
                </c:pt>
                <c:pt idx="412">
                  <c:v>42255</c:v>
                </c:pt>
                <c:pt idx="413">
                  <c:v>42256</c:v>
                </c:pt>
                <c:pt idx="414">
                  <c:v>42257</c:v>
                </c:pt>
                <c:pt idx="415">
                  <c:v>42258</c:v>
                </c:pt>
                <c:pt idx="416">
                  <c:v>42261</c:v>
                </c:pt>
                <c:pt idx="417">
                  <c:v>42262</c:v>
                </c:pt>
                <c:pt idx="418">
                  <c:v>42263</c:v>
                </c:pt>
                <c:pt idx="419">
                  <c:v>42264</c:v>
                </c:pt>
                <c:pt idx="420">
                  <c:v>42265</c:v>
                </c:pt>
                <c:pt idx="421">
                  <c:v>42268</c:v>
                </c:pt>
                <c:pt idx="422">
                  <c:v>42269</c:v>
                </c:pt>
                <c:pt idx="423">
                  <c:v>42270</c:v>
                </c:pt>
                <c:pt idx="424">
                  <c:v>42271</c:v>
                </c:pt>
                <c:pt idx="425">
                  <c:v>42272</c:v>
                </c:pt>
                <c:pt idx="426">
                  <c:v>42275</c:v>
                </c:pt>
                <c:pt idx="427">
                  <c:v>42276</c:v>
                </c:pt>
                <c:pt idx="428">
                  <c:v>42277</c:v>
                </c:pt>
                <c:pt idx="429">
                  <c:v>42285</c:v>
                </c:pt>
                <c:pt idx="430">
                  <c:v>42286</c:v>
                </c:pt>
                <c:pt idx="431">
                  <c:v>42289</c:v>
                </c:pt>
                <c:pt idx="432">
                  <c:v>42290</c:v>
                </c:pt>
                <c:pt idx="433">
                  <c:v>42291</c:v>
                </c:pt>
                <c:pt idx="434">
                  <c:v>42292</c:v>
                </c:pt>
                <c:pt idx="435">
                  <c:v>42293</c:v>
                </c:pt>
                <c:pt idx="436">
                  <c:v>42296</c:v>
                </c:pt>
                <c:pt idx="437">
                  <c:v>42297</c:v>
                </c:pt>
                <c:pt idx="438">
                  <c:v>42298</c:v>
                </c:pt>
                <c:pt idx="439">
                  <c:v>42299</c:v>
                </c:pt>
                <c:pt idx="440">
                  <c:v>42300</c:v>
                </c:pt>
                <c:pt idx="441">
                  <c:v>42303</c:v>
                </c:pt>
                <c:pt idx="442">
                  <c:v>42304</c:v>
                </c:pt>
                <c:pt idx="443">
                  <c:v>42305</c:v>
                </c:pt>
                <c:pt idx="444">
                  <c:v>42306</c:v>
                </c:pt>
                <c:pt idx="445">
                  <c:v>42307</c:v>
                </c:pt>
                <c:pt idx="446">
                  <c:v>42310</c:v>
                </c:pt>
                <c:pt idx="447">
                  <c:v>42311</c:v>
                </c:pt>
                <c:pt idx="448">
                  <c:v>42312</c:v>
                </c:pt>
                <c:pt idx="449">
                  <c:v>42313</c:v>
                </c:pt>
                <c:pt idx="450">
                  <c:v>42314</c:v>
                </c:pt>
                <c:pt idx="451">
                  <c:v>42317</c:v>
                </c:pt>
                <c:pt idx="452">
                  <c:v>42318</c:v>
                </c:pt>
                <c:pt idx="453">
                  <c:v>42319</c:v>
                </c:pt>
                <c:pt idx="454">
                  <c:v>42320</c:v>
                </c:pt>
                <c:pt idx="455">
                  <c:v>42321</c:v>
                </c:pt>
                <c:pt idx="456">
                  <c:v>42324</c:v>
                </c:pt>
                <c:pt idx="457">
                  <c:v>42325</c:v>
                </c:pt>
                <c:pt idx="458">
                  <c:v>42326</c:v>
                </c:pt>
                <c:pt idx="459">
                  <c:v>42327</c:v>
                </c:pt>
                <c:pt idx="460">
                  <c:v>42328</c:v>
                </c:pt>
                <c:pt idx="461">
                  <c:v>42331</c:v>
                </c:pt>
                <c:pt idx="462">
                  <c:v>42332</c:v>
                </c:pt>
                <c:pt idx="463">
                  <c:v>42333</c:v>
                </c:pt>
                <c:pt idx="464">
                  <c:v>42334</c:v>
                </c:pt>
                <c:pt idx="465">
                  <c:v>42335</c:v>
                </c:pt>
                <c:pt idx="466">
                  <c:v>42338</c:v>
                </c:pt>
                <c:pt idx="467">
                  <c:v>42339</c:v>
                </c:pt>
                <c:pt idx="468">
                  <c:v>42340</c:v>
                </c:pt>
                <c:pt idx="469">
                  <c:v>42341</c:v>
                </c:pt>
                <c:pt idx="470">
                  <c:v>42342</c:v>
                </c:pt>
                <c:pt idx="471">
                  <c:v>42345</c:v>
                </c:pt>
                <c:pt idx="472">
                  <c:v>42346</c:v>
                </c:pt>
                <c:pt idx="473">
                  <c:v>42347</c:v>
                </c:pt>
                <c:pt idx="474">
                  <c:v>42348</c:v>
                </c:pt>
                <c:pt idx="475">
                  <c:v>42349</c:v>
                </c:pt>
                <c:pt idx="476">
                  <c:v>42352</c:v>
                </c:pt>
                <c:pt idx="477">
                  <c:v>42353</c:v>
                </c:pt>
                <c:pt idx="478">
                  <c:v>42354</c:v>
                </c:pt>
                <c:pt idx="479">
                  <c:v>42355</c:v>
                </c:pt>
                <c:pt idx="480">
                  <c:v>42356</c:v>
                </c:pt>
                <c:pt idx="481">
                  <c:v>42359</c:v>
                </c:pt>
                <c:pt idx="482">
                  <c:v>42360</c:v>
                </c:pt>
                <c:pt idx="483">
                  <c:v>42361</c:v>
                </c:pt>
                <c:pt idx="484">
                  <c:v>42362</c:v>
                </c:pt>
                <c:pt idx="485">
                  <c:v>42363</c:v>
                </c:pt>
                <c:pt idx="486">
                  <c:v>42366</c:v>
                </c:pt>
                <c:pt idx="487">
                  <c:v>42367</c:v>
                </c:pt>
                <c:pt idx="488">
                  <c:v>42368</c:v>
                </c:pt>
                <c:pt idx="489">
                  <c:v>42369</c:v>
                </c:pt>
                <c:pt idx="490">
                  <c:v>42373</c:v>
                </c:pt>
                <c:pt idx="491">
                  <c:v>42374</c:v>
                </c:pt>
                <c:pt idx="492">
                  <c:v>42375</c:v>
                </c:pt>
                <c:pt idx="493">
                  <c:v>42376</c:v>
                </c:pt>
                <c:pt idx="494">
                  <c:v>42377</c:v>
                </c:pt>
                <c:pt idx="495">
                  <c:v>42380</c:v>
                </c:pt>
                <c:pt idx="496">
                  <c:v>42381</c:v>
                </c:pt>
                <c:pt idx="497">
                  <c:v>42382</c:v>
                </c:pt>
                <c:pt idx="498">
                  <c:v>42383</c:v>
                </c:pt>
                <c:pt idx="499">
                  <c:v>42384</c:v>
                </c:pt>
                <c:pt idx="500">
                  <c:v>42387</c:v>
                </c:pt>
                <c:pt idx="501">
                  <c:v>42388</c:v>
                </c:pt>
                <c:pt idx="502">
                  <c:v>42389</c:v>
                </c:pt>
                <c:pt idx="503">
                  <c:v>42390</c:v>
                </c:pt>
                <c:pt idx="504">
                  <c:v>42391</c:v>
                </c:pt>
                <c:pt idx="505">
                  <c:v>42394</c:v>
                </c:pt>
                <c:pt idx="506">
                  <c:v>42395</c:v>
                </c:pt>
                <c:pt idx="507">
                  <c:v>42396</c:v>
                </c:pt>
                <c:pt idx="508">
                  <c:v>42397</c:v>
                </c:pt>
                <c:pt idx="509">
                  <c:v>42398</c:v>
                </c:pt>
                <c:pt idx="510">
                  <c:v>42401</c:v>
                </c:pt>
                <c:pt idx="511">
                  <c:v>42402</c:v>
                </c:pt>
                <c:pt idx="512">
                  <c:v>42403</c:v>
                </c:pt>
                <c:pt idx="513">
                  <c:v>42404</c:v>
                </c:pt>
                <c:pt idx="514">
                  <c:v>42405</c:v>
                </c:pt>
                <c:pt idx="515">
                  <c:v>42415</c:v>
                </c:pt>
                <c:pt idx="516">
                  <c:v>42416</c:v>
                </c:pt>
                <c:pt idx="517">
                  <c:v>42417</c:v>
                </c:pt>
                <c:pt idx="518">
                  <c:v>42418</c:v>
                </c:pt>
                <c:pt idx="519">
                  <c:v>42419</c:v>
                </c:pt>
                <c:pt idx="520">
                  <c:v>42422</c:v>
                </c:pt>
                <c:pt idx="521">
                  <c:v>42423</c:v>
                </c:pt>
                <c:pt idx="522">
                  <c:v>42424</c:v>
                </c:pt>
                <c:pt idx="523">
                  <c:v>42425</c:v>
                </c:pt>
                <c:pt idx="524">
                  <c:v>42426</c:v>
                </c:pt>
                <c:pt idx="525">
                  <c:v>42429</c:v>
                </c:pt>
                <c:pt idx="526">
                  <c:v>42430</c:v>
                </c:pt>
                <c:pt idx="527">
                  <c:v>42431</c:v>
                </c:pt>
                <c:pt idx="528">
                  <c:v>42432</c:v>
                </c:pt>
                <c:pt idx="529">
                  <c:v>42433</c:v>
                </c:pt>
                <c:pt idx="530">
                  <c:v>42436</c:v>
                </c:pt>
                <c:pt idx="531">
                  <c:v>42437</c:v>
                </c:pt>
                <c:pt idx="532">
                  <c:v>42438</c:v>
                </c:pt>
                <c:pt idx="533">
                  <c:v>42439</c:v>
                </c:pt>
                <c:pt idx="534">
                  <c:v>42440</c:v>
                </c:pt>
                <c:pt idx="535">
                  <c:v>42443</c:v>
                </c:pt>
                <c:pt idx="536">
                  <c:v>42444</c:v>
                </c:pt>
                <c:pt idx="537">
                  <c:v>42445</c:v>
                </c:pt>
                <c:pt idx="538">
                  <c:v>42446</c:v>
                </c:pt>
                <c:pt idx="539">
                  <c:v>42447</c:v>
                </c:pt>
                <c:pt idx="540">
                  <c:v>42450</c:v>
                </c:pt>
                <c:pt idx="541">
                  <c:v>42451</c:v>
                </c:pt>
                <c:pt idx="542">
                  <c:v>42452</c:v>
                </c:pt>
                <c:pt idx="543">
                  <c:v>42453</c:v>
                </c:pt>
                <c:pt idx="544">
                  <c:v>42454</c:v>
                </c:pt>
                <c:pt idx="545">
                  <c:v>42457</c:v>
                </c:pt>
                <c:pt idx="546">
                  <c:v>42458</c:v>
                </c:pt>
                <c:pt idx="547">
                  <c:v>42459</c:v>
                </c:pt>
                <c:pt idx="548">
                  <c:v>42460</c:v>
                </c:pt>
                <c:pt idx="549">
                  <c:v>42461</c:v>
                </c:pt>
                <c:pt idx="550">
                  <c:v>42465</c:v>
                </c:pt>
                <c:pt idx="551">
                  <c:v>42466</c:v>
                </c:pt>
                <c:pt idx="552">
                  <c:v>42467</c:v>
                </c:pt>
                <c:pt idx="553">
                  <c:v>42468</c:v>
                </c:pt>
                <c:pt idx="554">
                  <c:v>42471</c:v>
                </c:pt>
                <c:pt idx="555">
                  <c:v>42472</c:v>
                </c:pt>
                <c:pt idx="556">
                  <c:v>42473</c:v>
                </c:pt>
                <c:pt idx="557">
                  <c:v>42474</c:v>
                </c:pt>
                <c:pt idx="558">
                  <c:v>42475</c:v>
                </c:pt>
                <c:pt idx="559">
                  <c:v>42478</c:v>
                </c:pt>
                <c:pt idx="560">
                  <c:v>42479</c:v>
                </c:pt>
                <c:pt idx="561">
                  <c:v>42480</c:v>
                </c:pt>
                <c:pt idx="562">
                  <c:v>42481</c:v>
                </c:pt>
                <c:pt idx="563">
                  <c:v>42482</c:v>
                </c:pt>
                <c:pt idx="564">
                  <c:v>42485</c:v>
                </c:pt>
                <c:pt idx="565">
                  <c:v>42486</c:v>
                </c:pt>
                <c:pt idx="566">
                  <c:v>42487</c:v>
                </c:pt>
                <c:pt idx="567">
                  <c:v>42488</c:v>
                </c:pt>
                <c:pt idx="568">
                  <c:v>42489</c:v>
                </c:pt>
                <c:pt idx="569">
                  <c:v>42493</c:v>
                </c:pt>
                <c:pt idx="570">
                  <c:v>42494</c:v>
                </c:pt>
                <c:pt idx="571">
                  <c:v>42495</c:v>
                </c:pt>
                <c:pt idx="572">
                  <c:v>42496</c:v>
                </c:pt>
                <c:pt idx="573">
                  <c:v>42499</c:v>
                </c:pt>
                <c:pt idx="574">
                  <c:v>42500</c:v>
                </c:pt>
                <c:pt idx="575">
                  <c:v>42501</c:v>
                </c:pt>
                <c:pt idx="576">
                  <c:v>42502</c:v>
                </c:pt>
                <c:pt idx="577">
                  <c:v>42503</c:v>
                </c:pt>
                <c:pt idx="578">
                  <c:v>42506</c:v>
                </c:pt>
                <c:pt idx="579">
                  <c:v>42507</c:v>
                </c:pt>
                <c:pt idx="580">
                  <c:v>42508</c:v>
                </c:pt>
                <c:pt idx="581">
                  <c:v>42509</c:v>
                </c:pt>
                <c:pt idx="582">
                  <c:v>42510</c:v>
                </c:pt>
                <c:pt idx="583">
                  <c:v>42513</c:v>
                </c:pt>
                <c:pt idx="584">
                  <c:v>42514</c:v>
                </c:pt>
                <c:pt idx="585">
                  <c:v>42515</c:v>
                </c:pt>
                <c:pt idx="586">
                  <c:v>42516</c:v>
                </c:pt>
                <c:pt idx="587">
                  <c:v>42517</c:v>
                </c:pt>
                <c:pt idx="588">
                  <c:v>42520</c:v>
                </c:pt>
                <c:pt idx="589">
                  <c:v>42521</c:v>
                </c:pt>
                <c:pt idx="590">
                  <c:v>42522</c:v>
                </c:pt>
                <c:pt idx="591">
                  <c:v>42523</c:v>
                </c:pt>
                <c:pt idx="592">
                  <c:v>42524</c:v>
                </c:pt>
                <c:pt idx="593">
                  <c:v>42527</c:v>
                </c:pt>
                <c:pt idx="594">
                  <c:v>42528</c:v>
                </c:pt>
                <c:pt idx="595">
                  <c:v>42529</c:v>
                </c:pt>
                <c:pt idx="596">
                  <c:v>42534</c:v>
                </c:pt>
                <c:pt idx="597">
                  <c:v>42535</c:v>
                </c:pt>
                <c:pt idx="598">
                  <c:v>42536</c:v>
                </c:pt>
                <c:pt idx="599">
                  <c:v>42537</c:v>
                </c:pt>
                <c:pt idx="600">
                  <c:v>42538</c:v>
                </c:pt>
                <c:pt idx="601">
                  <c:v>42541</c:v>
                </c:pt>
                <c:pt idx="602">
                  <c:v>42542</c:v>
                </c:pt>
                <c:pt idx="603">
                  <c:v>42543</c:v>
                </c:pt>
                <c:pt idx="604">
                  <c:v>42544</c:v>
                </c:pt>
                <c:pt idx="605">
                  <c:v>42545</c:v>
                </c:pt>
                <c:pt idx="606">
                  <c:v>42548</c:v>
                </c:pt>
                <c:pt idx="607">
                  <c:v>42549</c:v>
                </c:pt>
                <c:pt idx="608">
                  <c:v>42550</c:v>
                </c:pt>
                <c:pt idx="609">
                  <c:v>42551</c:v>
                </c:pt>
                <c:pt idx="610">
                  <c:v>42552</c:v>
                </c:pt>
                <c:pt idx="611">
                  <c:v>42555</c:v>
                </c:pt>
                <c:pt idx="612">
                  <c:v>42556</c:v>
                </c:pt>
                <c:pt idx="613">
                  <c:v>42557</c:v>
                </c:pt>
                <c:pt idx="614">
                  <c:v>42558</c:v>
                </c:pt>
                <c:pt idx="615">
                  <c:v>42559</c:v>
                </c:pt>
                <c:pt idx="616">
                  <c:v>42562</c:v>
                </c:pt>
                <c:pt idx="617">
                  <c:v>42563</c:v>
                </c:pt>
                <c:pt idx="618">
                  <c:v>42564</c:v>
                </c:pt>
                <c:pt idx="619">
                  <c:v>42565</c:v>
                </c:pt>
                <c:pt idx="620">
                  <c:v>42566</c:v>
                </c:pt>
                <c:pt idx="621">
                  <c:v>42569</c:v>
                </c:pt>
                <c:pt idx="622">
                  <c:v>42570</c:v>
                </c:pt>
                <c:pt idx="623">
                  <c:v>42571</c:v>
                </c:pt>
                <c:pt idx="624">
                  <c:v>42572</c:v>
                </c:pt>
                <c:pt idx="625">
                  <c:v>42573</c:v>
                </c:pt>
                <c:pt idx="626">
                  <c:v>42576</c:v>
                </c:pt>
                <c:pt idx="627">
                  <c:v>42577</c:v>
                </c:pt>
                <c:pt idx="628">
                  <c:v>42578</c:v>
                </c:pt>
                <c:pt idx="629">
                  <c:v>42579</c:v>
                </c:pt>
                <c:pt idx="630">
                  <c:v>42580</c:v>
                </c:pt>
                <c:pt idx="631">
                  <c:v>42583</c:v>
                </c:pt>
                <c:pt idx="632">
                  <c:v>42584</c:v>
                </c:pt>
                <c:pt idx="633">
                  <c:v>42585</c:v>
                </c:pt>
                <c:pt idx="634">
                  <c:v>42586</c:v>
                </c:pt>
                <c:pt idx="635">
                  <c:v>42587</c:v>
                </c:pt>
                <c:pt idx="636">
                  <c:v>42590</c:v>
                </c:pt>
                <c:pt idx="637">
                  <c:v>42591</c:v>
                </c:pt>
                <c:pt idx="638">
                  <c:v>42592</c:v>
                </c:pt>
                <c:pt idx="639">
                  <c:v>42593</c:v>
                </c:pt>
                <c:pt idx="640">
                  <c:v>42594</c:v>
                </c:pt>
                <c:pt idx="641">
                  <c:v>42597</c:v>
                </c:pt>
                <c:pt idx="642">
                  <c:v>42598</c:v>
                </c:pt>
                <c:pt idx="643">
                  <c:v>42599</c:v>
                </c:pt>
                <c:pt idx="644">
                  <c:v>42600</c:v>
                </c:pt>
                <c:pt idx="645">
                  <c:v>42601</c:v>
                </c:pt>
                <c:pt idx="646">
                  <c:v>42604</c:v>
                </c:pt>
                <c:pt idx="647">
                  <c:v>42605</c:v>
                </c:pt>
                <c:pt idx="648">
                  <c:v>42606</c:v>
                </c:pt>
                <c:pt idx="649">
                  <c:v>42607</c:v>
                </c:pt>
                <c:pt idx="650">
                  <c:v>42608</c:v>
                </c:pt>
                <c:pt idx="651">
                  <c:v>42611</c:v>
                </c:pt>
                <c:pt idx="652">
                  <c:v>42612</c:v>
                </c:pt>
                <c:pt idx="653">
                  <c:v>42613</c:v>
                </c:pt>
                <c:pt idx="654">
                  <c:v>42614</c:v>
                </c:pt>
                <c:pt idx="655">
                  <c:v>42615</c:v>
                </c:pt>
                <c:pt idx="656">
                  <c:v>42618</c:v>
                </c:pt>
                <c:pt idx="657">
                  <c:v>42619</c:v>
                </c:pt>
                <c:pt idx="658">
                  <c:v>42620</c:v>
                </c:pt>
                <c:pt idx="659">
                  <c:v>42621</c:v>
                </c:pt>
                <c:pt idx="660">
                  <c:v>42622</c:v>
                </c:pt>
                <c:pt idx="661">
                  <c:v>42625</c:v>
                </c:pt>
                <c:pt idx="662">
                  <c:v>42626</c:v>
                </c:pt>
                <c:pt idx="663">
                  <c:v>42627</c:v>
                </c:pt>
                <c:pt idx="664">
                  <c:v>42632</c:v>
                </c:pt>
                <c:pt idx="665">
                  <c:v>42633</c:v>
                </c:pt>
                <c:pt idx="666">
                  <c:v>42634</c:v>
                </c:pt>
                <c:pt idx="667">
                  <c:v>42635</c:v>
                </c:pt>
                <c:pt idx="668">
                  <c:v>42636</c:v>
                </c:pt>
                <c:pt idx="669">
                  <c:v>42639</c:v>
                </c:pt>
                <c:pt idx="670">
                  <c:v>42640</c:v>
                </c:pt>
                <c:pt idx="671">
                  <c:v>42641</c:v>
                </c:pt>
                <c:pt idx="672">
                  <c:v>42642</c:v>
                </c:pt>
                <c:pt idx="673">
                  <c:v>42643</c:v>
                </c:pt>
                <c:pt idx="674">
                  <c:v>42653</c:v>
                </c:pt>
                <c:pt idx="675">
                  <c:v>42654</c:v>
                </c:pt>
                <c:pt idx="676">
                  <c:v>42655</c:v>
                </c:pt>
                <c:pt idx="677">
                  <c:v>42656</c:v>
                </c:pt>
                <c:pt idx="678">
                  <c:v>42657</c:v>
                </c:pt>
                <c:pt idx="679">
                  <c:v>42660</c:v>
                </c:pt>
                <c:pt idx="680">
                  <c:v>42661</c:v>
                </c:pt>
                <c:pt idx="681">
                  <c:v>42662</c:v>
                </c:pt>
                <c:pt idx="682">
                  <c:v>42663</c:v>
                </c:pt>
                <c:pt idx="683">
                  <c:v>42664</c:v>
                </c:pt>
                <c:pt idx="684">
                  <c:v>42667</c:v>
                </c:pt>
                <c:pt idx="685">
                  <c:v>42668</c:v>
                </c:pt>
                <c:pt idx="686">
                  <c:v>42669</c:v>
                </c:pt>
                <c:pt idx="687">
                  <c:v>42670</c:v>
                </c:pt>
                <c:pt idx="688">
                  <c:v>42671</c:v>
                </c:pt>
                <c:pt idx="689">
                  <c:v>42674</c:v>
                </c:pt>
                <c:pt idx="690">
                  <c:v>42675</c:v>
                </c:pt>
                <c:pt idx="691">
                  <c:v>42676</c:v>
                </c:pt>
                <c:pt idx="692">
                  <c:v>42677</c:v>
                </c:pt>
                <c:pt idx="693">
                  <c:v>42678</c:v>
                </c:pt>
                <c:pt idx="694">
                  <c:v>42681</c:v>
                </c:pt>
                <c:pt idx="695">
                  <c:v>42682</c:v>
                </c:pt>
                <c:pt idx="696">
                  <c:v>42683</c:v>
                </c:pt>
                <c:pt idx="697">
                  <c:v>42684</c:v>
                </c:pt>
                <c:pt idx="698">
                  <c:v>42685</c:v>
                </c:pt>
                <c:pt idx="699">
                  <c:v>42688</c:v>
                </c:pt>
                <c:pt idx="700">
                  <c:v>42689</c:v>
                </c:pt>
                <c:pt idx="701">
                  <c:v>42690</c:v>
                </c:pt>
                <c:pt idx="702">
                  <c:v>42691</c:v>
                </c:pt>
                <c:pt idx="703">
                  <c:v>42692</c:v>
                </c:pt>
                <c:pt idx="704">
                  <c:v>42695</c:v>
                </c:pt>
                <c:pt idx="705">
                  <c:v>42696</c:v>
                </c:pt>
                <c:pt idx="706">
                  <c:v>42697</c:v>
                </c:pt>
                <c:pt idx="707">
                  <c:v>42698</c:v>
                </c:pt>
                <c:pt idx="708">
                  <c:v>42699</c:v>
                </c:pt>
                <c:pt idx="709">
                  <c:v>42702</c:v>
                </c:pt>
                <c:pt idx="710">
                  <c:v>42703</c:v>
                </c:pt>
                <c:pt idx="711">
                  <c:v>42704</c:v>
                </c:pt>
                <c:pt idx="712">
                  <c:v>42705</c:v>
                </c:pt>
                <c:pt idx="713">
                  <c:v>42706</c:v>
                </c:pt>
                <c:pt idx="714">
                  <c:v>42709</c:v>
                </c:pt>
                <c:pt idx="715">
                  <c:v>42710</c:v>
                </c:pt>
                <c:pt idx="716">
                  <c:v>42711</c:v>
                </c:pt>
                <c:pt idx="717">
                  <c:v>42712</c:v>
                </c:pt>
                <c:pt idx="718">
                  <c:v>42713</c:v>
                </c:pt>
                <c:pt idx="719">
                  <c:v>42716</c:v>
                </c:pt>
                <c:pt idx="720">
                  <c:v>42717</c:v>
                </c:pt>
                <c:pt idx="721">
                  <c:v>42718</c:v>
                </c:pt>
                <c:pt idx="722">
                  <c:v>42719</c:v>
                </c:pt>
                <c:pt idx="723">
                  <c:v>42720</c:v>
                </c:pt>
                <c:pt idx="724">
                  <c:v>42723</c:v>
                </c:pt>
                <c:pt idx="725">
                  <c:v>42724</c:v>
                </c:pt>
                <c:pt idx="726">
                  <c:v>42725</c:v>
                </c:pt>
                <c:pt idx="727">
                  <c:v>42726</c:v>
                </c:pt>
                <c:pt idx="728">
                  <c:v>42727</c:v>
                </c:pt>
                <c:pt idx="729">
                  <c:v>42730</c:v>
                </c:pt>
                <c:pt idx="730">
                  <c:v>42731</c:v>
                </c:pt>
                <c:pt idx="731">
                  <c:v>42732</c:v>
                </c:pt>
                <c:pt idx="732">
                  <c:v>42733</c:v>
                </c:pt>
                <c:pt idx="733">
                  <c:v>42734</c:v>
                </c:pt>
                <c:pt idx="734">
                  <c:v>42738</c:v>
                </c:pt>
                <c:pt idx="735">
                  <c:v>42739</c:v>
                </c:pt>
                <c:pt idx="736">
                  <c:v>42740</c:v>
                </c:pt>
                <c:pt idx="737">
                  <c:v>42741</c:v>
                </c:pt>
                <c:pt idx="738">
                  <c:v>42744</c:v>
                </c:pt>
                <c:pt idx="739">
                  <c:v>42745</c:v>
                </c:pt>
                <c:pt idx="740">
                  <c:v>42746</c:v>
                </c:pt>
                <c:pt idx="741">
                  <c:v>42747</c:v>
                </c:pt>
                <c:pt idx="742">
                  <c:v>42748</c:v>
                </c:pt>
                <c:pt idx="743">
                  <c:v>42751</c:v>
                </c:pt>
                <c:pt idx="744">
                  <c:v>42752</c:v>
                </c:pt>
                <c:pt idx="745">
                  <c:v>42753</c:v>
                </c:pt>
                <c:pt idx="746">
                  <c:v>42754</c:v>
                </c:pt>
                <c:pt idx="747">
                  <c:v>42755</c:v>
                </c:pt>
                <c:pt idx="748">
                  <c:v>42758</c:v>
                </c:pt>
                <c:pt idx="749">
                  <c:v>42759</c:v>
                </c:pt>
                <c:pt idx="750">
                  <c:v>42760</c:v>
                </c:pt>
                <c:pt idx="751">
                  <c:v>42761</c:v>
                </c:pt>
                <c:pt idx="752">
                  <c:v>42769</c:v>
                </c:pt>
                <c:pt idx="753">
                  <c:v>42772</c:v>
                </c:pt>
                <c:pt idx="754">
                  <c:v>42773</c:v>
                </c:pt>
                <c:pt idx="755">
                  <c:v>42774</c:v>
                </c:pt>
                <c:pt idx="756">
                  <c:v>42775</c:v>
                </c:pt>
                <c:pt idx="757">
                  <c:v>42776</c:v>
                </c:pt>
                <c:pt idx="758">
                  <c:v>42779</c:v>
                </c:pt>
                <c:pt idx="759">
                  <c:v>42780</c:v>
                </c:pt>
                <c:pt idx="760">
                  <c:v>42781</c:v>
                </c:pt>
                <c:pt idx="761">
                  <c:v>42782</c:v>
                </c:pt>
                <c:pt idx="762">
                  <c:v>42783</c:v>
                </c:pt>
                <c:pt idx="763">
                  <c:v>42786</c:v>
                </c:pt>
                <c:pt idx="764">
                  <c:v>42787</c:v>
                </c:pt>
                <c:pt idx="765">
                  <c:v>42788</c:v>
                </c:pt>
                <c:pt idx="766">
                  <c:v>42789</c:v>
                </c:pt>
                <c:pt idx="767">
                  <c:v>42790</c:v>
                </c:pt>
                <c:pt idx="768">
                  <c:v>42793</c:v>
                </c:pt>
                <c:pt idx="769">
                  <c:v>42794</c:v>
                </c:pt>
                <c:pt idx="770">
                  <c:v>42795</c:v>
                </c:pt>
                <c:pt idx="771">
                  <c:v>42796</c:v>
                </c:pt>
                <c:pt idx="772">
                  <c:v>42797</c:v>
                </c:pt>
                <c:pt idx="773">
                  <c:v>42800</c:v>
                </c:pt>
                <c:pt idx="774">
                  <c:v>42801</c:v>
                </c:pt>
                <c:pt idx="775">
                  <c:v>42802</c:v>
                </c:pt>
                <c:pt idx="776">
                  <c:v>42803</c:v>
                </c:pt>
                <c:pt idx="777">
                  <c:v>42804</c:v>
                </c:pt>
                <c:pt idx="778">
                  <c:v>42807</c:v>
                </c:pt>
                <c:pt idx="779">
                  <c:v>42808</c:v>
                </c:pt>
                <c:pt idx="780">
                  <c:v>42809</c:v>
                </c:pt>
                <c:pt idx="781">
                  <c:v>42810</c:v>
                </c:pt>
                <c:pt idx="782">
                  <c:v>42811</c:v>
                </c:pt>
                <c:pt idx="783">
                  <c:v>42814</c:v>
                </c:pt>
                <c:pt idx="784">
                  <c:v>42815</c:v>
                </c:pt>
                <c:pt idx="785">
                  <c:v>42816</c:v>
                </c:pt>
                <c:pt idx="786">
                  <c:v>42817</c:v>
                </c:pt>
                <c:pt idx="787">
                  <c:v>42818</c:v>
                </c:pt>
                <c:pt idx="788">
                  <c:v>42821</c:v>
                </c:pt>
                <c:pt idx="789">
                  <c:v>42822</c:v>
                </c:pt>
                <c:pt idx="790">
                  <c:v>42823</c:v>
                </c:pt>
                <c:pt idx="791">
                  <c:v>42824</c:v>
                </c:pt>
                <c:pt idx="792">
                  <c:v>42825</c:v>
                </c:pt>
                <c:pt idx="793">
                  <c:v>42830</c:v>
                </c:pt>
                <c:pt idx="794">
                  <c:v>42831</c:v>
                </c:pt>
                <c:pt idx="795">
                  <c:v>42832</c:v>
                </c:pt>
                <c:pt idx="796">
                  <c:v>42835</c:v>
                </c:pt>
                <c:pt idx="797">
                  <c:v>42836</c:v>
                </c:pt>
                <c:pt idx="798">
                  <c:v>42837</c:v>
                </c:pt>
                <c:pt idx="799">
                  <c:v>42838</c:v>
                </c:pt>
                <c:pt idx="800">
                  <c:v>42839</c:v>
                </c:pt>
                <c:pt idx="801">
                  <c:v>42842</c:v>
                </c:pt>
                <c:pt idx="802">
                  <c:v>42843</c:v>
                </c:pt>
                <c:pt idx="803">
                  <c:v>42844</c:v>
                </c:pt>
                <c:pt idx="804">
                  <c:v>42845</c:v>
                </c:pt>
                <c:pt idx="805">
                  <c:v>42846</c:v>
                </c:pt>
                <c:pt idx="806">
                  <c:v>42849</c:v>
                </c:pt>
                <c:pt idx="807">
                  <c:v>42850</c:v>
                </c:pt>
                <c:pt idx="808">
                  <c:v>42851</c:v>
                </c:pt>
                <c:pt idx="809">
                  <c:v>42852</c:v>
                </c:pt>
                <c:pt idx="810">
                  <c:v>42853</c:v>
                </c:pt>
                <c:pt idx="811">
                  <c:v>42857</c:v>
                </c:pt>
                <c:pt idx="812">
                  <c:v>42858</c:v>
                </c:pt>
                <c:pt idx="813">
                  <c:v>42859</c:v>
                </c:pt>
                <c:pt idx="814">
                  <c:v>42860</c:v>
                </c:pt>
                <c:pt idx="815">
                  <c:v>42863</c:v>
                </c:pt>
                <c:pt idx="816">
                  <c:v>42864</c:v>
                </c:pt>
                <c:pt idx="817">
                  <c:v>42865</c:v>
                </c:pt>
                <c:pt idx="818">
                  <c:v>42866</c:v>
                </c:pt>
                <c:pt idx="819">
                  <c:v>42867</c:v>
                </c:pt>
                <c:pt idx="820">
                  <c:v>42870</c:v>
                </c:pt>
                <c:pt idx="821">
                  <c:v>42871</c:v>
                </c:pt>
                <c:pt idx="822">
                  <c:v>42872</c:v>
                </c:pt>
                <c:pt idx="823">
                  <c:v>42873</c:v>
                </c:pt>
                <c:pt idx="824">
                  <c:v>42874</c:v>
                </c:pt>
                <c:pt idx="825">
                  <c:v>42877</c:v>
                </c:pt>
                <c:pt idx="826">
                  <c:v>42878</c:v>
                </c:pt>
                <c:pt idx="827">
                  <c:v>42879</c:v>
                </c:pt>
                <c:pt idx="828">
                  <c:v>42880</c:v>
                </c:pt>
                <c:pt idx="829">
                  <c:v>42881</c:v>
                </c:pt>
                <c:pt idx="830">
                  <c:v>42886</c:v>
                </c:pt>
                <c:pt idx="831">
                  <c:v>42887</c:v>
                </c:pt>
                <c:pt idx="832">
                  <c:v>42888</c:v>
                </c:pt>
                <c:pt idx="833">
                  <c:v>42891</c:v>
                </c:pt>
                <c:pt idx="834">
                  <c:v>42892</c:v>
                </c:pt>
                <c:pt idx="835">
                  <c:v>42893</c:v>
                </c:pt>
                <c:pt idx="836">
                  <c:v>42894</c:v>
                </c:pt>
                <c:pt idx="837">
                  <c:v>42895</c:v>
                </c:pt>
                <c:pt idx="838">
                  <c:v>42898</c:v>
                </c:pt>
                <c:pt idx="839">
                  <c:v>42899</c:v>
                </c:pt>
                <c:pt idx="840">
                  <c:v>42900</c:v>
                </c:pt>
                <c:pt idx="841">
                  <c:v>42901</c:v>
                </c:pt>
                <c:pt idx="842">
                  <c:v>42902</c:v>
                </c:pt>
                <c:pt idx="843">
                  <c:v>42905</c:v>
                </c:pt>
                <c:pt idx="844">
                  <c:v>42906</c:v>
                </c:pt>
                <c:pt idx="845">
                  <c:v>42907</c:v>
                </c:pt>
                <c:pt idx="846">
                  <c:v>42908</c:v>
                </c:pt>
                <c:pt idx="847">
                  <c:v>42909</c:v>
                </c:pt>
                <c:pt idx="848">
                  <c:v>42912</c:v>
                </c:pt>
                <c:pt idx="849">
                  <c:v>42913</c:v>
                </c:pt>
                <c:pt idx="850">
                  <c:v>42914</c:v>
                </c:pt>
                <c:pt idx="851">
                  <c:v>42915</c:v>
                </c:pt>
                <c:pt idx="852">
                  <c:v>42916</c:v>
                </c:pt>
                <c:pt idx="853">
                  <c:v>42919</c:v>
                </c:pt>
                <c:pt idx="854">
                  <c:v>42920</c:v>
                </c:pt>
                <c:pt idx="855">
                  <c:v>42921</c:v>
                </c:pt>
                <c:pt idx="856">
                  <c:v>42922</c:v>
                </c:pt>
                <c:pt idx="857">
                  <c:v>42923</c:v>
                </c:pt>
                <c:pt idx="858">
                  <c:v>42926</c:v>
                </c:pt>
                <c:pt idx="859">
                  <c:v>42927</c:v>
                </c:pt>
                <c:pt idx="860">
                  <c:v>42928</c:v>
                </c:pt>
                <c:pt idx="861">
                  <c:v>42929</c:v>
                </c:pt>
                <c:pt idx="862">
                  <c:v>42930</c:v>
                </c:pt>
                <c:pt idx="863">
                  <c:v>42933</c:v>
                </c:pt>
                <c:pt idx="864">
                  <c:v>42934</c:v>
                </c:pt>
                <c:pt idx="865">
                  <c:v>42935</c:v>
                </c:pt>
                <c:pt idx="866">
                  <c:v>42936</c:v>
                </c:pt>
                <c:pt idx="867">
                  <c:v>42937</c:v>
                </c:pt>
                <c:pt idx="868">
                  <c:v>42940</c:v>
                </c:pt>
                <c:pt idx="869">
                  <c:v>42941</c:v>
                </c:pt>
                <c:pt idx="870">
                  <c:v>42942</c:v>
                </c:pt>
                <c:pt idx="871">
                  <c:v>42943</c:v>
                </c:pt>
                <c:pt idx="872">
                  <c:v>42944</c:v>
                </c:pt>
                <c:pt idx="873">
                  <c:v>42947</c:v>
                </c:pt>
                <c:pt idx="874">
                  <c:v>42948</c:v>
                </c:pt>
                <c:pt idx="875">
                  <c:v>42949</c:v>
                </c:pt>
                <c:pt idx="876">
                  <c:v>42950</c:v>
                </c:pt>
                <c:pt idx="877">
                  <c:v>42951</c:v>
                </c:pt>
                <c:pt idx="878">
                  <c:v>42954</c:v>
                </c:pt>
                <c:pt idx="879">
                  <c:v>42955</c:v>
                </c:pt>
                <c:pt idx="880">
                  <c:v>42956</c:v>
                </c:pt>
                <c:pt idx="881">
                  <c:v>42957</c:v>
                </c:pt>
                <c:pt idx="882">
                  <c:v>42958</c:v>
                </c:pt>
                <c:pt idx="883">
                  <c:v>42961</c:v>
                </c:pt>
                <c:pt idx="884">
                  <c:v>42962</c:v>
                </c:pt>
                <c:pt idx="885">
                  <c:v>42963</c:v>
                </c:pt>
                <c:pt idx="886">
                  <c:v>42964</c:v>
                </c:pt>
                <c:pt idx="887">
                  <c:v>42965</c:v>
                </c:pt>
                <c:pt idx="888">
                  <c:v>42968</c:v>
                </c:pt>
                <c:pt idx="889">
                  <c:v>42969</c:v>
                </c:pt>
                <c:pt idx="890">
                  <c:v>42970</c:v>
                </c:pt>
                <c:pt idx="891">
                  <c:v>42971</c:v>
                </c:pt>
                <c:pt idx="892">
                  <c:v>42972</c:v>
                </c:pt>
                <c:pt idx="893">
                  <c:v>42975</c:v>
                </c:pt>
                <c:pt idx="894">
                  <c:v>42976</c:v>
                </c:pt>
                <c:pt idx="895">
                  <c:v>42977</c:v>
                </c:pt>
                <c:pt idx="896">
                  <c:v>42978</c:v>
                </c:pt>
                <c:pt idx="897">
                  <c:v>42979</c:v>
                </c:pt>
                <c:pt idx="898">
                  <c:v>42982</c:v>
                </c:pt>
                <c:pt idx="899">
                  <c:v>42983</c:v>
                </c:pt>
                <c:pt idx="900">
                  <c:v>42984</c:v>
                </c:pt>
                <c:pt idx="901">
                  <c:v>42985</c:v>
                </c:pt>
                <c:pt idx="902">
                  <c:v>42986</c:v>
                </c:pt>
                <c:pt idx="903">
                  <c:v>42989</c:v>
                </c:pt>
                <c:pt idx="904">
                  <c:v>42990</c:v>
                </c:pt>
                <c:pt idx="905">
                  <c:v>42991</c:v>
                </c:pt>
                <c:pt idx="906">
                  <c:v>42992</c:v>
                </c:pt>
                <c:pt idx="907">
                  <c:v>42993</c:v>
                </c:pt>
                <c:pt idx="908">
                  <c:v>42996</c:v>
                </c:pt>
                <c:pt idx="909">
                  <c:v>42997</c:v>
                </c:pt>
                <c:pt idx="910">
                  <c:v>42998</c:v>
                </c:pt>
                <c:pt idx="911">
                  <c:v>42999</c:v>
                </c:pt>
                <c:pt idx="912">
                  <c:v>43000</c:v>
                </c:pt>
                <c:pt idx="913">
                  <c:v>43003</c:v>
                </c:pt>
                <c:pt idx="914">
                  <c:v>43004</c:v>
                </c:pt>
                <c:pt idx="915">
                  <c:v>43005</c:v>
                </c:pt>
                <c:pt idx="916">
                  <c:v>43006</c:v>
                </c:pt>
                <c:pt idx="917">
                  <c:v>43007</c:v>
                </c:pt>
                <c:pt idx="918">
                  <c:v>43017</c:v>
                </c:pt>
                <c:pt idx="919">
                  <c:v>43018</c:v>
                </c:pt>
                <c:pt idx="920">
                  <c:v>43019</c:v>
                </c:pt>
                <c:pt idx="921">
                  <c:v>43020</c:v>
                </c:pt>
                <c:pt idx="922">
                  <c:v>43021</c:v>
                </c:pt>
                <c:pt idx="923">
                  <c:v>43024</c:v>
                </c:pt>
                <c:pt idx="924">
                  <c:v>43025</c:v>
                </c:pt>
                <c:pt idx="925">
                  <c:v>43026</c:v>
                </c:pt>
                <c:pt idx="926">
                  <c:v>43027</c:v>
                </c:pt>
                <c:pt idx="927">
                  <c:v>43028</c:v>
                </c:pt>
                <c:pt idx="928">
                  <c:v>43031</c:v>
                </c:pt>
                <c:pt idx="929">
                  <c:v>43032</c:v>
                </c:pt>
                <c:pt idx="930">
                  <c:v>43033</c:v>
                </c:pt>
                <c:pt idx="931">
                  <c:v>43034</c:v>
                </c:pt>
                <c:pt idx="932">
                  <c:v>43035</c:v>
                </c:pt>
                <c:pt idx="933">
                  <c:v>43038</c:v>
                </c:pt>
                <c:pt idx="934">
                  <c:v>43039</c:v>
                </c:pt>
                <c:pt idx="935">
                  <c:v>43040</c:v>
                </c:pt>
                <c:pt idx="936">
                  <c:v>43041</c:v>
                </c:pt>
                <c:pt idx="937">
                  <c:v>43042</c:v>
                </c:pt>
                <c:pt idx="938">
                  <c:v>43045</c:v>
                </c:pt>
                <c:pt idx="939">
                  <c:v>43046</c:v>
                </c:pt>
                <c:pt idx="940">
                  <c:v>43047</c:v>
                </c:pt>
                <c:pt idx="941">
                  <c:v>43048</c:v>
                </c:pt>
                <c:pt idx="942">
                  <c:v>43049</c:v>
                </c:pt>
                <c:pt idx="943">
                  <c:v>43052</c:v>
                </c:pt>
                <c:pt idx="944">
                  <c:v>43053</c:v>
                </c:pt>
                <c:pt idx="945">
                  <c:v>43054</c:v>
                </c:pt>
                <c:pt idx="946">
                  <c:v>43055</c:v>
                </c:pt>
                <c:pt idx="947">
                  <c:v>43056</c:v>
                </c:pt>
                <c:pt idx="948">
                  <c:v>43059</c:v>
                </c:pt>
                <c:pt idx="949">
                  <c:v>43060</c:v>
                </c:pt>
                <c:pt idx="950">
                  <c:v>43061</c:v>
                </c:pt>
                <c:pt idx="951">
                  <c:v>43062</c:v>
                </c:pt>
                <c:pt idx="952">
                  <c:v>43063</c:v>
                </c:pt>
                <c:pt idx="953">
                  <c:v>43066</c:v>
                </c:pt>
                <c:pt idx="954">
                  <c:v>43067</c:v>
                </c:pt>
                <c:pt idx="955">
                  <c:v>43068</c:v>
                </c:pt>
                <c:pt idx="956">
                  <c:v>43069</c:v>
                </c:pt>
                <c:pt idx="957">
                  <c:v>43070</c:v>
                </c:pt>
                <c:pt idx="958">
                  <c:v>43073</c:v>
                </c:pt>
                <c:pt idx="959">
                  <c:v>43074</c:v>
                </c:pt>
                <c:pt idx="960">
                  <c:v>43075</c:v>
                </c:pt>
                <c:pt idx="961">
                  <c:v>43076</c:v>
                </c:pt>
                <c:pt idx="962">
                  <c:v>43077</c:v>
                </c:pt>
                <c:pt idx="963">
                  <c:v>43080</c:v>
                </c:pt>
                <c:pt idx="964">
                  <c:v>43081</c:v>
                </c:pt>
                <c:pt idx="965">
                  <c:v>43082</c:v>
                </c:pt>
                <c:pt idx="966">
                  <c:v>43083</c:v>
                </c:pt>
                <c:pt idx="967">
                  <c:v>43084</c:v>
                </c:pt>
                <c:pt idx="968">
                  <c:v>43087</c:v>
                </c:pt>
                <c:pt idx="969">
                  <c:v>43088</c:v>
                </c:pt>
                <c:pt idx="970">
                  <c:v>43089</c:v>
                </c:pt>
                <c:pt idx="971">
                  <c:v>43090</c:v>
                </c:pt>
                <c:pt idx="972">
                  <c:v>43091</c:v>
                </c:pt>
                <c:pt idx="973">
                  <c:v>43094</c:v>
                </c:pt>
                <c:pt idx="974">
                  <c:v>43095</c:v>
                </c:pt>
                <c:pt idx="975">
                  <c:v>43096</c:v>
                </c:pt>
                <c:pt idx="976">
                  <c:v>43097</c:v>
                </c:pt>
                <c:pt idx="977">
                  <c:v>43098</c:v>
                </c:pt>
                <c:pt idx="978">
                  <c:v>43102</c:v>
                </c:pt>
                <c:pt idx="979">
                  <c:v>43103</c:v>
                </c:pt>
                <c:pt idx="980">
                  <c:v>43104</c:v>
                </c:pt>
                <c:pt idx="981">
                  <c:v>43105</c:v>
                </c:pt>
                <c:pt idx="982">
                  <c:v>43108</c:v>
                </c:pt>
                <c:pt idx="983">
                  <c:v>43109</c:v>
                </c:pt>
                <c:pt idx="984">
                  <c:v>43110</c:v>
                </c:pt>
                <c:pt idx="985">
                  <c:v>43111</c:v>
                </c:pt>
                <c:pt idx="986">
                  <c:v>43112</c:v>
                </c:pt>
                <c:pt idx="987">
                  <c:v>43115</c:v>
                </c:pt>
                <c:pt idx="988">
                  <c:v>43116</c:v>
                </c:pt>
                <c:pt idx="989">
                  <c:v>43117</c:v>
                </c:pt>
                <c:pt idx="990">
                  <c:v>43118</c:v>
                </c:pt>
                <c:pt idx="991">
                  <c:v>43119</c:v>
                </c:pt>
                <c:pt idx="992">
                  <c:v>43122</c:v>
                </c:pt>
                <c:pt idx="993">
                  <c:v>43123</c:v>
                </c:pt>
                <c:pt idx="994">
                  <c:v>43124</c:v>
                </c:pt>
                <c:pt idx="995">
                  <c:v>43125</c:v>
                </c:pt>
                <c:pt idx="996">
                  <c:v>43126</c:v>
                </c:pt>
                <c:pt idx="997">
                  <c:v>43129</c:v>
                </c:pt>
                <c:pt idx="998">
                  <c:v>43130</c:v>
                </c:pt>
                <c:pt idx="999">
                  <c:v>43131</c:v>
                </c:pt>
                <c:pt idx="1000">
                  <c:v>43132</c:v>
                </c:pt>
                <c:pt idx="1001">
                  <c:v>43133</c:v>
                </c:pt>
                <c:pt idx="1002">
                  <c:v>43136</c:v>
                </c:pt>
                <c:pt idx="1003">
                  <c:v>43137</c:v>
                </c:pt>
                <c:pt idx="1004">
                  <c:v>43138</c:v>
                </c:pt>
                <c:pt idx="1005">
                  <c:v>43139</c:v>
                </c:pt>
                <c:pt idx="1006">
                  <c:v>43140</c:v>
                </c:pt>
                <c:pt idx="1007">
                  <c:v>43143</c:v>
                </c:pt>
                <c:pt idx="1008">
                  <c:v>43144</c:v>
                </c:pt>
                <c:pt idx="1009">
                  <c:v>43145</c:v>
                </c:pt>
                <c:pt idx="1010">
                  <c:v>43153</c:v>
                </c:pt>
                <c:pt idx="1011">
                  <c:v>43154</c:v>
                </c:pt>
                <c:pt idx="1012">
                  <c:v>43157</c:v>
                </c:pt>
                <c:pt idx="1013">
                  <c:v>43158</c:v>
                </c:pt>
                <c:pt idx="1014">
                  <c:v>43159</c:v>
                </c:pt>
                <c:pt idx="1015">
                  <c:v>43160</c:v>
                </c:pt>
                <c:pt idx="1016">
                  <c:v>43161</c:v>
                </c:pt>
                <c:pt idx="1017">
                  <c:v>43164</c:v>
                </c:pt>
                <c:pt idx="1018">
                  <c:v>43165</c:v>
                </c:pt>
                <c:pt idx="1019">
                  <c:v>43166</c:v>
                </c:pt>
                <c:pt idx="1020">
                  <c:v>43167</c:v>
                </c:pt>
                <c:pt idx="1021">
                  <c:v>43168</c:v>
                </c:pt>
                <c:pt idx="1022">
                  <c:v>43171</c:v>
                </c:pt>
                <c:pt idx="1023">
                  <c:v>43172</c:v>
                </c:pt>
                <c:pt idx="1024">
                  <c:v>43173</c:v>
                </c:pt>
                <c:pt idx="1025">
                  <c:v>43174</c:v>
                </c:pt>
                <c:pt idx="1026">
                  <c:v>43175</c:v>
                </c:pt>
                <c:pt idx="1027">
                  <c:v>43178</c:v>
                </c:pt>
                <c:pt idx="1028">
                  <c:v>43179</c:v>
                </c:pt>
                <c:pt idx="1029">
                  <c:v>43180</c:v>
                </c:pt>
                <c:pt idx="1030">
                  <c:v>43181</c:v>
                </c:pt>
                <c:pt idx="1031">
                  <c:v>43182</c:v>
                </c:pt>
                <c:pt idx="1032">
                  <c:v>43185</c:v>
                </c:pt>
                <c:pt idx="1033">
                  <c:v>43186</c:v>
                </c:pt>
                <c:pt idx="1034">
                  <c:v>43187</c:v>
                </c:pt>
                <c:pt idx="1035">
                  <c:v>43188</c:v>
                </c:pt>
                <c:pt idx="1036">
                  <c:v>43189</c:v>
                </c:pt>
                <c:pt idx="1037">
                  <c:v>43192</c:v>
                </c:pt>
                <c:pt idx="1038">
                  <c:v>43193</c:v>
                </c:pt>
                <c:pt idx="1039">
                  <c:v>43194</c:v>
                </c:pt>
                <c:pt idx="1040">
                  <c:v>43199</c:v>
                </c:pt>
                <c:pt idx="1041">
                  <c:v>43200</c:v>
                </c:pt>
                <c:pt idx="1042">
                  <c:v>43201</c:v>
                </c:pt>
                <c:pt idx="1043">
                  <c:v>43202</c:v>
                </c:pt>
                <c:pt idx="1044">
                  <c:v>43203</c:v>
                </c:pt>
                <c:pt idx="1045">
                  <c:v>43206</c:v>
                </c:pt>
                <c:pt idx="1046">
                  <c:v>43207</c:v>
                </c:pt>
                <c:pt idx="1047">
                  <c:v>43208</c:v>
                </c:pt>
                <c:pt idx="1048">
                  <c:v>43209</c:v>
                </c:pt>
                <c:pt idx="1049">
                  <c:v>43210</c:v>
                </c:pt>
                <c:pt idx="1050">
                  <c:v>43213</c:v>
                </c:pt>
                <c:pt idx="1051">
                  <c:v>43214</c:v>
                </c:pt>
                <c:pt idx="1052">
                  <c:v>43215</c:v>
                </c:pt>
                <c:pt idx="1053">
                  <c:v>43216</c:v>
                </c:pt>
                <c:pt idx="1054">
                  <c:v>43217</c:v>
                </c:pt>
                <c:pt idx="1055">
                  <c:v>43222</c:v>
                </c:pt>
                <c:pt idx="1056">
                  <c:v>43223</c:v>
                </c:pt>
                <c:pt idx="1057">
                  <c:v>43224</c:v>
                </c:pt>
                <c:pt idx="1058">
                  <c:v>43227</c:v>
                </c:pt>
                <c:pt idx="1059">
                  <c:v>43228</c:v>
                </c:pt>
                <c:pt idx="1060">
                  <c:v>43229</c:v>
                </c:pt>
                <c:pt idx="1061">
                  <c:v>43230</c:v>
                </c:pt>
                <c:pt idx="1062">
                  <c:v>43231</c:v>
                </c:pt>
                <c:pt idx="1063">
                  <c:v>43234</c:v>
                </c:pt>
                <c:pt idx="1064">
                  <c:v>43235</c:v>
                </c:pt>
                <c:pt idx="1065">
                  <c:v>43236</c:v>
                </c:pt>
                <c:pt idx="1066">
                  <c:v>43237</c:v>
                </c:pt>
                <c:pt idx="1067">
                  <c:v>43238</c:v>
                </c:pt>
                <c:pt idx="1068">
                  <c:v>43241</c:v>
                </c:pt>
                <c:pt idx="1069">
                  <c:v>43242</c:v>
                </c:pt>
                <c:pt idx="1070">
                  <c:v>43243</c:v>
                </c:pt>
                <c:pt idx="1071">
                  <c:v>43244</c:v>
                </c:pt>
                <c:pt idx="1072">
                  <c:v>43245</c:v>
                </c:pt>
                <c:pt idx="1073">
                  <c:v>43248</c:v>
                </c:pt>
                <c:pt idx="1074">
                  <c:v>43249</c:v>
                </c:pt>
                <c:pt idx="1075">
                  <c:v>43250</c:v>
                </c:pt>
                <c:pt idx="1076">
                  <c:v>43251</c:v>
                </c:pt>
                <c:pt idx="1077">
                  <c:v>43252</c:v>
                </c:pt>
                <c:pt idx="1078">
                  <c:v>43255</c:v>
                </c:pt>
                <c:pt idx="1079">
                  <c:v>43256</c:v>
                </c:pt>
                <c:pt idx="1080">
                  <c:v>43257</c:v>
                </c:pt>
                <c:pt idx="1081">
                  <c:v>43258</c:v>
                </c:pt>
                <c:pt idx="1082">
                  <c:v>43259</c:v>
                </c:pt>
                <c:pt idx="1083">
                  <c:v>43262</c:v>
                </c:pt>
                <c:pt idx="1084">
                  <c:v>43263</c:v>
                </c:pt>
                <c:pt idx="1085">
                  <c:v>43264</c:v>
                </c:pt>
                <c:pt idx="1086">
                  <c:v>43265</c:v>
                </c:pt>
                <c:pt idx="1087">
                  <c:v>43266</c:v>
                </c:pt>
                <c:pt idx="1088">
                  <c:v>43270</c:v>
                </c:pt>
                <c:pt idx="1089">
                  <c:v>43271</c:v>
                </c:pt>
                <c:pt idx="1090">
                  <c:v>43272</c:v>
                </c:pt>
                <c:pt idx="1091">
                  <c:v>43273</c:v>
                </c:pt>
                <c:pt idx="1092">
                  <c:v>43276</c:v>
                </c:pt>
                <c:pt idx="1093">
                  <c:v>43277</c:v>
                </c:pt>
                <c:pt idx="1094">
                  <c:v>43278</c:v>
                </c:pt>
                <c:pt idx="1095">
                  <c:v>43279</c:v>
                </c:pt>
                <c:pt idx="1096">
                  <c:v>43280</c:v>
                </c:pt>
                <c:pt idx="1097">
                  <c:v>43283</c:v>
                </c:pt>
                <c:pt idx="1098">
                  <c:v>43284</c:v>
                </c:pt>
                <c:pt idx="1099">
                  <c:v>43285</c:v>
                </c:pt>
                <c:pt idx="1100">
                  <c:v>43286</c:v>
                </c:pt>
                <c:pt idx="1101">
                  <c:v>43287</c:v>
                </c:pt>
                <c:pt idx="1102">
                  <c:v>43290</c:v>
                </c:pt>
                <c:pt idx="1103">
                  <c:v>43291</c:v>
                </c:pt>
                <c:pt idx="1104">
                  <c:v>43292</c:v>
                </c:pt>
                <c:pt idx="1105">
                  <c:v>43293</c:v>
                </c:pt>
                <c:pt idx="1106">
                  <c:v>43294</c:v>
                </c:pt>
                <c:pt idx="1107">
                  <c:v>43297</c:v>
                </c:pt>
                <c:pt idx="1108">
                  <c:v>43298</c:v>
                </c:pt>
                <c:pt idx="1109">
                  <c:v>43299</c:v>
                </c:pt>
                <c:pt idx="1110">
                  <c:v>43300</c:v>
                </c:pt>
                <c:pt idx="1111">
                  <c:v>43301</c:v>
                </c:pt>
                <c:pt idx="1112">
                  <c:v>43304</c:v>
                </c:pt>
                <c:pt idx="1113">
                  <c:v>43305</c:v>
                </c:pt>
                <c:pt idx="1114">
                  <c:v>43306</c:v>
                </c:pt>
                <c:pt idx="1115">
                  <c:v>43307</c:v>
                </c:pt>
                <c:pt idx="1116">
                  <c:v>43308</c:v>
                </c:pt>
                <c:pt idx="1117">
                  <c:v>43311</c:v>
                </c:pt>
                <c:pt idx="1118">
                  <c:v>43312</c:v>
                </c:pt>
                <c:pt idx="1119">
                  <c:v>43313</c:v>
                </c:pt>
                <c:pt idx="1120">
                  <c:v>43314</c:v>
                </c:pt>
                <c:pt idx="1121">
                  <c:v>43315</c:v>
                </c:pt>
                <c:pt idx="1122">
                  <c:v>43318</c:v>
                </c:pt>
                <c:pt idx="1123">
                  <c:v>43319</c:v>
                </c:pt>
                <c:pt idx="1124">
                  <c:v>43320</c:v>
                </c:pt>
                <c:pt idx="1125">
                  <c:v>43321</c:v>
                </c:pt>
                <c:pt idx="1126">
                  <c:v>43322</c:v>
                </c:pt>
                <c:pt idx="1127">
                  <c:v>43325</c:v>
                </c:pt>
                <c:pt idx="1128">
                  <c:v>43326</c:v>
                </c:pt>
                <c:pt idx="1129">
                  <c:v>43327</c:v>
                </c:pt>
                <c:pt idx="1130">
                  <c:v>43328</c:v>
                </c:pt>
                <c:pt idx="1131">
                  <c:v>43329</c:v>
                </c:pt>
                <c:pt idx="1132">
                  <c:v>43332</c:v>
                </c:pt>
                <c:pt idx="1133">
                  <c:v>43333</c:v>
                </c:pt>
                <c:pt idx="1134">
                  <c:v>43334</c:v>
                </c:pt>
                <c:pt idx="1135">
                  <c:v>43335</c:v>
                </c:pt>
                <c:pt idx="1136">
                  <c:v>43336</c:v>
                </c:pt>
                <c:pt idx="1137">
                  <c:v>43339</c:v>
                </c:pt>
                <c:pt idx="1138">
                  <c:v>43340</c:v>
                </c:pt>
                <c:pt idx="1139">
                  <c:v>43341</c:v>
                </c:pt>
                <c:pt idx="1140">
                  <c:v>43342</c:v>
                </c:pt>
                <c:pt idx="1141">
                  <c:v>43343</c:v>
                </c:pt>
                <c:pt idx="1142">
                  <c:v>43346</c:v>
                </c:pt>
                <c:pt idx="1143">
                  <c:v>43347</c:v>
                </c:pt>
                <c:pt idx="1144">
                  <c:v>43348</c:v>
                </c:pt>
                <c:pt idx="1145">
                  <c:v>43349</c:v>
                </c:pt>
                <c:pt idx="1146">
                  <c:v>43350</c:v>
                </c:pt>
                <c:pt idx="1147">
                  <c:v>43353</c:v>
                </c:pt>
                <c:pt idx="1148">
                  <c:v>43354</c:v>
                </c:pt>
                <c:pt idx="1149">
                  <c:v>43355</c:v>
                </c:pt>
                <c:pt idx="1150">
                  <c:v>43356</c:v>
                </c:pt>
                <c:pt idx="1151">
                  <c:v>43357</c:v>
                </c:pt>
                <c:pt idx="1152">
                  <c:v>43360</c:v>
                </c:pt>
                <c:pt idx="1153">
                  <c:v>43361</c:v>
                </c:pt>
                <c:pt idx="1154">
                  <c:v>43362</c:v>
                </c:pt>
                <c:pt idx="1155">
                  <c:v>43363</c:v>
                </c:pt>
                <c:pt idx="1156">
                  <c:v>43364</c:v>
                </c:pt>
                <c:pt idx="1157">
                  <c:v>43368</c:v>
                </c:pt>
                <c:pt idx="1158">
                  <c:v>43369</c:v>
                </c:pt>
                <c:pt idx="1159">
                  <c:v>43370</c:v>
                </c:pt>
                <c:pt idx="1160">
                  <c:v>43371</c:v>
                </c:pt>
                <c:pt idx="1161">
                  <c:v>43381</c:v>
                </c:pt>
                <c:pt idx="1162">
                  <c:v>43382</c:v>
                </c:pt>
                <c:pt idx="1163">
                  <c:v>43383</c:v>
                </c:pt>
                <c:pt idx="1164">
                  <c:v>43384</c:v>
                </c:pt>
                <c:pt idx="1165">
                  <c:v>43385</c:v>
                </c:pt>
                <c:pt idx="1166">
                  <c:v>43388</c:v>
                </c:pt>
                <c:pt idx="1167">
                  <c:v>43389</c:v>
                </c:pt>
                <c:pt idx="1168">
                  <c:v>43390</c:v>
                </c:pt>
                <c:pt idx="1169">
                  <c:v>43391</c:v>
                </c:pt>
                <c:pt idx="1170">
                  <c:v>43392</c:v>
                </c:pt>
                <c:pt idx="1171">
                  <c:v>43395</c:v>
                </c:pt>
                <c:pt idx="1172">
                  <c:v>43396</c:v>
                </c:pt>
                <c:pt idx="1173">
                  <c:v>43397</c:v>
                </c:pt>
                <c:pt idx="1174">
                  <c:v>43398</c:v>
                </c:pt>
                <c:pt idx="1175">
                  <c:v>43399</c:v>
                </c:pt>
                <c:pt idx="1176">
                  <c:v>43402</c:v>
                </c:pt>
                <c:pt idx="1177">
                  <c:v>43403</c:v>
                </c:pt>
                <c:pt idx="1178">
                  <c:v>43404</c:v>
                </c:pt>
                <c:pt idx="1179">
                  <c:v>43405</c:v>
                </c:pt>
                <c:pt idx="1180">
                  <c:v>43406</c:v>
                </c:pt>
                <c:pt idx="1181">
                  <c:v>43409</c:v>
                </c:pt>
                <c:pt idx="1182">
                  <c:v>43410</c:v>
                </c:pt>
                <c:pt idx="1183">
                  <c:v>43411</c:v>
                </c:pt>
                <c:pt idx="1184">
                  <c:v>43412</c:v>
                </c:pt>
                <c:pt idx="1185">
                  <c:v>43413</c:v>
                </c:pt>
                <c:pt idx="1186">
                  <c:v>43416</c:v>
                </c:pt>
                <c:pt idx="1187">
                  <c:v>43417</c:v>
                </c:pt>
                <c:pt idx="1188">
                  <c:v>43418</c:v>
                </c:pt>
                <c:pt idx="1189">
                  <c:v>43419</c:v>
                </c:pt>
                <c:pt idx="1190">
                  <c:v>43420</c:v>
                </c:pt>
                <c:pt idx="1191">
                  <c:v>43423</c:v>
                </c:pt>
                <c:pt idx="1192">
                  <c:v>43424</c:v>
                </c:pt>
                <c:pt idx="1193">
                  <c:v>43425</c:v>
                </c:pt>
                <c:pt idx="1194">
                  <c:v>43426</c:v>
                </c:pt>
                <c:pt idx="1195">
                  <c:v>43427</c:v>
                </c:pt>
                <c:pt idx="1196">
                  <c:v>43430</c:v>
                </c:pt>
                <c:pt idx="1197">
                  <c:v>43431</c:v>
                </c:pt>
                <c:pt idx="1198">
                  <c:v>43432</c:v>
                </c:pt>
                <c:pt idx="1199">
                  <c:v>43433</c:v>
                </c:pt>
                <c:pt idx="1200">
                  <c:v>43434</c:v>
                </c:pt>
                <c:pt idx="1201">
                  <c:v>43437</c:v>
                </c:pt>
                <c:pt idx="1202">
                  <c:v>43438</c:v>
                </c:pt>
                <c:pt idx="1203">
                  <c:v>43439</c:v>
                </c:pt>
                <c:pt idx="1204">
                  <c:v>43440</c:v>
                </c:pt>
                <c:pt idx="1205">
                  <c:v>43441</c:v>
                </c:pt>
                <c:pt idx="1206">
                  <c:v>43444</c:v>
                </c:pt>
                <c:pt idx="1207">
                  <c:v>43445</c:v>
                </c:pt>
                <c:pt idx="1208">
                  <c:v>43446</c:v>
                </c:pt>
                <c:pt idx="1209">
                  <c:v>43447</c:v>
                </c:pt>
                <c:pt idx="1210">
                  <c:v>43448</c:v>
                </c:pt>
                <c:pt idx="1211">
                  <c:v>43451</c:v>
                </c:pt>
                <c:pt idx="1212">
                  <c:v>43452</c:v>
                </c:pt>
                <c:pt idx="1213">
                  <c:v>43453</c:v>
                </c:pt>
                <c:pt idx="1214">
                  <c:v>43454</c:v>
                </c:pt>
                <c:pt idx="1215">
                  <c:v>43455</c:v>
                </c:pt>
                <c:pt idx="1216">
                  <c:v>43458</c:v>
                </c:pt>
                <c:pt idx="1217">
                  <c:v>43459</c:v>
                </c:pt>
                <c:pt idx="1218">
                  <c:v>43460</c:v>
                </c:pt>
                <c:pt idx="1219">
                  <c:v>43461</c:v>
                </c:pt>
                <c:pt idx="1220">
                  <c:v>43462</c:v>
                </c:pt>
                <c:pt idx="1221">
                  <c:v>43467</c:v>
                </c:pt>
                <c:pt idx="1222">
                  <c:v>43468</c:v>
                </c:pt>
                <c:pt idx="1223">
                  <c:v>43469</c:v>
                </c:pt>
                <c:pt idx="1224">
                  <c:v>43472</c:v>
                </c:pt>
                <c:pt idx="1225">
                  <c:v>43473</c:v>
                </c:pt>
                <c:pt idx="1226">
                  <c:v>43474</c:v>
                </c:pt>
                <c:pt idx="1227">
                  <c:v>43475</c:v>
                </c:pt>
                <c:pt idx="1228">
                  <c:v>43476</c:v>
                </c:pt>
                <c:pt idx="1229">
                  <c:v>43479</c:v>
                </c:pt>
                <c:pt idx="1230">
                  <c:v>43480</c:v>
                </c:pt>
                <c:pt idx="1231">
                  <c:v>43481</c:v>
                </c:pt>
                <c:pt idx="1232">
                  <c:v>43482</c:v>
                </c:pt>
                <c:pt idx="1233">
                  <c:v>43483</c:v>
                </c:pt>
                <c:pt idx="1234">
                  <c:v>43486</c:v>
                </c:pt>
                <c:pt idx="1235">
                  <c:v>43487</c:v>
                </c:pt>
                <c:pt idx="1236">
                  <c:v>43488</c:v>
                </c:pt>
                <c:pt idx="1237">
                  <c:v>43489</c:v>
                </c:pt>
                <c:pt idx="1238">
                  <c:v>43490</c:v>
                </c:pt>
                <c:pt idx="1239">
                  <c:v>43493</c:v>
                </c:pt>
                <c:pt idx="1240">
                  <c:v>43494</c:v>
                </c:pt>
                <c:pt idx="1241">
                  <c:v>43495</c:v>
                </c:pt>
                <c:pt idx="1242">
                  <c:v>43496</c:v>
                </c:pt>
                <c:pt idx="1243">
                  <c:v>43497</c:v>
                </c:pt>
                <c:pt idx="1244">
                  <c:v>43507</c:v>
                </c:pt>
                <c:pt idx="1245">
                  <c:v>43508</c:v>
                </c:pt>
                <c:pt idx="1246">
                  <c:v>43509</c:v>
                </c:pt>
                <c:pt idx="1247">
                  <c:v>43510</c:v>
                </c:pt>
                <c:pt idx="1248">
                  <c:v>43511</c:v>
                </c:pt>
                <c:pt idx="1249">
                  <c:v>43514</c:v>
                </c:pt>
                <c:pt idx="1250">
                  <c:v>43515</c:v>
                </c:pt>
                <c:pt idx="1251">
                  <c:v>43516</c:v>
                </c:pt>
                <c:pt idx="1252">
                  <c:v>43517</c:v>
                </c:pt>
                <c:pt idx="1253">
                  <c:v>43518</c:v>
                </c:pt>
                <c:pt idx="1254">
                  <c:v>43521</c:v>
                </c:pt>
                <c:pt idx="1255">
                  <c:v>43522</c:v>
                </c:pt>
                <c:pt idx="1256">
                  <c:v>43523</c:v>
                </c:pt>
                <c:pt idx="1257">
                  <c:v>43524</c:v>
                </c:pt>
                <c:pt idx="1258">
                  <c:v>43525</c:v>
                </c:pt>
                <c:pt idx="1259">
                  <c:v>43528</c:v>
                </c:pt>
                <c:pt idx="1260">
                  <c:v>43529</c:v>
                </c:pt>
                <c:pt idx="1261">
                  <c:v>43530</c:v>
                </c:pt>
                <c:pt idx="1262">
                  <c:v>43531</c:v>
                </c:pt>
                <c:pt idx="1263">
                  <c:v>43532</c:v>
                </c:pt>
                <c:pt idx="1264">
                  <c:v>43535</c:v>
                </c:pt>
                <c:pt idx="1265">
                  <c:v>43536</c:v>
                </c:pt>
                <c:pt idx="1266">
                  <c:v>43537</c:v>
                </c:pt>
                <c:pt idx="1267">
                  <c:v>43538</c:v>
                </c:pt>
                <c:pt idx="1268">
                  <c:v>43539</c:v>
                </c:pt>
                <c:pt idx="1269">
                  <c:v>43542</c:v>
                </c:pt>
                <c:pt idx="1270">
                  <c:v>43543</c:v>
                </c:pt>
                <c:pt idx="1271">
                  <c:v>43544</c:v>
                </c:pt>
                <c:pt idx="1272">
                  <c:v>43545</c:v>
                </c:pt>
                <c:pt idx="1273">
                  <c:v>43546</c:v>
                </c:pt>
                <c:pt idx="1274">
                  <c:v>43549</c:v>
                </c:pt>
                <c:pt idx="1275">
                  <c:v>43550</c:v>
                </c:pt>
                <c:pt idx="1276">
                  <c:v>43551</c:v>
                </c:pt>
                <c:pt idx="1277">
                  <c:v>43552</c:v>
                </c:pt>
                <c:pt idx="1278">
                  <c:v>43553</c:v>
                </c:pt>
                <c:pt idx="1279">
                  <c:v>43556</c:v>
                </c:pt>
                <c:pt idx="1280">
                  <c:v>43557</c:v>
                </c:pt>
                <c:pt idx="1281">
                  <c:v>43558</c:v>
                </c:pt>
                <c:pt idx="1282">
                  <c:v>43559</c:v>
                </c:pt>
                <c:pt idx="1283">
                  <c:v>43563</c:v>
                </c:pt>
                <c:pt idx="1284">
                  <c:v>43564</c:v>
                </c:pt>
                <c:pt idx="1285">
                  <c:v>43565</c:v>
                </c:pt>
                <c:pt idx="1286">
                  <c:v>43566</c:v>
                </c:pt>
                <c:pt idx="1287">
                  <c:v>43567</c:v>
                </c:pt>
                <c:pt idx="1288">
                  <c:v>43570</c:v>
                </c:pt>
                <c:pt idx="1289">
                  <c:v>43571</c:v>
                </c:pt>
                <c:pt idx="1290">
                  <c:v>43572</c:v>
                </c:pt>
                <c:pt idx="1291">
                  <c:v>43573</c:v>
                </c:pt>
                <c:pt idx="1292">
                  <c:v>43574</c:v>
                </c:pt>
                <c:pt idx="1293">
                  <c:v>43577</c:v>
                </c:pt>
                <c:pt idx="1294">
                  <c:v>43578</c:v>
                </c:pt>
                <c:pt idx="1295">
                  <c:v>43579</c:v>
                </c:pt>
                <c:pt idx="1296">
                  <c:v>43580</c:v>
                </c:pt>
                <c:pt idx="1297">
                  <c:v>43581</c:v>
                </c:pt>
                <c:pt idx="1298">
                  <c:v>43584</c:v>
                </c:pt>
                <c:pt idx="1299">
                  <c:v>43585</c:v>
                </c:pt>
                <c:pt idx="1300">
                  <c:v>43591</c:v>
                </c:pt>
                <c:pt idx="1301">
                  <c:v>43592</c:v>
                </c:pt>
                <c:pt idx="1302">
                  <c:v>43593</c:v>
                </c:pt>
                <c:pt idx="1303">
                  <c:v>43594</c:v>
                </c:pt>
                <c:pt idx="1304">
                  <c:v>43595</c:v>
                </c:pt>
                <c:pt idx="1305">
                  <c:v>43598</c:v>
                </c:pt>
                <c:pt idx="1306">
                  <c:v>43599</c:v>
                </c:pt>
                <c:pt idx="1307">
                  <c:v>43600</c:v>
                </c:pt>
                <c:pt idx="1308">
                  <c:v>43601</c:v>
                </c:pt>
                <c:pt idx="1309">
                  <c:v>43602</c:v>
                </c:pt>
                <c:pt idx="1310">
                  <c:v>43605</c:v>
                </c:pt>
                <c:pt idx="1311">
                  <c:v>43606</c:v>
                </c:pt>
                <c:pt idx="1312">
                  <c:v>43607</c:v>
                </c:pt>
                <c:pt idx="1313">
                  <c:v>43608</c:v>
                </c:pt>
                <c:pt idx="1314">
                  <c:v>43609</c:v>
                </c:pt>
                <c:pt idx="1315">
                  <c:v>43612</c:v>
                </c:pt>
                <c:pt idx="1316">
                  <c:v>43613</c:v>
                </c:pt>
                <c:pt idx="1317">
                  <c:v>43614</c:v>
                </c:pt>
                <c:pt idx="1318">
                  <c:v>43615</c:v>
                </c:pt>
                <c:pt idx="1319">
                  <c:v>43616</c:v>
                </c:pt>
                <c:pt idx="1320">
                  <c:v>43619</c:v>
                </c:pt>
                <c:pt idx="1321">
                  <c:v>43620</c:v>
                </c:pt>
                <c:pt idx="1322">
                  <c:v>43621</c:v>
                </c:pt>
                <c:pt idx="1323">
                  <c:v>43622</c:v>
                </c:pt>
                <c:pt idx="1324">
                  <c:v>43626</c:v>
                </c:pt>
                <c:pt idx="1325">
                  <c:v>43627</c:v>
                </c:pt>
                <c:pt idx="1326">
                  <c:v>43628</c:v>
                </c:pt>
                <c:pt idx="1327">
                  <c:v>43629</c:v>
                </c:pt>
                <c:pt idx="1328">
                  <c:v>43630</c:v>
                </c:pt>
                <c:pt idx="1329">
                  <c:v>43633</c:v>
                </c:pt>
                <c:pt idx="1330">
                  <c:v>43634</c:v>
                </c:pt>
                <c:pt idx="1331">
                  <c:v>43635</c:v>
                </c:pt>
                <c:pt idx="1332">
                  <c:v>43636</c:v>
                </c:pt>
                <c:pt idx="1333">
                  <c:v>43637</c:v>
                </c:pt>
                <c:pt idx="1334">
                  <c:v>43640</c:v>
                </c:pt>
                <c:pt idx="1335">
                  <c:v>43641</c:v>
                </c:pt>
                <c:pt idx="1336">
                  <c:v>43642</c:v>
                </c:pt>
                <c:pt idx="1337">
                  <c:v>43643</c:v>
                </c:pt>
                <c:pt idx="1338">
                  <c:v>43644</c:v>
                </c:pt>
                <c:pt idx="1339">
                  <c:v>43647</c:v>
                </c:pt>
                <c:pt idx="1340">
                  <c:v>43648</c:v>
                </c:pt>
                <c:pt idx="1341">
                  <c:v>43649</c:v>
                </c:pt>
                <c:pt idx="1342">
                  <c:v>43650</c:v>
                </c:pt>
                <c:pt idx="1343">
                  <c:v>43651</c:v>
                </c:pt>
                <c:pt idx="1344">
                  <c:v>43654</c:v>
                </c:pt>
                <c:pt idx="1345">
                  <c:v>43655</c:v>
                </c:pt>
                <c:pt idx="1346">
                  <c:v>43656</c:v>
                </c:pt>
                <c:pt idx="1347">
                  <c:v>43657</c:v>
                </c:pt>
                <c:pt idx="1348">
                  <c:v>43658</c:v>
                </c:pt>
                <c:pt idx="1349">
                  <c:v>43661</c:v>
                </c:pt>
                <c:pt idx="1350">
                  <c:v>43662</c:v>
                </c:pt>
                <c:pt idx="1351">
                  <c:v>43663</c:v>
                </c:pt>
                <c:pt idx="1352">
                  <c:v>43664</c:v>
                </c:pt>
                <c:pt idx="1353">
                  <c:v>43665</c:v>
                </c:pt>
                <c:pt idx="1354">
                  <c:v>43668</c:v>
                </c:pt>
                <c:pt idx="1355">
                  <c:v>43669</c:v>
                </c:pt>
                <c:pt idx="1356">
                  <c:v>43670</c:v>
                </c:pt>
                <c:pt idx="1357">
                  <c:v>43671</c:v>
                </c:pt>
                <c:pt idx="1358">
                  <c:v>43672</c:v>
                </c:pt>
                <c:pt idx="1359">
                  <c:v>43675</c:v>
                </c:pt>
                <c:pt idx="1360">
                  <c:v>43676</c:v>
                </c:pt>
                <c:pt idx="1361">
                  <c:v>43677</c:v>
                </c:pt>
                <c:pt idx="1362">
                  <c:v>43678</c:v>
                </c:pt>
                <c:pt idx="1363">
                  <c:v>43679</c:v>
                </c:pt>
                <c:pt idx="1364">
                  <c:v>43682</c:v>
                </c:pt>
                <c:pt idx="1365">
                  <c:v>43683</c:v>
                </c:pt>
                <c:pt idx="1366">
                  <c:v>43684</c:v>
                </c:pt>
                <c:pt idx="1367">
                  <c:v>43685</c:v>
                </c:pt>
                <c:pt idx="1368">
                  <c:v>43686</c:v>
                </c:pt>
                <c:pt idx="1369">
                  <c:v>43689</c:v>
                </c:pt>
                <c:pt idx="1370">
                  <c:v>43690</c:v>
                </c:pt>
                <c:pt idx="1371">
                  <c:v>43691</c:v>
                </c:pt>
                <c:pt idx="1372">
                  <c:v>43692</c:v>
                </c:pt>
                <c:pt idx="1373">
                  <c:v>43693</c:v>
                </c:pt>
                <c:pt idx="1374">
                  <c:v>43696</c:v>
                </c:pt>
                <c:pt idx="1375">
                  <c:v>43697</c:v>
                </c:pt>
                <c:pt idx="1376">
                  <c:v>43698</c:v>
                </c:pt>
                <c:pt idx="1377">
                  <c:v>43699</c:v>
                </c:pt>
                <c:pt idx="1378">
                  <c:v>43700</c:v>
                </c:pt>
                <c:pt idx="1379">
                  <c:v>43703</c:v>
                </c:pt>
                <c:pt idx="1380">
                  <c:v>43704</c:v>
                </c:pt>
                <c:pt idx="1381">
                  <c:v>43705</c:v>
                </c:pt>
                <c:pt idx="1382">
                  <c:v>43706</c:v>
                </c:pt>
                <c:pt idx="1383">
                  <c:v>43707</c:v>
                </c:pt>
                <c:pt idx="1384">
                  <c:v>43710</c:v>
                </c:pt>
                <c:pt idx="1385">
                  <c:v>43711</c:v>
                </c:pt>
                <c:pt idx="1386">
                  <c:v>43712</c:v>
                </c:pt>
                <c:pt idx="1387">
                  <c:v>43713</c:v>
                </c:pt>
                <c:pt idx="1388">
                  <c:v>43714</c:v>
                </c:pt>
                <c:pt idx="1389">
                  <c:v>43717</c:v>
                </c:pt>
                <c:pt idx="1390">
                  <c:v>43718</c:v>
                </c:pt>
                <c:pt idx="1391">
                  <c:v>43719</c:v>
                </c:pt>
                <c:pt idx="1392">
                  <c:v>43720</c:v>
                </c:pt>
                <c:pt idx="1393">
                  <c:v>43724</c:v>
                </c:pt>
                <c:pt idx="1394">
                  <c:v>43725</c:v>
                </c:pt>
                <c:pt idx="1395">
                  <c:v>43726</c:v>
                </c:pt>
                <c:pt idx="1396">
                  <c:v>43727</c:v>
                </c:pt>
                <c:pt idx="1397">
                  <c:v>43728</c:v>
                </c:pt>
                <c:pt idx="1398">
                  <c:v>43731</c:v>
                </c:pt>
                <c:pt idx="1399">
                  <c:v>43732</c:v>
                </c:pt>
                <c:pt idx="1400">
                  <c:v>43733</c:v>
                </c:pt>
                <c:pt idx="1401">
                  <c:v>43734</c:v>
                </c:pt>
                <c:pt idx="1402">
                  <c:v>43735</c:v>
                </c:pt>
                <c:pt idx="1403">
                  <c:v>43738</c:v>
                </c:pt>
                <c:pt idx="1404">
                  <c:v>43746</c:v>
                </c:pt>
                <c:pt idx="1405">
                  <c:v>43747</c:v>
                </c:pt>
                <c:pt idx="1406">
                  <c:v>43748</c:v>
                </c:pt>
                <c:pt idx="1407">
                  <c:v>43749</c:v>
                </c:pt>
                <c:pt idx="1408">
                  <c:v>43752</c:v>
                </c:pt>
                <c:pt idx="1409">
                  <c:v>43753</c:v>
                </c:pt>
                <c:pt idx="1410">
                  <c:v>43754</c:v>
                </c:pt>
                <c:pt idx="1411">
                  <c:v>43755</c:v>
                </c:pt>
                <c:pt idx="1412">
                  <c:v>43756</c:v>
                </c:pt>
                <c:pt idx="1413">
                  <c:v>43759</c:v>
                </c:pt>
                <c:pt idx="1414">
                  <c:v>43760</c:v>
                </c:pt>
                <c:pt idx="1415">
                  <c:v>43761</c:v>
                </c:pt>
                <c:pt idx="1416">
                  <c:v>43762</c:v>
                </c:pt>
                <c:pt idx="1417">
                  <c:v>43763</c:v>
                </c:pt>
                <c:pt idx="1418">
                  <c:v>43766</c:v>
                </c:pt>
                <c:pt idx="1419">
                  <c:v>43767</c:v>
                </c:pt>
                <c:pt idx="1420">
                  <c:v>43768</c:v>
                </c:pt>
                <c:pt idx="1421">
                  <c:v>43769</c:v>
                </c:pt>
                <c:pt idx="1422">
                  <c:v>43770</c:v>
                </c:pt>
                <c:pt idx="1423">
                  <c:v>43773</c:v>
                </c:pt>
                <c:pt idx="1424">
                  <c:v>43774</c:v>
                </c:pt>
                <c:pt idx="1425">
                  <c:v>43775</c:v>
                </c:pt>
                <c:pt idx="1426">
                  <c:v>43776</c:v>
                </c:pt>
                <c:pt idx="1427">
                  <c:v>43777</c:v>
                </c:pt>
                <c:pt idx="1428">
                  <c:v>43780</c:v>
                </c:pt>
                <c:pt idx="1429">
                  <c:v>43781</c:v>
                </c:pt>
                <c:pt idx="1430">
                  <c:v>43782</c:v>
                </c:pt>
                <c:pt idx="1431">
                  <c:v>43783</c:v>
                </c:pt>
                <c:pt idx="1432">
                  <c:v>43784</c:v>
                </c:pt>
                <c:pt idx="1433">
                  <c:v>43787</c:v>
                </c:pt>
                <c:pt idx="1434">
                  <c:v>43788</c:v>
                </c:pt>
                <c:pt idx="1435">
                  <c:v>43789</c:v>
                </c:pt>
                <c:pt idx="1436">
                  <c:v>43790</c:v>
                </c:pt>
                <c:pt idx="1437">
                  <c:v>43791</c:v>
                </c:pt>
                <c:pt idx="1438">
                  <c:v>43794</c:v>
                </c:pt>
                <c:pt idx="1439">
                  <c:v>43795</c:v>
                </c:pt>
                <c:pt idx="1440">
                  <c:v>43796</c:v>
                </c:pt>
                <c:pt idx="1441">
                  <c:v>43797</c:v>
                </c:pt>
                <c:pt idx="1442">
                  <c:v>43798</c:v>
                </c:pt>
                <c:pt idx="1443">
                  <c:v>43801</c:v>
                </c:pt>
                <c:pt idx="1444">
                  <c:v>43802</c:v>
                </c:pt>
                <c:pt idx="1445">
                  <c:v>43803</c:v>
                </c:pt>
                <c:pt idx="1446">
                  <c:v>43804</c:v>
                </c:pt>
                <c:pt idx="1447">
                  <c:v>43805</c:v>
                </c:pt>
                <c:pt idx="1448">
                  <c:v>43808</c:v>
                </c:pt>
                <c:pt idx="1449">
                  <c:v>43809</c:v>
                </c:pt>
                <c:pt idx="1450">
                  <c:v>43810</c:v>
                </c:pt>
                <c:pt idx="1451">
                  <c:v>43811</c:v>
                </c:pt>
                <c:pt idx="1452">
                  <c:v>43812</c:v>
                </c:pt>
                <c:pt idx="1453">
                  <c:v>43815</c:v>
                </c:pt>
                <c:pt idx="1454">
                  <c:v>43816</c:v>
                </c:pt>
                <c:pt idx="1455">
                  <c:v>43817</c:v>
                </c:pt>
                <c:pt idx="1456">
                  <c:v>43818</c:v>
                </c:pt>
                <c:pt idx="1457">
                  <c:v>43819</c:v>
                </c:pt>
                <c:pt idx="1458">
                  <c:v>43822</c:v>
                </c:pt>
                <c:pt idx="1459">
                  <c:v>43823</c:v>
                </c:pt>
                <c:pt idx="1460">
                  <c:v>43824</c:v>
                </c:pt>
                <c:pt idx="1461">
                  <c:v>43825</c:v>
                </c:pt>
                <c:pt idx="1462">
                  <c:v>43826</c:v>
                </c:pt>
                <c:pt idx="1463">
                  <c:v>43829</c:v>
                </c:pt>
                <c:pt idx="1464">
                  <c:v>43830</c:v>
                </c:pt>
                <c:pt idx="1465">
                  <c:v>43832</c:v>
                </c:pt>
                <c:pt idx="1466">
                  <c:v>43833</c:v>
                </c:pt>
                <c:pt idx="1467">
                  <c:v>43836</c:v>
                </c:pt>
                <c:pt idx="1468">
                  <c:v>43837</c:v>
                </c:pt>
                <c:pt idx="1469">
                  <c:v>43838</c:v>
                </c:pt>
                <c:pt idx="1470">
                  <c:v>43839</c:v>
                </c:pt>
                <c:pt idx="1471">
                  <c:v>43840</c:v>
                </c:pt>
                <c:pt idx="1472">
                  <c:v>43843</c:v>
                </c:pt>
                <c:pt idx="1473">
                  <c:v>43844</c:v>
                </c:pt>
                <c:pt idx="1474">
                  <c:v>43845</c:v>
                </c:pt>
                <c:pt idx="1475">
                  <c:v>43846</c:v>
                </c:pt>
                <c:pt idx="1476">
                  <c:v>43847</c:v>
                </c:pt>
                <c:pt idx="1477">
                  <c:v>43850</c:v>
                </c:pt>
                <c:pt idx="1478">
                  <c:v>43851</c:v>
                </c:pt>
                <c:pt idx="1479">
                  <c:v>43852</c:v>
                </c:pt>
                <c:pt idx="1480">
                  <c:v>43853</c:v>
                </c:pt>
                <c:pt idx="1481">
                  <c:v>43864</c:v>
                </c:pt>
                <c:pt idx="1482">
                  <c:v>43865</c:v>
                </c:pt>
                <c:pt idx="1483">
                  <c:v>43866</c:v>
                </c:pt>
                <c:pt idx="1484">
                  <c:v>43867</c:v>
                </c:pt>
                <c:pt idx="1485">
                  <c:v>43868</c:v>
                </c:pt>
                <c:pt idx="1486">
                  <c:v>43871</c:v>
                </c:pt>
                <c:pt idx="1487">
                  <c:v>43872</c:v>
                </c:pt>
                <c:pt idx="1488">
                  <c:v>43873</c:v>
                </c:pt>
                <c:pt idx="1489">
                  <c:v>43874</c:v>
                </c:pt>
                <c:pt idx="1490">
                  <c:v>43875</c:v>
                </c:pt>
                <c:pt idx="1491">
                  <c:v>43878</c:v>
                </c:pt>
                <c:pt idx="1492">
                  <c:v>43879</c:v>
                </c:pt>
                <c:pt idx="1493">
                  <c:v>43880</c:v>
                </c:pt>
                <c:pt idx="1494">
                  <c:v>43881</c:v>
                </c:pt>
                <c:pt idx="1495">
                  <c:v>43882</c:v>
                </c:pt>
                <c:pt idx="1496">
                  <c:v>43885</c:v>
                </c:pt>
                <c:pt idx="1497">
                  <c:v>43886</c:v>
                </c:pt>
                <c:pt idx="1498">
                  <c:v>43887</c:v>
                </c:pt>
                <c:pt idx="1499">
                  <c:v>43888</c:v>
                </c:pt>
                <c:pt idx="1500">
                  <c:v>43889</c:v>
                </c:pt>
                <c:pt idx="1501">
                  <c:v>43892</c:v>
                </c:pt>
                <c:pt idx="1502">
                  <c:v>43893</c:v>
                </c:pt>
                <c:pt idx="1503">
                  <c:v>43894</c:v>
                </c:pt>
                <c:pt idx="1504">
                  <c:v>43895</c:v>
                </c:pt>
                <c:pt idx="1505">
                  <c:v>43896</c:v>
                </c:pt>
                <c:pt idx="1506">
                  <c:v>43899</c:v>
                </c:pt>
                <c:pt idx="1507">
                  <c:v>43900</c:v>
                </c:pt>
                <c:pt idx="1508">
                  <c:v>43901</c:v>
                </c:pt>
                <c:pt idx="1509">
                  <c:v>43902</c:v>
                </c:pt>
                <c:pt idx="1510">
                  <c:v>43903</c:v>
                </c:pt>
                <c:pt idx="1511">
                  <c:v>43906</c:v>
                </c:pt>
                <c:pt idx="1512">
                  <c:v>43907</c:v>
                </c:pt>
                <c:pt idx="1513">
                  <c:v>43908</c:v>
                </c:pt>
                <c:pt idx="1514">
                  <c:v>43909</c:v>
                </c:pt>
                <c:pt idx="1515">
                  <c:v>43910</c:v>
                </c:pt>
                <c:pt idx="1516">
                  <c:v>43913</c:v>
                </c:pt>
                <c:pt idx="1517">
                  <c:v>43914</c:v>
                </c:pt>
                <c:pt idx="1518">
                  <c:v>43915</c:v>
                </c:pt>
                <c:pt idx="1519">
                  <c:v>43916</c:v>
                </c:pt>
                <c:pt idx="1520">
                  <c:v>43917</c:v>
                </c:pt>
                <c:pt idx="1521">
                  <c:v>43920</c:v>
                </c:pt>
                <c:pt idx="1522">
                  <c:v>43921</c:v>
                </c:pt>
                <c:pt idx="1523">
                  <c:v>43922</c:v>
                </c:pt>
                <c:pt idx="1524">
                  <c:v>43923</c:v>
                </c:pt>
                <c:pt idx="1525">
                  <c:v>43924</c:v>
                </c:pt>
                <c:pt idx="1526">
                  <c:v>43928</c:v>
                </c:pt>
                <c:pt idx="1527">
                  <c:v>43929</c:v>
                </c:pt>
                <c:pt idx="1528">
                  <c:v>43930</c:v>
                </c:pt>
                <c:pt idx="1529">
                  <c:v>43931</c:v>
                </c:pt>
                <c:pt idx="1530">
                  <c:v>43934</c:v>
                </c:pt>
                <c:pt idx="1531">
                  <c:v>43935</c:v>
                </c:pt>
                <c:pt idx="1532">
                  <c:v>43936</c:v>
                </c:pt>
                <c:pt idx="1533">
                  <c:v>43937</c:v>
                </c:pt>
                <c:pt idx="1534">
                  <c:v>43938</c:v>
                </c:pt>
                <c:pt idx="1535">
                  <c:v>43941</c:v>
                </c:pt>
                <c:pt idx="1536">
                  <c:v>43942</c:v>
                </c:pt>
                <c:pt idx="1537">
                  <c:v>43943</c:v>
                </c:pt>
                <c:pt idx="1538">
                  <c:v>43944</c:v>
                </c:pt>
                <c:pt idx="1539">
                  <c:v>43945</c:v>
                </c:pt>
                <c:pt idx="1540">
                  <c:v>43948</c:v>
                </c:pt>
                <c:pt idx="1541">
                  <c:v>43949</c:v>
                </c:pt>
                <c:pt idx="1542">
                  <c:v>43950</c:v>
                </c:pt>
                <c:pt idx="1543">
                  <c:v>43951</c:v>
                </c:pt>
                <c:pt idx="1544">
                  <c:v>43957</c:v>
                </c:pt>
                <c:pt idx="1545">
                  <c:v>43958</c:v>
                </c:pt>
                <c:pt idx="1546">
                  <c:v>43959</c:v>
                </c:pt>
                <c:pt idx="1547">
                  <c:v>43962</c:v>
                </c:pt>
                <c:pt idx="1548">
                  <c:v>43963</c:v>
                </c:pt>
                <c:pt idx="1549">
                  <c:v>43964</c:v>
                </c:pt>
                <c:pt idx="1550">
                  <c:v>43965</c:v>
                </c:pt>
                <c:pt idx="1551">
                  <c:v>43966</c:v>
                </c:pt>
                <c:pt idx="1552">
                  <c:v>43969</c:v>
                </c:pt>
                <c:pt idx="1553">
                  <c:v>43970</c:v>
                </c:pt>
                <c:pt idx="1554">
                  <c:v>43971</c:v>
                </c:pt>
                <c:pt idx="1555">
                  <c:v>43972</c:v>
                </c:pt>
                <c:pt idx="1556">
                  <c:v>43973</c:v>
                </c:pt>
                <c:pt idx="1557">
                  <c:v>43976</c:v>
                </c:pt>
                <c:pt idx="1558">
                  <c:v>43977</c:v>
                </c:pt>
                <c:pt idx="1559">
                  <c:v>43978</c:v>
                </c:pt>
                <c:pt idx="1560">
                  <c:v>43979</c:v>
                </c:pt>
                <c:pt idx="1561">
                  <c:v>43980</c:v>
                </c:pt>
                <c:pt idx="1562">
                  <c:v>43983</c:v>
                </c:pt>
                <c:pt idx="1563">
                  <c:v>43984</c:v>
                </c:pt>
                <c:pt idx="1564">
                  <c:v>43985</c:v>
                </c:pt>
                <c:pt idx="1565">
                  <c:v>43986</c:v>
                </c:pt>
                <c:pt idx="1566">
                  <c:v>43987</c:v>
                </c:pt>
                <c:pt idx="1567">
                  <c:v>43990</c:v>
                </c:pt>
                <c:pt idx="1568">
                  <c:v>43991</c:v>
                </c:pt>
                <c:pt idx="1569">
                  <c:v>43992</c:v>
                </c:pt>
                <c:pt idx="1570">
                  <c:v>43993</c:v>
                </c:pt>
                <c:pt idx="1571">
                  <c:v>43994</c:v>
                </c:pt>
                <c:pt idx="1572">
                  <c:v>43997</c:v>
                </c:pt>
                <c:pt idx="1573">
                  <c:v>43998</c:v>
                </c:pt>
                <c:pt idx="1574">
                  <c:v>43999</c:v>
                </c:pt>
                <c:pt idx="1575">
                  <c:v>44000</c:v>
                </c:pt>
                <c:pt idx="1576">
                  <c:v>44001</c:v>
                </c:pt>
                <c:pt idx="1577">
                  <c:v>44004</c:v>
                </c:pt>
                <c:pt idx="1578">
                  <c:v>44005</c:v>
                </c:pt>
                <c:pt idx="1579">
                  <c:v>44006</c:v>
                </c:pt>
                <c:pt idx="1580">
                  <c:v>44011</c:v>
                </c:pt>
                <c:pt idx="1581">
                  <c:v>44012</c:v>
                </c:pt>
                <c:pt idx="1582">
                  <c:v>44013</c:v>
                </c:pt>
                <c:pt idx="1583">
                  <c:v>44014</c:v>
                </c:pt>
                <c:pt idx="1584">
                  <c:v>44015</c:v>
                </c:pt>
                <c:pt idx="1585">
                  <c:v>44018</c:v>
                </c:pt>
                <c:pt idx="1586">
                  <c:v>44019</c:v>
                </c:pt>
                <c:pt idx="1587">
                  <c:v>44020</c:v>
                </c:pt>
                <c:pt idx="1588">
                  <c:v>44021</c:v>
                </c:pt>
                <c:pt idx="1589">
                  <c:v>44022</c:v>
                </c:pt>
                <c:pt idx="1590">
                  <c:v>44025</c:v>
                </c:pt>
                <c:pt idx="1591">
                  <c:v>44026</c:v>
                </c:pt>
                <c:pt idx="1592">
                  <c:v>44027</c:v>
                </c:pt>
                <c:pt idx="1593">
                  <c:v>44028</c:v>
                </c:pt>
                <c:pt idx="1594">
                  <c:v>44029</c:v>
                </c:pt>
                <c:pt idx="1595">
                  <c:v>44032</c:v>
                </c:pt>
                <c:pt idx="1596">
                  <c:v>44033</c:v>
                </c:pt>
                <c:pt idx="1597">
                  <c:v>44034</c:v>
                </c:pt>
                <c:pt idx="1598">
                  <c:v>44035</c:v>
                </c:pt>
                <c:pt idx="1599">
                  <c:v>44036</c:v>
                </c:pt>
                <c:pt idx="1600">
                  <c:v>44039</c:v>
                </c:pt>
                <c:pt idx="1601">
                  <c:v>44040</c:v>
                </c:pt>
                <c:pt idx="1602">
                  <c:v>44041</c:v>
                </c:pt>
                <c:pt idx="1603">
                  <c:v>44042</c:v>
                </c:pt>
                <c:pt idx="1604">
                  <c:v>44043</c:v>
                </c:pt>
                <c:pt idx="1605">
                  <c:v>44046</c:v>
                </c:pt>
                <c:pt idx="1606">
                  <c:v>44047</c:v>
                </c:pt>
                <c:pt idx="1607">
                  <c:v>44048</c:v>
                </c:pt>
                <c:pt idx="1608">
                  <c:v>44049</c:v>
                </c:pt>
                <c:pt idx="1609">
                  <c:v>44050</c:v>
                </c:pt>
                <c:pt idx="1610">
                  <c:v>44053</c:v>
                </c:pt>
                <c:pt idx="1611">
                  <c:v>44054</c:v>
                </c:pt>
                <c:pt idx="1612">
                  <c:v>44055</c:v>
                </c:pt>
                <c:pt idx="1613">
                  <c:v>44056</c:v>
                </c:pt>
                <c:pt idx="1614">
                  <c:v>44057</c:v>
                </c:pt>
                <c:pt idx="1615">
                  <c:v>44060</c:v>
                </c:pt>
                <c:pt idx="1616">
                  <c:v>44061</c:v>
                </c:pt>
                <c:pt idx="1617">
                  <c:v>44062</c:v>
                </c:pt>
                <c:pt idx="1618">
                  <c:v>44063</c:v>
                </c:pt>
                <c:pt idx="1619">
                  <c:v>44064</c:v>
                </c:pt>
                <c:pt idx="1620">
                  <c:v>44067</c:v>
                </c:pt>
                <c:pt idx="1621">
                  <c:v>44068</c:v>
                </c:pt>
                <c:pt idx="1622">
                  <c:v>44069</c:v>
                </c:pt>
                <c:pt idx="1623">
                  <c:v>44070</c:v>
                </c:pt>
                <c:pt idx="1624">
                  <c:v>44071</c:v>
                </c:pt>
                <c:pt idx="1625">
                  <c:v>44074</c:v>
                </c:pt>
                <c:pt idx="1626">
                  <c:v>44075</c:v>
                </c:pt>
                <c:pt idx="1627">
                  <c:v>44076</c:v>
                </c:pt>
                <c:pt idx="1628">
                  <c:v>44077</c:v>
                </c:pt>
                <c:pt idx="1629">
                  <c:v>44078</c:v>
                </c:pt>
                <c:pt idx="1630">
                  <c:v>44081</c:v>
                </c:pt>
                <c:pt idx="1631">
                  <c:v>44082</c:v>
                </c:pt>
                <c:pt idx="1632">
                  <c:v>44083</c:v>
                </c:pt>
                <c:pt idx="1633">
                  <c:v>44084</c:v>
                </c:pt>
                <c:pt idx="1634">
                  <c:v>44085</c:v>
                </c:pt>
                <c:pt idx="1635">
                  <c:v>44088</c:v>
                </c:pt>
                <c:pt idx="1636">
                  <c:v>44089</c:v>
                </c:pt>
                <c:pt idx="1637">
                  <c:v>44090</c:v>
                </c:pt>
                <c:pt idx="1638">
                  <c:v>44091</c:v>
                </c:pt>
                <c:pt idx="1639">
                  <c:v>44092</c:v>
                </c:pt>
                <c:pt idx="1640">
                  <c:v>44095</c:v>
                </c:pt>
                <c:pt idx="1641">
                  <c:v>44096</c:v>
                </c:pt>
                <c:pt idx="1642">
                  <c:v>44097</c:v>
                </c:pt>
                <c:pt idx="1643">
                  <c:v>44098</c:v>
                </c:pt>
                <c:pt idx="1644">
                  <c:v>44099</c:v>
                </c:pt>
                <c:pt idx="1645">
                  <c:v>44102</c:v>
                </c:pt>
                <c:pt idx="1646">
                  <c:v>44103</c:v>
                </c:pt>
                <c:pt idx="1647">
                  <c:v>44104</c:v>
                </c:pt>
                <c:pt idx="1648">
                  <c:v>44113</c:v>
                </c:pt>
                <c:pt idx="1649">
                  <c:v>44116</c:v>
                </c:pt>
                <c:pt idx="1650">
                  <c:v>44117</c:v>
                </c:pt>
                <c:pt idx="1651">
                  <c:v>44118</c:v>
                </c:pt>
                <c:pt idx="1652">
                  <c:v>44119</c:v>
                </c:pt>
                <c:pt idx="1653">
                  <c:v>44120</c:v>
                </c:pt>
                <c:pt idx="1654">
                  <c:v>44123</c:v>
                </c:pt>
                <c:pt idx="1655">
                  <c:v>44124</c:v>
                </c:pt>
                <c:pt idx="1656">
                  <c:v>44125</c:v>
                </c:pt>
                <c:pt idx="1657">
                  <c:v>44126</c:v>
                </c:pt>
                <c:pt idx="1658">
                  <c:v>44127</c:v>
                </c:pt>
                <c:pt idx="1659">
                  <c:v>44130</c:v>
                </c:pt>
                <c:pt idx="1660">
                  <c:v>44131</c:v>
                </c:pt>
                <c:pt idx="1661">
                  <c:v>44132</c:v>
                </c:pt>
                <c:pt idx="1662">
                  <c:v>44133</c:v>
                </c:pt>
                <c:pt idx="1663">
                  <c:v>44134</c:v>
                </c:pt>
                <c:pt idx="1664">
                  <c:v>44137</c:v>
                </c:pt>
                <c:pt idx="1665">
                  <c:v>44138</c:v>
                </c:pt>
                <c:pt idx="1666">
                  <c:v>44139</c:v>
                </c:pt>
                <c:pt idx="1667">
                  <c:v>44140</c:v>
                </c:pt>
                <c:pt idx="1668">
                  <c:v>44141</c:v>
                </c:pt>
                <c:pt idx="1669">
                  <c:v>44144</c:v>
                </c:pt>
                <c:pt idx="1670">
                  <c:v>44145</c:v>
                </c:pt>
                <c:pt idx="1671">
                  <c:v>44146</c:v>
                </c:pt>
                <c:pt idx="1672">
                  <c:v>44147</c:v>
                </c:pt>
                <c:pt idx="1673">
                  <c:v>44148</c:v>
                </c:pt>
                <c:pt idx="1674">
                  <c:v>44151</c:v>
                </c:pt>
                <c:pt idx="1675">
                  <c:v>44152</c:v>
                </c:pt>
                <c:pt idx="1676">
                  <c:v>44153</c:v>
                </c:pt>
                <c:pt idx="1677">
                  <c:v>44154</c:v>
                </c:pt>
                <c:pt idx="1678">
                  <c:v>44155</c:v>
                </c:pt>
                <c:pt idx="1679">
                  <c:v>44158</c:v>
                </c:pt>
                <c:pt idx="1680">
                  <c:v>44159</c:v>
                </c:pt>
                <c:pt idx="1681">
                  <c:v>44160</c:v>
                </c:pt>
                <c:pt idx="1682">
                  <c:v>44161</c:v>
                </c:pt>
                <c:pt idx="1683">
                  <c:v>44162</c:v>
                </c:pt>
                <c:pt idx="1684">
                  <c:v>44165</c:v>
                </c:pt>
                <c:pt idx="1685">
                  <c:v>44166</c:v>
                </c:pt>
                <c:pt idx="1686">
                  <c:v>44167</c:v>
                </c:pt>
                <c:pt idx="1687">
                  <c:v>44168</c:v>
                </c:pt>
                <c:pt idx="1688">
                  <c:v>44169</c:v>
                </c:pt>
                <c:pt idx="1689">
                  <c:v>44172</c:v>
                </c:pt>
                <c:pt idx="1690">
                  <c:v>44173</c:v>
                </c:pt>
                <c:pt idx="1691">
                  <c:v>44174</c:v>
                </c:pt>
                <c:pt idx="1692">
                  <c:v>44175</c:v>
                </c:pt>
                <c:pt idx="1693">
                  <c:v>44176</c:v>
                </c:pt>
                <c:pt idx="1694">
                  <c:v>44179</c:v>
                </c:pt>
                <c:pt idx="1695">
                  <c:v>44180</c:v>
                </c:pt>
                <c:pt idx="1696">
                  <c:v>44181</c:v>
                </c:pt>
                <c:pt idx="1697">
                  <c:v>44182</c:v>
                </c:pt>
                <c:pt idx="1698">
                  <c:v>44183</c:v>
                </c:pt>
                <c:pt idx="1699">
                  <c:v>44186</c:v>
                </c:pt>
                <c:pt idx="1700">
                  <c:v>44187</c:v>
                </c:pt>
                <c:pt idx="1701">
                  <c:v>44188</c:v>
                </c:pt>
                <c:pt idx="1702">
                  <c:v>44189</c:v>
                </c:pt>
                <c:pt idx="1703">
                  <c:v>44190</c:v>
                </c:pt>
                <c:pt idx="1704">
                  <c:v>44193</c:v>
                </c:pt>
                <c:pt idx="1705">
                  <c:v>44194</c:v>
                </c:pt>
                <c:pt idx="1706">
                  <c:v>44195</c:v>
                </c:pt>
                <c:pt idx="1707">
                  <c:v>44196</c:v>
                </c:pt>
                <c:pt idx="1708">
                  <c:v>44200</c:v>
                </c:pt>
                <c:pt idx="1709">
                  <c:v>44201</c:v>
                </c:pt>
                <c:pt idx="1710">
                  <c:v>44202</c:v>
                </c:pt>
                <c:pt idx="1711">
                  <c:v>44203</c:v>
                </c:pt>
                <c:pt idx="1712">
                  <c:v>44204</c:v>
                </c:pt>
                <c:pt idx="1713">
                  <c:v>44207</c:v>
                </c:pt>
                <c:pt idx="1714">
                  <c:v>44208</c:v>
                </c:pt>
                <c:pt idx="1715">
                  <c:v>44209</c:v>
                </c:pt>
                <c:pt idx="1716">
                  <c:v>44210</c:v>
                </c:pt>
                <c:pt idx="1717">
                  <c:v>44211</c:v>
                </c:pt>
                <c:pt idx="1718">
                  <c:v>44214</c:v>
                </c:pt>
                <c:pt idx="1719">
                  <c:v>44215</c:v>
                </c:pt>
                <c:pt idx="1720">
                  <c:v>44216</c:v>
                </c:pt>
                <c:pt idx="1721">
                  <c:v>44217</c:v>
                </c:pt>
                <c:pt idx="1722">
                  <c:v>44218</c:v>
                </c:pt>
                <c:pt idx="1723">
                  <c:v>44221</c:v>
                </c:pt>
                <c:pt idx="1724">
                  <c:v>44222</c:v>
                </c:pt>
                <c:pt idx="1725">
                  <c:v>44223</c:v>
                </c:pt>
                <c:pt idx="1726">
                  <c:v>44224</c:v>
                </c:pt>
                <c:pt idx="1727">
                  <c:v>44225</c:v>
                </c:pt>
                <c:pt idx="1728">
                  <c:v>44228</c:v>
                </c:pt>
                <c:pt idx="1729">
                  <c:v>44229</c:v>
                </c:pt>
                <c:pt idx="1730">
                  <c:v>44230</c:v>
                </c:pt>
                <c:pt idx="1731">
                  <c:v>44231</c:v>
                </c:pt>
                <c:pt idx="1732">
                  <c:v>44232</c:v>
                </c:pt>
                <c:pt idx="1733">
                  <c:v>44235</c:v>
                </c:pt>
                <c:pt idx="1734">
                  <c:v>44236</c:v>
                </c:pt>
                <c:pt idx="1735">
                  <c:v>44237</c:v>
                </c:pt>
                <c:pt idx="1736">
                  <c:v>44245</c:v>
                </c:pt>
                <c:pt idx="1737">
                  <c:v>44246</c:v>
                </c:pt>
                <c:pt idx="1738">
                  <c:v>44249</c:v>
                </c:pt>
                <c:pt idx="1739">
                  <c:v>44250</c:v>
                </c:pt>
                <c:pt idx="1740">
                  <c:v>44251</c:v>
                </c:pt>
                <c:pt idx="1741">
                  <c:v>44252</c:v>
                </c:pt>
                <c:pt idx="1742">
                  <c:v>44253</c:v>
                </c:pt>
                <c:pt idx="1743">
                  <c:v>44256</c:v>
                </c:pt>
                <c:pt idx="1744">
                  <c:v>44257</c:v>
                </c:pt>
                <c:pt idx="1745">
                  <c:v>44258</c:v>
                </c:pt>
                <c:pt idx="1746">
                  <c:v>44259</c:v>
                </c:pt>
                <c:pt idx="1747">
                  <c:v>44260</c:v>
                </c:pt>
                <c:pt idx="1748">
                  <c:v>44263</c:v>
                </c:pt>
                <c:pt idx="1749">
                  <c:v>44264</c:v>
                </c:pt>
                <c:pt idx="1750">
                  <c:v>44265</c:v>
                </c:pt>
                <c:pt idx="1751">
                  <c:v>44266</c:v>
                </c:pt>
                <c:pt idx="1752">
                  <c:v>44267</c:v>
                </c:pt>
                <c:pt idx="1753">
                  <c:v>44270</c:v>
                </c:pt>
                <c:pt idx="1754">
                  <c:v>44271</c:v>
                </c:pt>
                <c:pt idx="1755">
                  <c:v>44272</c:v>
                </c:pt>
                <c:pt idx="1756">
                  <c:v>44273</c:v>
                </c:pt>
                <c:pt idx="1757">
                  <c:v>44274</c:v>
                </c:pt>
                <c:pt idx="1758">
                  <c:v>44277</c:v>
                </c:pt>
                <c:pt idx="1759">
                  <c:v>44278</c:v>
                </c:pt>
                <c:pt idx="1760">
                  <c:v>44279</c:v>
                </c:pt>
                <c:pt idx="1761">
                  <c:v>44280</c:v>
                </c:pt>
                <c:pt idx="1762">
                  <c:v>44281</c:v>
                </c:pt>
                <c:pt idx="1763">
                  <c:v>44284</c:v>
                </c:pt>
                <c:pt idx="1764">
                  <c:v>44285</c:v>
                </c:pt>
                <c:pt idx="1765">
                  <c:v>44286</c:v>
                </c:pt>
                <c:pt idx="1766">
                  <c:v>44287</c:v>
                </c:pt>
                <c:pt idx="1767">
                  <c:v>44288</c:v>
                </c:pt>
                <c:pt idx="1768">
                  <c:v>44292</c:v>
                </c:pt>
                <c:pt idx="1769">
                  <c:v>44293</c:v>
                </c:pt>
                <c:pt idx="1770">
                  <c:v>44294</c:v>
                </c:pt>
                <c:pt idx="1771">
                  <c:v>44295</c:v>
                </c:pt>
                <c:pt idx="1772">
                  <c:v>44298</c:v>
                </c:pt>
                <c:pt idx="1773">
                  <c:v>44299</c:v>
                </c:pt>
                <c:pt idx="1774">
                  <c:v>44300</c:v>
                </c:pt>
                <c:pt idx="1775">
                  <c:v>44301</c:v>
                </c:pt>
                <c:pt idx="1776">
                  <c:v>44302</c:v>
                </c:pt>
                <c:pt idx="1777">
                  <c:v>44305</c:v>
                </c:pt>
                <c:pt idx="1778">
                  <c:v>44306</c:v>
                </c:pt>
                <c:pt idx="1779">
                  <c:v>44307</c:v>
                </c:pt>
                <c:pt idx="1780">
                  <c:v>44308</c:v>
                </c:pt>
                <c:pt idx="1781">
                  <c:v>44309</c:v>
                </c:pt>
                <c:pt idx="1782">
                  <c:v>44312</c:v>
                </c:pt>
                <c:pt idx="1783">
                  <c:v>44313</c:v>
                </c:pt>
                <c:pt idx="1784">
                  <c:v>44314</c:v>
                </c:pt>
                <c:pt idx="1785">
                  <c:v>44315</c:v>
                </c:pt>
                <c:pt idx="1786">
                  <c:v>44316</c:v>
                </c:pt>
                <c:pt idx="1787">
                  <c:v>44322</c:v>
                </c:pt>
                <c:pt idx="1788">
                  <c:v>44323</c:v>
                </c:pt>
                <c:pt idx="1789">
                  <c:v>44326</c:v>
                </c:pt>
                <c:pt idx="1790">
                  <c:v>44327</c:v>
                </c:pt>
                <c:pt idx="1791">
                  <c:v>44328</c:v>
                </c:pt>
                <c:pt idx="1792">
                  <c:v>44329</c:v>
                </c:pt>
                <c:pt idx="1793">
                  <c:v>44330</c:v>
                </c:pt>
                <c:pt idx="1794">
                  <c:v>44333</c:v>
                </c:pt>
                <c:pt idx="1795">
                  <c:v>44334</c:v>
                </c:pt>
                <c:pt idx="1796">
                  <c:v>44335</c:v>
                </c:pt>
                <c:pt idx="1797">
                  <c:v>44336</c:v>
                </c:pt>
                <c:pt idx="1798">
                  <c:v>44337</c:v>
                </c:pt>
                <c:pt idx="1799">
                  <c:v>44340</c:v>
                </c:pt>
                <c:pt idx="1800">
                  <c:v>44341</c:v>
                </c:pt>
                <c:pt idx="1801">
                  <c:v>44342</c:v>
                </c:pt>
                <c:pt idx="1802">
                  <c:v>44343</c:v>
                </c:pt>
                <c:pt idx="1803">
                  <c:v>44344</c:v>
                </c:pt>
                <c:pt idx="1804">
                  <c:v>44347</c:v>
                </c:pt>
                <c:pt idx="1805">
                  <c:v>44348</c:v>
                </c:pt>
                <c:pt idx="1806">
                  <c:v>44349</c:v>
                </c:pt>
                <c:pt idx="1807">
                  <c:v>44350</c:v>
                </c:pt>
                <c:pt idx="1808">
                  <c:v>44351</c:v>
                </c:pt>
                <c:pt idx="1809">
                  <c:v>44354</c:v>
                </c:pt>
                <c:pt idx="1810">
                  <c:v>44355</c:v>
                </c:pt>
                <c:pt idx="1811">
                  <c:v>44356</c:v>
                </c:pt>
                <c:pt idx="1812">
                  <c:v>44357</c:v>
                </c:pt>
                <c:pt idx="1813">
                  <c:v>44358</c:v>
                </c:pt>
                <c:pt idx="1814">
                  <c:v>44362</c:v>
                </c:pt>
                <c:pt idx="1815">
                  <c:v>44363</c:v>
                </c:pt>
                <c:pt idx="1816">
                  <c:v>44364</c:v>
                </c:pt>
                <c:pt idx="1817">
                  <c:v>44365</c:v>
                </c:pt>
                <c:pt idx="1818">
                  <c:v>44368</c:v>
                </c:pt>
                <c:pt idx="1819">
                  <c:v>44369</c:v>
                </c:pt>
                <c:pt idx="1820">
                  <c:v>44370</c:v>
                </c:pt>
                <c:pt idx="1821">
                  <c:v>44371</c:v>
                </c:pt>
                <c:pt idx="1822">
                  <c:v>44372</c:v>
                </c:pt>
                <c:pt idx="1823">
                  <c:v>44375</c:v>
                </c:pt>
                <c:pt idx="1824">
                  <c:v>44376</c:v>
                </c:pt>
                <c:pt idx="1825">
                  <c:v>44377</c:v>
                </c:pt>
                <c:pt idx="1826">
                  <c:v>44378</c:v>
                </c:pt>
                <c:pt idx="1827">
                  <c:v>44379</c:v>
                </c:pt>
                <c:pt idx="1828">
                  <c:v>44382</c:v>
                </c:pt>
                <c:pt idx="1829">
                  <c:v>44383</c:v>
                </c:pt>
                <c:pt idx="1830">
                  <c:v>44384</c:v>
                </c:pt>
                <c:pt idx="1831">
                  <c:v>44385</c:v>
                </c:pt>
                <c:pt idx="1832">
                  <c:v>44386</c:v>
                </c:pt>
                <c:pt idx="1833">
                  <c:v>44389</c:v>
                </c:pt>
                <c:pt idx="1834">
                  <c:v>44390</c:v>
                </c:pt>
                <c:pt idx="1835">
                  <c:v>44391</c:v>
                </c:pt>
                <c:pt idx="1836">
                  <c:v>44392</c:v>
                </c:pt>
                <c:pt idx="1837">
                  <c:v>44393</c:v>
                </c:pt>
                <c:pt idx="1838">
                  <c:v>44396</c:v>
                </c:pt>
                <c:pt idx="1839">
                  <c:v>44397</c:v>
                </c:pt>
                <c:pt idx="1840">
                  <c:v>44398</c:v>
                </c:pt>
                <c:pt idx="1841">
                  <c:v>44399</c:v>
                </c:pt>
                <c:pt idx="1842">
                  <c:v>44400</c:v>
                </c:pt>
                <c:pt idx="1843">
                  <c:v>44403</c:v>
                </c:pt>
                <c:pt idx="1844">
                  <c:v>44404</c:v>
                </c:pt>
                <c:pt idx="1845">
                  <c:v>44405</c:v>
                </c:pt>
                <c:pt idx="1846">
                  <c:v>44406</c:v>
                </c:pt>
                <c:pt idx="1847">
                  <c:v>44407</c:v>
                </c:pt>
                <c:pt idx="1848">
                  <c:v>44410</c:v>
                </c:pt>
                <c:pt idx="1849">
                  <c:v>44411</c:v>
                </c:pt>
                <c:pt idx="1850">
                  <c:v>44412</c:v>
                </c:pt>
                <c:pt idx="1851">
                  <c:v>44413</c:v>
                </c:pt>
                <c:pt idx="1852">
                  <c:v>44414</c:v>
                </c:pt>
                <c:pt idx="1853">
                  <c:v>44417</c:v>
                </c:pt>
                <c:pt idx="1854">
                  <c:v>44418</c:v>
                </c:pt>
                <c:pt idx="1855">
                  <c:v>44419</c:v>
                </c:pt>
                <c:pt idx="1856">
                  <c:v>44420</c:v>
                </c:pt>
                <c:pt idx="1857">
                  <c:v>44421</c:v>
                </c:pt>
                <c:pt idx="1858">
                  <c:v>44424</c:v>
                </c:pt>
                <c:pt idx="1859">
                  <c:v>44425</c:v>
                </c:pt>
                <c:pt idx="1860">
                  <c:v>44426</c:v>
                </c:pt>
                <c:pt idx="1861">
                  <c:v>44427</c:v>
                </c:pt>
                <c:pt idx="1862">
                  <c:v>44428</c:v>
                </c:pt>
                <c:pt idx="1863">
                  <c:v>44431</c:v>
                </c:pt>
                <c:pt idx="1864">
                  <c:v>44432</c:v>
                </c:pt>
                <c:pt idx="1865">
                  <c:v>44433</c:v>
                </c:pt>
                <c:pt idx="1866">
                  <c:v>44434</c:v>
                </c:pt>
                <c:pt idx="1867">
                  <c:v>44435</c:v>
                </c:pt>
                <c:pt idx="1868">
                  <c:v>44438</c:v>
                </c:pt>
                <c:pt idx="1869">
                  <c:v>44439</c:v>
                </c:pt>
                <c:pt idx="1870">
                  <c:v>44440</c:v>
                </c:pt>
                <c:pt idx="1871">
                  <c:v>44441</c:v>
                </c:pt>
                <c:pt idx="1872">
                  <c:v>44442</c:v>
                </c:pt>
                <c:pt idx="1873">
                  <c:v>44445</c:v>
                </c:pt>
                <c:pt idx="1874">
                  <c:v>44446</c:v>
                </c:pt>
                <c:pt idx="1875">
                  <c:v>44447</c:v>
                </c:pt>
                <c:pt idx="1876">
                  <c:v>44448</c:v>
                </c:pt>
                <c:pt idx="1877">
                  <c:v>44449</c:v>
                </c:pt>
                <c:pt idx="1878">
                  <c:v>44452</c:v>
                </c:pt>
                <c:pt idx="1879">
                  <c:v>44453</c:v>
                </c:pt>
                <c:pt idx="1880">
                  <c:v>44454</c:v>
                </c:pt>
                <c:pt idx="1881">
                  <c:v>44455</c:v>
                </c:pt>
                <c:pt idx="1882">
                  <c:v>44456</c:v>
                </c:pt>
                <c:pt idx="1883">
                  <c:v>44461</c:v>
                </c:pt>
                <c:pt idx="1884">
                  <c:v>44462</c:v>
                </c:pt>
                <c:pt idx="1885">
                  <c:v>44463</c:v>
                </c:pt>
                <c:pt idx="1886">
                  <c:v>44466</c:v>
                </c:pt>
                <c:pt idx="1887">
                  <c:v>44467</c:v>
                </c:pt>
                <c:pt idx="1888">
                  <c:v>44468</c:v>
                </c:pt>
                <c:pt idx="1889">
                  <c:v>44469</c:v>
                </c:pt>
                <c:pt idx="1890">
                  <c:v>44477</c:v>
                </c:pt>
                <c:pt idx="1891">
                  <c:v>44480</c:v>
                </c:pt>
                <c:pt idx="1892">
                  <c:v>44481</c:v>
                </c:pt>
                <c:pt idx="1893">
                  <c:v>44482</c:v>
                </c:pt>
                <c:pt idx="1894">
                  <c:v>44483</c:v>
                </c:pt>
                <c:pt idx="1895">
                  <c:v>44484</c:v>
                </c:pt>
                <c:pt idx="1896">
                  <c:v>44487</c:v>
                </c:pt>
                <c:pt idx="1897">
                  <c:v>44488</c:v>
                </c:pt>
                <c:pt idx="1898">
                  <c:v>44489</c:v>
                </c:pt>
                <c:pt idx="1899">
                  <c:v>44490</c:v>
                </c:pt>
                <c:pt idx="1900">
                  <c:v>44491</c:v>
                </c:pt>
                <c:pt idx="1901">
                  <c:v>44494</c:v>
                </c:pt>
                <c:pt idx="1902">
                  <c:v>44495</c:v>
                </c:pt>
                <c:pt idx="1903">
                  <c:v>44496</c:v>
                </c:pt>
                <c:pt idx="1904">
                  <c:v>44497</c:v>
                </c:pt>
                <c:pt idx="1905">
                  <c:v>44498</c:v>
                </c:pt>
                <c:pt idx="1906">
                  <c:v>44501</c:v>
                </c:pt>
                <c:pt idx="1907">
                  <c:v>44502</c:v>
                </c:pt>
                <c:pt idx="1908">
                  <c:v>44503</c:v>
                </c:pt>
                <c:pt idx="1909">
                  <c:v>44504</c:v>
                </c:pt>
                <c:pt idx="1910">
                  <c:v>44505</c:v>
                </c:pt>
                <c:pt idx="1911">
                  <c:v>44508</c:v>
                </c:pt>
                <c:pt idx="1912">
                  <c:v>44509</c:v>
                </c:pt>
                <c:pt idx="1913">
                  <c:v>44510</c:v>
                </c:pt>
                <c:pt idx="1914">
                  <c:v>44511</c:v>
                </c:pt>
                <c:pt idx="1915">
                  <c:v>44512</c:v>
                </c:pt>
                <c:pt idx="1916">
                  <c:v>44515</c:v>
                </c:pt>
                <c:pt idx="1917">
                  <c:v>44516</c:v>
                </c:pt>
                <c:pt idx="1918">
                  <c:v>44517</c:v>
                </c:pt>
                <c:pt idx="1919">
                  <c:v>44518</c:v>
                </c:pt>
                <c:pt idx="1920">
                  <c:v>44519</c:v>
                </c:pt>
                <c:pt idx="1921">
                  <c:v>44522</c:v>
                </c:pt>
                <c:pt idx="1922">
                  <c:v>44523</c:v>
                </c:pt>
                <c:pt idx="1923">
                  <c:v>44524</c:v>
                </c:pt>
                <c:pt idx="1924">
                  <c:v>44525</c:v>
                </c:pt>
                <c:pt idx="1925">
                  <c:v>44526</c:v>
                </c:pt>
                <c:pt idx="1926">
                  <c:v>44529</c:v>
                </c:pt>
                <c:pt idx="1927">
                  <c:v>44530</c:v>
                </c:pt>
                <c:pt idx="1928">
                  <c:v>44531</c:v>
                </c:pt>
                <c:pt idx="1929">
                  <c:v>44532</c:v>
                </c:pt>
                <c:pt idx="1930">
                  <c:v>44533</c:v>
                </c:pt>
                <c:pt idx="1931">
                  <c:v>44536</c:v>
                </c:pt>
                <c:pt idx="1932">
                  <c:v>44537</c:v>
                </c:pt>
                <c:pt idx="1933">
                  <c:v>44538</c:v>
                </c:pt>
                <c:pt idx="1934">
                  <c:v>44539</c:v>
                </c:pt>
                <c:pt idx="1935">
                  <c:v>44540</c:v>
                </c:pt>
                <c:pt idx="1936">
                  <c:v>44543</c:v>
                </c:pt>
                <c:pt idx="1937">
                  <c:v>44544</c:v>
                </c:pt>
                <c:pt idx="1938">
                  <c:v>44545</c:v>
                </c:pt>
                <c:pt idx="1939">
                  <c:v>44546</c:v>
                </c:pt>
                <c:pt idx="1940">
                  <c:v>44547</c:v>
                </c:pt>
                <c:pt idx="1941">
                  <c:v>44550</c:v>
                </c:pt>
                <c:pt idx="1942">
                  <c:v>44551</c:v>
                </c:pt>
                <c:pt idx="1943">
                  <c:v>44552</c:v>
                </c:pt>
                <c:pt idx="1944">
                  <c:v>44553</c:v>
                </c:pt>
                <c:pt idx="1945">
                  <c:v>44554</c:v>
                </c:pt>
                <c:pt idx="1946">
                  <c:v>44557</c:v>
                </c:pt>
                <c:pt idx="1947">
                  <c:v>44558</c:v>
                </c:pt>
                <c:pt idx="1948">
                  <c:v>44559</c:v>
                </c:pt>
                <c:pt idx="1949">
                  <c:v>44560</c:v>
                </c:pt>
                <c:pt idx="1950">
                  <c:v>44561</c:v>
                </c:pt>
                <c:pt idx="1951">
                  <c:v>44565</c:v>
                </c:pt>
                <c:pt idx="1952">
                  <c:v>44566</c:v>
                </c:pt>
                <c:pt idx="1953">
                  <c:v>44567</c:v>
                </c:pt>
                <c:pt idx="1954">
                  <c:v>44568</c:v>
                </c:pt>
                <c:pt idx="1955">
                  <c:v>44571</c:v>
                </c:pt>
                <c:pt idx="1956">
                  <c:v>44572</c:v>
                </c:pt>
                <c:pt idx="1957">
                  <c:v>44573</c:v>
                </c:pt>
                <c:pt idx="1958">
                  <c:v>44574</c:v>
                </c:pt>
                <c:pt idx="1959">
                  <c:v>44575</c:v>
                </c:pt>
                <c:pt idx="1960">
                  <c:v>44578</c:v>
                </c:pt>
                <c:pt idx="1961">
                  <c:v>44579</c:v>
                </c:pt>
                <c:pt idx="1962">
                  <c:v>44580</c:v>
                </c:pt>
                <c:pt idx="1963">
                  <c:v>44581</c:v>
                </c:pt>
                <c:pt idx="1964">
                  <c:v>44582</c:v>
                </c:pt>
                <c:pt idx="1965">
                  <c:v>44585</c:v>
                </c:pt>
                <c:pt idx="1966">
                  <c:v>44586</c:v>
                </c:pt>
                <c:pt idx="1967">
                  <c:v>44587</c:v>
                </c:pt>
                <c:pt idx="1968">
                  <c:v>44588</c:v>
                </c:pt>
                <c:pt idx="1969">
                  <c:v>44589</c:v>
                </c:pt>
                <c:pt idx="1970">
                  <c:v>44599</c:v>
                </c:pt>
                <c:pt idx="1971">
                  <c:v>44600</c:v>
                </c:pt>
                <c:pt idx="1972">
                  <c:v>44601</c:v>
                </c:pt>
                <c:pt idx="1973">
                  <c:v>44602</c:v>
                </c:pt>
                <c:pt idx="1974">
                  <c:v>44603</c:v>
                </c:pt>
                <c:pt idx="1975">
                  <c:v>44606</c:v>
                </c:pt>
                <c:pt idx="1976">
                  <c:v>44607</c:v>
                </c:pt>
                <c:pt idx="1977">
                  <c:v>44608</c:v>
                </c:pt>
                <c:pt idx="1978">
                  <c:v>44609</c:v>
                </c:pt>
                <c:pt idx="1979">
                  <c:v>44610</c:v>
                </c:pt>
                <c:pt idx="1980">
                  <c:v>44613</c:v>
                </c:pt>
                <c:pt idx="1981">
                  <c:v>44614</c:v>
                </c:pt>
                <c:pt idx="1982">
                  <c:v>44615</c:v>
                </c:pt>
                <c:pt idx="1983">
                  <c:v>44616</c:v>
                </c:pt>
                <c:pt idx="1984">
                  <c:v>44617</c:v>
                </c:pt>
                <c:pt idx="1985">
                  <c:v>44620</c:v>
                </c:pt>
                <c:pt idx="1986">
                  <c:v>44621</c:v>
                </c:pt>
                <c:pt idx="1987">
                  <c:v>44622</c:v>
                </c:pt>
                <c:pt idx="1988">
                  <c:v>44623</c:v>
                </c:pt>
                <c:pt idx="1989">
                  <c:v>44624</c:v>
                </c:pt>
                <c:pt idx="1990">
                  <c:v>44627</c:v>
                </c:pt>
                <c:pt idx="1991">
                  <c:v>44628</c:v>
                </c:pt>
                <c:pt idx="1992">
                  <c:v>44629</c:v>
                </c:pt>
                <c:pt idx="1993">
                  <c:v>44630</c:v>
                </c:pt>
                <c:pt idx="1994">
                  <c:v>44631</c:v>
                </c:pt>
                <c:pt idx="1995">
                  <c:v>44634</c:v>
                </c:pt>
                <c:pt idx="1996">
                  <c:v>44635</c:v>
                </c:pt>
                <c:pt idx="1997">
                  <c:v>44636</c:v>
                </c:pt>
                <c:pt idx="1998">
                  <c:v>44637</c:v>
                </c:pt>
                <c:pt idx="1999">
                  <c:v>44638</c:v>
                </c:pt>
                <c:pt idx="2000">
                  <c:v>44641</c:v>
                </c:pt>
                <c:pt idx="2001">
                  <c:v>44642</c:v>
                </c:pt>
                <c:pt idx="2002">
                  <c:v>44643</c:v>
                </c:pt>
                <c:pt idx="2003">
                  <c:v>44644</c:v>
                </c:pt>
                <c:pt idx="2004">
                  <c:v>44645</c:v>
                </c:pt>
                <c:pt idx="2005">
                  <c:v>44648</c:v>
                </c:pt>
                <c:pt idx="2006">
                  <c:v>44649</c:v>
                </c:pt>
                <c:pt idx="2007">
                  <c:v>44650</c:v>
                </c:pt>
                <c:pt idx="2008">
                  <c:v>44651</c:v>
                </c:pt>
                <c:pt idx="2009">
                  <c:v>44652</c:v>
                </c:pt>
                <c:pt idx="2010">
                  <c:v>44657</c:v>
                </c:pt>
                <c:pt idx="2011">
                  <c:v>44658</c:v>
                </c:pt>
                <c:pt idx="2012">
                  <c:v>44659</c:v>
                </c:pt>
                <c:pt idx="2013">
                  <c:v>44662</c:v>
                </c:pt>
                <c:pt idx="2014">
                  <c:v>44663</c:v>
                </c:pt>
                <c:pt idx="2015">
                  <c:v>44664</c:v>
                </c:pt>
                <c:pt idx="2016">
                  <c:v>44665</c:v>
                </c:pt>
                <c:pt idx="2017">
                  <c:v>44666</c:v>
                </c:pt>
                <c:pt idx="2018">
                  <c:v>44669</c:v>
                </c:pt>
                <c:pt idx="2019">
                  <c:v>44670</c:v>
                </c:pt>
                <c:pt idx="2020">
                  <c:v>44671</c:v>
                </c:pt>
                <c:pt idx="2021">
                  <c:v>44672</c:v>
                </c:pt>
                <c:pt idx="2022">
                  <c:v>44673</c:v>
                </c:pt>
                <c:pt idx="2023">
                  <c:v>44676</c:v>
                </c:pt>
                <c:pt idx="2024">
                  <c:v>44677</c:v>
                </c:pt>
                <c:pt idx="2025">
                  <c:v>44678</c:v>
                </c:pt>
                <c:pt idx="2026">
                  <c:v>44679</c:v>
                </c:pt>
                <c:pt idx="2027">
                  <c:v>44680</c:v>
                </c:pt>
                <c:pt idx="2028">
                  <c:v>44686</c:v>
                </c:pt>
                <c:pt idx="2029">
                  <c:v>44687</c:v>
                </c:pt>
                <c:pt idx="2030">
                  <c:v>44690</c:v>
                </c:pt>
                <c:pt idx="2031">
                  <c:v>44691</c:v>
                </c:pt>
                <c:pt idx="2032">
                  <c:v>44692</c:v>
                </c:pt>
                <c:pt idx="2033">
                  <c:v>44693</c:v>
                </c:pt>
                <c:pt idx="2034">
                  <c:v>44694</c:v>
                </c:pt>
                <c:pt idx="2035">
                  <c:v>44697</c:v>
                </c:pt>
                <c:pt idx="2036">
                  <c:v>44698</c:v>
                </c:pt>
                <c:pt idx="2037">
                  <c:v>44699</c:v>
                </c:pt>
                <c:pt idx="2038">
                  <c:v>44700</c:v>
                </c:pt>
                <c:pt idx="2039">
                  <c:v>44701</c:v>
                </c:pt>
                <c:pt idx="2040">
                  <c:v>44704</c:v>
                </c:pt>
                <c:pt idx="2041">
                  <c:v>44705</c:v>
                </c:pt>
                <c:pt idx="2042">
                  <c:v>44706</c:v>
                </c:pt>
                <c:pt idx="2043">
                  <c:v>44707</c:v>
                </c:pt>
                <c:pt idx="2044">
                  <c:v>44708</c:v>
                </c:pt>
                <c:pt idx="2045">
                  <c:v>44711</c:v>
                </c:pt>
                <c:pt idx="2046">
                  <c:v>44712</c:v>
                </c:pt>
                <c:pt idx="2047">
                  <c:v>44713</c:v>
                </c:pt>
                <c:pt idx="2048">
                  <c:v>44714</c:v>
                </c:pt>
                <c:pt idx="2049">
                  <c:v>44718</c:v>
                </c:pt>
                <c:pt idx="2050">
                  <c:v>44719</c:v>
                </c:pt>
                <c:pt idx="2051">
                  <c:v>44720</c:v>
                </c:pt>
                <c:pt idx="2052">
                  <c:v>44721</c:v>
                </c:pt>
                <c:pt idx="2053">
                  <c:v>44722</c:v>
                </c:pt>
                <c:pt idx="2054">
                  <c:v>44725</c:v>
                </c:pt>
                <c:pt idx="2055">
                  <c:v>44726</c:v>
                </c:pt>
                <c:pt idx="2056">
                  <c:v>44727</c:v>
                </c:pt>
                <c:pt idx="2057">
                  <c:v>44728</c:v>
                </c:pt>
                <c:pt idx="2058">
                  <c:v>44729</c:v>
                </c:pt>
                <c:pt idx="2059">
                  <c:v>44732</c:v>
                </c:pt>
                <c:pt idx="2060">
                  <c:v>44733</c:v>
                </c:pt>
                <c:pt idx="2061">
                  <c:v>44734</c:v>
                </c:pt>
                <c:pt idx="2062">
                  <c:v>44735</c:v>
                </c:pt>
                <c:pt idx="2063">
                  <c:v>44736</c:v>
                </c:pt>
                <c:pt idx="2064">
                  <c:v>44739</c:v>
                </c:pt>
                <c:pt idx="2065">
                  <c:v>44740</c:v>
                </c:pt>
                <c:pt idx="2066">
                  <c:v>44741</c:v>
                </c:pt>
                <c:pt idx="2067">
                  <c:v>44742</c:v>
                </c:pt>
                <c:pt idx="2068">
                  <c:v>44743</c:v>
                </c:pt>
                <c:pt idx="2069">
                  <c:v>44746</c:v>
                </c:pt>
                <c:pt idx="2070">
                  <c:v>44747</c:v>
                </c:pt>
                <c:pt idx="2071">
                  <c:v>44748</c:v>
                </c:pt>
                <c:pt idx="2072">
                  <c:v>44749</c:v>
                </c:pt>
                <c:pt idx="2073">
                  <c:v>44750</c:v>
                </c:pt>
                <c:pt idx="2074">
                  <c:v>44753</c:v>
                </c:pt>
                <c:pt idx="2075">
                  <c:v>44754</c:v>
                </c:pt>
                <c:pt idx="2076">
                  <c:v>44755</c:v>
                </c:pt>
                <c:pt idx="2077">
                  <c:v>44756</c:v>
                </c:pt>
                <c:pt idx="2078">
                  <c:v>44757</c:v>
                </c:pt>
                <c:pt idx="2079">
                  <c:v>44760</c:v>
                </c:pt>
                <c:pt idx="2080">
                  <c:v>44761</c:v>
                </c:pt>
                <c:pt idx="2081">
                  <c:v>44762</c:v>
                </c:pt>
                <c:pt idx="2082">
                  <c:v>44763</c:v>
                </c:pt>
                <c:pt idx="2083">
                  <c:v>44764</c:v>
                </c:pt>
                <c:pt idx="2084">
                  <c:v>44767</c:v>
                </c:pt>
                <c:pt idx="2085">
                  <c:v>44768</c:v>
                </c:pt>
                <c:pt idx="2086">
                  <c:v>44769</c:v>
                </c:pt>
                <c:pt idx="2087">
                  <c:v>44770</c:v>
                </c:pt>
                <c:pt idx="2088">
                  <c:v>44771</c:v>
                </c:pt>
                <c:pt idx="2089">
                  <c:v>44774</c:v>
                </c:pt>
                <c:pt idx="2090">
                  <c:v>44775</c:v>
                </c:pt>
                <c:pt idx="2091">
                  <c:v>44776</c:v>
                </c:pt>
                <c:pt idx="2092">
                  <c:v>44777</c:v>
                </c:pt>
                <c:pt idx="2093">
                  <c:v>44778</c:v>
                </c:pt>
                <c:pt idx="2094">
                  <c:v>44781</c:v>
                </c:pt>
                <c:pt idx="2095">
                  <c:v>44782</c:v>
                </c:pt>
                <c:pt idx="2096">
                  <c:v>44783</c:v>
                </c:pt>
                <c:pt idx="2097">
                  <c:v>44784</c:v>
                </c:pt>
                <c:pt idx="2098">
                  <c:v>44785</c:v>
                </c:pt>
                <c:pt idx="2099">
                  <c:v>44788</c:v>
                </c:pt>
                <c:pt idx="2100">
                  <c:v>44789</c:v>
                </c:pt>
                <c:pt idx="2101">
                  <c:v>44790</c:v>
                </c:pt>
                <c:pt idx="2102">
                  <c:v>44791</c:v>
                </c:pt>
                <c:pt idx="2103">
                  <c:v>44792</c:v>
                </c:pt>
                <c:pt idx="2104">
                  <c:v>44795</c:v>
                </c:pt>
                <c:pt idx="2105">
                  <c:v>44796</c:v>
                </c:pt>
                <c:pt idx="2106">
                  <c:v>44797</c:v>
                </c:pt>
                <c:pt idx="2107">
                  <c:v>44798</c:v>
                </c:pt>
                <c:pt idx="2108">
                  <c:v>44799</c:v>
                </c:pt>
                <c:pt idx="2109">
                  <c:v>44802</c:v>
                </c:pt>
                <c:pt idx="2110">
                  <c:v>44803</c:v>
                </c:pt>
                <c:pt idx="2111">
                  <c:v>44804</c:v>
                </c:pt>
                <c:pt idx="2112">
                  <c:v>44805</c:v>
                </c:pt>
                <c:pt idx="2113">
                  <c:v>44806</c:v>
                </c:pt>
                <c:pt idx="2114">
                  <c:v>44809</c:v>
                </c:pt>
                <c:pt idx="2115">
                  <c:v>44810</c:v>
                </c:pt>
                <c:pt idx="2116">
                  <c:v>44811</c:v>
                </c:pt>
                <c:pt idx="2117">
                  <c:v>44812</c:v>
                </c:pt>
                <c:pt idx="2118">
                  <c:v>44813</c:v>
                </c:pt>
                <c:pt idx="2119">
                  <c:v>44817</c:v>
                </c:pt>
                <c:pt idx="2120">
                  <c:v>44818</c:v>
                </c:pt>
                <c:pt idx="2121">
                  <c:v>44819</c:v>
                </c:pt>
                <c:pt idx="2122">
                  <c:v>44820</c:v>
                </c:pt>
                <c:pt idx="2123">
                  <c:v>44823</c:v>
                </c:pt>
                <c:pt idx="2124">
                  <c:v>44824</c:v>
                </c:pt>
                <c:pt idx="2125">
                  <c:v>44825</c:v>
                </c:pt>
                <c:pt idx="2126">
                  <c:v>44826</c:v>
                </c:pt>
                <c:pt idx="2127">
                  <c:v>44827</c:v>
                </c:pt>
                <c:pt idx="2128">
                  <c:v>44830</c:v>
                </c:pt>
                <c:pt idx="2129">
                  <c:v>44831</c:v>
                </c:pt>
                <c:pt idx="2130">
                  <c:v>44832</c:v>
                </c:pt>
                <c:pt idx="2131">
                  <c:v>44833</c:v>
                </c:pt>
                <c:pt idx="2132">
                  <c:v>44834</c:v>
                </c:pt>
                <c:pt idx="2133">
                  <c:v>44844</c:v>
                </c:pt>
                <c:pt idx="2134">
                  <c:v>44845</c:v>
                </c:pt>
                <c:pt idx="2135">
                  <c:v>44846</c:v>
                </c:pt>
                <c:pt idx="2136">
                  <c:v>44847</c:v>
                </c:pt>
                <c:pt idx="2137">
                  <c:v>44848</c:v>
                </c:pt>
                <c:pt idx="2138">
                  <c:v>44851</c:v>
                </c:pt>
                <c:pt idx="2139">
                  <c:v>44852</c:v>
                </c:pt>
                <c:pt idx="2140">
                  <c:v>44853</c:v>
                </c:pt>
                <c:pt idx="2141">
                  <c:v>44854</c:v>
                </c:pt>
                <c:pt idx="2142">
                  <c:v>44855</c:v>
                </c:pt>
                <c:pt idx="2143">
                  <c:v>44858</c:v>
                </c:pt>
                <c:pt idx="2144">
                  <c:v>44859</c:v>
                </c:pt>
                <c:pt idx="2145">
                  <c:v>44860</c:v>
                </c:pt>
                <c:pt idx="2146">
                  <c:v>44861</c:v>
                </c:pt>
                <c:pt idx="2147">
                  <c:v>44862</c:v>
                </c:pt>
                <c:pt idx="2148">
                  <c:v>44865</c:v>
                </c:pt>
                <c:pt idx="2149">
                  <c:v>44866</c:v>
                </c:pt>
                <c:pt idx="2150">
                  <c:v>44867</c:v>
                </c:pt>
                <c:pt idx="2151">
                  <c:v>44868</c:v>
                </c:pt>
                <c:pt idx="2152">
                  <c:v>44869</c:v>
                </c:pt>
                <c:pt idx="2153">
                  <c:v>44872</c:v>
                </c:pt>
                <c:pt idx="2154">
                  <c:v>44873</c:v>
                </c:pt>
                <c:pt idx="2155">
                  <c:v>44874</c:v>
                </c:pt>
                <c:pt idx="2156">
                  <c:v>44875</c:v>
                </c:pt>
                <c:pt idx="2157">
                  <c:v>44876</c:v>
                </c:pt>
                <c:pt idx="2158">
                  <c:v>44879</c:v>
                </c:pt>
                <c:pt idx="2159">
                  <c:v>44880</c:v>
                </c:pt>
                <c:pt idx="2160">
                  <c:v>44881</c:v>
                </c:pt>
                <c:pt idx="2161">
                  <c:v>44882</c:v>
                </c:pt>
                <c:pt idx="2162">
                  <c:v>44883</c:v>
                </c:pt>
                <c:pt idx="2163">
                  <c:v>44886</c:v>
                </c:pt>
                <c:pt idx="2164">
                  <c:v>44887</c:v>
                </c:pt>
                <c:pt idx="2165">
                  <c:v>44888</c:v>
                </c:pt>
                <c:pt idx="2166">
                  <c:v>44889</c:v>
                </c:pt>
                <c:pt idx="2167">
                  <c:v>44890</c:v>
                </c:pt>
                <c:pt idx="2168">
                  <c:v>44893</c:v>
                </c:pt>
                <c:pt idx="2169">
                  <c:v>44894</c:v>
                </c:pt>
                <c:pt idx="2170">
                  <c:v>44895</c:v>
                </c:pt>
                <c:pt idx="2171">
                  <c:v>44896</c:v>
                </c:pt>
                <c:pt idx="2172">
                  <c:v>44897</c:v>
                </c:pt>
                <c:pt idx="2173">
                  <c:v>44900</c:v>
                </c:pt>
                <c:pt idx="2174">
                  <c:v>44901</c:v>
                </c:pt>
                <c:pt idx="2175">
                  <c:v>44902</c:v>
                </c:pt>
                <c:pt idx="2176">
                  <c:v>44903</c:v>
                </c:pt>
                <c:pt idx="2177">
                  <c:v>44904</c:v>
                </c:pt>
                <c:pt idx="2178">
                  <c:v>44907</c:v>
                </c:pt>
                <c:pt idx="2179">
                  <c:v>44908</c:v>
                </c:pt>
                <c:pt idx="2180">
                  <c:v>44909</c:v>
                </c:pt>
                <c:pt idx="2181">
                  <c:v>44910</c:v>
                </c:pt>
                <c:pt idx="2182">
                  <c:v>44911</c:v>
                </c:pt>
                <c:pt idx="2183">
                  <c:v>44914</c:v>
                </c:pt>
                <c:pt idx="2184">
                  <c:v>44915</c:v>
                </c:pt>
                <c:pt idx="2185">
                  <c:v>44916</c:v>
                </c:pt>
                <c:pt idx="2186">
                  <c:v>44917</c:v>
                </c:pt>
                <c:pt idx="2187">
                  <c:v>44918</c:v>
                </c:pt>
                <c:pt idx="2188">
                  <c:v>44921</c:v>
                </c:pt>
                <c:pt idx="2189">
                  <c:v>44922</c:v>
                </c:pt>
                <c:pt idx="2190">
                  <c:v>44923</c:v>
                </c:pt>
                <c:pt idx="2191">
                  <c:v>44924</c:v>
                </c:pt>
                <c:pt idx="2192">
                  <c:v>44925</c:v>
                </c:pt>
                <c:pt idx="2193">
                  <c:v>44929</c:v>
                </c:pt>
                <c:pt idx="2194">
                  <c:v>44930</c:v>
                </c:pt>
                <c:pt idx="2195">
                  <c:v>44931</c:v>
                </c:pt>
                <c:pt idx="2196">
                  <c:v>44932</c:v>
                </c:pt>
                <c:pt idx="2197">
                  <c:v>44935</c:v>
                </c:pt>
                <c:pt idx="2198">
                  <c:v>44936</c:v>
                </c:pt>
                <c:pt idx="2199">
                  <c:v>44937</c:v>
                </c:pt>
                <c:pt idx="2200">
                  <c:v>44938</c:v>
                </c:pt>
                <c:pt idx="2201">
                  <c:v>44939</c:v>
                </c:pt>
                <c:pt idx="2202">
                  <c:v>44942</c:v>
                </c:pt>
                <c:pt idx="2203">
                  <c:v>44943</c:v>
                </c:pt>
                <c:pt idx="2204">
                  <c:v>44944</c:v>
                </c:pt>
                <c:pt idx="2205">
                  <c:v>44945</c:v>
                </c:pt>
                <c:pt idx="2206">
                  <c:v>44946</c:v>
                </c:pt>
                <c:pt idx="2207">
                  <c:v>44956</c:v>
                </c:pt>
                <c:pt idx="2208">
                  <c:v>44957</c:v>
                </c:pt>
                <c:pt idx="2209">
                  <c:v>44958</c:v>
                </c:pt>
                <c:pt idx="2210">
                  <c:v>44959</c:v>
                </c:pt>
                <c:pt idx="2211">
                  <c:v>44960</c:v>
                </c:pt>
                <c:pt idx="2212">
                  <c:v>44963</c:v>
                </c:pt>
                <c:pt idx="2213">
                  <c:v>44964</c:v>
                </c:pt>
                <c:pt idx="2214">
                  <c:v>44965</c:v>
                </c:pt>
                <c:pt idx="2215">
                  <c:v>44966</c:v>
                </c:pt>
                <c:pt idx="2216">
                  <c:v>44967</c:v>
                </c:pt>
                <c:pt idx="2217">
                  <c:v>44970</c:v>
                </c:pt>
                <c:pt idx="2218">
                  <c:v>44971</c:v>
                </c:pt>
                <c:pt idx="2219">
                  <c:v>44972</c:v>
                </c:pt>
                <c:pt idx="2220">
                  <c:v>44973</c:v>
                </c:pt>
                <c:pt idx="2221">
                  <c:v>44974</c:v>
                </c:pt>
                <c:pt idx="2222">
                  <c:v>44977</c:v>
                </c:pt>
                <c:pt idx="2223">
                  <c:v>44978</c:v>
                </c:pt>
                <c:pt idx="2224">
                  <c:v>44979</c:v>
                </c:pt>
                <c:pt idx="2225">
                  <c:v>44980</c:v>
                </c:pt>
                <c:pt idx="2226">
                  <c:v>44981</c:v>
                </c:pt>
                <c:pt idx="2227">
                  <c:v>44984</c:v>
                </c:pt>
                <c:pt idx="2228">
                  <c:v>44985</c:v>
                </c:pt>
                <c:pt idx="2229">
                  <c:v>44986</c:v>
                </c:pt>
                <c:pt idx="2230">
                  <c:v>44987</c:v>
                </c:pt>
                <c:pt idx="2231">
                  <c:v>44988</c:v>
                </c:pt>
                <c:pt idx="2232">
                  <c:v>44991</c:v>
                </c:pt>
                <c:pt idx="2233">
                  <c:v>44992</c:v>
                </c:pt>
                <c:pt idx="2234">
                  <c:v>44993</c:v>
                </c:pt>
                <c:pt idx="2235">
                  <c:v>44994</c:v>
                </c:pt>
                <c:pt idx="2236">
                  <c:v>44995</c:v>
                </c:pt>
                <c:pt idx="2237">
                  <c:v>44998</c:v>
                </c:pt>
                <c:pt idx="2238">
                  <c:v>44999</c:v>
                </c:pt>
                <c:pt idx="2239">
                  <c:v>45000</c:v>
                </c:pt>
                <c:pt idx="2240">
                  <c:v>45001</c:v>
                </c:pt>
                <c:pt idx="2241">
                  <c:v>45002</c:v>
                </c:pt>
                <c:pt idx="2242">
                  <c:v>45005</c:v>
                </c:pt>
                <c:pt idx="2243">
                  <c:v>45006</c:v>
                </c:pt>
                <c:pt idx="2244">
                  <c:v>45007</c:v>
                </c:pt>
                <c:pt idx="2245">
                  <c:v>45008</c:v>
                </c:pt>
                <c:pt idx="2246">
                  <c:v>45009</c:v>
                </c:pt>
                <c:pt idx="2247">
                  <c:v>45012</c:v>
                </c:pt>
                <c:pt idx="2248">
                  <c:v>45013</c:v>
                </c:pt>
                <c:pt idx="2249">
                  <c:v>45014</c:v>
                </c:pt>
                <c:pt idx="2250">
                  <c:v>45015</c:v>
                </c:pt>
                <c:pt idx="2251">
                  <c:v>45016</c:v>
                </c:pt>
                <c:pt idx="2252">
                  <c:v>45019</c:v>
                </c:pt>
                <c:pt idx="2253">
                  <c:v>45020</c:v>
                </c:pt>
                <c:pt idx="2254">
                  <c:v>45022</c:v>
                </c:pt>
                <c:pt idx="2255">
                  <c:v>45023</c:v>
                </c:pt>
                <c:pt idx="2256">
                  <c:v>45026</c:v>
                </c:pt>
                <c:pt idx="2257">
                  <c:v>45027</c:v>
                </c:pt>
                <c:pt idx="2258">
                  <c:v>45028</c:v>
                </c:pt>
                <c:pt idx="2259">
                  <c:v>45029</c:v>
                </c:pt>
                <c:pt idx="2260">
                  <c:v>45030</c:v>
                </c:pt>
                <c:pt idx="2261">
                  <c:v>45033</c:v>
                </c:pt>
                <c:pt idx="2262">
                  <c:v>45034</c:v>
                </c:pt>
                <c:pt idx="2263">
                  <c:v>45035</c:v>
                </c:pt>
                <c:pt idx="2264">
                  <c:v>45036</c:v>
                </c:pt>
                <c:pt idx="2265">
                  <c:v>45037</c:v>
                </c:pt>
                <c:pt idx="2266">
                  <c:v>45040</c:v>
                </c:pt>
                <c:pt idx="2267">
                  <c:v>45041</c:v>
                </c:pt>
                <c:pt idx="2268">
                  <c:v>45042</c:v>
                </c:pt>
                <c:pt idx="2269">
                  <c:v>45043</c:v>
                </c:pt>
                <c:pt idx="2270">
                  <c:v>45044</c:v>
                </c:pt>
                <c:pt idx="2271">
                  <c:v>45050</c:v>
                </c:pt>
                <c:pt idx="2272">
                  <c:v>45051</c:v>
                </c:pt>
                <c:pt idx="2273">
                  <c:v>45054</c:v>
                </c:pt>
                <c:pt idx="2274">
                  <c:v>45055</c:v>
                </c:pt>
                <c:pt idx="2275">
                  <c:v>45056</c:v>
                </c:pt>
                <c:pt idx="2276">
                  <c:v>45057</c:v>
                </c:pt>
                <c:pt idx="2277">
                  <c:v>45058</c:v>
                </c:pt>
                <c:pt idx="2278">
                  <c:v>45061</c:v>
                </c:pt>
                <c:pt idx="2279">
                  <c:v>45062</c:v>
                </c:pt>
                <c:pt idx="2280">
                  <c:v>45063</c:v>
                </c:pt>
                <c:pt idx="2281">
                  <c:v>45064</c:v>
                </c:pt>
                <c:pt idx="2282">
                  <c:v>45065</c:v>
                </c:pt>
                <c:pt idx="2283">
                  <c:v>45068</c:v>
                </c:pt>
                <c:pt idx="2284">
                  <c:v>45069</c:v>
                </c:pt>
                <c:pt idx="2285">
                  <c:v>45070</c:v>
                </c:pt>
                <c:pt idx="2286">
                  <c:v>45071</c:v>
                </c:pt>
                <c:pt idx="2287">
                  <c:v>45072</c:v>
                </c:pt>
                <c:pt idx="2288">
                  <c:v>45075</c:v>
                </c:pt>
                <c:pt idx="2289">
                  <c:v>45076</c:v>
                </c:pt>
                <c:pt idx="2290">
                  <c:v>45077</c:v>
                </c:pt>
                <c:pt idx="2291">
                  <c:v>45078</c:v>
                </c:pt>
                <c:pt idx="2292">
                  <c:v>45079</c:v>
                </c:pt>
                <c:pt idx="2293">
                  <c:v>45082</c:v>
                </c:pt>
                <c:pt idx="2294">
                  <c:v>45083</c:v>
                </c:pt>
                <c:pt idx="2295">
                  <c:v>45084</c:v>
                </c:pt>
                <c:pt idx="2296">
                  <c:v>45085</c:v>
                </c:pt>
                <c:pt idx="2297">
                  <c:v>45086</c:v>
                </c:pt>
                <c:pt idx="2298">
                  <c:v>45089</c:v>
                </c:pt>
                <c:pt idx="2299">
                  <c:v>45090</c:v>
                </c:pt>
                <c:pt idx="2300">
                  <c:v>45091</c:v>
                </c:pt>
                <c:pt idx="2301">
                  <c:v>45092</c:v>
                </c:pt>
                <c:pt idx="2302">
                  <c:v>45093</c:v>
                </c:pt>
                <c:pt idx="2303">
                  <c:v>45096</c:v>
                </c:pt>
                <c:pt idx="2304">
                  <c:v>45097</c:v>
                </c:pt>
                <c:pt idx="2305">
                  <c:v>45098</c:v>
                </c:pt>
                <c:pt idx="2306">
                  <c:v>45103</c:v>
                </c:pt>
                <c:pt idx="2307">
                  <c:v>45104</c:v>
                </c:pt>
                <c:pt idx="2308">
                  <c:v>45105</c:v>
                </c:pt>
                <c:pt idx="2309">
                  <c:v>45106</c:v>
                </c:pt>
                <c:pt idx="2310">
                  <c:v>45107</c:v>
                </c:pt>
                <c:pt idx="2311">
                  <c:v>45110</c:v>
                </c:pt>
                <c:pt idx="2312">
                  <c:v>45111</c:v>
                </c:pt>
                <c:pt idx="2313">
                  <c:v>45112</c:v>
                </c:pt>
                <c:pt idx="2314">
                  <c:v>45113</c:v>
                </c:pt>
                <c:pt idx="2315">
                  <c:v>45114</c:v>
                </c:pt>
                <c:pt idx="2316">
                  <c:v>45117</c:v>
                </c:pt>
                <c:pt idx="2317">
                  <c:v>45118</c:v>
                </c:pt>
                <c:pt idx="2318">
                  <c:v>45119</c:v>
                </c:pt>
                <c:pt idx="2319">
                  <c:v>45120</c:v>
                </c:pt>
                <c:pt idx="2320">
                  <c:v>45121</c:v>
                </c:pt>
                <c:pt idx="2321">
                  <c:v>45124</c:v>
                </c:pt>
                <c:pt idx="2322">
                  <c:v>45125</c:v>
                </c:pt>
                <c:pt idx="2323">
                  <c:v>45126</c:v>
                </c:pt>
                <c:pt idx="2324">
                  <c:v>45127</c:v>
                </c:pt>
                <c:pt idx="2325">
                  <c:v>45128</c:v>
                </c:pt>
                <c:pt idx="2326">
                  <c:v>45131</c:v>
                </c:pt>
                <c:pt idx="2327">
                  <c:v>45132</c:v>
                </c:pt>
                <c:pt idx="2328">
                  <c:v>45133</c:v>
                </c:pt>
                <c:pt idx="2329">
                  <c:v>45134</c:v>
                </c:pt>
                <c:pt idx="2330">
                  <c:v>45135</c:v>
                </c:pt>
                <c:pt idx="2331">
                  <c:v>45138</c:v>
                </c:pt>
                <c:pt idx="2332">
                  <c:v>45139</c:v>
                </c:pt>
                <c:pt idx="2333">
                  <c:v>45140</c:v>
                </c:pt>
                <c:pt idx="2334">
                  <c:v>45141</c:v>
                </c:pt>
                <c:pt idx="2335">
                  <c:v>45142</c:v>
                </c:pt>
                <c:pt idx="2336">
                  <c:v>45145</c:v>
                </c:pt>
                <c:pt idx="2337">
                  <c:v>45146</c:v>
                </c:pt>
                <c:pt idx="2338">
                  <c:v>45147</c:v>
                </c:pt>
                <c:pt idx="2339">
                  <c:v>45148</c:v>
                </c:pt>
                <c:pt idx="2340">
                  <c:v>45149</c:v>
                </c:pt>
                <c:pt idx="2341">
                  <c:v>45152</c:v>
                </c:pt>
                <c:pt idx="2342">
                  <c:v>45153</c:v>
                </c:pt>
                <c:pt idx="2343">
                  <c:v>45154</c:v>
                </c:pt>
                <c:pt idx="2344">
                  <c:v>45155</c:v>
                </c:pt>
                <c:pt idx="2345">
                  <c:v>45156</c:v>
                </c:pt>
                <c:pt idx="2346">
                  <c:v>45159</c:v>
                </c:pt>
                <c:pt idx="2347">
                  <c:v>45160</c:v>
                </c:pt>
                <c:pt idx="2348">
                  <c:v>45161</c:v>
                </c:pt>
                <c:pt idx="2349">
                  <c:v>45162</c:v>
                </c:pt>
                <c:pt idx="2350">
                  <c:v>45163</c:v>
                </c:pt>
                <c:pt idx="2351">
                  <c:v>45166</c:v>
                </c:pt>
                <c:pt idx="2352">
                  <c:v>45167</c:v>
                </c:pt>
                <c:pt idx="2353">
                  <c:v>45168</c:v>
                </c:pt>
                <c:pt idx="2354">
                  <c:v>45169</c:v>
                </c:pt>
                <c:pt idx="2355">
                  <c:v>45170</c:v>
                </c:pt>
                <c:pt idx="2356">
                  <c:v>45173</c:v>
                </c:pt>
                <c:pt idx="2357">
                  <c:v>45174</c:v>
                </c:pt>
                <c:pt idx="2358">
                  <c:v>45175</c:v>
                </c:pt>
                <c:pt idx="2359">
                  <c:v>45176</c:v>
                </c:pt>
                <c:pt idx="2360">
                  <c:v>45177</c:v>
                </c:pt>
                <c:pt idx="2361">
                  <c:v>45180</c:v>
                </c:pt>
                <c:pt idx="2362">
                  <c:v>45181</c:v>
                </c:pt>
                <c:pt idx="2363">
                  <c:v>45182</c:v>
                </c:pt>
                <c:pt idx="2364">
                  <c:v>45183</c:v>
                </c:pt>
                <c:pt idx="2365">
                  <c:v>45184</c:v>
                </c:pt>
                <c:pt idx="2366">
                  <c:v>45187</c:v>
                </c:pt>
                <c:pt idx="2367">
                  <c:v>45188</c:v>
                </c:pt>
                <c:pt idx="2368">
                  <c:v>45189</c:v>
                </c:pt>
                <c:pt idx="2369">
                  <c:v>45190</c:v>
                </c:pt>
                <c:pt idx="2370">
                  <c:v>45191</c:v>
                </c:pt>
                <c:pt idx="2371">
                  <c:v>45194</c:v>
                </c:pt>
                <c:pt idx="2372">
                  <c:v>45195</c:v>
                </c:pt>
                <c:pt idx="2373">
                  <c:v>45196</c:v>
                </c:pt>
                <c:pt idx="2374">
                  <c:v>45197</c:v>
                </c:pt>
                <c:pt idx="2375">
                  <c:v>45208</c:v>
                </c:pt>
                <c:pt idx="2376">
                  <c:v>45209</c:v>
                </c:pt>
                <c:pt idx="2377">
                  <c:v>45210</c:v>
                </c:pt>
                <c:pt idx="2378">
                  <c:v>45211</c:v>
                </c:pt>
                <c:pt idx="2379">
                  <c:v>45212</c:v>
                </c:pt>
                <c:pt idx="2380">
                  <c:v>45215</c:v>
                </c:pt>
                <c:pt idx="2381">
                  <c:v>45216</c:v>
                </c:pt>
                <c:pt idx="2382">
                  <c:v>45217</c:v>
                </c:pt>
                <c:pt idx="2383">
                  <c:v>45218</c:v>
                </c:pt>
                <c:pt idx="2384">
                  <c:v>45219</c:v>
                </c:pt>
                <c:pt idx="2385">
                  <c:v>45222</c:v>
                </c:pt>
                <c:pt idx="2386">
                  <c:v>45223</c:v>
                </c:pt>
                <c:pt idx="2387">
                  <c:v>45224</c:v>
                </c:pt>
                <c:pt idx="2388">
                  <c:v>45225</c:v>
                </c:pt>
                <c:pt idx="2389">
                  <c:v>45226</c:v>
                </c:pt>
                <c:pt idx="2390">
                  <c:v>45229</c:v>
                </c:pt>
                <c:pt idx="2391">
                  <c:v>45230</c:v>
                </c:pt>
                <c:pt idx="2392">
                  <c:v>45231</c:v>
                </c:pt>
                <c:pt idx="2393">
                  <c:v>45232</c:v>
                </c:pt>
                <c:pt idx="2394">
                  <c:v>45233</c:v>
                </c:pt>
                <c:pt idx="2395">
                  <c:v>45236</c:v>
                </c:pt>
                <c:pt idx="2396">
                  <c:v>45237</c:v>
                </c:pt>
                <c:pt idx="2397">
                  <c:v>45238</c:v>
                </c:pt>
                <c:pt idx="2398">
                  <c:v>45239</c:v>
                </c:pt>
                <c:pt idx="2399">
                  <c:v>45240</c:v>
                </c:pt>
                <c:pt idx="2400">
                  <c:v>45243</c:v>
                </c:pt>
                <c:pt idx="2401">
                  <c:v>45244</c:v>
                </c:pt>
                <c:pt idx="2402">
                  <c:v>45245</c:v>
                </c:pt>
                <c:pt idx="2403">
                  <c:v>45246</c:v>
                </c:pt>
                <c:pt idx="2404">
                  <c:v>45247</c:v>
                </c:pt>
                <c:pt idx="2405">
                  <c:v>45250</c:v>
                </c:pt>
                <c:pt idx="2406">
                  <c:v>45251</c:v>
                </c:pt>
                <c:pt idx="2407">
                  <c:v>45252</c:v>
                </c:pt>
                <c:pt idx="2408">
                  <c:v>45253</c:v>
                </c:pt>
                <c:pt idx="2409">
                  <c:v>45254</c:v>
                </c:pt>
                <c:pt idx="2410">
                  <c:v>45257</c:v>
                </c:pt>
                <c:pt idx="2411">
                  <c:v>45258</c:v>
                </c:pt>
                <c:pt idx="2412">
                  <c:v>45259</c:v>
                </c:pt>
                <c:pt idx="2413">
                  <c:v>45260</c:v>
                </c:pt>
                <c:pt idx="2414">
                  <c:v>45261</c:v>
                </c:pt>
                <c:pt idx="2415">
                  <c:v>45264</c:v>
                </c:pt>
                <c:pt idx="2416">
                  <c:v>45265</c:v>
                </c:pt>
                <c:pt idx="2417">
                  <c:v>45266</c:v>
                </c:pt>
                <c:pt idx="2418">
                  <c:v>45267</c:v>
                </c:pt>
                <c:pt idx="2419">
                  <c:v>45268</c:v>
                </c:pt>
                <c:pt idx="2420">
                  <c:v>45271</c:v>
                </c:pt>
                <c:pt idx="2421">
                  <c:v>45272</c:v>
                </c:pt>
                <c:pt idx="2422">
                  <c:v>45273</c:v>
                </c:pt>
                <c:pt idx="2423">
                  <c:v>45274</c:v>
                </c:pt>
                <c:pt idx="2424">
                  <c:v>45275</c:v>
                </c:pt>
                <c:pt idx="2425">
                  <c:v>45278</c:v>
                </c:pt>
                <c:pt idx="2426">
                  <c:v>45279</c:v>
                </c:pt>
                <c:pt idx="2427">
                  <c:v>45280</c:v>
                </c:pt>
                <c:pt idx="2428">
                  <c:v>45281</c:v>
                </c:pt>
                <c:pt idx="2429">
                  <c:v>45282</c:v>
                </c:pt>
                <c:pt idx="2430">
                  <c:v>45285</c:v>
                </c:pt>
                <c:pt idx="2431">
                  <c:v>45286</c:v>
                </c:pt>
                <c:pt idx="2432">
                  <c:v>45287</c:v>
                </c:pt>
                <c:pt idx="2433">
                  <c:v>45288</c:v>
                </c:pt>
                <c:pt idx="2434">
                  <c:v>45289</c:v>
                </c:pt>
                <c:pt idx="2435">
                  <c:v>45293</c:v>
                </c:pt>
                <c:pt idx="2436">
                  <c:v>45294</c:v>
                </c:pt>
                <c:pt idx="2437">
                  <c:v>45295</c:v>
                </c:pt>
                <c:pt idx="2438">
                  <c:v>45296</c:v>
                </c:pt>
                <c:pt idx="2439">
                  <c:v>45299</c:v>
                </c:pt>
                <c:pt idx="2440">
                  <c:v>45300</c:v>
                </c:pt>
                <c:pt idx="2441">
                  <c:v>45301</c:v>
                </c:pt>
                <c:pt idx="2442">
                  <c:v>45302</c:v>
                </c:pt>
                <c:pt idx="2443">
                  <c:v>45303</c:v>
                </c:pt>
                <c:pt idx="2444">
                  <c:v>45306</c:v>
                </c:pt>
                <c:pt idx="2445">
                  <c:v>45307</c:v>
                </c:pt>
                <c:pt idx="2446">
                  <c:v>45308</c:v>
                </c:pt>
                <c:pt idx="2447">
                  <c:v>45309</c:v>
                </c:pt>
                <c:pt idx="2448">
                  <c:v>45310</c:v>
                </c:pt>
                <c:pt idx="2449">
                  <c:v>45313</c:v>
                </c:pt>
                <c:pt idx="2450">
                  <c:v>45314</c:v>
                </c:pt>
                <c:pt idx="2451">
                  <c:v>45315</c:v>
                </c:pt>
                <c:pt idx="2452">
                  <c:v>45316</c:v>
                </c:pt>
                <c:pt idx="2453">
                  <c:v>45317</c:v>
                </c:pt>
                <c:pt idx="2454">
                  <c:v>45320</c:v>
                </c:pt>
                <c:pt idx="2455">
                  <c:v>45321</c:v>
                </c:pt>
                <c:pt idx="2456">
                  <c:v>45322</c:v>
                </c:pt>
                <c:pt idx="2457">
                  <c:v>45323</c:v>
                </c:pt>
                <c:pt idx="2458">
                  <c:v>45324</c:v>
                </c:pt>
                <c:pt idx="2459">
                  <c:v>45327</c:v>
                </c:pt>
                <c:pt idx="2460">
                  <c:v>45328</c:v>
                </c:pt>
                <c:pt idx="2461">
                  <c:v>45329</c:v>
                </c:pt>
                <c:pt idx="2462">
                  <c:v>45330</c:v>
                </c:pt>
                <c:pt idx="2463">
                  <c:v>45341</c:v>
                </c:pt>
                <c:pt idx="2464">
                  <c:v>45342</c:v>
                </c:pt>
                <c:pt idx="2465">
                  <c:v>45343</c:v>
                </c:pt>
                <c:pt idx="2466">
                  <c:v>45344</c:v>
                </c:pt>
                <c:pt idx="2467">
                  <c:v>45345</c:v>
                </c:pt>
                <c:pt idx="2468">
                  <c:v>45348</c:v>
                </c:pt>
                <c:pt idx="2469">
                  <c:v>45349</c:v>
                </c:pt>
                <c:pt idx="2470">
                  <c:v>45350</c:v>
                </c:pt>
                <c:pt idx="2471">
                  <c:v>45351</c:v>
                </c:pt>
                <c:pt idx="2472">
                  <c:v>45352</c:v>
                </c:pt>
                <c:pt idx="2473">
                  <c:v>45355</c:v>
                </c:pt>
                <c:pt idx="2474">
                  <c:v>45356</c:v>
                </c:pt>
                <c:pt idx="2475">
                  <c:v>45357</c:v>
                </c:pt>
                <c:pt idx="2476">
                  <c:v>45358</c:v>
                </c:pt>
                <c:pt idx="2477">
                  <c:v>45359</c:v>
                </c:pt>
                <c:pt idx="2478">
                  <c:v>45362</c:v>
                </c:pt>
                <c:pt idx="2479">
                  <c:v>45363</c:v>
                </c:pt>
                <c:pt idx="2480">
                  <c:v>45364</c:v>
                </c:pt>
                <c:pt idx="2481">
                  <c:v>45365</c:v>
                </c:pt>
                <c:pt idx="2482">
                  <c:v>45366</c:v>
                </c:pt>
                <c:pt idx="2483">
                  <c:v>45369</c:v>
                </c:pt>
                <c:pt idx="2484">
                  <c:v>45370</c:v>
                </c:pt>
                <c:pt idx="2485">
                  <c:v>45371</c:v>
                </c:pt>
                <c:pt idx="2486">
                  <c:v>45372</c:v>
                </c:pt>
                <c:pt idx="2487">
                  <c:v>45373</c:v>
                </c:pt>
                <c:pt idx="2488">
                  <c:v>45376</c:v>
                </c:pt>
                <c:pt idx="2489">
                  <c:v>45377</c:v>
                </c:pt>
                <c:pt idx="2490">
                  <c:v>45378</c:v>
                </c:pt>
                <c:pt idx="2491">
                  <c:v>45379</c:v>
                </c:pt>
                <c:pt idx="2492">
                  <c:v>45380</c:v>
                </c:pt>
                <c:pt idx="2493">
                  <c:v>45383</c:v>
                </c:pt>
                <c:pt idx="2494">
                  <c:v>45384</c:v>
                </c:pt>
                <c:pt idx="2495">
                  <c:v>45385</c:v>
                </c:pt>
                <c:pt idx="2496">
                  <c:v>45390</c:v>
                </c:pt>
                <c:pt idx="2497">
                  <c:v>45391</c:v>
                </c:pt>
                <c:pt idx="2498">
                  <c:v>45392</c:v>
                </c:pt>
                <c:pt idx="2499">
                  <c:v>45393</c:v>
                </c:pt>
                <c:pt idx="2500">
                  <c:v>45394</c:v>
                </c:pt>
                <c:pt idx="2501">
                  <c:v>45397</c:v>
                </c:pt>
                <c:pt idx="2502">
                  <c:v>45398</c:v>
                </c:pt>
                <c:pt idx="2503">
                  <c:v>45399</c:v>
                </c:pt>
                <c:pt idx="2504">
                  <c:v>45400</c:v>
                </c:pt>
                <c:pt idx="2505">
                  <c:v>45401</c:v>
                </c:pt>
                <c:pt idx="2506">
                  <c:v>45404</c:v>
                </c:pt>
                <c:pt idx="2507">
                  <c:v>45405</c:v>
                </c:pt>
                <c:pt idx="2508">
                  <c:v>45406</c:v>
                </c:pt>
                <c:pt idx="2509">
                  <c:v>45407</c:v>
                </c:pt>
                <c:pt idx="2510">
                  <c:v>45408</c:v>
                </c:pt>
                <c:pt idx="2511">
                  <c:v>45411</c:v>
                </c:pt>
                <c:pt idx="2512">
                  <c:v>45412</c:v>
                </c:pt>
                <c:pt idx="2513">
                  <c:v>45418</c:v>
                </c:pt>
                <c:pt idx="2514">
                  <c:v>45419</c:v>
                </c:pt>
                <c:pt idx="2515">
                  <c:v>45420</c:v>
                </c:pt>
                <c:pt idx="2516">
                  <c:v>45421</c:v>
                </c:pt>
                <c:pt idx="2517">
                  <c:v>45422</c:v>
                </c:pt>
                <c:pt idx="2518">
                  <c:v>45425</c:v>
                </c:pt>
                <c:pt idx="2519">
                  <c:v>45426</c:v>
                </c:pt>
                <c:pt idx="2520">
                  <c:v>45427</c:v>
                </c:pt>
                <c:pt idx="2521">
                  <c:v>45428</c:v>
                </c:pt>
                <c:pt idx="2522">
                  <c:v>45429</c:v>
                </c:pt>
                <c:pt idx="2523">
                  <c:v>45432</c:v>
                </c:pt>
                <c:pt idx="2524">
                  <c:v>45433</c:v>
                </c:pt>
                <c:pt idx="2525">
                  <c:v>45434</c:v>
                </c:pt>
                <c:pt idx="2526">
                  <c:v>45435</c:v>
                </c:pt>
                <c:pt idx="2527">
                  <c:v>45436</c:v>
                </c:pt>
                <c:pt idx="2528">
                  <c:v>45439</c:v>
                </c:pt>
                <c:pt idx="2529">
                  <c:v>45440</c:v>
                </c:pt>
                <c:pt idx="2530">
                  <c:v>45441</c:v>
                </c:pt>
                <c:pt idx="2531">
                  <c:v>45442</c:v>
                </c:pt>
                <c:pt idx="2532">
                  <c:v>45443</c:v>
                </c:pt>
                <c:pt idx="2533">
                  <c:v>45446</c:v>
                </c:pt>
                <c:pt idx="2534">
                  <c:v>45447</c:v>
                </c:pt>
                <c:pt idx="2535">
                  <c:v>45448</c:v>
                </c:pt>
                <c:pt idx="2536">
                  <c:v>45449</c:v>
                </c:pt>
                <c:pt idx="2537">
                  <c:v>45450</c:v>
                </c:pt>
                <c:pt idx="2538">
                  <c:v>45454</c:v>
                </c:pt>
                <c:pt idx="2539">
                  <c:v>45455</c:v>
                </c:pt>
                <c:pt idx="2540">
                  <c:v>45456</c:v>
                </c:pt>
                <c:pt idx="2541">
                  <c:v>45457</c:v>
                </c:pt>
                <c:pt idx="2542">
                  <c:v>45460</c:v>
                </c:pt>
                <c:pt idx="2543">
                  <c:v>45461</c:v>
                </c:pt>
                <c:pt idx="2544">
                  <c:v>45462</c:v>
                </c:pt>
                <c:pt idx="2545">
                  <c:v>45463</c:v>
                </c:pt>
                <c:pt idx="2546">
                  <c:v>45464</c:v>
                </c:pt>
                <c:pt idx="2547">
                  <c:v>45467</c:v>
                </c:pt>
                <c:pt idx="2548">
                  <c:v>45468</c:v>
                </c:pt>
                <c:pt idx="2549">
                  <c:v>45469</c:v>
                </c:pt>
                <c:pt idx="2550">
                  <c:v>45470</c:v>
                </c:pt>
                <c:pt idx="2551">
                  <c:v>45471</c:v>
                </c:pt>
                <c:pt idx="2552">
                  <c:v>45474</c:v>
                </c:pt>
                <c:pt idx="2553">
                  <c:v>45475</c:v>
                </c:pt>
                <c:pt idx="2554">
                  <c:v>45476</c:v>
                </c:pt>
                <c:pt idx="2555">
                  <c:v>45477</c:v>
                </c:pt>
                <c:pt idx="2556">
                  <c:v>45478</c:v>
                </c:pt>
                <c:pt idx="2557">
                  <c:v>45481</c:v>
                </c:pt>
                <c:pt idx="2558">
                  <c:v>45482</c:v>
                </c:pt>
                <c:pt idx="2559">
                  <c:v>45483</c:v>
                </c:pt>
                <c:pt idx="2560">
                  <c:v>45484</c:v>
                </c:pt>
                <c:pt idx="2561">
                  <c:v>45485</c:v>
                </c:pt>
                <c:pt idx="2562">
                  <c:v>45488</c:v>
                </c:pt>
                <c:pt idx="2563">
                  <c:v>45489</c:v>
                </c:pt>
                <c:pt idx="2564">
                  <c:v>45490</c:v>
                </c:pt>
                <c:pt idx="2565">
                  <c:v>45491</c:v>
                </c:pt>
                <c:pt idx="2566">
                  <c:v>45492</c:v>
                </c:pt>
                <c:pt idx="2567">
                  <c:v>45495</c:v>
                </c:pt>
                <c:pt idx="2568">
                  <c:v>45496</c:v>
                </c:pt>
                <c:pt idx="2569">
                  <c:v>45497</c:v>
                </c:pt>
                <c:pt idx="2570">
                  <c:v>45498</c:v>
                </c:pt>
                <c:pt idx="2571">
                  <c:v>45499</c:v>
                </c:pt>
                <c:pt idx="2572">
                  <c:v>45502</c:v>
                </c:pt>
                <c:pt idx="2573">
                  <c:v>45503</c:v>
                </c:pt>
                <c:pt idx="2574">
                  <c:v>45504</c:v>
                </c:pt>
                <c:pt idx="2575">
                  <c:v>45505</c:v>
                </c:pt>
                <c:pt idx="2576">
                  <c:v>45506</c:v>
                </c:pt>
                <c:pt idx="2577">
                  <c:v>45509</c:v>
                </c:pt>
                <c:pt idx="2578">
                  <c:v>45510</c:v>
                </c:pt>
                <c:pt idx="2579">
                  <c:v>45511</c:v>
                </c:pt>
                <c:pt idx="2580">
                  <c:v>45512</c:v>
                </c:pt>
                <c:pt idx="2581">
                  <c:v>45513</c:v>
                </c:pt>
                <c:pt idx="2582">
                  <c:v>45516</c:v>
                </c:pt>
                <c:pt idx="2583">
                  <c:v>45517</c:v>
                </c:pt>
                <c:pt idx="2584">
                  <c:v>45518</c:v>
                </c:pt>
                <c:pt idx="2585">
                  <c:v>45519</c:v>
                </c:pt>
                <c:pt idx="2586">
                  <c:v>45520</c:v>
                </c:pt>
                <c:pt idx="2587">
                  <c:v>45523</c:v>
                </c:pt>
                <c:pt idx="2588">
                  <c:v>45524</c:v>
                </c:pt>
                <c:pt idx="2589">
                  <c:v>45525</c:v>
                </c:pt>
                <c:pt idx="2590">
                  <c:v>45526</c:v>
                </c:pt>
                <c:pt idx="2591">
                  <c:v>45527</c:v>
                </c:pt>
                <c:pt idx="2592">
                  <c:v>45530</c:v>
                </c:pt>
                <c:pt idx="2593">
                  <c:v>45531</c:v>
                </c:pt>
                <c:pt idx="2594">
                  <c:v>45532</c:v>
                </c:pt>
                <c:pt idx="2595">
                  <c:v>45533</c:v>
                </c:pt>
                <c:pt idx="2596">
                  <c:v>45534</c:v>
                </c:pt>
                <c:pt idx="2597">
                  <c:v>45537</c:v>
                </c:pt>
                <c:pt idx="2598">
                  <c:v>45538</c:v>
                </c:pt>
                <c:pt idx="2599">
                  <c:v>45539</c:v>
                </c:pt>
                <c:pt idx="2600">
                  <c:v>45540</c:v>
                </c:pt>
                <c:pt idx="2601">
                  <c:v>45541</c:v>
                </c:pt>
                <c:pt idx="2602">
                  <c:v>45544</c:v>
                </c:pt>
                <c:pt idx="2603">
                  <c:v>45545</c:v>
                </c:pt>
                <c:pt idx="2604">
                  <c:v>45546</c:v>
                </c:pt>
                <c:pt idx="2605">
                  <c:v>45547</c:v>
                </c:pt>
                <c:pt idx="2606">
                  <c:v>45548</c:v>
                </c:pt>
                <c:pt idx="2607">
                  <c:v>45553</c:v>
                </c:pt>
                <c:pt idx="2608">
                  <c:v>45554</c:v>
                </c:pt>
                <c:pt idx="2609">
                  <c:v>45555</c:v>
                </c:pt>
                <c:pt idx="2610">
                  <c:v>45558</c:v>
                </c:pt>
                <c:pt idx="2611">
                  <c:v>45559</c:v>
                </c:pt>
                <c:pt idx="2612">
                  <c:v>45560</c:v>
                </c:pt>
                <c:pt idx="2613">
                  <c:v>45561</c:v>
                </c:pt>
                <c:pt idx="2614">
                  <c:v>45562</c:v>
                </c:pt>
                <c:pt idx="2615">
                  <c:v>45565</c:v>
                </c:pt>
                <c:pt idx="2616">
                  <c:v>45573</c:v>
                </c:pt>
                <c:pt idx="2617">
                  <c:v>45574</c:v>
                </c:pt>
                <c:pt idx="2618">
                  <c:v>45575</c:v>
                </c:pt>
                <c:pt idx="2619">
                  <c:v>45576</c:v>
                </c:pt>
                <c:pt idx="2620">
                  <c:v>45579</c:v>
                </c:pt>
                <c:pt idx="2621">
                  <c:v>45580</c:v>
                </c:pt>
                <c:pt idx="2622">
                  <c:v>45581</c:v>
                </c:pt>
                <c:pt idx="2623">
                  <c:v>45582</c:v>
                </c:pt>
                <c:pt idx="2624">
                  <c:v>45583</c:v>
                </c:pt>
                <c:pt idx="2625">
                  <c:v>45586</c:v>
                </c:pt>
                <c:pt idx="2626">
                  <c:v>45587</c:v>
                </c:pt>
                <c:pt idx="2627">
                  <c:v>45588</c:v>
                </c:pt>
                <c:pt idx="2628">
                  <c:v>45589</c:v>
                </c:pt>
                <c:pt idx="2629">
                  <c:v>45590</c:v>
                </c:pt>
                <c:pt idx="2630">
                  <c:v>45593</c:v>
                </c:pt>
                <c:pt idx="2631">
                  <c:v>45594</c:v>
                </c:pt>
                <c:pt idx="2632">
                  <c:v>45595</c:v>
                </c:pt>
                <c:pt idx="2633">
                  <c:v>45596</c:v>
                </c:pt>
                <c:pt idx="2634">
                  <c:v>45597</c:v>
                </c:pt>
                <c:pt idx="2635">
                  <c:v>45600</c:v>
                </c:pt>
                <c:pt idx="2636">
                  <c:v>45601</c:v>
                </c:pt>
                <c:pt idx="2637">
                  <c:v>45602</c:v>
                </c:pt>
                <c:pt idx="2638">
                  <c:v>45603</c:v>
                </c:pt>
                <c:pt idx="2639">
                  <c:v>45604</c:v>
                </c:pt>
                <c:pt idx="2640">
                  <c:v>45607</c:v>
                </c:pt>
                <c:pt idx="2641">
                  <c:v>45608</c:v>
                </c:pt>
                <c:pt idx="2642">
                  <c:v>45609</c:v>
                </c:pt>
                <c:pt idx="2643">
                  <c:v>45610</c:v>
                </c:pt>
                <c:pt idx="2644">
                  <c:v>45611</c:v>
                </c:pt>
                <c:pt idx="2645">
                  <c:v>45614</c:v>
                </c:pt>
                <c:pt idx="2646">
                  <c:v>45615</c:v>
                </c:pt>
                <c:pt idx="2647">
                  <c:v>45616</c:v>
                </c:pt>
                <c:pt idx="2648">
                  <c:v>45617</c:v>
                </c:pt>
                <c:pt idx="2649">
                  <c:v>45618</c:v>
                </c:pt>
                <c:pt idx="2650">
                  <c:v>45621</c:v>
                </c:pt>
                <c:pt idx="2651">
                  <c:v>45622</c:v>
                </c:pt>
                <c:pt idx="2652">
                  <c:v>45623</c:v>
                </c:pt>
                <c:pt idx="2653">
                  <c:v>45624</c:v>
                </c:pt>
                <c:pt idx="2654">
                  <c:v>45625</c:v>
                </c:pt>
                <c:pt idx="2655">
                  <c:v>45628</c:v>
                </c:pt>
                <c:pt idx="2656">
                  <c:v>45629</c:v>
                </c:pt>
                <c:pt idx="2657">
                  <c:v>45630</c:v>
                </c:pt>
                <c:pt idx="2658">
                  <c:v>45631</c:v>
                </c:pt>
                <c:pt idx="2659">
                  <c:v>45632</c:v>
                </c:pt>
                <c:pt idx="2660">
                  <c:v>45635</c:v>
                </c:pt>
                <c:pt idx="2661">
                  <c:v>45636</c:v>
                </c:pt>
                <c:pt idx="2662">
                  <c:v>45637</c:v>
                </c:pt>
                <c:pt idx="2663">
                  <c:v>45638</c:v>
                </c:pt>
                <c:pt idx="2664">
                  <c:v>45639</c:v>
                </c:pt>
                <c:pt idx="2665">
                  <c:v>45642</c:v>
                </c:pt>
                <c:pt idx="2666">
                  <c:v>45643</c:v>
                </c:pt>
                <c:pt idx="2667">
                  <c:v>45644</c:v>
                </c:pt>
                <c:pt idx="2668">
                  <c:v>45645</c:v>
                </c:pt>
                <c:pt idx="2669">
                  <c:v>45646</c:v>
                </c:pt>
                <c:pt idx="2670">
                  <c:v>45649</c:v>
                </c:pt>
                <c:pt idx="2671">
                  <c:v>45650</c:v>
                </c:pt>
                <c:pt idx="2672">
                  <c:v>45651</c:v>
                </c:pt>
                <c:pt idx="2673">
                  <c:v>45652</c:v>
                </c:pt>
                <c:pt idx="2674">
                  <c:v>45653</c:v>
                </c:pt>
                <c:pt idx="2675">
                  <c:v>45656</c:v>
                </c:pt>
                <c:pt idx="2676">
                  <c:v>45657</c:v>
                </c:pt>
                <c:pt idx="2677">
                  <c:v>45659</c:v>
                </c:pt>
                <c:pt idx="2678">
                  <c:v>45660</c:v>
                </c:pt>
                <c:pt idx="2679">
                  <c:v>45663</c:v>
                </c:pt>
                <c:pt idx="2680">
                  <c:v>45664</c:v>
                </c:pt>
                <c:pt idx="2681">
                  <c:v>45665</c:v>
                </c:pt>
                <c:pt idx="2682">
                  <c:v>45666</c:v>
                </c:pt>
                <c:pt idx="2683">
                  <c:v>45667</c:v>
                </c:pt>
                <c:pt idx="2684">
                  <c:v>45670</c:v>
                </c:pt>
                <c:pt idx="2685">
                  <c:v>45671</c:v>
                </c:pt>
                <c:pt idx="2686">
                  <c:v>45672</c:v>
                </c:pt>
                <c:pt idx="2687">
                  <c:v>45673</c:v>
                </c:pt>
                <c:pt idx="2688">
                  <c:v>45674</c:v>
                </c:pt>
                <c:pt idx="2689">
                  <c:v>45677</c:v>
                </c:pt>
                <c:pt idx="2690">
                  <c:v>45678</c:v>
                </c:pt>
                <c:pt idx="2691">
                  <c:v>45679</c:v>
                </c:pt>
                <c:pt idx="2692">
                  <c:v>45680</c:v>
                </c:pt>
                <c:pt idx="2693">
                  <c:v>45681</c:v>
                </c:pt>
                <c:pt idx="2694">
                  <c:v>45684</c:v>
                </c:pt>
                <c:pt idx="2695">
                  <c:v>45693</c:v>
                </c:pt>
                <c:pt idx="2696">
                  <c:v>45694</c:v>
                </c:pt>
                <c:pt idx="2697">
                  <c:v>45695</c:v>
                </c:pt>
                <c:pt idx="2698">
                  <c:v>45698</c:v>
                </c:pt>
                <c:pt idx="2699">
                  <c:v>45699</c:v>
                </c:pt>
                <c:pt idx="2700">
                  <c:v>45700</c:v>
                </c:pt>
                <c:pt idx="2701">
                  <c:v>45701</c:v>
                </c:pt>
                <c:pt idx="2702">
                  <c:v>45702</c:v>
                </c:pt>
                <c:pt idx="2703">
                  <c:v>45705</c:v>
                </c:pt>
                <c:pt idx="2704">
                  <c:v>45706</c:v>
                </c:pt>
                <c:pt idx="2705">
                  <c:v>45707</c:v>
                </c:pt>
                <c:pt idx="2706">
                  <c:v>45708</c:v>
                </c:pt>
                <c:pt idx="2707">
                  <c:v>45709</c:v>
                </c:pt>
                <c:pt idx="2708">
                  <c:v>45712</c:v>
                </c:pt>
                <c:pt idx="2709">
                  <c:v>45713</c:v>
                </c:pt>
                <c:pt idx="2710">
                  <c:v>45714</c:v>
                </c:pt>
                <c:pt idx="2711">
                  <c:v>45715</c:v>
                </c:pt>
                <c:pt idx="2712">
                  <c:v>45716</c:v>
                </c:pt>
                <c:pt idx="2713">
                  <c:v>45719</c:v>
                </c:pt>
                <c:pt idx="2714">
                  <c:v>45720</c:v>
                </c:pt>
                <c:pt idx="2715">
                  <c:v>45721</c:v>
                </c:pt>
                <c:pt idx="2716">
                  <c:v>45722</c:v>
                </c:pt>
                <c:pt idx="2717">
                  <c:v>45723</c:v>
                </c:pt>
                <c:pt idx="2718">
                  <c:v>45726</c:v>
                </c:pt>
                <c:pt idx="2719">
                  <c:v>45727</c:v>
                </c:pt>
                <c:pt idx="2720">
                  <c:v>45728</c:v>
                </c:pt>
                <c:pt idx="2721">
                  <c:v>45729</c:v>
                </c:pt>
                <c:pt idx="2722">
                  <c:v>45730</c:v>
                </c:pt>
                <c:pt idx="2723">
                  <c:v>45733</c:v>
                </c:pt>
                <c:pt idx="2724">
                  <c:v>45734</c:v>
                </c:pt>
                <c:pt idx="2725">
                  <c:v>45735</c:v>
                </c:pt>
                <c:pt idx="2726">
                  <c:v>45736</c:v>
                </c:pt>
                <c:pt idx="2727">
                  <c:v>45737</c:v>
                </c:pt>
                <c:pt idx="2728">
                  <c:v>45740</c:v>
                </c:pt>
                <c:pt idx="2729">
                  <c:v>45741</c:v>
                </c:pt>
                <c:pt idx="2730">
                  <c:v>45742</c:v>
                </c:pt>
                <c:pt idx="2731">
                  <c:v>45743</c:v>
                </c:pt>
                <c:pt idx="2732">
                  <c:v>45744</c:v>
                </c:pt>
                <c:pt idx="2733">
                  <c:v>45747</c:v>
                </c:pt>
                <c:pt idx="2734">
                  <c:v>45748</c:v>
                </c:pt>
                <c:pt idx="2735">
                  <c:v>45749</c:v>
                </c:pt>
                <c:pt idx="2736">
                  <c:v>45750</c:v>
                </c:pt>
                <c:pt idx="2737">
                  <c:v>45754</c:v>
                </c:pt>
                <c:pt idx="2738">
                  <c:v>45755</c:v>
                </c:pt>
                <c:pt idx="2739">
                  <c:v>45756</c:v>
                </c:pt>
                <c:pt idx="2740">
                  <c:v>45757</c:v>
                </c:pt>
                <c:pt idx="2741">
                  <c:v>45758</c:v>
                </c:pt>
                <c:pt idx="2742">
                  <c:v>45761</c:v>
                </c:pt>
                <c:pt idx="2743">
                  <c:v>45762</c:v>
                </c:pt>
                <c:pt idx="2744">
                  <c:v>45763</c:v>
                </c:pt>
                <c:pt idx="2745">
                  <c:v>45764</c:v>
                </c:pt>
                <c:pt idx="2746">
                  <c:v>45765</c:v>
                </c:pt>
                <c:pt idx="2747">
                  <c:v>45768</c:v>
                </c:pt>
                <c:pt idx="2748">
                  <c:v>45769</c:v>
                </c:pt>
                <c:pt idx="2749">
                  <c:v>45770</c:v>
                </c:pt>
                <c:pt idx="2750">
                  <c:v>45771</c:v>
                </c:pt>
                <c:pt idx="2751">
                  <c:v>45772</c:v>
                </c:pt>
                <c:pt idx="2752">
                  <c:v>45775</c:v>
                </c:pt>
                <c:pt idx="2753">
                  <c:v>45776</c:v>
                </c:pt>
                <c:pt idx="2754">
                  <c:v>45777</c:v>
                </c:pt>
                <c:pt idx="2755">
                  <c:v>45783</c:v>
                </c:pt>
                <c:pt idx="2756">
                  <c:v>45784</c:v>
                </c:pt>
                <c:pt idx="2757">
                  <c:v>45785</c:v>
                </c:pt>
                <c:pt idx="2758">
                  <c:v>45786</c:v>
                </c:pt>
                <c:pt idx="2759">
                  <c:v>45789</c:v>
                </c:pt>
                <c:pt idx="2760">
                  <c:v>45790</c:v>
                </c:pt>
                <c:pt idx="2761">
                  <c:v>45791</c:v>
                </c:pt>
                <c:pt idx="2762">
                  <c:v>45792</c:v>
                </c:pt>
                <c:pt idx="2763">
                  <c:v>45793</c:v>
                </c:pt>
                <c:pt idx="2764">
                  <c:v>45796</c:v>
                </c:pt>
                <c:pt idx="2765">
                  <c:v>45797</c:v>
                </c:pt>
                <c:pt idx="2766">
                  <c:v>45798</c:v>
                </c:pt>
                <c:pt idx="2767">
                  <c:v>45799</c:v>
                </c:pt>
                <c:pt idx="2768">
                  <c:v>45800</c:v>
                </c:pt>
                <c:pt idx="2769">
                  <c:v>45803</c:v>
                </c:pt>
                <c:pt idx="2770">
                  <c:v>45804</c:v>
                </c:pt>
                <c:pt idx="2771">
                  <c:v>45805</c:v>
                </c:pt>
                <c:pt idx="2772">
                  <c:v>45806</c:v>
                </c:pt>
                <c:pt idx="2773">
                  <c:v>45807</c:v>
                </c:pt>
                <c:pt idx="2774">
                  <c:v>45811</c:v>
                </c:pt>
                <c:pt idx="2775">
                  <c:v>45812</c:v>
                </c:pt>
                <c:pt idx="2776">
                  <c:v>45813</c:v>
                </c:pt>
                <c:pt idx="2777">
                  <c:v>45814</c:v>
                </c:pt>
                <c:pt idx="2778">
                  <c:v>45817</c:v>
                </c:pt>
                <c:pt idx="2779">
                  <c:v>45818</c:v>
                </c:pt>
                <c:pt idx="2780">
                  <c:v>45819</c:v>
                </c:pt>
                <c:pt idx="2781">
                  <c:v>45820</c:v>
                </c:pt>
                <c:pt idx="2782">
                  <c:v>45821</c:v>
                </c:pt>
                <c:pt idx="2783">
                  <c:v>45824</c:v>
                </c:pt>
                <c:pt idx="2784">
                  <c:v>45825</c:v>
                </c:pt>
                <c:pt idx="2785">
                  <c:v>45826</c:v>
                </c:pt>
                <c:pt idx="2786">
                  <c:v>45827</c:v>
                </c:pt>
                <c:pt idx="2787">
                  <c:v>45828</c:v>
                </c:pt>
                <c:pt idx="2788">
                  <c:v>45831</c:v>
                </c:pt>
                <c:pt idx="2789">
                  <c:v>45832</c:v>
                </c:pt>
                <c:pt idx="2790">
                  <c:v>45833</c:v>
                </c:pt>
                <c:pt idx="2791">
                  <c:v>45834</c:v>
                </c:pt>
                <c:pt idx="2792">
                  <c:v>45835</c:v>
                </c:pt>
                <c:pt idx="2793">
                  <c:v>45838</c:v>
                </c:pt>
                <c:pt idx="2794">
                  <c:v>45839</c:v>
                </c:pt>
                <c:pt idx="2795">
                  <c:v>45840</c:v>
                </c:pt>
                <c:pt idx="2796">
                  <c:v>45841</c:v>
                </c:pt>
                <c:pt idx="2797">
                  <c:v>45842</c:v>
                </c:pt>
                <c:pt idx="2798">
                  <c:v>45845</c:v>
                </c:pt>
                <c:pt idx="2799">
                  <c:v>45846</c:v>
                </c:pt>
                <c:pt idx="2800">
                  <c:v>45847</c:v>
                </c:pt>
                <c:pt idx="2801">
                  <c:v>45848</c:v>
                </c:pt>
                <c:pt idx="2802">
                  <c:v>45849</c:v>
                </c:pt>
                <c:pt idx="2803">
                  <c:v>45852</c:v>
                </c:pt>
                <c:pt idx="2804">
                  <c:v>45853</c:v>
                </c:pt>
                <c:pt idx="2805">
                  <c:v>45854</c:v>
                </c:pt>
                <c:pt idx="2806">
                  <c:v>45855</c:v>
                </c:pt>
                <c:pt idx="2807">
                  <c:v>45856</c:v>
                </c:pt>
                <c:pt idx="2808">
                  <c:v>45859</c:v>
                </c:pt>
                <c:pt idx="2809">
                  <c:v>45860</c:v>
                </c:pt>
                <c:pt idx="2810">
                  <c:v>45861</c:v>
                </c:pt>
                <c:pt idx="2811">
                  <c:v>45862</c:v>
                </c:pt>
                <c:pt idx="2812">
                  <c:v>45863</c:v>
                </c:pt>
                <c:pt idx="2813">
                  <c:v>45866</c:v>
                </c:pt>
                <c:pt idx="2814">
                  <c:v>45867</c:v>
                </c:pt>
                <c:pt idx="2815">
                  <c:v>45868</c:v>
                </c:pt>
                <c:pt idx="2816">
                  <c:v>45869</c:v>
                </c:pt>
                <c:pt idx="2817">
                  <c:v>45870</c:v>
                </c:pt>
                <c:pt idx="2818">
                  <c:v>45873</c:v>
                </c:pt>
                <c:pt idx="2819">
                  <c:v>45874</c:v>
                </c:pt>
                <c:pt idx="2820">
                  <c:v>45875</c:v>
                </c:pt>
                <c:pt idx="2821">
                  <c:v>45876</c:v>
                </c:pt>
                <c:pt idx="2822">
                  <c:v>45877</c:v>
                </c:pt>
                <c:pt idx="2823">
                  <c:v>45880</c:v>
                </c:pt>
                <c:pt idx="2824">
                  <c:v>45881</c:v>
                </c:pt>
                <c:pt idx="2825">
                  <c:v>45882</c:v>
                </c:pt>
                <c:pt idx="2826">
                  <c:v>45883</c:v>
                </c:pt>
                <c:pt idx="2827">
                  <c:v>45884</c:v>
                </c:pt>
                <c:pt idx="2828">
                  <c:v>45887</c:v>
                </c:pt>
                <c:pt idx="2829">
                  <c:v>45888</c:v>
                </c:pt>
                <c:pt idx="2830">
                  <c:v>45889</c:v>
                </c:pt>
                <c:pt idx="2831">
                  <c:v>45890</c:v>
                </c:pt>
                <c:pt idx="2832">
                  <c:v>45891</c:v>
                </c:pt>
                <c:pt idx="2833">
                  <c:v>45894</c:v>
                </c:pt>
                <c:pt idx="2834">
                  <c:v>45895</c:v>
                </c:pt>
                <c:pt idx="2835">
                  <c:v>45896</c:v>
                </c:pt>
                <c:pt idx="2836">
                  <c:v>45897</c:v>
                </c:pt>
                <c:pt idx="2837">
                  <c:v>45898</c:v>
                </c:pt>
              </c:numCache>
            </c:numRef>
          </c:cat>
          <c:val>
            <c:numRef>
              <c:f>Sheet1!$F$2:$F$2839</c:f>
              <c:numCache>
                <c:formatCode>0.0000</c:formatCode>
                <c:ptCount val="2838"/>
                <c:pt idx="0">
                  <c:v>1</c:v>
                </c:pt>
                <c:pt idx="1">
                  <c:v>1.0026390230474</c:v>
                </c:pt>
                <c:pt idx="2">
                  <c:v>0.99449310969386595</c:v>
                </c:pt>
                <c:pt idx="3">
                  <c:v>0.96717420824702904</c:v>
                </c:pt>
                <c:pt idx="4">
                  <c:v>0.97096838046190304</c:v>
                </c:pt>
                <c:pt idx="5">
                  <c:v>0.97452118279525402</c:v>
                </c:pt>
                <c:pt idx="6">
                  <c:v>0.96492870896141503</c:v>
                </c:pt>
                <c:pt idx="7">
                  <c:v>0.95208612497371803</c:v>
                </c:pt>
                <c:pt idx="8">
                  <c:v>0.94781427200312196</c:v>
                </c:pt>
                <c:pt idx="9">
                  <c:v>0.96260838509698898</c:v>
                </c:pt>
                <c:pt idx="10">
                  <c:v>0.96583563061612199</c:v>
                </c:pt>
                <c:pt idx="11">
                  <c:v>0.96685573717939999</c:v>
                </c:pt>
                <c:pt idx="12">
                  <c:v>0.95253992311871405</c:v>
                </c:pt>
                <c:pt idx="13">
                  <c:v>0.9443771449153</c:v>
                </c:pt>
                <c:pt idx="14">
                  <c:v>0.95659180412453604</c:v>
                </c:pt>
                <c:pt idx="15">
                  <c:v>0.98224008001686502</c:v>
                </c:pt>
                <c:pt idx="16">
                  <c:v>0.98461298200349601</c:v>
                </c:pt>
                <c:pt idx="17">
                  <c:v>0.99636512055695303</c:v>
                </c:pt>
                <c:pt idx="18">
                  <c:v>0.98840019390897205</c:v>
                </c:pt>
                <c:pt idx="19">
                  <c:v>0.98673002801216403</c:v>
                </c:pt>
                <c:pt idx="20">
                  <c:v>0.991467576214346</c:v>
                </c:pt>
                <c:pt idx="21">
                  <c:v>0.98345560140226995</c:v>
                </c:pt>
                <c:pt idx="22">
                  <c:v>0.99753981658028101</c:v>
                </c:pt>
                <c:pt idx="23">
                  <c:v>1.02397277842595</c:v>
                </c:pt>
                <c:pt idx="24">
                  <c:v>1.02445255887664</c:v>
                </c:pt>
                <c:pt idx="25">
                  <c:v>1.02899564542115</c:v>
                </c:pt>
                <c:pt idx="26">
                  <c:v>1.0147412993717899</c:v>
                </c:pt>
                <c:pt idx="27">
                  <c:v>1.0288965749099901</c:v>
                </c:pt>
                <c:pt idx="28">
                  <c:v>1.04456262808634</c:v>
                </c:pt>
                <c:pt idx="29">
                  <c:v>1.03748514682957</c:v>
                </c:pt>
                <c:pt idx="30">
                  <c:v>1.0417954355085299</c:v>
                </c:pt>
                <c:pt idx="31">
                  <c:v>1.03040398296308</c:v>
                </c:pt>
                <c:pt idx="32">
                  <c:v>1.02203664140105</c:v>
                </c:pt>
                <c:pt idx="33">
                  <c:v>1.0101136685707199</c:v>
                </c:pt>
                <c:pt idx="34">
                  <c:v>0.97643854550587506</c:v>
                </c:pt>
                <c:pt idx="35">
                  <c:v>0.98039418883192098</c:v>
                </c:pt>
                <c:pt idx="36">
                  <c:v>0.96817874769459999</c:v>
                </c:pt>
                <c:pt idx="37">
                  <c:v>0.97921268146960505</c:v>
                </c:pt>
                <c:pt idx="38">
                  <c:v>0.99403758152009303</c:v>
                </c:pt>
                <c:pt idx="39">
                  <c:v>0.99105095948415201</c:v>
                </c:pt>
                <c:pt idx="40">
                  <c:v>0.98395564990124496</c:v>
                </c:pt>
                <c:pt idx="41">
                  <c:v>0.98269843708572702</c:v>
                </c:pt>
                <c:pt idx="42">
                  <c:v>0.98008386032348704</c:v>
                </c:pt>
                <c:pt idx="43">
                  <c:v>0.94504945183942302</c:v>
                </c:pt>
                <c:pt idx="44">
                  <c:v>0.94652024169973703</c:v>
                </c:pt>
                <c:pt idx="45">
                  <c:v>0.94761279208722005</c:v>
                </c:pt>
                <c:pt idx="46">
                  <c:v>0.96066515137685105</c:v>
                </c:pt>
                <c:pt idx="47">
                  <c:v>0.95454710831606604</c:v>
                </c:pt>
                <c:pt idx="48">
                  <c:v>0.97054176144305104</c:v>
                </c:pt>
                <c:pt idx="49">
                  <c:v>0.97396008127484002</c:v>
                </c:pt>
                <c:pt idx="50">
                  <c:v>0.96874017805418</c:v>
                </c:pt>
                <c:pt idx="51">
                  <c:v>0.945861677685361</c:v>
                </c:pt>
                <c:pt idx="52">
                  <c:v>0.96654893206366699</c:v>
                </c:pt>
                <c:pt idx="53">
                  <c:v>0.97312677229404498</c:v>
                </c:pt>
                <c:pt idx="54">
                  <c:v>0.97436891750560695</c:v>
                </c:pt>
                <c:pt idx="55">
                  <c:v>0.97543534165800405</c:v>
                </c:pt>
                <c:pt idx="56">
                  <c:v>0.96052826725763296</c:v>
                </c:pt>
                <c:pt idx="57">
                  <c:v>0.94535526945177295</c:v>
                </c:pt>
                <c:pt idx="58">
                  <c:v>0.94036692001341204</c:v>
                </c:pt>
                <c:pt idx="59">
                  <c:v>0.95196759203805903</c:v>
                </c:pt>
                <c:pt idx="60">
                  <c:v>0.95379497506514599</c:v>
                </c:pt>
                <c:pt idx="61">
                  <c:v>0.949396489563194</c:v>
                </c:pt>
                <c:pt idx="62">
                  <c:v>0.95934132722019605</c:v>
                </c:pt>
                <c:pt idx="63">
                  <c:v>0.973885065799592</c:v>
                </c:pt>
                <c:pt idx="64">
                  <c:v>0.98018422785950299</c:v>
                </c:pt>
                <c:pt idx="65">
                  <c:v>0.98952574484414202</c:v>
                </c:pt>
                <c:pt idx="66">
                  <c:v>0.98570558434075695</c:v>
                </c:pt>
                <c:pt idx="67">
                  <c:v>0.98805412844236595</c:v>
                </c:pt>
                <c:pt idx="68">
                  <c:v>0.97824848797101704</c:v>
                </c:pt>
                <c:pt idx="69">
                  <c:v>0.97745529446721702</c:v>
                </c:pt>
                <c:pt idx="70">
                  <c:v>0.97555359768623096</c:v>
                </c:pt>
                <c:pt idx="71">
                  <c:v>0.97696748850433301</c:v>
                </c:pt>
                <c:pt idx="72">
                  <c:v>0.96152783005716702</c:v>
                </c:pt>
                <c:pt idx="73">
                  <c:v>0.957636939112673</c:v>
                </c:pt>
                <c:pt idx="74">
                  <c:v>0.954760697009438</c:v>
                </c:pt>
                <c:pt idx="75">
                  <c:v>0.94784456828084696</c:v>
                </c:pt>
                <c:pt idx="76">
                  <c:v>0.93306098730338805</c:v>
                </c:pt>
                <c:pt idx="77">
                  <c:v>0.91021185710480401</c:v>
                </c:pt>
                <c:pt idx="78">
                  <c:v>0.92044189046597302</c:v>
                </c:pt>
                <c:pt idx="79">
                  <c:v>0.92659467664982398</c:v>
                </c:pt>
                <c:pt idx="80">
                  <c:v>0.93197855156547504</c:v>
                </c:pt>
                <c:pt idx="81">
                  <c:v>0.93524990795201102</c:v>
                </c:pt>
                <c:pt idx="82">
                  <c:v>0.92194157410186695</c:v>
                </c:pt>
                <c:pt idx="83">
                  <c:v>0.92188099621291997</c:v>
                </c:pt>
                <c:pt idx="84">
                  <c:v>0.91638329328333901</c:v>
                </c:pt>
                <c:pt idx="85">
                  <c:v>0.93871361874721204</c:v>
                </c:pt>
                <c:pt idx="86">
                  <c:v>0.93697291690937401</c:v>
                </c:pt>
                <c:pt idx="87">
                  <c:v>0.93707676399674</c:v>
                </c:pt>
                <c:pt idx="88">
                  <c:v>0.92107957210915103</c:v>
                </c:pt>
                <c:pt idx="89">
                  <c:v>0.91972963864075097</c:v>
                </c:pt>
                <c:pt idx="90">
                  <c:v>0.91159653106286298</c:v>
                </c:pt>
                <c:pt idx="91">
                  <c:v>0.91305947415765698</c:v>
                </c:pt>
                <c:pt idx="92">
                  <c:v>0.921637746923056</c:v>
                </c:pt>
                <c:pt idx="93">
                  <c:v>0.921275310052731</c:v>
                </c:pt>
                <c:pt idx="94">
                  <c:v>0.93033738254484299</c:v>
                </c:pt>
                <c:pt idx="95">
                  <c:v>0.93911985932723796</c:v>
                </c:pt>
                <c:pt idx="96">
                  <c:v>0.93450957870662299</c:v>
                </c:pt>
                <c:pt idx="97">
                  <c:v>0.94540528410379199</c:v>
                </c:pt>
                <c:pt idx="98">
                  <c:v>0.93558720332371403</c:v>
                </c:pt>
                <c:pt idx="99">
                  <c:v>0.93784821552113495</c:v>
                </c:pt>
                <c:pt idx="100">
                  <c:v>0.93558339562777604</c:v>
                </c:pt>
                <c:pt idx="101">
                  <c:v>0.92702036320993497</c:v>
                </c:pt>
                <c:pt idx="102">
                  <c:v>0.93800246473938398</c:v>
                </c:pt>
                <c:pt idx="103">
                  <c:v>0.93392336007207999</c:v>
                </c:pt>
                <c:pt idx="104">
                  <c:v>0.93030045930393002</c:v>
                </c:pt>
                <c:pt idx="105">
                  <c:v>0.94189225989262804</c:v>
                </c:pt>
                <c:pt idx="106">
                  <c:v>0.94565764562203003</c:v>
                </c:pt>
                <c:pt idx="107">
                  <c:v>0.94374573236304604</c:v>
                </c:pt>
                <c:pt idx="108">
                  <c:v>0.95236949617121702</c:v>
                </c:pt>
                <c:pt idx="109">
                  <c:v>0.95789266437500098</c:v>
                </c:pt>
                <c:pt idx="110">
                  <c:v>0.94874559740687303</c:v>
                </c:pt>
                <c:pt idx="111">
                  <c:v>0.94417450626890398</c:v>
                </c:pt>
                <c:pt idx="112">
                  <c:v>0.92336709407275397</c:v>
                </c:pt>
                <c:pt idx="113">
                  <c:v>0.93013277554669505</c:v>
                </c:pt>
                <c:pt idx="114">
                  <c:v>0.93513983016729596</c:v>
                </c:pt>
                <c:pt idx="115">
                  <c:v>0.94084863381297001</c:v>
                </c:pt>
                <c:pt idx="116">
                  <c:v>0.93568934021359096</c:v>
                </c:pt>
                <c:pt idx="117">
                  <c:v>0.94509230111672804</c:v>
                </c:pt>
                <c:pt idx="118">
                  <c:v>0.94923834500819104</c:v>
                </c:pt>
                <c:pt idx="119">
                  <c:v>0.95742374088198801</c:v>
                </c:pt>
                <c:pt idx="120">
                  <c:v>0.961948233739645</c:v>
                </c:pt>
                <c:pt idx="121">
                  <c:v>0.96748692762955202</c:v>
                </c:pt>
                <c:pt idx="122">
                  <c:v>0.97423887032073897</c:v>
                </c:pt>
                <c:pt idx="123">
                  <c:v>0.97171001578609795</c:v>
                </c:pt>
                <c:pt idx="124">
                  <c:v>0.96855038521131398</c:v>
                </c:pt>
                <c:pt idx="125">
                  <c:v>0.97229895743176298</c:v>
                </c:pt>
                <c:pt idx="126">
                  <c:v>0.95843747634570198</c:v>
                </c:pt>
                <c:pt idx="127">
                  <c:v>0.95542571153439004</c:v>
                </c:pt>
                <c:pt idx="128">
                  <c:v>0.96203214373055601</c:v>
                </c:pt>
                <c:pt idx="129">
                  <c:v>0.97273476448596796</c:v>
                </c:pt>
                <c:pt idx="130">
                  <c:v>0.97197150696527401</c:v>
                </c:pt>
                <c:pt idx="131">
                  <c:v>0.96824223799572795</c:v>
                </c:pt>
                <c:pt idx="132">
                  <c:v>0.96191039706493497</c:v>
                </c:pt>
                <c:pt idx="133">
                  <c:v>0.96425728835745494</c:v>
                </c:pt>
                <c:pt idx="134">
                  <c:v>0.96339333141067296</c:v>
                </c:pt>
                <c:pt idx="135">
                  <c:v>0.97549908710500799</c:v>
                </c:pt>
                <c:pt idx="136">
                  <c:v>0.96971834669662504</c:v>
                </c:pt>
                <c:pt idx="137">
                  <c:v>0.97451838235606003</c:v>
                </c:pt>
                <c:pt idx="138">
                  <c:v>0.98545611902468799</c:v>
                </c:pt>
                <c:pt idx="139">
                  <c:v>1.0067478419123299</c:v>
                </c:pt>
                <c:pt idx="140">
                  <c:v>1.0129439166396299</c:v>
                </c:pt>
                <c:pt idx="141">
                  <c:v>1.01356085459567</c:v>
                </c:pt>
                <c:pt idx="142">
                  <c:v>1.02271822706686</c:v>
                </c:pt>
                <c:pt idx="143">
                  <c:v>1.01441618176711</c:v>
                </c:pt>
                <c:pt idx="144">
                  <c:v>1.03103731323711</c:v>
                </c:pt>
                <c:pt idx="145">
                  <c:v>1.0350008231930099</c:v>
                </c:pt>
                <c:pt idx="146">
                  <c:v>1.03939815823452</c:v>
                </c:pt>
                <c:pt idx="147">
                  <c:v>1.02753978610858</c:v>
                </c:pt>
                <c:pt idx="148">
                  <c:v>1.0318808284040299</c:v>
                </c:pt>
                <c:pt idx="149">
                  <c:v>1.04690390451378</c:v>
                </c:pt>
                <c:pt idx="150">
                  <c:v>1.0489883378392999</c:v>
                </c:pt>
                <c:pt idx="151">
                  <c:v>1.0490408922701699</c:v>
                </c:pt>
                <c:pt idx="152">
                  <c:v>1.0396382373848401</c:v>
                </c:pt>
                <c:pt idx="153">
                  <c:v>1.05099835105145</c:v>
                </c:pt>
                <c:pt idx="154">
                  <c:v>1.06334825434047</c:v>
                </c:pt>
                <c:pt idx="155">
                  <c:v>1.0668110960843</c:v>
                </c:pt>
                <c:pt idx="156">
                  <c:v>1.0651149636989401</c:v>
                </c:pt>
                <c:pt idx="157">
                  <c:v>1.06488387325489</c:v>
                </c:pt>
                <c:pt idx="158">
                  <c:v>1.0704280631565899</c:v>
                </c:pt>
                <c:pt idx="159">
                  <c:v>1.0632240189895199</c:v>
                </c:pt>
                <c:pt idx="160">
                  <c:v>1.04737984863237</c:v>
                </c:pt>
                <c:pt idx="161">
                  <c:v>1.05005281464011</c:v>
                </c:pt>
                <c:pt idx="162">
                  <c:v>1.0422165655001101</c:v>
                </c:pt>
                <c:pt idx="163">
                  <c:v>1.05337493715651</c:v>
                </c:pt>
                <c:pt idx="164">
                  <c:v>1.06704473961858</c:v>
                </c:pt>
                <c:pt idx="165">
                  <c:v>1.08207888791701</c:v>
                </c:pt>
                <c:pt idx="166">
                  <c:v>1.0909516325331601</c:v>
                </c:pt>
                <c:pt idx="167">
                  <c:v>1.09846378765148</c:v>
                </c:pt>
                <c:pt idx="168">
                  <c:v>1.10526748312973</c:v>
                </c:pt>
                <c:pt idx="169">
                  <c:v>1.10853335013096</c:v>
                </c:pt>
                <c:pt idx="170">
                  <c:v>1.1086437261267501</c:v>
                </c:pt>
                <c:pt idx="171">
                  <c:v>1.1067834269427199</c:v>
                </c:pt>
                <c:pt idx="172">
                  <c:v>1.1154274790405501</c:v>
                </c:pt>
                <c:pt idx="173">
                  <c:v>1.12050087510098</c:v>
                </c:pt>
                <c:pt idx="174">
                  <c:v>1.0905321189517001</c:v>
                </c:pt>
                <c:pt idx="175">
                  <c:v>1.09732332841318</c:v>
                </c:pt>
                <c:pt idx="176">
                  <c:v>1.10211548167533</c:v>
                </c:pt>
                <c:pt idx="177">
                  <c:v>1.1105167309893</c:v>
                </c:pt>
                <c:pt idx="178">
                  <c:v>1.09406924402605</c:v>
                </c:pt>
                <c:pt idx="179">
                  <c:v>1.1057988265379</c:v>
                </c:pt>
                <c:pt idx="180">
                  <c:v>1.1230051360387501</c:v>
                </c:pt>
                <c:pt idx="181">
                  <c:v>1.1235648665427</c:v>
                </c:pt>
                <c:pt idx="182">
                  <c:v>1.1253077231488799</c:v>
                </c:pt>
                <c:pt idx="183">
                  <c:v>1.13293180094385</c:v>
                </c:pt>
                <c:pt idx="184">
                  <c:v>1.1384662788220601</c:v>
                </c:pt>
                <c:pt idx="185">
                  <c:v>1.15291124930583</c:v>
                </c:pt>
                <c:pt idx="186">
                  <c:v>1.15553216936283</c:v>
                </c:pt>
                <c:pt idx="187">
                  <c:v>1.1497441344133501</c:v>
                </c:pt>
                <c:pt idx="188">
                  <c:v>1.14819410445434</c:v>
                </c:pt>
                <c:pt idx="189">
                  <c:v>1.1448897745808699</c:v>
                </c:pt>
                <c:pt idx="190">
                  <c:v>1.1514726899878001</c:v>
                </c:pt>
                <c:pt idx="191">
                  <c:v>1.1361300348403101</c:v>
                </c:pt>
                <c:pt idx="192">
                  <c:v>1.12904572189707</c:v>
                </c:pt>
                <c:pt idx="193">
                  <c:v>1.1410512225063101</c:v>
                </c:pt>
                <c:pt idx="194">
                  <c:v>1.12981079686324</c:v>
                </c:pt>
                <c:pt idx="195">
                  <c:v>1.1180232207536001</c:v>
                </c:pt>
                <c:pt idx="196">
                  <c:v>1.1038176348303601</c:v>
                </c:pt>
                <c:pt idx="197">
                  <c:v>1.1043946003664999</c:v>
                </c:pt>
                <c:pt idx="198">
                  <c:v>1.1040086093073</c:v>
                </c:pt>
                <c:pt idx="199">
                  <c:v>1.1300248239475701</c:v>
                </c:pt>
                <c:pt idx="200">
                  <c:v>1.1461745329250399</c:v>
                </c:pt>
                <c:pt idx="201">
                  <c:v>1.1518107147117</c:v>
                </c:pt>
                <c:pt idx="202">
                  <c:v>1.15698685170941</c:v>
                </c:pt>
                <c:pt idx="203">
                  <c:v>1.16614374455392</c:v>
                </c:pt>
                <c:pt idx="204">
                  <c:v>1.1646972187743001</c:v>
                </c:pt>
                <c:pt idx="205">
                  <c:v>1.1613483585234901</c:v>
                </c:pt>
                <c:pt idx="206">
                  <c:v>1.1674329731188999</c:v>
                </c:pt>
                <c:pt idx="207">
                  <c:v>1.1605710304183401</c:v>
                </c:pt>
                <c:pt idx="208">
                  <c:v>1.1799412042294499</c:v>
                </c:pt>
                <c:pt idx="209">
                  <c:v>1.1565276878702</c:v>
                </c:pt>
                <c:pt idx="210">
                  <c:v>1.1756093146084701</c:v>
                </c:pt>
                <c:pt idx="211">
                  <c:v>1.1656209297519899</c:v>
                </c:pt>
                <c:pt idx="212">
                  <c:v>1.16434524883761</c:v>
                </c:pt>
                <c:pt idx="213">
                  <c:v>1.1700439045563</c:v>
                </c:pt>
                <c:pt idx="214">
                  <c:v>1.1689540097393201</c:v>
                </c:pt>
                <c:pt idx="215">
                  <c:v>1.17112907755678</c:v>
                </c:pt>
                <c:pt idx="216">
                  <c:v>1.16837431150426</c:v>
                </c:pt>
                <c:pt idx="217">
                  <c:v>1.18297078111702</c:v>
                </c:pt>
                <c:pt idx="218">
                  <c:v>1.2052960129558301</c:v>
                </c:pt>
                <c:pt idx="219">
                  <c:v>1.2254233111450601</c:v>
                </c:pt>
                <c:pt idx="220">
                  <c:v>1.23345394374449</c:v>
                </c:pt>
                <c:pt idx="221">
                  <c:v>1.24123332745566</c:v>
                </c:pt>
                <c:pt idx="222">
                  <c:v>1.2476434083002901</c:v>
                </c:pt>
                <c:pt idx="223">
                  <c:v>1.24745322294802</c:v>
                </c:pt>
                <c:pt idx="224">
                  <c:v>1.27104361487108</c:v>
                </c:pt>
                <c:pt idx="225">
                  <c:v>1.2937319751379801</c:v>
                </c:pt>
                <c:pt idx="226">
                  <c:v>1.3311428926808599</c:v>
                </c:pt>
                <c:pt idx="227">
                  <c:v>1.31687530661313</c:v>
                </c:pt>
                <c:pt idx="228">
                  <c:v>1.34851620440627</c:v>
                </c:pt>
                <c:pt idx="229">
                  <c:v>1.29733513493779</c:v>
                </c:pt>
                <c:pt idx="230">
                  <c:v>1.3473347111577101</c:v>
                </c:pt>
                <c:pt idx="231">
                  <c:v>1.35733916730219</c:v>
                </c:pt>
                <c:pt idx="232">
                  <c:v>1.36866013467083</c:v>
                </c:pt>
                <c:pt idx="233">
                  <c:v>1.3847931313141</c:v>
                </c:pt>
                <c:pt idx="234">
                  <c:v>1.3983771161026901</c:v>
                </c:pt>
                <c:pt idx="235">
                  <c:v>1.3917002108538199</c:v>
                </c:pt>
                <c:pt idx="236">
                  <c:v>1.3925360126794</c:v>
                </c:pt>
                <c:pt idx="237">
                  <c:v>1.39842701191025</c:v>
                </c:pt>
                <c:pt idx="238">
                  <c:v>1.3685180419068701</c:v>
                </c:pt>
                <c:pt idx="239">
                  <c:v>1.3353518969293301</c:v>
                </c:pt>
                <c:pt idx="240">
                  <c:v>1.3336787331081801</c:v>
                </c:pt>
                <c:pt idx="241">
                  <c:v>1.3643035304517599</c:v>
                </c:pt>
                <c:pt idx="242">
                  <c:v>1.38874604299811</c:v>
                </c:pt>
                <c:pt idx="243">
                  <c:v>1.3800202480219901</c:v>
                </c:pt>
                <c:pt idx="244">
                  <c:v>1.3580984514157699</c:v>
                </c:pt>
                <c:pt idx="245">
                  <c:v>1.3792911165119399</c:v>
                </c:pt>
                <c:pt idx="246">
                  <c:v>1.4156601227174499</c:v>
                </c:pt>
                <c:pt idx="247">
                  <c:v>1.4301137820404499</c:v>
                </c:pt>
                <c:pt idx="248">
                  <c:v>1.4308998545900899</c:v>
                </c:pt>
                <c:pt idx="249">
                  <c:v>1.4129157831442301</c:v>
                </c:pt>
                <c:pt idx="250">
                  <c:v>1.4024552083175299</c:v>
                </c:pt>
                <c:pt idx="251">
                  <c:v>1.38596023570445</c:v>
                </c:pt>
                <c:pt idx="252">
                  <c:v>1.3966695504917801</c:v>
                </c:pt>
                <c:pt idx="253">
                  <c:v>1.3854560789596</c:v>
                </c:pt>
                <c:pt idx="254">
                  <c:v>1.4103983251829899</c:v>
                </c:pt>
                <c:pt idx="255">
                  <c:v>1.4288025181759401</c:v>
                </c:pt>
                <c:pt idx="256">
                  <c:v>1.34929502828224</c:v>
                </c:pt>
                <c:pt idx="257">
                  <c:v>1.389100261384</c:v>
                </c:pt>
                <c:pt idx="258">
                  <c:v>1.4351459860876601</c:v>
                </c:pt>
                <c:pt idx="259">
                  <c:v>1.4529140122014801</c:v>
                </c:pt>
                <c:pt idx="260">
                  <c:v>1.4424566502958101</c:v>
                </c:pt>
                <c:pt idx="261">
                  <c:v>1.4698046798647599</c:v>
                </c:pt>
                <c:pt idx="262">
                  <c:v>1.4693420240884001</c:v>
                </c:pt>
                <c:pt idx="263">
                  <c:v>1.4547873974611101</c:v>
                </c:pt>
                <c:pt idx="264">
                  <c:v>1.4432403807113701</c:v>
                </c:pt>
                <c:pt idx="265">
                  <c:v>1.42536074296573</c:v>
                </c:pt>
                <c:pt idx="266">
                  <c:v>1.4093301475409299</c:v>
                </c:pt>
                <c:pt idx="267">
                  <c:v>1.4369637814129399</c:v>
                </c:pt>
                <c:pt idx="268">
                  <c:v>1.4312529262467699</c:v>
                </c:pt>
                <c:pt idx="269">
                  <c:v>1.4193345679720299</c:v>
                </c:pt>
                <c:pt idx="270">
                  <c:v>1.3888789265214601</c:v>
                </c:pt>
                <c:pt idx="271">
                  <c:v>1.38501878068513</c:v>
                </c:pt>
                <c:pt idx="272">
                  <c:v>1.41114188500763</c:v>
                </c:pt>
                <c:pt idx="273">
                  <c:v>1.42677898397196</c:v>
                </c:pt>
                <c:pt idx="274">
                  <c:v>1.4347870769429401</c:v>
                </c:pt>
                <c:pt idx="275">
                  <c:v>1.45537959524266</c:v>
                </c:pt>
                <c:pt idx="276">
                  <c:v>1.47970922996266</c:v>
                </c:pt>
                <c:pt idx="277">
                  <c:v>1.49307872147927</c:v>
                </c:pt>
                <c:pt idx="278">
                  <c:v>1.4850654186593299</c:v>
                </c:pt>
                <c:pt idx="279">
                  <c:v>1.5099412344532801</c:v>
                </c:pt>
                <c:pt idx="280">
                  <c:v>1.5213873196652601</c:v>
                </c:pt>
                <c:pt idx="281">
                  <c:v>1.54770402379682</c:v>
                </c:pt>
                <c:pt idx="282">
                  <c:v>1.5269692180666701</c:v>
                </c:pt>
                <c:pt idx="283">
                  <c:v>1.5473852707210101</c:v>
                </c:pt>
                <c:pt idx="284">
                  <c:v>1.53968828972821</c:v>
                </c:pt>
                <c:pt idx="285">
                  <c:v>1.52129668897404</c:v>
                </c:pt>
                <c:pt idx="286">
                  <c:v>1.5411113314214</c:v>
                </c:pt>
                <c:pt idx="287">
                  <c:v>1.55179258420911</c:v>
                </c:pt>
                <c:pt idx="288">
                  <c:v>1.5468106532785699</c:v>
                </c:pt>
                <c:pt idx="289">
                  <c:v>1.5554183275517799</c:v>
                </c:pt>
                <c:pt idx="290">
                  <c:v>1.5737113943123799</c:v>
                </c:pt>
                <c:pt idx="291">
                  <c:v>1.6189129456565701</c:v>
                </c:pt>
                <c:pt idx="292">
                  <c:v>1.6417754664937101</c:v>
                </c:pt>
                <c:pt idx="293">
                  <c:v>1.67563940591183</c:v>
                </c:pt>
                <c:pt idx="294">
                  <c:v>1.6837247177208801</c:v>
                </c:pt>
                <c:pt idx="295">
                  <c:v>1.7015928167252199</c:v>
                </c:pt>
                <c:pt idx="296">
                  <c:v>1.74406971105922</c:v>
                </c:pt>
                <c:pt idx="297">
                  <c:v>1.7616817140188901</c:v>
                </c:pt>
                <c:pt idx="298">
                  <c:v>1.76526007470607</c:v>
                </c:pt>
                <c:pt idx="299">
                  <c:v>1.75263839800272</c:v>
                </c:pt>
                <c:pt idx="300">
                  <c:v>1.7675300396933</c:v>
                </c:pt>
                <c:pt idx="301">
                  <c:v>1.79650689321069</c:v>
                </c:pt>
                <c:pt idx="302">
                  <c:v>1.7889891674301499</c:v>
                </c:pt>
                <c:pt idx="303">
                  <c:v>1.8252233063760099</c:v>
                </c:pt>
                <c:pt idx="304">
                  <c:v>1.8460916766311599</c:v>
                </c:pt>
                <c:pt idx="305">
                  <c:v>1.87041143669892</c:v>
                </c:pt>
                <c:pt idx="306">
                  <c:v>1.9084025474911599</c:v>
                </c:pt>
                <c:pt idx="307">
                  <c:v>1.89660423107326</c:v>
                </c:pt>
                <c:pt idx="308">
                  <c:v>1.8838357513144</c:v>
                </c:pt>
                <c:pt idx="309">
                  <c:v>1.9269666813947499</c:v>
                </c:pt>
                <c:pt idx="310">
                  <c:v>1.9595426395214799</c:v>
                </c:pt>
                <c:pt idx="311">
                  <c:v>1.9644761926677301</c:v>
                </c:pt>
                <c:pt idx="312">
                  <c:v>1.9045822097245599</c:v>
                </c:pt>
                <c:pt idx="313">
                  <c:v>1.93985679923663</c:v>
                </c:pt>
                <c:pt idx="314">
                  <c:v>1.9716364397663599</c:v>
                </c:pt>
                <c:pt idx="315">
                  <c:v>1.94559002579675</c:v>
                </c:pt>
                <c:pt idx="316">
                  <c:v>2.0070489471055901</c:v>
                </c:pt>
                <c:pt idx="317">
                  <c:v>2.0599148453012002</c:v>
                </c:pt>
                <c:pt idx="318">
                  <c:v>2.0797386137461</c:v>
                </c:pt>
                <c:pt idx="319">
                  <c:v>2.0789225487331202</c:v>
                </c:pt>
                <c:pt idx="320">
                  <c:v>2.1113777077754698</c:v>
                </c:pt>
                <c:pt idx="321">
                  <c:v>2.0542360817042402</c:v>
                </c:pt>
                <c:pt idx="322">
                  <c:v>2.0838143621929399</c:v>
                </c:pt>
                <c:pt idx="323">
                  <c:v>2.0854302938959699</c:v>
                </c:pt>
                <c:pt idx="324">
                  <c:v>2.1018792424452299</c:v>
                </c:pt>
                <c:pt idx="325">
                  <c:v>2.02138546711172</c:v>
                </c:pt>
                <c:pt idx="326">
                  <c:v>1.99907220029399</c:v>
                </c:pt>
                <c:pt idx="327">
                  <c:v>1.9543976043695801</c:v>
                </c:pt>
                <c:pt idx="328">
                  <c:v>2.0193539597313501</c:v>
                </c:pt>
                <c:pt idx="329">
                  <c:v>2.0995692625770599</c:v>
                </c:pt>
                <c:pt idx="330">
                  <c:v>2.1432137264688</c:v>
                </c:pt>
                <c:pt idx="331">
                  <c:v>2.14570927049777</c:v>
                </c:pt>
                <c:pt idx="332">
                  <c:v>2.14394193985293</c:v>
                </c:pt>
                <c:pt idx="333">
                  <c:v>2.1168011692061102</c:v>
                </c:pt>
                <c:pt idx="334">
                  <c:v>2.1303220959097899</c:v>
                </c:pt>
                <c:pt idx="335">
                  <c:v>2.1903377375002</c:v>
                </c:pt>
                <c:pt idx="336">
                  <c:v>2.2177766600439601</c:v>
                </c:pt>
                <c:pt idx="337">
                  <c:v>2.2820665307537502</c:v>
                </c:pt>
                <c:pt idx="338">
                  <c:v>2.3212206477154198</c:v>
                </c:pt>
                <c:pt idx="339">
                  <c:v>2.3775222480505702</c:v>
                </c:pt>
                <c:pt idx="340">
                  <c:v>2.4398489934602399</c:v>
                </c:pt>
                <c:pt idx="341">
                  <c:v>2.4517525990932998</c:v>
                </c:pt>
                <c:pt idx="342">
                  <c:v>2.2927184729157899</c:v>
                </c:pt>
                <c:pt idx="343">
                  <c:v>2.3033765115553702</c:v>
                </c:pt>
                <c:pt idx="344">
                  <c:v>2.4215546362775502</c:v>
                </c:pt>
                <c:pt idx="345">
                  <c:v>2.4912048533867899</c:v>
                </c:pt>
                <c:pt idx="346">
                  <c:v>2.4938386772242298</c:v>
                </c:pt>
                <c:pt idx="347">
                  <c:v>2.4899778943265098</c:v>
                </c:pt>
                <c:pt idx="348">
                  <c:v>2.52698347534275</c:v>
                </c:pt>
                <c:pt idx="349">
                  <c:v>2.5224801328901401</c:v>
                </c:pt>
                <c:pt idx="350">
                  <c:v>2.5199601512726</c:v>
                </c:pt>
                <c:pt idx="351">
                  <c:v>2.5483485625837399</c:v>
                </c:pt>
                <c:pt idx="352">
                  <c:v>2.5650770932681199</c:v>
                </c:pt>
                <c:pt idx="353">
                  <c:v>2.5908361089018799</c:v>
                </c:pt>
                <c:pt idx="354">
                  <c:v>2.5342036075260301</c:v>
                </c:pt>
                <c:pt idx="355">
                  <c:v>2.4381942647774899</c:v>
                </c:pt>
                <c:pt idx="356">
                  <c:v>2.4878560521488899</c:v>
                </c:pt>
                <c:pt idx="357">
                  <c:v>2.39553579173307</c:v>
                </c:pt>
                <c:pt idx="358">
                  <c:v>2.2446274440119298</c:v>
                </c:pt>
                <c:pt idx="359">
                  <c:v>2.2848688397783699</c:v>
                </c:pt>
                <c:pt idx="360">
                  <c:v>2.33209534704429</c:v>
                </c:pt>
                <c:pt idx="361">
                  <c:v>2.2419446440540201</c:v>
                </c:pt>
                <c:pt idx="362">
                  <c:v>2.0553745200629399</c:v>
                </c:pt>
                <c:pt idx="363">
                  <c:v>1.9427084645396899</c:v>
                </c:pt>
                <c:pt idx="364">
                  <c:v>2.05787341242385</c:v>
                </c:pt>
                <c:pt idx="365">
                  <c:v>1.9550886781838099</c:v>
                </c:pt>
                <c:pt idx="366">
                  <c:v>1.8451219426955801</c:v>
                </c:pt>
                <c:pt idx="367">
                  <c:v>1.74037167788582</c:v>
                </c:pt>
                <c:pt idx="368">
                  <c:v>1.7265534278353001</c:v>
                </c:pt>
                <c:pt idx="369">
                  <c:v>1.6427423512422801</c:v>
                </c:pt>
                <c:pt idx="370">
                  <c:v>1.5688408591935601</c:v>
                </c:pt>
                <c:pt idx="371">
                  <c:v>1.65413610685528</c:v>
                </c:pt>
                <c:pt idx="372">
                  <c:v>1.7455364361476899</c:v>
                </c:pt>
                <c:pt idx="373">
                  <c:v>1.8413756979442999</c:v>
                </c:pt>
                <c:pt idx="374">
                  <c:v>1.85313391783626</c:v>
                </c:pt>
                <c:pt idx="375">
                  <c:v>1.7552187184496599</c:v>
                </c:pt>
                <c:pt idx="376">
                  <c:v>1.7872236437637701</c:v>
                </c:pt>
                <c:pt idx="377">
                  <c:v>1.88001271699896</c:v>
                </c:pt>
                <c:pt idx="378">
                  <c:v>1.9025819545017999</c:v>
                </c:pt>
                <c:pt idx="379">
                  <c:v>1.92333295070818</c:v>
                </c:pt>
                <c:pt idx="380">
                  <c:v>1.9375149995518</c:v>
                </c:pt>
                <c:pt idx="381">
                  <c:v>1.98855488476956</c:v>
                </c:pt>
                <c:pt idx="382">
                  <c:v>1.95971461504498</c:v>
                </c:pt>
                <c:pt idx="383">
                  <c:v>1.8069960517839201</c:v>
                </c:pt>
                <c:pt idx="384">
                  <c:v>1.7789446764782899</c:v>
                </c:pt>
                <c:pt idx="385">
                  <c:v>1.8563673583257001</c:v>
                </c:pt>
                <c:pt idx="386">
                  <c:v>1.79882072794106</c:v>
                </c:pt>
                <c:pt idx="387">
                  <c:v>1.7901487422663001</c:v>
                </c:pt>
                <c:pt idx="388">
                  <c:v>1.76837496853011</c:v>
                </c:pt>
                <c:pt idx="389">
                  <c:v>1.84584022242435</c:v>
                </c:pt>
                <c:pt idx="390">
                  <c:v>1.8114779530965199</c:v>
                </c:pt>
                <c:pt idx="391">
                  <c:v>1.7924328674624901</c:v>
                </c:pt>
                <c:pt idx="392">
                  <c:v>1.83940210096652</c:v>
                </c:pt>
                <c:pt idx="393">
                  <c:v>1.92699614149846</c:v>
                </c:pt>
                <c:pt idx="394">
                  <c:v>1.9276489874787599</c:v>
                </c:pt>
                <c:pt idx="395">
                  <c:v>1.9043021939526299</c:v>
                </c:pt>
                <c:pt idx="396">
                  <c:v>1.9420726985304999</c:v>
                </c:pt>
                <c:pt idx="397">
                  <c:v>1.9482265425835099</c:v>
                </c:pt>
                <c:pt idx="398">
                  <c:v>1.9697033617717501</c:v>
                </c:pt>
                <c:pt idx="399">
                  <c:v>1.83905958973658</c:v>
                </c:pt>
                <c:pt idx="400">
                  <c:v>1.8758766974966401</c:v>
                </c:pt>
                <c:pt idx="401">
                  <c:v>1.8166913068669499</c:v>
                </c:pt>
                <c:pt idx="402">
                  <c:v>1.7261300187824</c:v>
                </c:pt>
                <c:pt idx="403">
                  <c:v>1.5872458898919199</c:v>
                </c:pt>
                <c:pt idx="404">
                  <c:v>1.4688735635536601</c:v>
                </c:pt>
                <c:pt idx="405">
                  <c:v>1.42734599731553</c:v>
                </c:pt>
                <c:pt idx="406">
                  <c:v>1.49171011772373</c:v>
                </c:pt>
                <c:pt idx="407">
                  <c:v>1.57635022360141</c:v>
                </c:pt>
                <c:pt idx="408">
                  <c:v>1.5525701877711799</c:v>
                </c:pt>
                <c:pt idx="409">
                  <c:v>1.5115791624724699</c:v>
                </c:pt>
                <c:pt idx="410">
                  <c:v>1.499562276479</c:v>
                </c:pt>
                <c:pt idx="411">
                  <c:v>1.47915512252849</c:v>
                </c:pt>
                <c:pt idx="412">
                  <c:v>1.5232380558344201</c:v>
                </c:pt>
                <c:pt idx="413">
                  <c:v>1.5613104697520199</c:v>
                </c:pt>
                <c:pt idx="414">
                  <c:v>1.53535574441241</c:v>
                </c:pt>
                <c:pt idx="415">
                  <c:v>1.5366723645204601</c:v>
                </c:pt>
                <c:pt idx="416">
                  <c:v>1.4644110425254699</c:v>
                </c:pt>
                <c:pt idx="417">
                  <c:v>1.391994617762</c:v>
                </c:pt>
                <c:pt idx="418">
                  <c:v>1.47798081459444</c:v>
                </c:pt>
                <c:pt idx="419">
                  <c:v>1.4450982327834101</c:v>
                </c:pt>
                <c:pt idx="420">
                  <c:v>1.45437644354716</c:v>
                </c:pt>
                <c:pt idx="421">
                  <c:v>1.49360986831684</c:v>
                </c:pt>
                <c:pt idx="422">
                  <c:v>1.5038414200966499</c:v>
                </c:pt>
                <c:pt idx="423">
                  <c:v>1.47858760553586</c:v>
                </c:pt>
                <c:pt idx="424">
                  <c:v>1.4950602273275799</c:v>
                </c:pt>
                <c:pt idx="425">
                  <c:v>1.4519221883818101</c:v>
                </c:pt>
                <c:pt idx="426">
                  <c:v>1.4698732904703899</c:v>
                </c:pt>
                <c:pt idx="427">
                  <c:v>1.4417056227512599</c:v>
                </c:pt>
                <c:pt idx="428">
                  <c:v>1.44802615880651</c:v>
                </c:pt>
                <c:pt idx="429">
                  <c:v>1.4987695872067599</c:v>
                </c:pt>
                <c:pt idx="430">
                  <c:v>1.51698794695451</c:v>
                </c:pt>
                <c:pt idx="431">
                  <c:v>1.5682715723984699</c:v>
                </c:pt>
                <c:pt idx="432">
                  <c:v>1.57651703626982</c:v>
                </c:pt>
                <c:pt idx="433">
                  <c:v>1.55795371287394</c:v>
                </c:pt>
                <c:pt idx="434">
                  <c:v>1.59763883771823</c:v>
                </c:pt>
                <c:pt idx="435">
                  <c:v>1.62170584587667</c:v>
                </c:pt>
                <c:pt idx="436">
                  <c:v>1.6229679023318</c:v>
                </c:pt>
                <c:pt idx="437">
                  <c:v>1.6467077320883701</c:v>
                </c:pt>
                <c:pt idx="438">
                  <c:v>1.5650030781688</c:v>
                </c:pt>
                <c:pt idx="439">
                  <c:v>1.6087626391846099</c:v>
                </c:pt>
                <c:pt idx="440">
                  <c:v>1.63978946939909</c:v>
                </c:pt>
                <c:pt idx="441">
                  <c:v>1.64698042305172</c:v>
                </c:pt>
                <c:pt idx="442">
                  <c:v>1.6532948913020999</c:v>
                </c:pt>
                <c:pt idx="443">
                  <c:v>1.61800453221314</c:v>
                </c:pt>
                <c:pt idx="444">
                  <c:v>1.6260729767592801</c:v>
                </c:pt>
                <c:pt idx="445">
                  <c:v>1.6254568718120599</c:v>
                </c:pt>
                <c:pt idx="446">
                  <c:v>1.5939059906888899</c:v>
                </c:pt>
                <c:pt idx="447">
                  <c:v>1.58932777433092</c:v>
                </c:pt>
                <c:pt idx="448">
                  <c:v>1.6662039656572301</c:v>
                </c:pt>
                <c:pt idx="449">
                  <c:v>1.6802780334229499</c:v>
                </c:pt>
                <c:pt idx="450">
                  <c:v>1.7206039635613599</c:v>
                </c:pt>
                <c:pt idx="451">
                  <c:v>1.74612014390029</c:v>
                </c:pt>
                <c:pt idx="452">
                  <c:v>1.74837625607645</c:v>
                </c:pt>
                <c:pt idx="453">
                  <c:v>1.76514476224445</c:v>
                </c:pt>
                <c:pt idx="454">
                  <c:v>1.7560249926806699</c:v>
                </c:pt>
                <c:pt idx="455">
                  <c:v>1.7302760840065801</c:v>
                </c:pt>
                <c:pt idx="456">
                  <c:v>1.75238202417263</c:v>
                </c:pt>
                <c:pt idx="457">
                  <c:v>1.7409372981034299</c:v>
                </c:pt>
                <c:pt idx="458">
                  <c:v>1.7156786514756801</c:v>
                </c:pt>
                <c:pt idx="459">
                  <c:v>1.75193333984268</c:v>
                </c:pt>
                <c:pt idx="460">
                  <c:v>1.76291928965379</c:v>
                </c:pt>
                <c:pt idx="461">
                  <c:v>1.75074825017754</c:v>
                </c:pt>
                <c:pt idx="462">
                  <c:v>1.7578348943653599</c:v>
                </c:pt>
                <c:pt idx="463">
                  <c:v>1.7794385851580099</c:v>
                </c:pt>
                <c:pt idx="464">
                  <c:v>1.76666786844903</c:v>
                </c:pt>
                <c:pt idx="465">
                  <c:v>1.6597581632324301</c:v>
                </c:pt>
                <c:pt idx="466">
                  <c:v>1.6610895404914701</c:v>
                </c:pt>
                <c:pt idx="467">
                  <c:v>1.66556425089659</c:v>
                </c:pt>
                <c:pt idx="468">
                  <c:v>1.6801503795833299</c:v>
                </c:pt>
                <c:pt idx="469">
                  <c:v>1.7078103034676499</c:v>
                </c:pt>
                <c:pt idx="470">
                  <c:v>1.6865341803691201</c:v>
                </c:pt>
                <c:pt idx="471">
                  <c:v>1.7004060858831</c:v>
                </c:pt>
                <c:pt idx="472">
                  <c:v>1.6669158036004199</c:v>
                </c:pt>
                <c:pt idx="473">
                  <c:v>1.6641009593245499</c:v>
                </c:pt>
                <c:pt idx="474">
                  <c:v>1.6619154723273499</c:v>
                </c:pt>
                <c:pt idx="475">
                  <c:v>1.65059035950778</c:v>
                </c:pt>
                <c:pt idx="476">
                  <c:v>1.6884501687979101</c:v>
                </c:pt>
                <c:pt idx="477">
                  <c:v>1.69542407201026</c:v>
                </c:pt>
                <c:pt idx="478">
                  <c:v>1.6986006332376899</c:v>
                </c:pt>
                <c:pt idx="479">
                  <c:v>1.7364697151465001</c:v>
                </c:pt>
                <c:pt idx="480">
                  <c:v>1.73001869363495</c:v>
                </c:pt>
                <c:pt idx="481">
                  <c:v>1.75476255225347</c:v>
                </c:pt>
                <c:pt idx="482">
                  <c:v>1.7647240412477401</c:v>
                </c:pt>
                <c:pt idx="483">
                  <c:v>1.7472319919027</c:v>
                </c:pt>
                <c:pt idx="484">
                  <c:v>1.73444537838283</c:v>
                </c:pt>
                <c:pt idx="485">
                  <c:v>1.7415956796402201</c:v>
                </c:pt>
                <c:pt idx="486">
                  <c:v>1.6997376375222599</c:v>
                </c:pt>
                <c:pt idx="487">
                  <c:v>1.71128763778496</c:v>
                </c:pt>
                <c:pt idx="488">
                  <c:v>1.72040404187073</c:v>
                </c:pt>
                <c:pt idx="489">
                  <c:v>1.6992729538756399</c:v>
                </c:pt>
                <c:pt idx="490">
                  <c:v>1.56251405231735</c:v>
                </c:pt>
                <c:pt idx="491">
                  <c:v>1.5455886125815499</c:v>
                </c:pt>
                <c:pt idx="492">
                  <c:v>1.58258880303154</c:v>
                </c:pt>
                <c:pt idx="493">
                  <c:v>1.45286965832528</c:v>
                </c:pt>
                <c:pt idx="494">
                  <c:v>1.47649303592706</c:v>
                </c:pt>
                <c:pt idx="495">
                  <c:v>1.3827361730447001</c:v>
                </c:pt>
                <c:pt idx="496">
                  <c:v>1.3916640060576599</c:v>
                </c:pt>
                <c:pt idx="497">
                  <c:v>1.34815412258138</c:v>
                </c:pt>
                <c:pt idx="498">
                  <c:v>1.3923539279258801</c:v>
                </c:pt>
                <c:pt idx="499">
                  <c:v>1.3427957290186801</c:v>
                </c:pt>
                <c:pt idx="500">
                  <c:v>1.3597872514134299</c:v>
                </c:pt>
                <c:pt idx="501">
                  <c:v>1.40754744246339</c:v>
                </c:pt>
                <c:pt idx="502">
                  <c:v>1.3909738358914701</c:v>
                </c:pt>
                <c:pt idx="503">
                  <c:v>1.33530930017283</c:v>
                </c:pt>
                <c:pt idx="504">
                  <c:v>1.3524411523063</c:v>
                </c:pt>
                <c:pt idx="505">
                  <c:v>1.3641592142451999</c:v>
                </c:pt>
                <c:pt idx="506">
                  <c:v>1.2663149969813099</c:v>
                </c:pt>
                <c:pt idx="507">
                  <c:v>1.2533519603764101</c:v>
                </c:pt>
                <c:pt idx="508">
                  <c:v>1.20425977980266</c:v>
                </c:pt>
                <c:pt idx="509">
                  <c:v>1.2500545123651701</c:v>
                </c:pt>
                <c:pt idx="510">
                  <c:v>1.2337567876634099</c:v>
                </c:pt>
                <c:pt idx="511">
                  <c:v>1.26952545327191</c:v>
                </c:pt>
                <c:pt idx="512">
                  <c:v>1.2706477589426399</c:v>
                </c:pt>
                <c:pt idx="513">
                  <c:v>1.2917519465284799</c:v>
                </c:pt>
                <c:pt idx="514">
                  <c:v>1.2791730118436999</c:v>
                </c:pt>
                <c:pt idx="515">
                  <c:v>1.27694710966481</c:v>
                </c:pt>
                <c:pt idx="516">
                  <c:v>1.32396224570244</c:v>
                </c:pt>
                <c:pt idx="517">
                  <c:v>1.3395899023397699</c:v>
                </c:pt>
                <c:pt idx="518">
                  <c:v>1.3371653208949199</c:v>
                </c:pt>
                <c:pt idx="519">
                  <c:v>1.34026930665559</c:v>
                </c:pt>
                <c:pt idx="520">
                  <c:v>1.3693871936050901</c:v>
                </c:pt>
                <c:pt idx="521">
                  <c:v>1.35962383293434</c:v>
                </c:pt>
                <c:pt idx="522">
                  <c:v>1.36646507034177</c:v>
                </c:pt>
                <c:pt idx="523">
                  <c:v>1.26898060571653</c:v>
                </c:pt>
                <c:pt idx="524">
                  <c:v>1.2762557234110601</c:v>
                </c:pt>
                <c:pt idx="525">
                  <c:v>1.22046862783401</c:v>
                </c:pt>
                <c:pt idx="526">
                  <c:v>1.2479935142280001</c:v>
                </c:pt>
                <c:pt idx="527">
                  <c:v>1.30790193426563</c:v>
                </c:pt>
                <c:pt idx="528">
                  <c:v>1.3085675750183301</c:v>
                </c:pt>
                <c:pt idx="529">
                  <c:v>1.2888121607279099</c:v>
                </c:pt>
                <c:pt idx="530">
                  <c:v>1.3093105433174399</c:v>
                </c:pt>
                <c:pt idx="531">
                  <c:v>1.3102052352621101</c:v>
                </c:pt>
                <c:pt idx="532">
                  <c:v>1.2828208069965501</c:v>
                </c:pt>
                <c:pt idx="533">
                  <c:v>1.26063541238174</c:v>
                </c:pt>
                <c:pt idx="534">
                  <c:v>1.2577285157007101</c:v>
                </c:pt>
                <c:pt idx="535">
                  <c:v>1.29365854335343</c:v>
                </c:pt>
                <c:pt idx="536">
                  <c:v>1.28688946087763</c:v>
                </c:pt>
                <c:pt idx="537">
                  <c:v>1.2770048419551201</c:v>
                </c:pt>
                <c:pt idx="538">
                  <c:v>1.3102123427988599</c:v>
                </c:pt>
                <c:pt idx="539">
                  <c:v>1.34843748629493</c:v>
                </c:pt>
                <c:pt idx="540">
                  <c:v>1.3840702874491899</c:v>
                </c:pt>
                <c:pt idx="541">
                  <c:v>1.3770429664913699</c:v>
                </c:pt>
                <c:pt idx="542">
                  <c:v>1.3863042445029099</c:v>
                </c:pt>
                <c:pt idx="543">
                  <c:v>1.3643605615024801</c:v>
                </c:pt>
                <c:pt idx="544">
                  <c:v>1.3717849801383699</c:v>
                </c:pt>
                <c:pt idx="545">
                  <c:v>1.3626417580052601</c:v>
                </c:pt>
                <c:pt idx="546">
                  <c:v>1.3413641368334599</c:v>
                </c:pt>
                <c:pt idx="547">
                  <c:v>1.3835036358953801</c:v>
                </c:pt>
                <c:pt idx="548">
                  <c:v>1.3861402064272701</c:v>
                </c:pt>
                <c:pt idx="549">
                  <c:v>1.3809428310463701</c:v>
                </c:pt>
                <c:pt idx="550">
                  <c:v>1.4111526842470199</c:v>
                </c:pt>
                <c:pt idx="551">
                  <c:v>1.4121373681342999</c:v>
                </c:pt>
                <c:pt idx="552">
                  <c:v>1.3899242458819601</c:v>
                </c:pt>
                <c:pt idx="553">
                  <c:v>1.3764363015948899</c:v>
                </c:pt>
                <c:pt idx="554">
                  <c:v>1.40195887179228</c:v>
                </c:pt>
                <c:pt idx="555">
                  <c:v>1.39238824931384</c:v>
                </c:pt>
                <c:pt idx="556">
                  <c:v>1.41264200628003</c:v>
                </c:pt>
                <c:pt idx="557">
                  <c:v>1.4219844419873899</c:v>
                </c:pt>
                <c:pt idx="558">
                  <c:v>1.41737902449244</c:v>
                </c:pt>
                <c:pt idx="559">
                  <c:v>1.3973285242375599</c:v>
                </c:pt>
                <c:pt idx="560">
                  <c:v>1.4011196468457301</c:v>
                </c:pt>
                <c:pt idx="561">
                  <c:v>1.35036793799827</c:v>
                </c:pt>
                <c:pt idx="562">
                  <c:v>1.33652222405538</c:v>
                </c:pt>
                <c:pt idx="563">
                  <c:v>1.3435453996571201</c:v>
                </c:pt>
                <c:pt idx="564">
                  <c:v>1.3366803978670001</c:v>
                </c:pt>
                <c:pt idx="565">
                  <c:v>1.34848334500671</c:v>
                </c:pt>
                <c:pt idx="566">
                  <c:v>1.34206929014609</c:v>
                </c:pt>
                <c:pt idx="567">
                  <c:v>1.33861569212647</c:v>
                </c:pt>
                <c:pt idx="568">
                  <c:v>1.3369008244810501</c:v>
                </c:pt>
                <c:pt idx="569">
                  <c:v>1.3717933520672101</c:v>
                </c:pt>
                <c:pt idx="570">
                  <c:v>1.37144116055321</c:v>
                </c:pt>
                <c:pt idx="571">
                  <c:v>1.3774997602819501</c:v>
                </c:pt>
                <c:pt idx="572">
                  <c:v>1.3310155496084199</c:v>
                </c:pt>
                <c:pt idx="573">
                  <c:v>1.28904036679955</c:v>
                </c:pt>
                <c:pt idx="574">
                  <c:v>1.28992957542747</c:v>
                </c:pt>
                <c:pt idx="575">
                  <c:v>1.2903774609003</c:v>
                </c:pt>
                <c:pt idx="576">
                  <c:v>1.2913950877651501</c:v>
                </c:pt>
                <c:pt idx="577">
                  <c:v>1.2862110223868899</c:v>
                </c:pt>
                <c:pt idx="578">
                  <c:v>1.30212484959333</c:v>
                </c:pt>
                <c:pt idx="579">
                  <c:v>1.30071911464185</c:v>
                </c:pt>
                <c:pt idx="580">
                  <c:v>1.2743692985266499</c:v>
                </c:pt>
                <c:pt idx="581">
                  <c:v>1.27741862787385</c:v>
                </c:pt>
                <c:pt idx="582">
                  <c:v>1.28747713297841</c:v>
                </c:pt>
                <c:pt idx="583">
                  <c:v>1.2996991210901101</c:v>
                </c:pt>
                <c:pt idx="584">
                  <c:v>1.2867108303702</c:v>
                </c:pt>
                <c:pt idx="585">
                  <c:v>1.2815218964192101</c:v>
                </c:pt>
                <c:pt idx="586">
                  <c:v>1.2851978740244301</c:v>
                </c:pt>
                <c:pt idx="587">
                  <c:v>1.2833466932834501</c:v>
                </c:pt>
                <c:pt idx="588">
                  <c:v>1.27807287135312</c:v>
                </c:pt>
                <c:pt idx="589">
                  <c:v>1.3300656927113701</c:v>
                </c:pt>
                <c:pt idx="590">
                  <c:v>1.33429197214221</c:v>
                </c:pt>
                <c:pt idx="591">
                  <c:v>1.3422085539575801</c:v>
                </c:pt>
                <c:pt idx="592">
                  <c:v>1.3486589238092099</c:v>
                </c:pt>
                <c:pt idx="593">
                  <c:v>1.3500509441670201</c:v>
                </c:pt>
                <c:pt idx="594">
                  <c:v>1.34845571252041</c:v>
                </c:pt>
                <c:pt idx="595">
                  <c:v>1.3449645363648</c:v>
                </c:pt>
                <c:pt idx="596">
                  <c:v>1.2897981327065999</c:v>
                </c:pt>
                <c:pt idx="597">
                  <c:v>1.2915672151469699</c:v>
                </c:pt>
                <c:pt idx="598">
                  <c:v>1.32325369513202</c:v>
                </c:pt>
                <c:pt idx="599">
                  <c:v>1.3152246692640299</c:v>
                </c:pt>
                <c:pt idx="600">
                  <c:v>1.3233868108985001</c:v>
                </c:pt>
                <c:pt idx="601">
                  <c:v>1.32319030607315</c:v>
                </c:pt>
                <c:pt idx="602">
                  <c:v>1.313362276333</c:v>
                </c:pt>
                <c:pt idx="603">
                  <c:v>1.33019036310174</c:v>
                </c:pt>
                <c:pt idx="604">
                  <c:v>1.32377931419811</c:v>
                </c:pt>
                <c:pt idx="605">
                  <c:v>1.30866456134315</c:v>
                </c:pt>
                <c:pt idx="606">
                  <c:v>1.33474011295287</c:v>
                </c:pt>
                <c:pt idx="607">
                  <c:v>1.34672231407687</c:v>
                </c:pt>
                <c:pt idx="608">
                  <c:v>1.3512749115561999</c:v>
                </c:pt>
                <c:pt idx="609">
                  <c:v>1.35242430715795</c:v>
                </c:pt>
                <c:pt idx="610">
                  <c:v>1.3498631182130501</c:v>
                </c:pt>
                <c:pt idx="611">
                  <c:v>1.3752439903534901</c:v>
                </c:pt>
                <c:pt idx="612">
                  <c:v>1.3819271707207501</c:v>
                </c:pt>
                <c:pt idx="613">
                  <c:v>1.3877609898294301</c:v>
                </c:pt>
                <c:pt idx="614">
                  <c:v>1.3888028189191499</c:v>
                </c:pt>
                <c:pt idx="615">
                  <c:v>1.3840271387033001</c:v>
                </c:pt>
                <c:pt idx="616">
                  <c:v>1.3867259382538299</c:v>
                </c:pt>
                <c:pt idx="617">
                  <c:v>1.4121336090846099</c:v>
                </c:pt>
                <c:pt idx="618">
                  <c:v>1.4236215214132</c:v>
                </c:pt>
                <c:pt idx="619">
                  <c:v>1.4226095330395401</c:v>
                </c:pt>
                <c:pt idx="620">
                  <c:v>1.4204850580486901</c:v>
                </c:pt>
                <c:pt idx="621">
                  <c:v>1.41324364635996</c:v>
                </c:pt>
                <c:pt idx="622">
                  <c:v>1.4138737355214801</c:v>
                </c:pt>
                <c:pt idx="623">
                  <c:v>1.4118619242315</c:v>
                </c:pt>
                <c:pt idx="624">
                  <c:v>1.4173856469052499</c:v>
                </c:pt>
                <c:pt idx="625">
                  <c:v>1.40362932521534</c:v>
                </c:pt>
                <c:pt idx="626">
                  <c:v>1.4042014185380001</c:v>
                </c:pt>
                <c:pt idx="627">
                  <c:v>1.42180507538028</c:v>
                </c:pt>
                <c:pt idx="628">
                  <c:v>1.37564864195612</c:v>
                </c:pt>
                <c:pt idx="629">
                  <c:v>1.3778750926552701</c:v>
                </c:pt>
                <c:pt idx="630">
                  <c:v>1.3695008026865201</c:v>
                </c:pt>
                <c:pt idx="631">
                  <c:v>1.35227816936151</c:v>
                </c:pt>
                <c:pt idx="632">
                  <c:v>1.3623497780521101</c:v>
                </c:pt>
                <c:pt idx="633">
                  <c:v>1.3664429525519299</c:v>
                </c:pt>
                <c:pt idx="634">
                  <c:v>1.37215430694048</c:v>
                </c:pt>
                <c:pt idx="635">
                  <c:v>1.36736972861805</c:v>
                </c:pt>
                <c:pt idx="636">
                  <c:v>1.3837238506245599</c:v>
                </c:pt>
                <c:pt idx="637">
                  <c:v>1.3949942281008401</c:v>
                </c:pt>
                <c:pt idx="638">
                  <c:v>1.39121223921074</c:v>
                </c:pt>
                <c:pt idx="639">
                  <c:v>1.3767715132904701</c:v>
                </c:pt>
                <c:pt idx="640">
                  <c:v>1.39517250888586</c:v>
                </c:pt>
                <c:pt idx="641">
                  <c:v>1.4316649334378899</c:v>
                </c:pt>
                <c:pt idx="642">
                  <c:v>1.43472820775982</c:v>
                </c:pt>
                <c:pt idx="643">
                  <c:v>1.4357426669000299</c:v>
                </c:pt>
                <c:pt idx="644">
                  <c:v>1.4339032244152701</c:v>
                </c:pt>
                <c:pt idx="645">
                  <c:v>1.4351028230160601</c:v>
                </c:pt>
                <c:pt idx="646">
                  <c:v>1.41973182015526</c:v>
                </c:pt>
                <c:pt idx="647">
                  <c:v>1.4199792625940799</c:v>
                </c:pt>
                <c:pt idx="648">
                  <c:v>1.4203753932193299</c:v>
                </c:pt>
                <c:pt idx="649">
                  <c:v>1.4093842226639099</c:v>
                </c:pt>
                <c:pt idx="650">
                  <c:v>1.41130796428378</c:v>
                </c:pt>
                <c:pt idx="651">
                  <c:v>1.41274706753416</c:v>
                </c:pt>
                <c:pt idx="652">
                  <c:v>1.4127700170711801</c:v>
                </c:pt>
                <c:pt idx="653">
                  <c:v>1.4154866916350299</c:v>
                </c:pt>
                <c:pt idx="654">
                  <c:v>1.4039182426173</c:v>
                </c:pt>
                <c:pt idx="655">
                  <c:v>1.4020468208426899</c:v>
                </c:pt>
                <c:pt idx="656">
                  <c:v>1.4073511314584899</c:v>
                </c:pt>
                <c:pt idx="657">
                  <c:v>1.4230105485244999</c:v>
                </c:pt>
                <c:pt idx="658">
                  <c:v>1.4210150403603701</c:v>
                </c:pt>
                <c:pt idx="659">
                  <c:v>1.42278672980093</c:v>
                </c:pt>
                <c:pt idx="660">
                  <c:v>1.4125439999315501</c:v>
                </c:pt>
                <c:pt idx="661">
                  <c:v>1.3790373684277399</c:v>
                </c:pt>
                <c:pt idx="662">
                  <c:v>1.38264179357523</c:v>
                </c:pt>
                <c:pt idx="663">
                  <c:v>1.3755424938712899</c:v>
                </c:pt>
                <c:pt idx="664">
                  <c:v>1.3872155494478799</c:v>
                </c:pt>
                <c:pt idx="665">
                  <c:v>1.3851569760220499</c:v>
                </c:pt>
                <c:pt idx="666">
                  <c:v>1.3876024350362799</c:v>
                </c:pt>
                <c:pt idx="667">
                  <c:v>1.39452382301817</c:v>
                </c:pt>
                <c:pt idx="668">
                  <c:v>1.3894217281841299</c:v>
                </c:pt>
                <c:pt idx="669">
                  <c:v>1.36308584625553</c:v>
                </c:pt>
                <c:pt idx="670">
                  <c:v>1.3722160117338</c:v>
                </c:pt>
                <c:pt idx="671">
                  <c:v>1.3696194279759499</c:v>
                </c:pt>
                <c:pt idx="672">
                  <c:v>1.37351233138774</c:v>
                </c:pt>
                <c:pt idx="673">
                  <c:v>1.3788561594011099</c:v>
                </c:pt>
                <c:pt idx="674">
                  <c:v>1.4016213243712401</c:v>
                </c:pt>
                <c:pt idx="675">
                  <c:v>1.40951465650588</c:v>
                </c:pt>
                <c:pt idx="676">
                  <c:v>1.40745380324262</c:v>
                </c:pt>
                <c:pt idx="677">
                  <c:v>1.4086522957646499</c:v>
                </c:pt>
                <c:pt idx="678">
                  <c:v>1.40727909955718</c:v>
                </c:pt>
                <c:pt idx="679">
                  <c:v>1.39657714334001</c:v>
                </c:pt>
                <c:pt idx="680">
                  <c:v>1.41571901661882</c:v>
                </c:pt>
                <c:pt idx="681">
                  <c:v>1.4130570106618401</c:v>
                </c:pt>
                <c:pt idx="682">
                  <c:v>1.41520010248696</c:v>
                </c:pt>
                <c:pt idx="683">
                  <c:v>1.4125954953078299</c:v>
                </c:pt>
                <c:pt idx="684">
                  <c:v>1.42823435851578</c:v>
                </c:pt>
                <c:pt idx="685">
                  <c:v>1.4310254351310601</c:v>
                </c:pt>
                <c:pt idx="686">
                  <c:v>1.4234836709715699</c:v>
                </c:pt>
                <c:pt idx="687">
                  <c:v>1.4201699516933399</c:v>
                </c:pt>
                <c:pt idx="688">
                  <c:v>1.41195309504491</c:v>
                </c:pt>
                <c:pt idx="689">
                  <c:v>1.4104748025418401</c:v>
                </c:pt>
                <c:pt idx="690">
                  <c:v>1.42085962112666</c:v>
                </c:pt>
                <c:pt idx="691">
                  <c:v>1.4101017322007301</c:v>
                </c:pt>
                <c:pt idx="692">
                  <c:v>1.4184759632744699</c:v>
                </c:pt>
                <c:pt idx="693">
                  <c:v>1.4129399182014899</c:v>
                </c:pt>
                <c:pt idx="694">
                  <c:v>1.4152996199380301</c:v>
                </c:pt>
                <c:pt idx="695">
                  <c:v>1.4219935549215701</c:v>
                </c:pt>
                <c:pt idx="696">
                  <c:v>1.4115500491208699</c:v>
                </c:pt>
                <c:pt idx="697">
                  <c:v>1.42891992860953</c:v>
                </c:pt>
                <c:pt idx="698">
                  <c:v>1.4414204202843099</c:v>
                </c:pt>
                <c:pt idx="699">
                  <c:v>1.4478692890035101</c:v>
                </c:pt>
                <c:pt idx="700">
                  <c:v>1.4512713404514199</c:v>
                </c:pt>
                <c:pt idx="701">
                  <c:v>1.4526376510485499</c:v>
                </c:pt>
                <c:pt idx="702">
                  <c:v>1.4517497252407201</c:v>
                </c:pt>
                <c:pt idx="703">
                  <c:v>1.44258785845175</c:v>
                </c:pt>
                <c:pt idx="704">
                  <c:v>1.4468469815624401</c:v>
                </c:pt>
                <c:pt idx="705">
                  <c:v>1.45793330148386</c:v>
                </c:pt>
                <c:pt idx="706">
                  <c:v>1.45354861767296</c:v>
                </c:pt>
                <c:pt idx="707">
                  <c:v>1.4540694987781799</c:v>
                </c:pt>
                <c:pt idx="708">
                  <c:v>1.4618801724475401</c:v>
                </c:pt>
                <c:pt idx="709">
                  <c:v>1.4669382597955201</c:v>
                </c:pt>
                <c:pt idx="710">
                  <c:v>1.46508126187442</c:v>
                </c:pt>
                <c:pt idx="711">
                  <c:v>1.4558973047264201</c:v>
                </c:pt>
                <c:pt idx="712">
                  <c:v>1.46659886584919</c:v>
                </c:pt>
                <c:pt idx="713">
                  <c:v>1.4482510915459501</c:v>
                </c:pt>
                <c:pt idx="714">
                  <c:v>1.4352387782704199</c:v>
                </c:pt>
                <c:pt idx="715">
                  <c:v>1.43332262956904</c:v>
                </c:pt>
                <c:pt idx="716">
                  <c:v>1.4447734064411399</c:v>
                </c:pt>
                <c:pt idx="717">
                  <c:v>1.4379250386360101</c:v>
                </c:pt>
                <c:pt idx="718">
                  <c:v>1.4372031079933301</c:v>
                </c:pt>
                <c:pt idx="719">
                  <c:v>1.3867940464658699</c:v>
                </c:pt>
                <c:pt idx="720">
                  <c:v>1.3927467569773899</c:v>
                </c:pt>
                <c:pt idx="721">
                  <c:v>1.38153106403499</c:v>
                </c:pt>
                <c:pt idx="722">
                  <c:v>1.3824603115824601</c:v>
                </c:pt>
                <c:pt idx="723">
                  <c:v>1.3891080003135701</c:v>
                </c:pt>
                <c:pt idx="724">
                  <c:v>1.3845948151091501</c:v>
                </c:pt>
                <c:pt idx="725">
                  <c:v>1.3792839695729699</c:v>
                </c:pt>
                <c:pt idx="726">
                  <c:v>1.39296741149189</c:v>
                </c:pt>
                <c:pt idx="727">
                  <c:v>1.39117492685085</c:v>
                </c:pt>
                <c:pt idx="728">
                  <c:v>1.37787391977114</c:v>
                </c:pt>
                <c:pt idx="729">
                  <c:v>1.3809769799837699</c:v>
                </c:pt>
                <c:pt idx="730">
                  <c:v>1.37860025507447</c:v>
                </c:pt>
                <c:pt idx="731">
                  <c:v>1.3725408808859201</c:v>
                </c:pt>
                <c:pt idx="732">
                  <c:v>1.36961390304314</c:v>
                </c:pt>
                <c:pt idx="733">
                  <c:v>1.37270316799712</c:v>
                </c:pt>
                <c:pt idx="734">
                  <c:v>1.3840324427655999</c:v>
                </c:pt>
                <c:pt idx="735">
                  <c:v>1.3964912890510901</c:v>
                </c:pt>
                <c:pt idx="736">
                  <c:v>1.3960656545410799</c:v>
                </c:pt>
                <c:pt idx="737">
                  <c:v>1.3876223621088</c:v>
                </c:pt>
                <c:pt idx="738">
                  <c:v>1.3952015240403199</c:v>
                </c:pt>
                <c:pt idx="739">
                  <c:v>1.39119976922974</c:v>
                </c:pt>
                <c:pt idx="740">
                  <c:v>1.37913336806158</c:v>
                </c:pt>
                <c:pt idx="741">
                  <c:v>1.36850536354796</c:v>
                </c:pt>
                <c:pt idx="742">
                  <c:v>1.3596715405501201</c:v>
                </c:pt>
                <c:pt idx="743">
                  <c:v>1.3421407305984401</c:v>
                </c:pt>
                <c:pt idx="744">
                  <c:v>1.34929648838389</c:v>
                </c:pt>
                <c:pt idx="745">
                  <c:v>1.3479472002571899</c:v>
                </c:pt>
                <c:pt idx="746">
                  <c:v>1.34190517835859</c:v>
                </c:pt>
                <c:pt idx="747">
                  <c:v>1.3563490805507099</c:v>
                </c:pt>
                <c:pt idx="748">
                  <c:v>1.3648961110159801</c:v>
                </c:pt>
                <c:pt idx="749">
                  <c:v>1.3624124817275001</c:v>
                </c:pt>
                <c:pt idx="750">
                  <c:v>1.36667753498328</c:v>
                </c:pt>
                <c:pt idx="751">
                  <c:v>1.3745196813052301</c:v>
                </c:pt>
                <c:pt idx="752">
                  <c:v>1.3684015569814001</c:v>
                </c:pt>
                <c:pt idx="753">
                  <c:v>1.3758779252397999</c:v>
                </c:pt>
                <c:pt idx="754">
                  <c:v>1.3748244784719399</c:v>
                </c:pt>
                <c:pt idx="755">
                  <c:v>1.3825468609296401</c:v>
                </c:pt>
                <c:pt idx="756">
                  <c:v>1.38937188704642</c:v>
                </c:pt>
                <c:pt idx="757">
                  <c:v>1.39336434390293</c:v>
                </c:pt>
                <c:pt idx="758">
                  <c:v>1.40131658845929</c:v>
                </c:pt>
                <c:pt idx="759">
                  <c:v>1.4030531086440099</c:v>
                </c:pt>
                <c:pt idx="760">
                  <c:v>1.3921069221816</c:v>
                </c:pt>
                <c:pt idx="761">
                  <c:v>1.4007068945422001</c:v>
                </c:pt>
                <c:pt idx="762">
                  <c:v>1.3912766287909799</c:v>
                </c:pt>
                <c:pt idx="763">
                  <c:v>1.4093922615005301</c:v>
                </c:pt>
                <c:pt idx="764">
                  <c:v>1.4183100223741401</c:v>
                </c:pt>
                <c:pt idx="765">
                  <c:v>1.4237745748816699</c:v>
                </c:pt>
                <c:pt idx="766">
                  <c:v>1.4215602221024399</c:v>
                </c:pt>
                <c:pt idx="767">
                  <c:v>1.4241744777073699</c:v>
                </c:pt>
                <c:pt idx="768">
                  <c:v>1.4136374387405399</c:v>
                </c:pt>
                <c:pt idx="769">
                  <c:v>1.42008131132747</c:v>
                </c:pt>
                <c:pt idx="770">
                  <c:v>1.4234729914864801</c:v>
                </c:pt>
                <c:pt idx="771">
                  <c:v>1.41487737984923</c:v>
                </c:pt>
                <c:pt idx="772">
                  <c:v>1.4139904478860901</c:v>
                </c:pt>
                <c:pt idx="773">
                  <c:v>1.4254862884434301</c:v>
                </c:pt>
                <c:pt idx="774">
                  <c:v>1.42707354228426</c:v>
                </c:pt>
                <c:pt idx="775">
                  <c:v>1.4221609067563199</c:v>
                </c:pt>
                <c:pt idx="776">
                  <c:v>1.41007840082674</c:v>
                </c:pt>
                <c:pt idx="777">
                  <c:v>1.41159234106583</c:v>
                </c:pt>
                <c:pt idx="778">
                  <c:v>1.4237758474672</c:v>
                </c:pt>
                <c:pt idx="779">
                  <c:v>1.42262286395122</c:v>
                </c:pt>
                <c:pt idx="780">
                  <c:v>1.4233839506414601</c:v>
                </c:pt>
                <c:pt idx="781">
                  <c:v>1.4339017881727101</c:v>
                </c:pt>
                <c:pt idx="782">
                  <c:v>1.4197757751704601</c:v>
                </c:pt>
                <c:pt idx="783">
                  <c:v>1.4223277150672899</c:v>
                </c:pt>
                <c:pt idx="784">
                  <c:v>1.42726837927223</c:v>
                </c:pt>
                <c:pt idx="785">
                  <c:v>1.4225647201172</c:v>
                </c:pt>
                <c:pt idx="786">
                  <c:v>1.4251023429838401</c:v>
                </c:pt>
                <c:pt idx="787">
                  <c:v>1.4341343798314701</c:v>
                </c:pt>
                <c:pt idx="788">
                  <c:v>1.4290843201341601</c:v>
                </c:pt>
                <c:pt idx="789">
                  <c:v>1.42488334099874</c:v>
                </c:pt>
                <c:pt idx="790">
                  <c:v>1.42275638291613</c:v>
                </c:pt>
                <c:pt idx="791">
                  <c:v>1.40521228035673</c:v>
                </c:pt>
                <c:pt idx="792">
                  <c:v>1.4119187650114999</c:v>
                </c:pt>
                <c:pt idx="793">
                  <c:v>1.4394989433485501</c:v>
                </c:pt>
                <c:pt idx="794">
                  <c:v>1.4440620033212399</c:v>
                </c:pt>
                <c:pt idx="795">
                  <c:v>1.44848540100622</c:v>
                </c:pt>
                <c:pt idx="796">
                  <c:v>1.44416850363345</c:v>
                </c:pt>
                <c:pt idx="797">
                  <c:v>1.4536421313838399</c:v>
                </c:pt>
                <c:pt idx="798">
                  <c:v>1.4473139195475</c:v>
                </c:pt>
                <c:pt idx="799">
                  <c:v>1.45168046290996</c:v>
                </c:pt>
                <c:pt idx="800">
                  <c:v>1.4354328044253699</c:v>
                </c:pt>
                <c:pt idx="801">
                  <c:v>1.42506390741277</c:v>
                </c:pt>
                <c:pt idx="802">
                  <c:v>1.4189339698962999</c:v>
                </c:pt>
                <c:pt idx="803">
                  <c:v>1.40742978562833</c:v>
                </c:pt>
                <c:pt idx="804">
                  <c:v>1.4095739688465301</c:v>
                </c:pt>
                <c:pt idx="805">
                  <c:v>1.4059267218394</c:v>
                </c:pt>
                <c:pt idx="806">
                  <c:v>1.3792806342930599</c:v>
                </c:pt>
                <c:pt idx="807">
                  <c:v>1.3826942914251299</c:v>
                </c:pt>
                <c:pt idx="808">
                  <c:v>1.38479220113388</c:v>
                </c:pt>
                <c:pt idx="809">
                  <c:v>1.3864365999021</c:v>
                </c:pt>
                <c:pt idx="810">
                  <c:v>1.3887227637273001</c:v>
                </c:pt>
                <c:pt idx="811">
                  <c:v>1.38755739949571</c:v>
                </c:pt>
                <c:pt idx="812">
                  <c:v>1.38114314243668</c:v>
                </c:pt>
                <c:pt idx="813">
                  <c:v>1.37581005153081</c:v>
                </c:pt>
                <c:pt idx="814">
                  <c:v>1.3596163469333999</c:v>
                </c:pt>
                <c:pt idx="815">
                  <c:v>1.3387120340040699</c:v>
                </c:pt>
                <c:pt idx="816">
                  <c:v>1.34264945226291</c:v>
                </c:pt>
                <c:pt idx="817">
                  <c:v>1.3230088658435399</c:v>
                </c:pt>
                <c:pt idx="818">
                  <c:v>1.3245029091645999</c:v>
                </c:pt>
                <c:pt idx="819">
                  <c:v>1.3266552187808001</c:v>
                </c:pt>
                <c:pt idx="820">
                  <c:v>1.3311312988742099</c:v>
                </c:pt>
                <c:pt idx="821">
                  <c:v>1.3518460413235001</c:v>
                </c:pt>
                <c:pt idx="822">
                  <c:v>1.35237076067044</c:v>
                </c:pt>
                <c:pt idx="823">
                  <c:v>1.3438600687056399</c:v>
                </c:pt>
                <c:pt idx="824">
                  <c:v>1.34449256901195</c:v>
                </c:pt>
                <c:pt idx="825">
                  <c:v>1.3338892384176999</c:v>
                </c:pt>
                <c:pt idx="826">
                  <c:v>1.3177983689842701</c:v>
                </c:pt>
                <c:pt idx="827">
                  <c:v>1.32210675112997</c:v>
                </c:pt>
                <c:pt idx="828">
                  <c:v>1.3361046554826601</c:v>
                </c:pt>
                <c:pt idx="829">
                  <c:v>1.3339667090470499</c:v>
                </c:pt>
                <c:pt idx="830">
                  <c:v>1.3355840357428601</c:v>
                </c:pt>
                <c:pt idx="831">
                  <c:v>1.32210709033817</c:v>
                </c:pt>
                <c:pt idx="832">
                  <c:v>1.3275542539798399</c:v>
                </c:pt>
                <c:pt idx="833">
                  <c:v>1.3315363079097899</c:v>
                </c:pt>
                <c:pt idx="834">
                  <c:v>1.3374134267826501</c:v>
                </c:pt>
                <c:pt idx="835">
                  <c:v>1.35896131774136</c:v>
                </c:pt>
                <c:pt idx="836">
                  <c:v>1.362921631509</c:v>
                </c:pt>
                <c:pt idx="837">
                  <c:v>1.36709004667944</c:v>
                </c:pt>
                <c:pt idx="838">
                  <c:v>1.3590564614449701</c:v>
                </c:pt>
                <c:pt idx="839">
                  <c:v>1.3708975058580199</c:v>
                </c:pt>
                <c:pt idx="840">
                  <c:v>1.3629863258694599</c:v>
                </c:pt>
                <c:pt idx="841">
                  <c:v>1.3699949044124999</c:v>
                </c:pt>
                <c:pt idx="842">
                  <c:v>1.3688115571970401</c:v>
                </c:pt>
                <c:pt idx="843">
                  <c:v>1.3794091304732199</c:v>
                </c:pt>
                <c:pt idx="844">
                  <c:v>1.3790991276928299</c:v>
                </c:pt>
                <c:pt idx="845">
                  <c:v>1.38705453804124</c:v>
                </c:pt>
                <c:pt idx="846">
                  <c:v>1.3771920386587799</c:v>
                </c:pt>
                <c:pt idx="847">
                  <c:v>1.38400900406903</c:v>
                </c:pt>
                <c:pt idx="848">
                  <c:v>1.4035297215145699</c:v>
                </c:pt>
                <c:pt idx="849">
                  <c:v>1.4048814213710701</c:v>
                </c:pt>
                <c:pt idx="850">
                  <c:v>1.39711389988461</c:v>
                </c:pt>
                <c:pt idx="851">
                  <c:v>1.40416173648872</c:v>
                </c:pt>
                <c:pt idx="852">
                  <c:v>1.40744901865853</c:v>
                </c:pt>
                <c:pt idx="853">
                  <c:v>1.41148789092664</c:v>
                </c:pt>
                <c:pt idx="854">
                  <c:v>1.4028770408934701</c:v>
                </c:pt>
                <c:pt idx="855">
                  <c:v>1.4131667676121999</c:v>
                </c:pt>
                <c:pt idx="856">
                  <c:v>1.4143401056315601</c:v>
                </c:pt>
                <c:pt idx="857">
                  <c:v>1.4177276318867</c:v>
                </c:pt>
                <c:pt idx="858">
                  <c:v>1.41403330964297</c:v>
                </c:pt>
                <c:pt idx="859">
                  <c:v>1.4041844111041599</c:v>
                </c:pt>
                <c:pt idx="860">
                  <c:v>1.40300604433095</c:v>
                </c:pt>
                <c:pt idx="861">
                  <c:v>1.40739802407328</c:v>
                </c:pt>
                <c:pt idx="862">
                  <c:v>1.4065422248593</c:v>
                </c:pt>
                <c:pt idx="863">
                  <c:v>1.36487071775494</c:v>
                </c:pt>
                <c:pt idx="864">
                  <c:v>1.37540181285792</c:v>
                </c:pt>
                <c:pt idx="865">
                  <c:v>1.4030314792010701</c:v>
                </c:pt>
                <c:pt idx="866">
                  <c:v>1.41016677205048</c:v>
                </c:pt>
                <c:pt idx="867">
                  <c:v>1.4118058607408499</c:v>
                </c:pt>
                <c:pt idx="868">
                  <c:v>1.41658046634926</c:v>
                </c:pt>
                <c:pt idx="869">
                  <c:v>1.4104074861820599</c:v>
                </c:pt>
                <c:pt idx="870">
                  <c:v>1.40705264395606</c:v>
                </c:pt>
                <c:pt idx="871">
                  <c:v>1.41642140514766</c:v>
                </c:pt>
                <c:pt idx="872">
                  <c:v>1.4195838237268401</c:v>
                </c:pt>
                <c:pt idx="873">
                  <c:v>1.4320502905785899</c:v>
                </c:pt>
                <c:pt idx="874">
                  <c:v>1.4351167267896301</c:v>
                </c:pt>
                <c:pt idx="875">
                  <c:v>1.4291413631666301</c:v>
                </c:pt>
                <c:pt idx="876">
                  <c:v>1.42753860241787</c:v>
                </c:pt>
                <c:pt idx="877">
                  <c:v>1.4218324236020199</c:v>
                </c:pt>
                <c:pt idx="878">
                  <c:v>1.4330152558976801</c:v>
                </c:pt>
                <c:pt idx="879">
                  <c:v>1.4361729785914401</c:v>
                </c:pt>
                <c:pt idx="880">
                  <c:v>1.4398683149727201</c:v>
                </c:pt>
                <c:pt idx="881">
                  <c:v>1.4315881877898999</c:v>
                </c:pt>
                <c:pt idx="882">
                  <c:v>1.40467582986277</c:v>
                </c:pt>
                <c:pt idx="883">
                  <c:v>1.4287680362866599</c:v>
                </c:pt>
                <c:pt idx="884">
                  <c:v>1.4310403455905001</c:v>
                </c:pt>
                <c:pt idx="885">
                  <c:v>1.43215181027159</c:v>
                </c:pt>
                <c:pt idx="886">
                  <c:v>1.4421064500544301</c:v>
                </c:pt>
                <c:pt idx="887">
                  <c:v>1.4404210083639599</c:v>
                </c:pt>
                <c:pt idx="888">
                  <c:v>1.4495833964788301</c:v>
                </c:pt>
                <c:pt idx="889">
                  <c:v>1.44564068597523</c:v>
                </c:pt>
                <c:pt idx="890">
                  <c:v>1.43762430932561</c:v>
                </c:pt>
                <c:pt idx="891">
                  <c:v>1.42662527559163</c:v>
                </c:pt>
                <c:pt idx="892">
                  <c:v>1.4434818837438701</c:v>
                </c:pt>
                <c:pt idx="893">
                  <c:v>1.4628398532589699</c:v>
                </c:pt>
                <c:pt idx="894">
                  <c:v>1.4591534853008601</c:v>
                </c:pt>
                <c:pt idx="895">
                  <c:v>1.4659459614319399</c:v>
                </c:pt>
                <c:pt idx="896">
                  <c:v>1.46789511786521</c:v>
                </c:pt>
                <c:pt idx="897">
                  <c:v>1.4771983883031099</c:v>
                </c:pt>
                <c:pt idx="898">
                  <c:v>1.4837531579810399</c:v>
                </c:pt>
                <c:pt idx="899">
                  <c:v>1.4828666824124499</c:v>
                </c:pt>
                <c:pt idx="900">
                  <c:v>1.48593413378812</c:v>
                </c:pt>
                <c:pt idx="901">
                  <c:v>1.4761534765172999</c:v>
                </c:pt>
                <c:pt idx="902">
                  <c:v>1.4771674100182699</c:v>
                </c:pt>
                <c:pt idx="903">
                  <c:v>1.4861561295013399</c:v>
                </c:pt>
                <c:pt idx="904">
                  <c:v>1.4856380138265799</c:v>
                </c:pt>
                <c:pt idx="905">
                  <c:v>1.49053433801975</c:v>
                </c:pt>
                <c:pt idx="906">
                  <c:v>1.48715458453668</c:v>
                </c:pt>
                <c:pt idx="907">
                  <c:v>1.48037627575375</c:v>
                </c:pt>
                <c:pt idx="908">
                  <c:v>1.48887858849997</c:v>
                </c:pt>
                <c:pt idx="909">
                  <c:v>1.48214581987688</c:v>
                </c:pt>
                <c:pt idx="910">
                  <c:v>1.49120026827284</c:v>
                </c:pt>
                <c:pt idx="911">
                  <c:v>1.47934047374773</c:v>
                </c:pt>
                <c:pt idx="912">
                  <c:v>1.47191902955471</c:v>
                </c:pt>
                <c:pt idx="913">
                  <c:v>1.45670485327278</c:v>
                </c:pt>
                <c:pt idx="914">
                  <c:v>1.4609291756378699</c:v>
                </c:pt>
                <c:pt idx="915">
                  <c:v>1.4699790917534801</c:v>
                </c:pt>
                <c:pt idx="916">
                  <c:v>1.4680427397040401</c:v>
                </c:pt>
                <c:pt idx="917">
                  <c:v>1.47610169523325</c:v>
                </c:pt>
                <c:pt idx="918">
                  <c:v>1.49127820446408</c:v>
                </c:pt>
                <c:pt idx="919">
                  <c:v>1.49499548608213</c:v>
                </c:pt>
                <c:pt idx="920">
                  <c:v>1.49250663979691</c:v>
                </c:pt>
                <c:pt idx="921">
                  <c:v>1.4910781335937899</c:v>
                </c:pt>
                <c:pt idx="922">
                  <c:v>1.49937758002911</c:v>
                </c:pt>
                <c:pt idx="923">
                  <c:v>1.4864517573882701</c:v>
                </c:pt>
                <c:pt idx="924">
                  <c:v>1.4847937920168901</c:v>
                </c:pt>
                <c:pt idx="925">
                  <c:v>1.4829942930053901</c:v>
                </c:pt>
                <c:pt idx="926">
                  <c:v>1.4716640657496101</c:v>
                </c:pt>
                <c:pt idx="927">
                  <c:v>1.48338630704384</c:v>
                </c:pt>
                <c:pt idx="928">
                  <c:v>1.49010644225016</c:v>
                </c:pt>
                <c:pt idx="929">
                  <c:v>1.4934136085053999</c:v>
                </c:pt>
                <c:pt idx="930">
                  <c:v>1.50162371828675</c:v>
                </c:pt>
                <c:pt idx="931">
                  <c:v>1.5059290754522101</c:v>
                </c:pt>
                <c:pt idx="932">
                  <c:v>1.5008814544829201</c:v>
                </c:pt>
                <c:pt idx="933">
                  <c:v>1.4819548873875801</c:v>
                </c:pt>
                <c:pt idx="934">
                  <c:v>1.4891230976309699</c:v>
                </c:pt>
                <c:pt idx="935">
                  <c:v>1.48813981067014</c:v>
                </c:pt>
                <c:pt idx="936">
                  <c:v>1.4808616739079501</c:v>
                </c:pt>
                <c:pt idx="937">
                  <c:v>1.46911447520473</c:v>
                </c:pt>
                <c:pt idx="938">
                  <c:v>1.4838966410908601</c:v>
                </c:pt>
                <c:pt idx="939">
                  <c:v>1.4940818369886899</c:v>
                </c:pt>
                <c:pt idx="940">
                  <c:v>1.4959410760070699</c:v>
                </c:pt>
                <c:pt idx="941">
                  <c:v>1.5048005453481901</c:v>
                </c:pt>
                <c:pt idx="942">
                  <c:v>1.5108812430629199</c:v>
                </c:pt>
                <c:pt idx="943">
                  <c:v>1.51673648175444</c:v>
                </c:pt>
                <c:pt idx="944">
                  <c:v>1.50629650121481</c:v>
                </c:pt>
                <c:pt idx="945">
                  <c:v>1.4907739206813899</c:v>
                </c:pt>
                <c:pt idx="946">
                  <c:v>1.49211530476416</c:v>
                </c:pt>
                <c:pt idx="947">
                  <c:v>1.4659845417580399</c:v>
                </c:pt>
                <c:pt idx="948">
                  <c:v>1.4760281539010101</c:v>
                </c:pt>
                <c:pt idx="949">
                  <c:v>1.48683263052828</c:v>
                </c:pt>
                <c:pt idx="950">
                  <c:v>1.48586206995477</c:v>
                </c:pt>
                <c:pt idx="951">
                  <c:v>1.44673816308276</c:v>
                </c:pt>
                <c:pt idx="952">
                  <c:v>1.44842664220898</c:v>
                </c:pt>
                <c:pt idx="953">
                  <c:v>1.43147602243113</c:v>
                </c:pt>
                <c:pt idx="954">
                  <c:v>1.44639523758109</c:v>
                </c:pt>
                <c:pt idx="955">
                  <c:v>1.45106552862231</c:v>
                </c:pt>
                <c:pt idx="956">
                  <c:v>1.43900209763834</c:v>
                </c:pt>
                <c:pt idx="957">
                  <c:v>1.4474004902972699</c:v>
                </c:pt>
                <c:pt idx="958">
                  <c:v>1.4433038556667299</c:v>
                </c:pt>
                <c:pt idx="959">
                  <c:v>1.4238363572786701</c:v>
                </c:pt>
                <c:pt idx="960">
                  <c:v>1.4281769807241</c:v>
                </c:pt>
                <c:pt idx="961">
                  <c:v>1.42031441784617</c:v>
                </c:pt>
                <c:pt idx="962">
                  <c:v>1.43282485997936</c:v>
                </c:pt>
                <c:pt idx="963">
                  <c:v>1.4518012368064801</c:v>
                </c:pt>
                <c:pt idx="964">
                  <c:v>1.4376823686918501</c:v>
                </c:pt>
                <c:pt idx="965">
                  <c:v>1.4468476303127999</c:v>
                </c:pt>
                <c:pt idx="966">
                  <c:v>1.44424993247025</c:v>
                </c:pt>
                <c:pt idx="967">
                  <c:v>1.4321601111906499</c:v>
                </c:pt>
                <c:pt idx="968">
                  <c:v>1.4273365684285899</c:v>
                </c:pt>
                <c:pt idx="969">
                  <c:v>1.43880707234772</c:v>
                </c:pt>
                <c:pt idx="970">
                  <c:v>1.4295792124503499</c:v>
                </c:pt>
                <c:pt idx="971">
                  <c:v>1.4396361567246001</c:v>
                </c:pt>
                <c:pt idx="972">
                  <c:v>1.43874690276766</c:v>
                </c:pt>
                <c:pt idx="973">
                  <c:v>1.4271801944849301</c:v>
                </c:pt>
                <c:pt idx="974">
                  <c:v>1.43429820634648</c:v>
                </c:pt>
                <c:pt idx="975">
                  <c:v>1.424110028346</c:v>
                </c:pt>
                <c:pt idx="976">
                  <c:v>1.43018700026569</c:v>
                </c:pt>
                <c:pt idx="977">
                  <c:v>1.43885701179382</c:v>
                </c:pt>
                <c:pt idx="978">
                  <c:v>1.4579301110705001</c:v>
                </c:pt>
                <c:pt idx="979">
                  <c:v>1.47104065522403</c:v>
                </c:pt>
                <c:pt idx="980">
                  <c:v>1.4784708329245599</c:v>
                </c:pt>
                <c:pt idx="981">
                  <c:v>1.4780021123315199</c:v>
                </c:pt>
                <c:pt idx="982">
                  <c:v>1.4860505539897799</c:v>
                </c:pt>
                <c:pt idx="983">
                  <c:v>1.4868001632066099</c:v>
                </c:pt>
                <c:pt idx="984">
                  <c:v>1.4811016670158099</c:v>
                </c:pt>
                <c:pt idx="985">
                  <c:v>1.4814996524439401</c:v>
                </c:pt>
                <c:pt idx="986">
                  <c:v>1.4771723616080199</c:v>
                </c:pt>
                <c:pt idx="987">
                  <c:v>1.45151790055959</c:v>
                </c:pt>
                <c:pt idx="988">
                  <c:v>1.4634071842605401</c:v>
                </c:pt>
                <c:pt idx="989">
                  <c:v>1.4619661867573699</c:v>
                </c:pt>
                <c:pt idx="990">
                  <c:v>1.4672275400486601</c:v>
                </c:pt>
                <c:pt idx="991">
                  <c:v>1.4682616555803201</c:v>
                </c:pt>
                <c:pt idx="992">
                  <c:v>1.48323628403333</c:v>
                </c:pt>
                <c:pt idx="993">
                  <c:v>1.4899291623695901</c:v>
                </c:pt>
                <c:pt idx="994">
                  <c:v>1.4989700011726801</c:v>
                </c:pt>
                <c:pt idx="995">
                  <c:v>1.4947942663340399</c:v>
                </c:pt>
                <c:pt idx="996">
                  <c:v>1.49520006082609</c:v>
                </c:pt>
                <c:pt idx="997">
                  <c:v>1.4768154204552399</c:v>
                </c:pt>
                <c:pt idx="998">
                  <c:v>1.4689949439069101</c:v>
                </c:pt>
                <c:pt idx="999">
                  <c:v>1.4500531582687799</c:v>
                </c:pt>
                <c:pt idx="1000">
                  <c:v>1.41371283034855</c:v>
                </c:pt>
                <c:pt idx="1001">
                  <c:v>1.42288196855423</c:v>
                </c:pt>
                <c:pt idx="1002">
                  <c:v>1.4233163913789999</c:v>
                </c:pt>
                <c:pt idx="1003">
                  <c:v>1.36409285733241</c:v>
                </c:pt>
                <c:pt idx="1004">
                  <c:v>1.35518185834072</c:v>
                </c:pt>
                <c:pt idx="1005">
                  <c:v>1.3609591204226501</c:v>
                </c:pt>
                <c:pt idx="1006">
                  <c:v>1.30674090006984</c:v>
                </c:pt>
                <c:pt idx="1007">
                  <c:v>1.33367051756926</c:v>
                </c:pt>
                <c:pt idx="1008">
                  <c:v>1.3428813321244</c:v>
                </c:pt>
                <c:pt idx="1009">
                  <c:v>1.34937666581327</c:v>
                </c:pt>
                <c:pt idx="1010">
                  <c:v>1.3778674713371299</c:v>
                </c:pt>
                <c:pt idx="1011">
                  <c:v>1.3828720363115301</c:v>
                </c:pt>
                <c:pt idx="1012">
                  <c:v>1.40978386061633</c:v>
                </c:pt>
                <c:pt idx="1013">
                  <c:v>1.40293224042937</c:v>
                </c:pt>
                <c:pt idx="1014">
                  <c:v>1.4030022196937599</c:v>
                </c:pt>
                <c:pt idx="1015">
                  <c:v>1.4138363978309501</c:v>
                </c:pt>
                <c:pt idx="1016">
                  <c:v>1.4038994374401901</c:v>
                </c:pt>
                <c:pt idx="1017">
                  <c:v>1.4065887516256099</c:v>
                </c:pt>
                <c:pt idx="1018">
                  <c:v>1.42581226886541</c:v>
                </c:pt>
                <c:pt idx="1019">
                  <c:v>1.4137091904787999</c:v>
                </c:pt>
                <c:pt idx="1020">
                  <c:v>1.4232154806572299</c:v>
                </c:pt>
                <c:pt idx="1021">
                  <c:v>1.4384115169726801</c:v>
                </c:pt>
                <c:pt idx="1022">
                  <c:v>1.45467743119575</c:v>
                </c:pt>
                <c:pt idx="1023">
                  <c:v>1.4442001845429699</c:v>
                </c:pt>
                <c:pt idx="1024">
                  <c:v>1.4336573161902699</c:v>
                </c:pt>
                <c:pt idx="1025">
                  <c:v>1.43316960608739</c:v>
                </c:pt>
                <c:pt idx="1026">
                  <c:v>1.4216276544938899</c:v>
                </c:pt>
                <c:pt idx="1027">
                  <c:v>1.4211164176906299</c:v>
                </c:pt>
                <c:pt idx="1028">
                  <c:v>1.4237717450152201</c:v>
                </c:pt>
                <c:pt idx="1029">
                  <c:v>1.4153783360254399</c:v>
                </c:pt>
                <c:pt idx="1030">
                  <c:v>1.40579806091304</c:v>
                </c:pt>
                <c:pt idx="1031">
                  <c:v>1.3475272613018501</c:v>
                </c:pt>
                <c:pt idx="1032">
                  <c:v>1.3633290339139801</c:v>
                </c:pt>
                <c:pt idx="1033">
                  <c:v>1.38784118073963</c:v>
                </c:pt>
                <c:pt idx="1034">
                  <c:v>1.3708985276762999</c:v>
                </c:pt>
                <c:pt idx="1035">
                  <c:v>1.3837803891917699</c:v>
                </c:pt>
                <c:pt idx="1036">
                  <c:v>1.3983933759439899</c:v>
                </c:pt>
                <c:pt idx="1037">
                  <c:v>1.4008013787695901</c:v>
                </c:pt>
                <c:pt idx="1038">
                  <c:v>1.3876490896817999</c:v>
                </c:pt>
                <c:pt idx="1039">
                  <c:v>1.3790224288704001</c:v>
                </c:pt>
                <c:pt idx="1040">
                  <c:v>1.37805471032539</c:v>
                </c:pt>
                <c:pt idx="1041">
                  <c:v>1.3913272468151801</c:v>
                </c:pt>
                <c:pt idx="1042">
                  <c:v>1.39670668912385</c:v>
                </c:pt>
                <c:pt idx="1043">
                  <c:v>1.3884279292420101</c:v>
                </c:pt>
                <c:pt idx="1044">
                  <c:v>1.38238075567588</c:v>
                </c:pt>
                <c:pt idx="1045">
                  <c:v>1.37337632421591</c:v>
                </c:pt>
                <c:pt idx="1046">
                  <c:v>1.34846140657202</c:v>
                </c:pt>
                <c:pt idx="1047">
                  <c:v>1.3617887132958499</c:v>
                </c:pt>
                <c:pt idx="1048">
                  <c:v>1.3721943377502599</c:v>
                </c:pt>
                <c:pt idx="1049">
                  <c:v>1.34754204193187</c:v>
                </c:pt>
                <c:pt idx="1050">
                  <c:v>1.3356950648182799</c:v>
                </c:pt>
                <c:pt idx="1051">
                  <c:v>1.36436692710505</c:v>
                </c:pt>
                <c:pt idx="1052">
                  <c:v>1.3645672400317701</c:v>
                </c:pt>
                <c:pt idx="1053">
                  <c:v>1.3411392455642599</c:v>
                </c:pt>
                <c:pt idx="1054">
                  <c:v>1.3469920721371</c:v>
                </c:pt>
                <c:pt idx="1055">
                  <c:v>1.3492949827060701</c:v>
                </c:pt>
                <c:pt idx="1056">
                  <c:v>1.35989472285422</c:v>
                </c:pt>
                <c:pt idx="1057">
                  <c:v>1.35909167048282</c:v>
                </c:pt>
                <c:pt idx="1058">
                  <c:v>1.3805902841919</c:v>
                </c:pt>
                <c:pt idx="1059">
                  <c:v>1.3872228564014299</c:v>
                </c:pt>
                <c:pt idx="1060">
                  <c:v>1.3836520300739801</c:v>
                </c:pt>
                <c:pt idx="1061">
                  <c:v>1.38887636070597</c:v>
                </c:pt>
                <c:pt idx="1062">
                  <c:v>1.37897414605036</c:v>
                </c:pt>
                <c:pt idx="1063">
                  <c:v>1.37872490384778</c:v>
                </c:pt>
                <c:pt idx="1064">
                  <c:v>1.3901535840531001</c:v>
                </c:pt>
                <c:pt idx="1065">
                  <c:v>1.38715749355156</c:v>
                </c:pt>
                <c:pt idx="1066">
                  <c:v>1.37943965307913</c:v>
                </c:pt>
                <c:pt idx="1067">
                  <c:v>1.3868112633402501</c:v>
                </c:pt>
                <c:pt idx="1068">
                  <c:v>1.4020257515182799</c:v>
                </c:pt>
                <c:pt idx="1069">
                  <c:v>1.4049680700929801</c:v>
                </c:pt>
                <c:pt idx="1070">
                  <c:v>1.3887967922567399</c:v>
                </c:pt>
                <c:pt idx="1071">
                  <c:v>1.38231261573597</c:v>
                </c:pt>
                <c:pt idx="1072">
                  <c:v>1.3719223436269401</c:v>
                </c:pt>
                <c:pt idx="1073">
                  <c:v>1.3678295005157799</c:v>
                </c:pt>
                <c:pt idx="1074">
                  <c:v>1.357529644248</c:v>
                </c:pt>
                <c:pt idx="1075">
                  <c:v>1.3254813832629799</c:v>
                </c:pt>
                <c:pt idx="1076">
                  <c:v>1.34618268283812</c:v>
                </c:pt>
                <c:pt idx="1077">
                  <c:v>1.3324872780281101</c:v>
                </c:pt>
                <c:pt idx="1078">
                  <c:v>1.3316821246805699</c:v>
                </c:pt>
                <c:pt idx="1079">
                  <c:v>1.3505292242248299</c:v>
                </c:pt>
                <c:pt idx="1080">
                  <c:v>1.35264440199434</c:v>
                </c:pt>
                <c:pt idx="1081">
                  <c:v>1.34803929493057</c:v>
                </c:pt>
                <c:pt idx="1082">
                  <c:v>1.33264193411579</c:v>
                </c:pt>
                <c:pt idx="1083">
                  <c:v>1.32377967219552</c:v>
                </c:pt>
                <c:pt idx="1084">
                  <c:v>1.3385146917625801</c:v>
                </c:pt>
                <c:pt idx="1085">
                  <c:v>1.32179479218499</c:v>
                </c:pt>
                <c:pt idx="1086">
                  <c:v>1.3166714483120801</c:v>
                </c:pt>
                <c:pt idx="1087">
                  <c:v>1.3000266069159101</c:v>
                </c:pt>
                <c:pt idx="1088">
                  <c:v>1.2337320951837201</c:v>
                </c:pt>
                <c:pt idx="1089">
                  <c:v>1.24471461582743</c:v>
                </c:pt>
                <c:pt idx="1090">
                  <c:v>1.2241525191490601</c:v>
                </c:pt>
                <c:pt idx="1091">
                  <c:v>1.2376301054144401</c:v>
                </c:pt>
                <c:pt idx="1092">
                  <c:v>1.2263723628678</c:v>
                </c:pt>
                <c:pt idx="1093">
                  <c:v>1.2267589849235001</c:v>
                </c:pt>
                <c:pt idx="1094">
                  <c:v>1.2107909168997399</c:v>
                </c:pt>
                <c:pt idx="1095">
                  <c:v>1.19942502106691</c:v>
                </c:pt>
                <c:pt idx="1096">
                  <c:v>1.23355854146535</c:v>
                </c:pt>
                <c:pt idx="1097">
                  <c:v>1.2116792963431799</c:v>
                </c:pt>
                <c:pt idx="1098">
                  <c:v>1.2188960619578499</c:v>
                </c:pt>
                <c:pt idx="1099">
                  <c:v>1.2019315943220701</c:v>
                </c:pt>
                <c:pt idx="1100">
                  <c:v>1.1767809660725099</c:v>
                </c:pt>
                <c:pt idx="1101">
                  <c:v>1.1790502094409701</c:v>
                </c:pt>
                <c:pt idx="1102">
                  <c:v>1.2074929325177399</c:v>
                </c:pt>
                <c:pt idx="1103">
                  <c:v>1.2156835110617099</c:v>
                </c:pt>
                <c:pt idx="1104">
                  <c:v>1.1937086085730999</c:v>
                </c:pt>
                <c:pt idx="1105">
                  <c:v>1.22426397942927</c:v>
                </c:pt>
                <c:pt idx="1106">
                  <c:v>1.23037398966206</c:v>
                </c:pt>
                <c:pt idx="1107">
                  <c:v>1.22837704735242</c:v>
                </c:pt>
                <c:pt idx="1108">
                  <c:v>1.2244454820144299</c:v>
                </c:pt>
                <c:pt idx="1109">
                  <c:v>1.21704969094155</c:v>
                </c:pt>
                <c:pt idx="1110">
                  <c:v>1.2087201503421801</c:v>
                </c:pt>
                <c:pt idx="1111">
                  <c:v>1.2244408497094901</c:v>
                </c:pt>
                <c:pt idx="1112">
                  <c:v>1.2350001722252699</c:v>
                </c:pt>
                <c:pt idx="1113">
                  <c:v>1.2552341907317599</c:v>
                </c:pt>
                <c:pt idx="1114">
                  <c:v>1.255117364433</c:v>
                </c:pt>
                <c:pt idx="1115">
                  <c:v>1.2442115354190399</c:v>
                </c:pt>
                <c:pt idx="1116">
                  <c:v>1.2385321982636599</c:v>
                </c:pt>
                <c:pt idx="1117">
                  <c:v>1.2266672412408799</c:v>
                </c:pt>
                <c:pt idx="1118">
                  <c:v>1.2273665283242301</c:v>
                </c:pt>
                <c:pt idx="1119">
                  <c:v>1.2062302159766101</c:v>
                </c:pt>
                <c:pt idx="1120">
                  <c:v>1.18115942190159</c:v>
                </c:pt>
                <c:pt idx="1121">
                  <c:v>1.1639557150352799</c:v>
                </c:pt>
                <c:pt idx="1122">
                  <c:v>1.13921517650538</c:v>
                </c:pt>
                <c:pt idx="1123">
                  <c:v>1.16972518056416</c:v>
                </c:pt>
                <c:pt idx="1124">
                  <c:v>1.15058210486331</c:v>
                </c:pt>
                <c:pt idx="1125">
                  <c:v>1.1780890695866799</c:v>
                </c:pt>
                <c:pt idx="1126">
                  <c:v>1.18411877909587</c:v>
                </c:pt>
                <c:pt idx="1127">
                  <c:v>1.1872701071488001</c:v>
                </c:pt>
                <c:pt idx="1128">
                  <c:v>1.18192519632689</c:v>
                </c:pt>
                <c:pt idx="1129">
                  <c:v>1.15546550140856</c:v>
                </c:pt>
                <c:pt idx="1130">
                  <c:v>1.14529152598949</c:v>
                </c:pt>
                <c:pt idx="1131">
                  <c:v>1.1264225471587701</c:v>
                </c:pt>
                <c:pt idx="1132">
                  <c:v>1.1320986093896599</c:v>
                </c:pt>
                <c:pt idx="1133">
                  <c:v>1.1473831074779</c:v>
                </c:pt>
                <c:pt idx="1134">
                  <c:v>1.1362444446175399</c:v>
                </c:pt>
                <c:pt idx="1135">
                  <c:v>1.1417638936065799</c:v>
                </c:pt>
                <c:pt idx="1136">
                  <c:v>1.1407436439636101</c:v>
                </c:pt>
                <c:pt idx="1137">
                  <c:v>1.1672126468524799</c:v>
                </c:pt>
                <c:pt idx="1138">
                  <c:v>1.16915888610858</c:v>
                </c:pt>
                <c:pt idx="1139">
                  <c:v>1.1625306941937401</c:v>
                </c:pt>
                <c:pt idx="1140">
                  <c:v>1.1480911141236601</c:v>
                </c:pt>
                <c:pt idx="1141">
                  <c:v>1.1381538724458</c:v>
                </c:pt>
                <c:pt idx="1142">
                  <c:v>1.13795006611052</c:v>
                </c:pt>
                <c:pt idx="1143">
                  <c:v>1.14914544683411</c:v>
                </c:pt>
                <c:pt idx="1144">
                  <c:v>1.1307950779768801</c:v>
                </c:pt>
                <c:pt idx="1145">
                  <c:v>1.12292192046703</c:v>
                </c:pt>
                <c:pt idx="1146">
                  <c:v>1.12503958070607</c:v>
                </c:pt>
                <c:pt idx="1147">
                  <c:v>1.10606534750748</c:v>
                </c:pt>
                <c:pt idx="1148">
                  <c:v>1.1047169300872901</c:v>
                </c:pt>
                <c:pt idx="1149">
                  <c:v>1.1010363956590199</c:v>
                </c:pt>
                <c:pt idx="1150">
                  <c:v>1.10897204193</c:v>
                </c:pt>
                <c:pt idx="1151">
                  <c:v>1.1021994027395099</c:v>
                </c:pt>
                <c:pt idx="1152">
                  <c:v>1.08587724874911</c:v>
                </c:pt>
                <c:pt idx="1153">
                  <c:v>1.1061974307203499</c:v>
                </c:pt>
                <c:pt idx="1154">
                  <c:v>1.12017101481597</c:v>
                </c:pt>
                <c:pt idx="1155">
                  <c:v>1.1182329872953101</c:v>
                </c:pt>
                <c:pt idx="1156">
                  <c:v>1.13969565319941</c:v>
                </c:pt>
                <c:pt idx="1157">
                  <c:v>1.13533126324315</c:v>
                </c:pt>
                <c:pt idx="1158">
                  <c:v>1.1440780683053</c:v>
                </c:pt>
                <c:pt idx="1159">
                  <c:v>1.13449149000952</c:v>
                </c:pt>
                <c:pt idx="1160">
                  <c:v>1.14504252415267</c:v>
                </c:pt>
                <c:pt idx="1161">
                  <c:v>1.1065367566808999</c:v>
                </c:pt>
                <c:pt idx="1162">
                  <c:v>1.10333426310028</c:v>
                </c:pt>
                <c:pt idx="1163">
                  <c:v>1.1025764991181299</c:v>
                </c:pt>
                <c:pt idx="1164">
                  <c:v>1.03609550281983</c:v>
                </c:pt>
                <c:pt idx="1165">
                  <c:v>1.0386777613898801</c:v>
                </c:pt>
                <c:pt idx="1166">
                  <c:v>1.02111950036745</c:v>
                </c:pt>
                <c:pt idx="1167">
                  <c:v>0.99939302270108699</c:v>
                </c:pt>
                <c:pt idx="1168">
                  <c:v>1.00603152089186</c:v>
                </c:pt>
                <c:pt idx="1169">
                  <c:v>0.98153909375363302</c:v>
                </c:pt>
                <c:pt idx="1170">
                  <c:v>1.0081696958256201</c:v>
                </c:pt>
                <c:pt idx="1171">
                  <c:v>1.05819089429694</c:v>
                </c:pt>
                <c:pt idx="1172">
                  <c:v>1.03718339239164</c:v>
                </c:pt>
                <c:pt idx="1173">
                  <c:v>1.0364804730234101</c:v>
                </c:pt>
                <c:pt idx="1174">
                  <c:v>1.0348808737864801</c:v>
                </c:pt>
                <c:pt idx="1175">
                  <c:v>1.03297951781256</c:v>
                </c:pt>
                <c:pt idx="1176">
                  <c:v>1.01370781169033</c:v>
                </c:pt>
                <c:pt idx="1177">
                  <c:v>1.0242166775996999</c:v>
                </c:pt>
                <c:pt idx="1178">
                  <c:v>1.0396627381079799</c:v>
                </c:pt>
                <c:pt idx="1179">
                  <c:v>1.04659015182896</c:v>
                </c:pt>
                <c:pt idx="1180">
                  <c:v>1.08106570465431</c:v>
                </c:pt>
                <c:pt idx="1181">
                  <c:v>1.0794238069453199</c:v>
                </c:pt>
                <c:pt idx="1182">
                  <c:v>1.0759329298335401</c:v>
                </c:pt>
                <c:pt idx="1183">
                  <c:v>1.0698015701481001</c:v>
                </c:pt>
                <c:pt idx="1184">
                  <c:v>1.06143526298132</c:v>
                </c:pt>
                <c:pt idx="1185">
                  <c:v>1.05515798286664</c:v>
                </c:pt>
                <c:pt idx="1186">
                  <c:v>1.07688004621379</c:v>
                </c:pt>
                <c:pt idx="1187">
                  <c:v>1.09124239056662</c:v>
                </c:pt>
                <c:pt idx="1188">
                  <c:v>1.0857168379706601</c:v>
                </c:pt>
                <c:pt idx="1189">
                  <c:v>1.1005023873048301</c:v>
                </c:pt>
                <c:pt idx="1190">
                  <c:v>1.1081746192608699</c:v>
                </c:pt>
                <c:pt idx="1191">
                  <c:v>1.1147270847230299</c:v>
                </c:pt>
                <c:pt idx="1192">
                  <c:v>1.0855831087329599</c:v>
                </c:pt>
                <c:pt idx="1193">
                  <c:v>1.0881198959971401</c:v>
                </c:pt>
                <c:pt idx="1194">
                  <c:v>1.0865063280614999</c:v>
                </c:pt>
                <c:pt idx="1195">
                  <c:v>1.05257685832851</c:v>
                </c:pt>
                <c:pt idx="1196">
                  <c:v>1.0483849134538199</c:v>
                </c:pt>
                <c:pt idx="1197">
                  <c:v>1.05095617066267</c:v>
                </c:pt>
                <c:pt idx="1198">
                  <c:v>1.0650193173886799</c:v>
                </c:pt>
                <c:pt idx="1199">
                  <c:v>1.04569829654154</c:v>
                </c:pt>
                <c:pt idx="1200">
                  <c:v>1.0550192624891901</c:v>
                </c:pt>
                <c:pt idx="1201">
                  <c:v>1.0860204771903299</c:v>
                </c:pt>
                <c:pt idx="1202">
                  <c:v>1.09087789320841</c:v>
                </c:pt>
                <c:pt idx="1203">
                  <c:v>1.0858535852373099</c:v>
                </c:pt>
                <c:pt idx="1204">
                  <c:v>1.0642937415165401</c:v>
                </c:pt>
                <c:pt idx="1205">
                  <c:v>1.0643178319162701</c:v>
                </c:pt>
                <c:pt idx="1206">
                  <c:v>1.05279801610651</c:v>
                </c:pt>
                <c:pt idx="1207">
                  <c:v>1.05938304059498</c:v>
                </c:pt>
                <c:pt idx="1208">
                  <c:v>1.06100032165321</c:v>
                </c:pt>
                <c:pt idx="1209">
                  <c:v>1.0739902983893901</c:v>
                </c:pt>
                <c:pt idx="1210">
                  <c:v>1.0514060077940399</c:v>
                </c:pt>
                <c:pt idx="1211">
                  <c:v>1.04805632879338</c:v>
                </c:pt>
                <c:pt idx="1212">
                  <c:v>1.0412141779303801</c:v>
                </c:pt>
                <c:pt idx="1213">
                  <c:v>1.0274943194491299</c:v>
                </c:pt>
                <c:pt idx="1214">
                  <c:v>1.02765809230371</c:v>
                </c:pt>
                <c:pt idx="1215">
                  <c:v>1.01815344325354</c:v>
                </c:pt>
                <c:pt idx="1216">
                  <c:v>1.0265666675529199</c:v>
                </c:pt>
                <c:pt idx="1217">
                  <c:v>1.01657616528035</c:v>
                </c:pt>
                <c:pt idx="1218">
                  <c:v>1.0118713850958301</c:v>
                </c:pt>
                <c:pt idx="1219">
                  <c:v>1.00417903280468</c:v>
                </c:pt>
                <c:pt idx="1220">
                  <c:v>1.00821354579761</c:v>
                </c:pt>
                <c:pt idx="1221">
                  <c:v>0.99577202197018</c:v>
                </c:pt>
                <c:pt idx="1222">
                  <c:v>0.98866592601545999</c:v>
                </c:pt>
                <c:pt idx="1223">
                  <c:v>1.01342496914708</c:v>
                </c:pt>
                <c:pt idx="1224">
                  <c:v>1.0278462911881301</c:v>
                </c:pt>
                <c:pt idx="1225">
                  <c:v>1.02608168549651</c:v>
                </c:pt>
                <c:pt idx="1226">
                  <c:v>1.02963774517979</c:v>
                </c:pt>
                <c:pt idx="1227">
                  <c:v>1.0256774925734899</c:v>
                </c:pt>
                <c:pt idx="1228">
                  <c:v>1.03160522598874</c:v>
                </c:pt>
                <c:pt idx="1229">
                  <c:v>1.02472960534267</c:v>
                </c:pt>
                <c:pt idx="1230">
                  <c:v>1.0392750417944301</c:v>
                </c:pt>
                <c:pt idx="1231">
                  <c:v>1.0386944440473</c:v>
                </c:pt>
                <c:pt idx="1232">
                  <c:v>1.0319342873830499</c:v>
                </c:pt>
                <c:pt idx="1233">
                  <c:v>1.04577002455764</c:v>
                </c:pt>
                <c:pt idx="1234">
                  <c:v>1.05226207065574</c:v>
                </c:pt>
                <c:pt idx="1235">
                  <c:v>1.03876238380163</c:v>
                </c:pt>
                <c:pt idx="1236">
                  <c:v>1.0391011076416501</c:v>
                </c:pt>
                <c:pt idx="1237">
                  <c:v>1.0439675924302501</c:v>
                </c:pt>
                <c:pt idx="1238">
                  <c:v>1.0442656294675701</c:v>
                </c:pt>
                <c:pt idx="1239">
                  <c:v>1.0430529467962699</c:v>
                </c:pt>
                <c:pt idx="1240">
                  <c:v>1.0366443595823001</c:v>
                </c:pt>
                <c:pt idx="1241">
                  <c:v>1.02764876971869</c:v>
                </c:pt>
                <c:pt idx="1242">
                  <c:v>1.02413535215925</c:v>
                </c:pt>
                <c:pt idx="1243">
                  <c:v>1.04933827806918</c:v>
                </c:pt>
                <c:pt idx="1244">
                  <c:v>1.0736878610146501</c:v>
                </c:pt>
                <c:pt idx="1245">
                  <c:v>1.0844870328688501</c:v>
                </c:pt>
                <c:pt idx="1246">
                  <c:v>1.1048674139525101</c:v>
                </c:pt>
                <c:pt idx="1247">
                  <c:v>1.1095689505433</c:v>
                </c:pt>
                <c:pt idx="1248">
                  <c:v>1.0998154958634501</c:v>
                </c:pt>
                <c:pt idx="1249">
                  <c:v>1.1374311938591699</c:v>
                </c:pt>
                <c:pt idx="1250">
                  <c:v>1.1368556275719699</c:v>
                </c:pt>
                <c:pt idx="1251">
                  <c:v>1.1381969161304399</c:v>
                </c:pt>
                <c:pt idx="1252">
                  <c:v>1.13542381864702</c:v>
                </c:pt>
                <c:pt idx="1253">
                  <c:v>1.16211449137677</c:v>
                </c:pt>
                <c:pt idx="1254">
                  <c:v>1.22701020900458</c:v>
                </c:pt>
                <c:pt idx="1255">
                  <c:v>1.22450680325216</c:v>
                </c:pt>
                <c:pt idx="1256">
                  <c:v>1.2188308329928099</c:v>
                </c:pt>
                <c:pt idx="1257">
                  <c:v>1.22002280384922</c:v>
                </c:pt>
                <c:pt idx="1258">
                  <c:v>1.2357656070743901</c:v>
                </c:pt>
                <c:pt idx="1259">
                  <c:v>1.2589062547657299</c:v>
                </c:pt>
                <c:pt idx="1260">
                  <c:v>1.2811608191063599</c:v>
                </c:pt>
                <c:pt idx="1261">
                  <c:v>1.30103995205394</c:v>
                </c:pt>
                <c:pt idx="1262">
                  <c:v>1.3060566373494</c:v>
                </c:pt>
                <c:pt idx="1263">
                  <c:v>1.2527639408472799</c:v>
                </c:pt>
                <c:pt idx="1264">
                  <c:v>1.29481952699087</c:v>
                </c:pt>
                <c:pt idx="1265">
                  <c:v>1.3145365006910299</c:v>
                </c:pt>
                <c:pt idx="1266">
                  <c:v>1.29163844654349</c:v>
                </c:pt>
                <c:pt idx="1267">
                  <c:v>1.2689702942640999</c:v>
                </c:pt>
                <c:pt idx="1268">
                  <c:v>1.2845287863068</c:v>
                </c:pt>
                <c:pt idx="1269">
                  <c:v>1.3204894953025099</c:v>
                </c:pt>
                <c:pt idx="1270">
                  <c:v>1.32097708174413</c:v>
                </c:pt>
                <c:pt idx="1271">
                  <c:v>1.3193004170539899</c:v>
                </c:pt>
                <c:pt idx="1272">
                  <c:v>1.3289317101646501</c:v>
                </c:pt>
                <c:pt idx="1273">
                  <c:v>1.3341434490149</c:v>
                </c:pt>
                <c:pt idx="1274">
                  <c:v>1.3134394026537399</c:v>
                </c:pt>
                <c:pt idx="1275">
                  <c:v>1.2846034560705599</c:v>
                </c:pt>
                <c:pt idx="1276">
                  <c:v>1.29707951524652</c:v>
                </c:pt>
                <c:pt idx="1277">
                  <c:v>1.28366591048011</c:v>
                </c:pt>
                <c:pt idx="1278">
                  <c:v>1.3267546415815901</c:v>
                </c:pt>
                <c:pt idx="1279">
                  <c:v>1.3725588681382399</c:v>
                </c:pt>
                <c:pt idx="1280">
                  <c:v>1.3746794632320001</c:v>
                </c:pt>
                <c:pt idx="1281">
                  <c:v>1.3920340962459501</c:v>
                </c:pt>
                <c:pt idx="1282">
                  <c:v>1.40001376667928</c:v>
                </c:pt>
                <c:pt idx="1283">
                  <c:v>1.3940158696396401</c:v>
                </c:pt>
                <c:pt idx="1284">
                  <c:v>1.3946202888047601</c:v>
                </c:pt>
                <c:pt idx="1285">
                  <c:v>1.3920895649859699</c:v>
                </c:pt>
                <c:pt idx="1286">
                  <c:v>1.3632104967776599</c:v>
                </c:pt>
                <c:pt idx="1287">
                  <c:v>1.3619776863442301</c:v>
                </c:pt>
                <c:pt idx="1288">
                  <c:v>1.3498471596683499</c:v>
                </c:pt>
                <c:pt idx="1289">
                  <c:v>1.3773745012845799</c:v>
                </c:pt>
                <c:pt idx="1290">
                  <c:v>1.38153206542596</c:v>
                </c:pt>
                <c:pt idx="1291">
                  <c:v>1.3752709019518601</c:v>
                </c:pt>
                <c:pt idx="1292">
                  <c:v>1.3832602033401</c:v>
                </c:pt>
                <c:pt idx="1293">
                  <c:v>1.3611658342819499</c:v>
                </c:pt>
                <c:pt idx="1294">
                  <c:v>1.3469425394991501</c:v>
                </c:pt>
                <c:pt idx="1295">
                  <c:v>1.3573668964332499</c:v>
                </c:pt>
                <c:pt idx="1296">
                  <c:v>1.31496014402338</c:v>
                </c:pt>
                <c:pt idx="1297">
                  <c:v>1.2997983520624301</c:v>
                </c:pt>
                <c:pt idx="1298">
                  <c:v>1.2758582360096999</c:v>
                </c:pt>
                <c:pt idx="1299">
                  <c:v>1.2856208616548199</c:v>
                </c:pt>
                <c:pt idx="1300">
                  <c:v>1.19683431962852</c:v>
                </c:pt>
                <c:pt idx="1301">
                  <c:v>1.2122046509741</c:v>
                </c:pt>
                <c:pt idx="1302">
                  <c:v>1.20294508574845</c:v>
                </c:pt>
                <c:pt idx="1303">
                  <c:v>1.18576963946401</c:v>
                </c:pt>
                <c:pt idx="1304">
                  <c:v>1.2277583205376501</c:v>
                </c:pt>
                <c:pt idx="1305">
                  <c:v>1.2127436841896</c:v>
                </c:pt>
                <c:pt idx="1306">
                  <c:v>1.20431688462283</c:v>
                </c:pt>
                <c:pt idx="1307">
                  <c:v>1.2285766631117001</c:v>
                </c:pt>
                <c:pt idx="1308">
                  <c:v>1.2365162566060199</c:v>
                </c:pt>
                <c:pt idx="1309">
                  <c:v>1.1984282511503801</c:v>
                </c:pt>
                <c:pt idx="1310">
                  <c:v>1.19100978361026</c:v>
                </c:pt>
                <c:pt idx="1311">
                  <c:v>1.2117747341163001</c:v>
                </c:pt>
                <c:pt idx="1312">
                  <c:v>1.20610926388333</c:v>
                </c:pt>
                <c:pt idx="1313">
                  <c:v>1.18337408463478</c:v>
                </c:pt>
                <c:pt idx="1314">
                  <c:v>1.1787297991122501</c:v>
                </c:pt>
                <c:pt idx="1315">
                  <c:v>1.2041364973414801</c:v>
                </c:pt>
                <c:pt idx="1316">
                  <c:v>1.2080869239490499</c:v>
                </c:pt>
                <c:pt idx="1317">
                  <c:v>1.2064782888523999</c:v>
                </c:pt>
                <c:pt idx="1318">
                  <c:v>1.19896247749227</c:v>
                </c:pt>
                <c:pt idx="1319">
                  <c:v>1.1978185630504701</c:v>
                </c:pt>
                <c:pt idx="1320">
                  <c:v>1.18847137682297</c:v>
                </c:pt>
                <c:pt idx="1321">
                  <c:v>1.17476633461346</c:v>
                </c:pt>
                <c:pt idx="1322">
                  <c:v>1.1722891589656399</c:v>
                </c:pt>
                <c:pt idx="1323">
                  <c:v>1.15409275385648</c:v>
                </c:pt>
                <c:pt idx="1324">
                  <c:v>1.1648885042200701</c:v>
                </c:pt>
                <c:pt idx="1325">
                  <c:v>1.20501820934602</c:v>
                </c:pt>
                <c:pt idx="1326">
                  <c:v>1.19649424707134</c:v>
                </c:pt>
                <c:pt idx="1327">
                  <c:v>1.19845608267933</c:v>
                </c:pt>
                <c:pt idx="1328">
                  <c:v>1.1801018550789</c:v>
                </c:pt>
                <c:pt idx="1329">
                  <c:v>1.18010742895587</c:v>
                </c:pt>
                <c:pt idx="1330">
                  <c:v>1.1807375442480099</c:v>
                </c:pt>
                <c:pt idx="1331">
                  <c:v>1.19610790386726</c:v>
                </c:pt>
                <c:pt idx="1332">
                  <c:v>1.2228840171158399</c:v>
                </c:pt>
                <c:pt idx="1333">
                  <c:v>1.23620266340786</c:v>
                </c:pt>
                <c:pt idx="1334">
                  <c:v>1.23685685628859</c:v>
                </c:pt>
                <c:pt idx="1335">
                  <c:v>1.2272328730178601</c:v>
                </c:pt>
                <c:pt idx="1336">
                  <c:v>1.226633036355</c:v>
                </c:pt>
                <c:pt idx="1337">
                  <c:v>1.23823705143263</c:v>
                </c:pt>
                <c:pt idx="1338">
                  <c:v>1.2299704484568299</c:v>
                </c:pt>
                <c:pt idx="1339">
                  <c:v>1.26492716844457</c:v>
                </c:pt>
                <c:pt idx="1340">
                  <c:v>1.26545859673223</c:v>
                </c:pt>
                <c:pt idx="1341">
                  <c:v>1.2551649965648699</c:v>
                </c:pt>
                <c:pt idx="1342">
                  <c:v>1.24923326325954</c:v>
                </c:pt>
                <c:pt idx="1343">
                  <c:v>1.2536426535402101</c:v>
                </c:pt>
                <c:pt idx="1344">
                  <c:v>1.21804568840715</c:v>
                </c:pt>
                <c:pt idx="1345">
                  <c:v>1.2194298283631499</c:v>
                </c:pt>
                <c:pt idx="1346">
                  <c:v>1.2118314518297899</c:v>
                </c:pt>
                <c:pt idx="1347">
                  <c:v>1.21188105848021</c:v>
                </c:pt>
                <c:pt idx="1348">
                  <c:v>1.2171567900019999</c:v>
                </c:pt>
                <c:pt idx="1349">
                  <c:v>1.2293721649089799</c:v>
                </c:pt>
                <c:pt idx="1350">
                  <c:v>1.22891910600858</c:v>
                </c:pt>
                <c:pt idx="1351">
                  <c:v>1.2293341034415799</c:v>
                </c:pt>
                <c:pt idx="1352">
                  <c:v>1.21042293551111</c:v>
                </c:pt>
                <c:pt idx="1353">
                  <c:v>1.22059449590158</c:v>
                </c:pt>
                <c:pt idx="1354">
                  <c:v>1.2012088247121699</c:v>
                </c:pt>
                <c:pt idx="1355">
                  <c:v>1.2114904167224201</c:v>
                </c:pt>
                <c:pt idx="1356">
                  <c:v>1.2232117798722999</c:v>
                </c:pt>
                <c:pt idx="1357">
                  <c:v>1.22870441208734</c:v>
                </c:pt>
                <c:pt idx="1358">
                  <c:v>1.2315537907457501</c:v>
                </c:pt>
                <c:pt idx="1359">
                  <c:v>1.23074556429816</c:v>
                </c:pt>
                <c:pt idx="1360">
                  <c:v>1.2375652169860001</c:v>
                </c:pt>
                <c:pt idx="1361">
                  <c:v>1.23046078304419</c:v>
                </c:pt>
                <c:pt idx="1362">
                  <c:v>1.22181621236067</c:v>
                </c:pt>
                <c:pt idx="1363">
                  <c:v>1.2054053210675799</c:v>
                </c:pt>
                <c:pt idx="1364">
                  <c:v>1.18679862732863</c:v>
                </c:pt>
                <c:pt idx="1365">
                  <c:v>1.16555880225738</c:v>
                </c:pt>
                <c:pt idx="1366">
                  <c:v>1.1622202600576299</c:v>
                </c:pt>
                <c:pt idx="1367">
                  <c:v>1.17291661205926</c:v>
                </c:pt>
                <c:pt idx="1368">
                  <c:v>1.1609464397123801</c:v>
                </c:pt>
                <c:pt idx="1369">
                  <c:v>1.18007979260822</c:v>
                </c:pt>
                <c:pt idx="1370">
                  <c:v>1.1732530570361901</c:v>
                </c:pt>
                <c:pt idx="1371">
                  <c:v>1.1800770561224001</c:v>
                </c:pt>
                <c:pt idx="1372">
                  <c:v>1.1847147930208399</c:v>
                </c:pt>
                <c:pt idx="1373">
                  <c:v>1.1899821155200601</c:v>
                </c:pt>
                <c:pt idx="1374">
                  <c:v>1.22519948798517</c:v>
                </c:pt>
                <c:pt idx="1375">
                  <c:v>1.2235805066005001</c:v>
                </c:pt>
                <c:pt idx="1376">
                  <c:v>1.2220157511467999</c:v>
                </c:pt>
                <c:pt idx="1377">
                  <c:v>1.22278312100165</c:v>
                </c:pt>
                <c:pt idx="1378">
                  <c:v>1.2247366037712299</c:v>
                </c:pt>
                <c:pt idx="1379">
                  <c:v>1.21509037365733</c:v>
                </c:pt>
                <c:pt idx="1380">
                  <c:v>1.23438279422589</c:v>
                </c:pt>
                <c:pt idx="1381">
                  <c:v>1.23035609418696</c:v>
                </c:pt>
                <c:pt idx="1382">
                  <c:v>1.22929522114537</c:v>
                </c:pt>
                <c:pt idx="1383">
                  <c:v>1.2228449705148401</c:v>
                </c:pt>
                <c:pt idx="1384">
                  <c:v>1.2476111933098699</c:v>
                </c:pt>
                <c:pt idx="1385">
                  <c:v>1.25258857089522</c:v>
                </c:pt>
                <c:pt idx="1386">
                  <c:v>1.2637391570368299</c:v>
                </c:pt>
                <c:pt idx="1387">
                  <c:v>1.2754159088845201</c:v>
                </c:pt>
                <c:pt idx="1388">
                  <c:v>1.2796634616546301</c:v>
                </c:pt>
                <c:pt idx="1389">
                  <c:v>1.3002882179084001</c:v>
                </c:pt>
                <c:pt idx="1390">
                  <c:v>1.2987156615770099</c:v>
                </c:pt>
                <c:pt idx="1391">
                  <c:v>1.29080663490669</c:v>
                </c:pt>
                <c:pt idx="1392">
                  <c:v>1.2976196881805699</c:v>
                </c:pt>
                <c:pt idx="1393">
                  <c:v>1.2982526932323499</c:v>
                </c:pt>
                <c:pt idx="1394">
                  <c:v>1.27333965555234</c:v>
                </c:pt>
                <c:pt idx="1395">
                  <c:v>1.2753655949328599</c:v>
                </c:pt>
                <c:pt idx="1396">
                  <c:v>1.28630336398048</c:v>
                </c:pt>
                <c:pt idx="1397">
                  <c:v>1.2885898923847099</c:v>
                </c:pt>
                <c:pt idx="1398">
                  <c:v>1.2760928638351501</c:v>
                </c:pt>
                <c:pt idx="1399">
                  <c:v>1.27948091496516</c:v>
                </c:pt>
                <c:pt idx="1400">
                  <c:v>1.2616222770300001</c:v>
                </c:pt>
                <c:pt idx="1401">
                  <c:v>1.2397863889465199</c:v>
                </c:pt>
                <c:pt idx="1402">
                  <c:v>1.24484928490353</c:v>
                </c:pt>
                <c:pt idx="1403">
                  <c:v>1.2333232938261001</c:v>
                </c:pt>
                <c:pt idx="1404">
                  <c:v>1.23397908953918</c:v>
                </c:pt>
                <c:pt idx="1405">
                  <c:v>1.2408738974625499</c:v>
                </c:pt>
                <c:pt idx="1406">
                  <c:v>1.2571061838795801</c:v>
                </c:pt>
                <c:pt idx="1407">
                  <c:v>1.26146416851071</c:v>
                </c:pt>
                <c:pt idx="1408">
                  <c:v>1.2780687382243701</c:v>
                </c:pt>
                <c:pt idx="1409">
                  <c:v>1.2645163334523599</c:v>
                </c:pt>
                <c:pt idx="1410">
                  <c:v>1.2605991101952301</c:v>
                </c:pt>
                <c:pt idx="1411">
                  <c:v>1.2593152930139</c:v>
                </c:pt>
                <c:pt idx="1412">
                  <c:v>1.2432071781534699</c:v>
                </c:pt>
                <c:pt idx="1413">
                  <c:v>1.24039992265222</c:v>
                </c:pt>
                <c:pt idx="1414">
                  <c:v>1.25112162148668</c:v>
                </c:pt>
                <c:pt idx="1415">
                  <c:v>1.2402240821428701</c:v>
                </c:pt>
                <c:pt idx="1416">
                  <c:v>1.2380875751542599</c:v>
                </c:pt>
                <c:pt idx="1417">
                  <c:v>1.2477641320617301</c:v>
                </c:pt>
                <c:pt idx="1418">
                  <c:v>1.2656563873037501</c:v>
                </c:pt>
                <c:pt idx="1419">
                  <c:v>1.25184359377095</c:v>
                </c:pt>
                <c:pt idx="1420">
                  <c:v>1.24258076663686</c:v>
                </c:pt>
                <c:pt idx="1421">
                  <c:v>1.23768512490062</c:v>
                </c:pt>
                <c:pt idx="1422">
                  <c:v>1.25082577767559</c:v>
                </c:pt>
                <c:pt idx="1423">
                  <c:v>1.2598522173911</c:v>
                </c:pt>
                <c:pt idx="1424">
                  <c:v>1.26833295156991</c:v>
                </c:pt>
                <c:pt idx="1425">
                  <c:v>1.2591561324671201</c:v>
                </c:pt>
                <c:pt idx="1426">
                  <c:v>1.26483415806559</c:v>
                </c:pt>
                <c:pt idx="1427">
                  <c:v>1.26064699713759</c:v>
                </c:pt>
                <c:pt idx="1428">
                  <c:v>1.2339979897546101</c:v>
                </c:pt>
                <c:pt idx="1429">
                  <c:v>1.2352937124769101</c:v>
                </c:pt>
                <c:pt idx="1430">
                  <c:v>1.23397076424606</c:v>
                </c:pt>
                <c:pt idx="1431">
                  <c:v>1.24024853790768</c:v>
                </c:pt>
                <c:pt idx="1432">
                  <c:v>1.2296764043296899</c:v>
                </c:pt>
                <c:pt idx="1433">
                  <c:v>1.2394190022648099</c:v>
                </c:pt>
                <c:pt idx="1434">
                  <c:v>1.25783861597346</c:v>
                </c:pt>
                <c:pt idx="1435">
                  <c:v>1.2491395280747</c:v>
                </c:pt>
                <c:pt idx="1436">
                  <c:v>1.24718201683372</c:v>
                </c:pt>
                <c:pt idx="1437">
                  <c:v>1.2356146212189301</c:v>
                </c:pt>
                <c:pt idx="1438">
                  <c:v>1.2384077642711699</c:v>
                </c:pt>
                <c:pt idx="1439">
                  <c:v>1.2377269091510601</c:v>
                </c:pt>
                <c:pt idx="1440">
                  <c:v>1.2369576492704499</c:v>
                </c:pt>
                <c:pt idx="1441">
                  <c:v>1.2328645781263501</c:v>
                </c:pt>
                <c:pt idx="1442">
                  <c:v>1.2303292366340399</c:v>
                </c:pt>
                <c:pt idx="1443">
                  <c:v>1.23230619660106</c:v>
                </c:pt>
                <c:pt idx="1444">
                  <c:v>1.2369885495502799</c:v>
                </c:pt>
                <c:pt idx="1445">
                  <c:v>1.2372338423771601</c:v>
                </c:pt>
                <c:pt idx="1446">
                  <c:v>1.2493313630857601</c:v>
                </c:pt>
                <c:pt idx="1447">
                  <c:v>1.2574475082085601</c:v>
                </c:pt>
                <c:pt idx="1448">
                  <c:v>1.2592139333987</c:v>
                </c:pt>
                <c:pt idx="1449">
                  <c:v>1.2625532057586999</c:v>
                </c:pt>
                <c:pt idx="1450">
                  <c:v>1.26015532179322</c:v>
                </c:pt>
                <c:pt idx="1451">
                  <c:v>1.2577825301596199</c:v>
                </c:pt>
                <c:pt idx="1452">
                  <c:v>1.2777172326034201</c:v>
                </c:pt>
                <c:pt idx="1453">
                  <c:v>1.2953923978233799</c:v>
                </c:pt>
                <c:pt idx="1454">
                  <c:v>1.3123497199699301</c:v>
                </c:pt>
                <c:pt idx="1455">
                  <c:v>1.3116232504231999</c:v>
                </c:pt>
                <c:pt idx="1456">
                  <c:v>1.3115806392307601</c:v>
                </c:pt>
                <c:pt idx="1457">
                  <c:v>1.30340709142085</c:v>
                </c:pt>
                <c:pt idx="1458">
                  <c:v>1.28144105281386</c:v>
                </c:pt>
                <c:pt idx="1459">
                  <c:v>1.2971196845714801</c:v>
                </c:pt>
                <c:pt idx="1460">
                  <c:v>1.3005769657583399</c:v>
                </c:pt>
                <c:pt idx="1461">
                  <c:v>1.31082204388505</c:v>
                </c:pt>
                <c:pt idx="1462">
                  <c:v>1.3041632112296599</c:v>
                </c:pt>
                <c:pt idx="1463">
                  <c:v>1.3215407893238</c:v>
                </c:pt>
                <c:pt idx="1464">
                  <c:v>1.3290875916140601</c:v>
                </c:pt>
                <c:pt idx="1465">
                  <c:v>1.35035301023619</c:v>
                </c:pt>
                <c:pt idx="1466">
                  <c:v>1.3516570620096899</c:v>
                </c:pt>
                <c:pt idx="1467">
                  <c:v>1.3569007499949699</c:v>
                </c:pt>
                <c:pt idx="1468">
                  <c:v>1.37125409809428</c:v>
                </c:pt>
                <c:pt idx="1469">
                  <c:v>1.3519097500077899</c:v>
                </c:pt>
                <c:pt idx="1470">
                  <c:v>1.3701599608081501</c:v>
                </c:pt>
                <c:pt idx="1471">
                  <c:v>1.36847928562151</c:v>
                </c:pt>
                <c:pt idx="1472">
                  <c:v>1.3850689269518199</c:v>
                </c:pt>
                <c:pt idx="1473">
                  <c:v>1.3810202803107201</c:v>
                </c:pt>
                <c:pt idx="1474">
                  <c:v>1.3765046663196101</c:v>
                </c:pt>
                <c:pt idx="1475">
                  <c:v>1.3753179373037301</c:v>
                </c:pt>
                <c:pt idx="1476">
                  <c:v>1.3743317571551601</c:v>
                </c:pt>
                <c:pt idx="1477">
                  <c:v>1.3898915080246399</c:v>
                </c:pt>
                <c:pt idx="1478">
                  <c:v>1.3707524373609199</c:v>
                </c:pt>
                <c:pt idx="1479">
                  <c:v>1.3796702385139199</c:v>
                </c:pt>
                <c:pt idx="1480">
                  <c:v>1.3346481466820299</c:v>
                </c:pt>
                <c:pt idx="1481">
                  <c:v>1.2206127467235699</c:v>
                </c:pt>
                <c:pt idx="1482">
                  <c:v>1.2410251761925399</c:v>
                </c:pt>
                <c:pt idx="1483">
                  <c:v>1.26490005921717</c:v>
                </c:pt>
                <c:pt idx="1484">
                  <c:v>1.2963906044861</c:v>
                </c:pt>
                <c:pt idx="1485">
                  <c:v>1.3048680860751001</c:v>
                </c:pt>
                <c:pt idx="1486">
                  <c:v>1.3185756844793599</c:v>
                </c:pt>
                <c:pt idx="1487">
                  <c:v>1.3206367228188201</c:v>
                </c:pt>
                <c:pt idx="1488">
                  <c:v>1.3402988688961599</c:v>
                </c:pt>
                <c:pt idx="1489">
                  <c:v>1.33138315174019</c:v>
                </c:pt>
                <c:pt idx="1490">
                  <c:v>1.3389085948652</c:v>
                </c:pt>
                <c:pt idx="1491">
                  <c:v>1.3788606174374201</c:v>
                </c:pt>
                <c:pt idx="1492">
                  <c:v>1.38901312888168</c:v>
                </c:pt>
                <c:pt idx="1493">
                  <c:v>1.3813076774667301</c:v>
                </c:pt>
                <c:pt idx="1494">
                  <c:v>1.4100917104630999</c:v>
                </c:pt>
                <c:pt idx="1495">
                  <c:v>1.4239367208221401</c:v>
                </c:pt>
                <c:pt idx="1496">
                  <c:v>1.4332550033203599</c:v>
                </c:pt>
                <c:pt idx="1497">
                  <c:v>1.4321211265968099</c:v>
                </c:pt>
                <c:pt idx="1498">
                  <c:v>1.4031015472147199</c:v>
                </c:pt>
                <c:pt idx="1499">
                  <c:v>1.40730765057631</c:v>
                </c:pt>
                <c:pt idx="1500">
                  <c:v>1.34289454970254</c:v>
                </c:pt>
                <c:pt idx="1501">
                  <c:v>1.39221298000095</c:v>
                </c:pt>
                <c:pt idx="1502">
                  <c:v>1.4043883869903799</c:v>
                </c:pt>
                <c:pt idx="1503">
                  <c:v>1.40888234658836</c:v>
                </c:pt>
                <c:pt idx="1504">
                  <c:v>1.43264430726183</c:v>
                </c:pt>
                <c:pt idx="1505">
                  <c:v>1.4175951210984401</c:v>
                </c:pt>
                <c:pt idx="1506">
                  <c:v>1.3634542749705001</c:v>
                </c:pt>
                <c:pt idx="1507">
                  <c:v>1.39592782959887</c:v>
                </c:pt>
                <c:pt idx="1508">
                  <c:v>1.37705931215536</c:v>
                </c:pt>
                <c:pt idx="1509">
                  <c:v>1.35015003102652</c:v>
                </c:pt>
                <c:pt idx="1510">
                  <c:v>1.33719659621683</c:v>
                </c:pt>
                <c:pt idx="1511">
                  <c:v>1.27760767684109</c:v>
                </c:pt>
                <c:pt idx="1512">
                  <c:v>1.27624292713058</c:v>
                </c:pt>
                <c:pt idx="1513">
                  <c:v>1.25437913397871</c:v>
                </c:pt>
                <c:pt idx="1514">
                  <c:v>1.2544122355682299</c:v>
                </c:pt>
                <c:pt idx="1515">
                  <c:v>1.2703766377886001</c:v>
                </c:pt>
                <c:pt idx="1516">
                  <c:v>1.2185280528259099</c:v>
                </c:pt>
                <c:pt idx="1517">
                  <c:v>1.2448570377080901</c:v>
                </c:pt>
                <c:pt idx="1518">
                  <c:v>1.2779664088978699</c:v>
                </c:pt>
                <c:pt idx="1519">
                  <c:v>1.2682120580911</c:v>
                </c:pt>
                <c:pt idx="1520">
                  <c:v>1.2661091510011999</c:v>
                </c:pt>
                <c:pt idx="1521">
                  <c:v>1.244241111642</c:v>
                </c:pt>
                <c:pt idx="1522">
                  <c:v>1.24817508346006</c:v>
                </c:pt>
                <c:pt idx="1523">
                  <c:v>1.2425703937988499</c:v>
                </c:pt>
                <c:pt idx="1524">
                  <c:v>1.2696237728981901</c:v>
                </c:pt>
                <c:pt idx="1525">
                  <c:v>1.2616454824746499</c:v>
                </c:pt>
                <c:pt idx="1526">
                  <c:v>1.2970360260385601</c:v>
                </c:pt>
                <c:pt idx="1527">
                  <c:v>1.29544813672877</c:v>
                </c:pt>
                <c:pt idx="1528">
                  <c:v>1.30562872587963</c:v>
                </c:pt>
                <c:pt idx="1529">
                  <c:v>1.2829428209837499</c:v>
                </c:pt>
                <c:pt idx="1530">
                  <c:v>1.2731610666765101</c:v>
                </c:pt>
                <c:pt idx="1531">
                  <c:v>1.30134829670791</c:v>
                </c:pt>
                <c:pt idx="1532">
                  <c:v>1.2949907311979101</c:v>
                </c:pt>
                <c:pt idx="1533">
                  <c:v>1.30232565681683</c:v>
                </c:pt>
                <c:pt idx="1534">
                  <c:v>1.30600816590008</c:v>
                </c:pt>
                <c:pt idx="1535">
                  <c:v>1.3174951144181599</c:v>
                </c:pt>
                <c:pt idx="1536">
                  <c:v>1.3056187235677701</c:v>
                </c:pt>
                <c:pt idx="1537">
                  <c:v>1.3156921629755001</c:v>
                </c:pt>
                <c:pt idx="1538">
                  <c:v>1.3111967410498599</c:v>
                </c:pt>
                <c:pt idx="1539">
                  <c:v>1.2934825920564601</c:v>
                </c:pt>
                <c:pt idx="1540">
                  <c:v>1.29486588911366</c:v>
                </c:pt>
                <c:pt idx="1541">
                  <c:v>1.29388463955869</c:v>
                </c:pt>
                <c:pt idx="1542">
                  <c:v>1.29530893926186</c:v>
                </c:pt>
                <c:pt idx="1543">
                  <c:v>1.32298058799282</c:v>
                </c:pt>
                <c:pt idx="1544">
                  <c:v>1.3417905077580701</c:v>
                </c:pt>
                <c:pt idx="1545">
                  <c:v>1.34020175965191</c:v>
                </c:pt>
                <c:pt idx="1546">
                  <c:v>1.35567999870073</c:v>
                </c:pt>
                <c:pt idx="1547">
                  <c:v>1.35287239376254</c:v>
                </c:pt>
                <c:pt idx="1548">
                  <c:v>1.3562941172988301</c:v>
                </c:pt>
                <c:pt idx="1549">
                  <c:v>1.3644336899201599</c:v>
                </c:pt>
                <c:pt idx="1550">
                  <c:v>1.35092058390613</c:v>
                </c:pt>
                <c:pt idx="1551">
                  <c:v>1.3531908185091699</c:v>
                </c:pt>
                <c:pt idx="1552">
                  <c:v>1.35180702929324</c:v>
                </c:pt>
                <c:pt idx="1553">
                  <c:v>1.3668346962001301</c:v>
                </c:pt>
                <c:pt idx="1554">
                  <c:v>1.3544392897400499</c:v>
                </c:pt>
                <c:pt idx="1555">
                  <c:v>1.34182392098221</c:v>
                </c:pt>
                <c:pt idx="1556">
                  <c:v>1.31590178812189</c:v>
                </c:pt>
                <c:pt idx="1557">
                  <c:v>1.3147854934400001</c:v>
                </c:pt>
                <c:pt idx="1558">
                  <c:v>1.3382131352016899</c:v>
                </c:pt>
                <c:pt idx="1559">
                  <c:v>1.3275525107708901</c:v>
                </c:pt>
                <c:pt idx="1560">
                  <c:v>1.3273666978238801</c:v>
                </c:pt>
                <c:pt idx="1561">
                  <c:v>1.3382436008653</c:v>
                </c:pt>
                <c:pt idx="1562">
                  <c:v>1.37570269188271</c:v>
                </c:pt>
                <c:pt idx="1563">
                  <c:v>1.3735310545933299</c:v>
                </c:pt>
                <c:pt idx="1564">
                  <c:v>1.3734091290506101</c:v>
                </c:pt>
                <c:pt idx="1565">
                  <c:v>1.37359934340108</c:v>
                </c:pt>
                <c:pt idx="1566">
                  <c:v>1.37788331043098</c:v>
                </c:pt>
                <c:pt idx="1567">
                  <c:v>1.3777160513525399</c:v>
                </c:pt>
                <c:pt idx="1568">
                  <c:v>1.38896579718674</c:v>
                </c:pt>
                <c:pt idx="1569">
                  <c:v>1.3916216500462999</c:v>
                </c:pt>
                <c:pt idx="1570">
                  <c:v>1.38428083538784</c:v>
                </c:pt>
                <c:pt idx="1571">
                  <c:v>1.3871423972085699</c:v>
                </c:pt>
                <c:pt idx="1572">
                  <c:v>1.3796693135550899</c:v>
                </c:pt>
                <c:pt idx="1573">
                  <c:v>1.4044101717731601</c:v>
                </c:pt>
                <c:pt idx="1574">
                  <c:v>1.4087569519411001</c:v>
                </c:pt>
                <c:pt idx="1575">
                  <c:v>1.41155576180206</c:v>
                </c:pt>
                <c:pt idx="1576">
                  <c:v>1.4284177799790101</c:v>
                </c:pt>
                <c:pt idx="1577">
                  <c:v>1.43110835317578</c:v>
                </c:pt>
                <c:pt idx="1578">
                  <c:v>1.43848375084682</c:v>
                </c:pt>
                <c:pt idx="1579">
                  <c:v>1.43983974504249</c:v>
                </c:pt>
                <c:pt idx="1580">
                  <c:v>1.4312918356689599</c:v>
                </c:pt>
                <c:pt idx="1581">
                  <c:v>1.4560902990989799</c:v>
                </c:pt>
                <c:pt idx="1582">
                  <c:v>1.4674710739072701</c:v>
                </c:pt>
                <c:pt idx="1583">
                  <c:v>1.49270912332676</c:v>
                </c:pt>
                <c:pt idx="1584">
                  <c:v>1.5173312564786201</c:v>
                </c:pt>
                <c:pt idx="1585">
                  <c:v>1.58551520775403</c:v>
                </c:pt>
                <c:pt idx="1586">
                  <c:v>1.6026349801213</c:v>
                </c:pt>
                <c:pt idx="1587">
                  <c:v>1.6361970160074</c:v>
                </c:pt>
                <c:pt idx="1588">
                  <c:v>1.67470839667175</c:v>
                </c:pt>
                <c:pt idx="1589">
                  <c:v>1.6649875092996</c:v>
                </c:pt>
                <c:pt idx="1590">
                  <c:v>1.71208589040306</c:v>
                </c:pt>
                <c:pt idx="1591">
                  <c:v>1.6946594838601099</c:v>
                </c:pt>
                <c:pt idx="1592">
                  <c:v>1.6645840856538801</c:v>
                </c:pt>
                <c:pt idx="1593">
                  <c:v>1.5806458157010801</c:v>
                </c:pt>
                <c:pt idx="1594">
                  <c:v>1.5873671353501599</c:v>
                </c:pt>
                <c:pt idx="1595">
                  <c:v>1.6332396763774699</c:v>
                </c:pt>
                <c:pt idx="1596">
                  <c:v>1.64330898346015</c:v>
                </c:pt>
                <c:pt idx="1597">
                  <c:v>1.6571314730648601</c:v>
                </c:pt>
                <c:pt idx="1598">
                  <c:v>1.65620000365852</c:v>
                </c:pt>
                <c:pt idx="1599">
                  <c:v>1.57617969802805</c:v>
                </c:pt>
                <c:pt idx="1600">
                  <c:v>1.5808818681813099</c:v>
                </c:pt>
                <c:pt idx="1601">
                  <c:v>1.59636072807959</c:v>
                </c:pt>
                <c:pt idx="1602">
                  <c:v>1.6382909940597501</c:v>
                </c:pt>
                <c:pt idx="1603">
                  <c:v>1.63145734936803</c:v>
                </c:pt>
                <c:pt idx="1604">
                  <c:v>1.64759525433624</c:v>
                </c:pt>
                <c:pt idx="1605">
                  <c:v>1.68715376209764</c:v>
                </c:pt>
                <c:pt idx="1606">
                  <c:v>1.6810644518434601</c:v>
                </c:pt>
                <c:pt idx="1607">
                  <c:v>1.69445503384136</c:v>
                </c:pt>
                <c:pt idx="1608">
                  <c:v>1.6949677566919901</c:v>
                </c:pt>
                <c:pt idx="1609">
                  <c:v>1.6760739785202501</c:v>
                </c:pt>
                <c:pt idx="1610">
                  <c:v>1.6813907835128901</c:v>
                </c:pt>
                <c:pt idx="1611">
                  <c:v>1.65622515443944</c:v>
                </c:pt>
                <c:pt idx="1612">
                  <c:v>1.6354527351557999</c:v>
                </c:pt>
                <c:pt idx="1613">
                  <c:v>1.6370456457601601</c:v>
                </c:pt>
                <c:pt idx="1614">
                  <c:v>1.6578235365549501</c:v>
                </c:pt>
                <c:pt idx="1615">
                  <c:v>1.6943310405651399</c:v>
                </c:pt>
                <c:pt idx="1616">
                  <c:v>1.7017861823128899</c:v>
                </c:pt>
                <c:pt idx="1617">
                  <c:v>1.6756080481071201</c:v>
                </c:pt>
                <c:pt idx="1618">
                  <c:v>1.65295065141372</c:v>
                </c:pt>
                <c:pt idx="1619">
                  <c:v>1.6660748288679801</c:v>
                </c:pt>
                <c:pt idx="1620">
                  <c:v>1.6764968312119399</c:v>
                </c:pt>
                <c:pt idx="1621">
                  <c:v>1.6675267825542099</c:v>
                </c:pt>
                <c:pt idx="1622">
                  <c:v>1.6365632327377799</c:v>
                </c:pt>
                <c:pt idx="1623">
                  <c:v>1.6501498401864101</c:v>
                </c:pt>
                <c:pt idx="1624">
                  <c:v>1.6815176757386101</c:v>
                </c:pt>
                <c:pt idx="1625">
                  <c:v>1.67428602717996</c:v>
                </c:pt>
                <c:pt idx="1626">
                  <c:v>1.68518697280111</c:v>
                </c:pt>
                <c:pt idx="1627">
                  <c:v>1.68338587052772</c:v>
                </c:pt>
                <c:pt idx="1628">
                  <c:v>1.67168053304636</c:v>
                </c:pt>
                <c:pt idx="1629">
                  <c:v>1.6568831411913401</c:v>
                </c:pt>
                <c:pt idx="1630">
                  <c:v>1.61604811664087</c:v>
                </c:pt>
                <c:pt idx="1631">
                  <c:v>1.61973796039832</c:v>
                </c:pt>
                <c:pt idx="1632">
                  <c:v>1.5756566561479599</c:v>
                </c:pt>
                <c:pt idx="1633">
                  <c:v>1.5587558781753601</c:v>
                </c:pt>
                <c:pt idx="1634">
                  <c:v>1.57773929637098</c:v>
                </c:pt>
                <c:pt idx="1635">
                  <c:v>1.5842971364294001</c:v>
                </c:pt>
                <c:pt idx="1636">
                  <c:v>1.59927747772285</c:v>
                </c:pt>
                <c:pt idx="1637">
                  <c:v>1.5906917116875801</c:v>
                </c:pt>
                <c:pt idx="1638">
                  <c:v>1.5907940999716901</c:v>
                </c:pt>
                <c:pt idx="1639">
                  <c:v>1.6214082889669199</c:v>
                </c:pt>
                <c:pt idx="1640">
                  <c:v>1.61460492217153</c:v>
                </c:pt>
                <c:pt idx="1641">
                  <c:v>1.5947061312289199</c:v>
                </c:pt>
                <c:pt idx="1642">
                  <c:v>1.60311544078934</c:v>
                </c:pt>
                <c:pt idx="1643">
                  <c:v>1.57023482278084</c:v>
                </c:pt>
                <c:pt idx="1644">
                  <c:v>1.56901852721706</c:v>
                </c:pt>
                <c:pt idx="1645">
                  <c:v>1.56017645419004</c:v>
                </c:pt>
                <c:pt idx="1646">
                  <c:v>1.57182219105592</c:v>
                </c:pt>
                <c:pt idx="1647">
                  <c:v>1.56771993788631</c:v>
                </c:pt>
                <c:pt idx="1648">
                  <c:v>1.6049293609111299</c:v>
                </c:pt>
                <c:pt idx="1649">
                  <c:v>1.64962924154751</c:v>
                </c:pt>
                <c:pt idx="1650">
                  <c:v>1.6538230496585</c:v>
                </c:pt>
                <c:pt idx="1651">
                  <c:v>1.6429730202758801</c:v>
                </c:pt>
                <c:pt idx="1652">
                  <c:v>1.6345992540843699</c:v>
                </c:pt>
                <c:pt idx="1653">
                  <c:v>1.62888874941937</c:v>
                </c:pt>
                <c:pt idx="1654">
                  <c:v>1.61237672635078</c:v>
                </c:pt>
                <c:pt idx="1655">
                  <c:v>1.6249568595382</c:v>
                </c:pt>
                <c:pt idx="1656">
                  <c:v>1.61127964639401</c:v>
                </c:pt>
                <c:pt idx="1657">
                  <c:v>1.60197408041807</c:v>
                </c:pt>
                <c:pt idx="1658">
                  <c:v>1.57672571917213</c:v>
                </c:pt>
                <c:pt idx="1659">
                  <c:v>1.57511672424354</c:v>
                </c:pt>
                <c:pt idx="1660">
                  <c:v>1.5829509955812</c:v>
                </c:pt>
                <c:pt idx="1661">
                  <c:v>1.5900696273250801</c:v>
                </c:pt>
                <c:pt idx="1662">
                  <c:v>1.59488620009268</c:v>
                </c:pt>
                <c:pt idx="1663">
                  <c:v>1.56336032083948</c:v>
                </c:pt>
                <c:pt idx="1664">
                  <c:v>1.5704235256718699</c:v>
                </c:pt>
                <c:pt idx="1665">
                  <c:v>1.5939401614426001</c:v>
                </c:pt>
                <c:pt idx="1666">
                  <c:v>1.5957726242166801</c:v>
                </c:pt>
                <c:pt idx="1667">
                  <c:v>1.6220855162966299</c:v>
                </c:pt>
                <c:pt idx="1668">
                  <c:v>1.6145794094114301</c:v>
                </c:pt>
                <c:pt idx="1669">
                  <c:v>1.6492572884540599</c:v>
                </c:pt>
                <c:pt idx="1670">
                  <c:v>1.6355995148320099</c:v>
                </c:pt>
                <c:pt idx="1671">
                  <c:v>1.61527430082211</c:v>
                </c:pt>
                <c:pt idx="1672">
                  <c:v>1.6188359850860701</c:v>
                </c:pt>
                <c:pt idx="1673">
                  <c:v>1.61349083235321</c:v>
                </c:pt>
                <c:pt idx="1674">
                  <c:v>1.62925643324233</c:v>
                </c:pt>
                <c:pt idx="1675">
                  <c:v>1.61871252116443</c:v>
                </c:pt>
                <c:pt idx="1676">
                  <c:v>1.61610175058881</c:v>
                </c:pt>
                <c:pt idx="1677">
                  <c:v>1.62553880918981</c:v>
                </c:pt>
                <c:pt idx="1678">
                  <c:v>1.6383560492029801</c:v>
                </c:pt>
                <c:pt idx="1679">
                  <c:v>1.65074873329881</c:v>
                </c:pt>
                <c:pt idx="1680">
                  <c:v>1.6483790262259601</c:v>
                </c:pt>
                <c:pt idx="1681">
                  <c:v>1.6194687937130501</c:v>
                </c:pt>
                <c:pt idx="1682">
                  <c:v>1.61797505716192</c:v>
                </c:pt>
                <c:pt idx="1683">
                  <c:v>1.62877506888919</c:v>
                </c:pt>
                <c:pt idx="1684">
                  <c:v>1.6248912686686701</c:v>
                </c:pt>
                <c:pt idx="1685">
                  <c:v>1.6531435911128001</c:v>
                </c:pt>
                <c:pt idx="1686">
                  <c:v>1.6560177931734801</c:v>
                </c:pt>
                <c:pt idx="1687">
                  <c:v>1.6559529377895601</c:v>
                </c:pt>
                <c:pt idx="1688">
                  <c:v>1.66104804855792</c:v>
                </c:pt>
                <c:pt idx="1689">
                  <c:v>1.65110206334641</c:v>
                </c:pt>
                <c:pt idx="1690">
                  <c:v>1.64930627246029</c:v>
                </c:pt>
                <c:pt idx="1691">
                  <c:v>1.62264965785454</c:v>
                </c:pt>
                <c:pt idx="1692">
                  <c:v>1.62460851083905</c:v>
                </c:pt>
                <c:pt idx="1693">
                  <c:v>1.60454334589833</c:v>
                </c:pt>
                <c:pt idx="1694">
                  <c:v>1.61682552266707</c:v>
                </c:pt>
                <c:pt idx="1695">
                  <c:v>1.62011728845134</c:v>
                </c:pt>
                <c:pt idx="1696">
                  <c:v>1.6151003580371399</c:v>
                </c:pt>
                <c:pt idx="1697">
                  <c:v>1.63284068466395</c:v>
                </c:pt>
                <c:pt idx="1698">
                  <c:v>1.62880236350245</c:v>
                </c:pt>
                <c:pt idx="1699">
                  <c:v>1.6518736677336301</c:v>
                </c:pt>
                <c:pt idx="1700">
                  <c:v>1.6147296246524301</c:v>
                </c:pt>
                <c:pt idx="1701">
                  <c:v>1.6296089010639001</c:v>
                </c:pt>
                <c:pt idx="1702">
                  <c:v>1.61400338121902</c:v>
                </c:pt>
                <c:pt idx="1703">
                  <c:v>1.6318597821542999</c:v>
                </c:pt>
                <c:pt idx="1704">
                  <c:v>1.6269113077245401</c:v>
                </c:pt>
                <c:pt idx="1705">
                  <c:v>1.62014958891405</c:v>
                </c:pt>
                <c:pt idx="1706">
                  <c:v>1.6380954054340899</c:v>
                </c:pt>
                <c:pt idx="1707">
                  <c:v>1.66762242651607</c:v>
                </c:pt>
                <c:pt idx="1708">
                  <c:v>1.6963072208241301</c:v>
                </c:pt>
                <c:pt idx="1709">
                  <c:v>1.7156829640703</c:v>
                </c:pt>
                <c:pt idx="1710">
                  <c:v>1.71597812122063</c:v>
                </c:pt>
                <c:pt idx="1711">
                  <c:v>1.72350826036898</c:v>
                </c:pt>
                <c:pt idx="1712">
                  <c:v>1.72323415569542</c:v>
                </c:pt>
                <c:pt idx="1713">
                  <c:v>1.70025162866277</c:v>
                </c:pt>
                <c:pt idx="1714">
                  <c:v>1.7318310462003299</c:v>
                </c:pt>
                <c:pt idx="1715">
                  <c:v>1.7260792598335399</c:v>
                </c:pt>
                <c:pt idx="1716">
                  <c:v>1.70596836628613</c:v>
                </c:pt>
                <c:pt idx="1717">
                  <c:v>1.7014862428711801</c:v>
                </c:pt>
                <c:pt idx="1718">
                  <c:v>1.7255371984994401</c:v>
                </c:pt>
                <c:pt idx="1719">
                  <c:v>1.7087868538074</c:v>
                </c:pt>
                <c:pt idx="1720">
                  <c:v>1.7256847730308</c:v>
                </c:pt>
                <c:pt idx="1721">
                  <c:v>1.7487681231981</c:v>
                </c:pt>
                <c:pt idx="1722">
                  <c:v>1.74663489354754</c:v>
                </c:pt>
                <c:pt idx="1723">
                  <c:v>1.7471583044266401</c:v>
                </c:pt>
                <c:pt idx="1724">
                  <c:v>1.7191454220382401</c:v>
                </c:pt>
                <c:pt idx="1725">
                  <c:v>1.7237654708013599</c:v>
                </c:pt>
                <c:pt idx="1726">
                  <c:v>1.68442809025748</c:v>
                </c:pt>
                <c:pt idx="1727">
                  <c:v>1.66905496686597</c:v>
                </c:pt>
                <c:pt idx="1728">
                  <c:v>1.6841218802818101</c:v>
                </c:pt>
                <c:pt idx="1729">
                  <c:v>1.7038987939031001</c:v>
                </c:pt>
                <c:pt idx="1730">
                  <c:v>1.6874389589899199</c:v>
                </c:pt>
                <c:pt idx="1731">
                  <c:v>1.6648772643226499</c:v>
                </c:pt>
                <c:pt idx="1732">
                  <c:v>1.64818370590051</c:v>
                </c:pt>
                <c:pt idx="1733">
                  <c:v>1.66940299534343</c:v>
                </c:pt>
                <c:pt idx="1734">
                  <c:v>1.70883885648038</c:v>
                </c:pt>
                <c:pt idx="1735">
                  <c:v>1.7258647120308099</c:v>
                </c:pt>
                <c:pt idx="1736">
                  <c:v>1.7398451837609601</c:v>
                </c:pt>
                <c:pt idx="1737">
                  <c:v>1.7551528042004101</c:v>
                </c:pt>
                <c:pt idx="1738">
                  <c:v>1.7360001578236499</c:v>
                </c:pt>
                <c:pt idx="1739">
                  <c:v>1.7285716361058201</c:v>
                </c:pt>
                <c:pt idx="1740">
                  <c:v>1.70119001185598</c:v>
                </c:pt>
                <c:pt idx="1741">
                  <c:v>1.7005597047654899</c:v>
                </c:pt>
                <c:pt idx="1742">
                  <c:v>1.6666063769459101</c:v>
                </c:pt>
                <c:pt idx="1743">
                  <c:v>1.69680128098271</c:v>
                </c:pt>
                <c:pt idx="1744">
                  <c:v>1.6849561446883401</c:v>
                </c:pt>
                <c:pt idx="1745">
                  <c:v>1.7091583886862101</c:v>
                </c:pt>
                <c:pt idx="1746">
                  <c:v>1.6692867805470599</c:v>
                </c:pt>
                <c:pt idx="1747">
                  <c:v>1.6687924075048499</c:v>
                </c:pt>
                <c:pt idx="1748">
                  <c:v>1.6254048058261701</c:v>
                </c:pt>
                <c:pt idx="1749">
                  <c:v>1.5849510997235301</c:v>
                </c:pt>
                <c:pt idx="1750">
                  <c:v>1.58260235462898</c:v>
                </c:pt>
                <c:pt idx="1751">
                  <c:v>1.61966604756057</c:v>
                </c:pt>
                <c:pt idx="1752">
                  <c:v>1.62477334446624</c:v>
                </c:pt>
                <c:pt idx="1753">
                  <c:v>1.6020663914606099</c:v>
                </c:pt>
                <c:pt idx="1754">
                  <c:v>1.61006106211218</c:v>
                </c:pt>
                <c:pt idx="1755">
                  <c:v>1.62102832981566</c:v>
                </c:pt>
                <c:pt idx="1756">
                  <c:v>1.63389605939366</c:v>
                </c:pt>
                <c:pt idx="1757">
                  <c:v>1.61279794787236</c:v>
                </c:pt>
                <c:pt idx="1758">
                  <c:v>1.63623175313019</c:v>
                </c:pt>
                <c:pt idx="1759">
                  <c:v>1.6187170608178401</c:v>
                </c:pt>
                <c:pt idx="1760">
                  <c:v>1.5952485749799299</c:v>
                </c:pt>
                <c:pt idx="1761">
                  <c:v>1.5982930550227601</c:v>
                </c:pt>
                <c:pt idx="1762">
                  <c:v>1.6289075360529099</c:v>
                </c:pt>
                <c:pt idx="1763">
                  <c:v>1.63512867611676</c:v>
                </c:pt>
                <c:pt idx="1764">
                  <c:v>1.64574166826795</c:v>
                </c:pt>
                <c:pt idx="1765">
                  <c:v>1.6381182436369499</c:v>
                </c:pt>
                <c:pt idx="1766">
                  <c:v>1.65343654356165</c:v>
                </c:pt>
                <c:pt idx="1767">
                  <c:v>1.659940096917</c:v>
                </c:pt>
                <c:pt idx="1768">
                  <c:v>1.66334223495914</c:v>
                </c:pt>
                <c:pt idx="1769">
                  <c:v>1.66335603425193</c:v>
                </c:pt>
                <c:pt idx="1770">
                  <c:v>1.66382906665667</c:v>
                </c:pt>
                <c:pt idx="1771">
                  <c:v>1.6524321697159201</c:v>
                </c:pt>
                <c:pt idx="1772">
                  <c:v>1.6203331363861599</c:v>
                </c:pt>
                <c:pt idx="1773">
                  <c:v>1.61438252923533</c:v>
                </c:pt>
                <c:pt idx="1774">
                  <c:v>1.6328305998647299</c:v>
                </c:pt>
                <c:pt idx="1775">
                  <c:v>1.6286687231703401</c:v>
                </c:pt>
                <c:pt idx="1776">
                  <c:v>1.63995378735676</c:v>
                </c:pt>
                <c:pt idx="1777">
                  <c:v>1.6701591874010699</c:v>
                </c:pt>
                <c:pt idx="1778">
                  <c:v>1.66778673507834</c:v>
                </c:pt>
                <c:pt idx="1779">
                  <c:v>1.66841354914235</c:v>
                </c:pt>
                <c:pt idx="1780">
                  <c:v>1.67270186130169</c:v>
                </c:pt>
                <c:pt idx="1781">
                  <c:v>1.6757038089457801</c:v>
                </c:pt>
                <c:pt idx="1782">
                  <c:v>1.6648599336183401</c:v>
                </c:pt>
                <c:pt idx="1783">
                  <c:v>1.66363503508365</c:v>
                </c:pt>
                <c:pt idx="1784">
                  <c:v>1.67611714965277</c:v>
                </c:pt>
                <c:pt idx="1785">
                  <c:v>1.6810875387533599</c:v>
                </c:pt>
                <c:pt idx="1786">
                  <c:v>1.67127234459663</c:v>
                </c:pt>
                <c:pt idx="1787">
                  <c:v>1.6679939193214299</c:v>
                </c:pt>
                <c:pt idx="1788">
                  <c:v>1.6485792834459401</c:v>
                </c:pt>
                <c:pt idx="1789">
                  <c:v>1.6512677137851199</c:v>
                </c:pt>
                <c:pt idx="1790">
                  <c:v>1.65377456852419</c:v>
                </c:pt>
                <c:pt idx="1791">
                  <c:v>1.66341557428787</c:v>
                </c:pt>
                <c:pt idx="1792">
                  <c:v>1.6469211869568601</c:v>
                </c:pt>
                <c:pt idx="1793">
                  <c:v>1.6766029451044</c:v>
                </c:pt>
                <c:pt idx="1794">
                  <c:v>1.6944194716957299</c:v>
                </c:pt>
                <c:pt idx="1795">
                  <c:v>1.6989741246819301</c:v>
                </c:pt>
                <c:pt idx="1796">
                  <c:v>1.6965718341985201</c:v>
                </c:pt>
                <c:pt idx="1797">
                  <c:v>1.69510347624434</c:v>
                </c:pt>
                <c:pt idx="1798">
                  <c:v>1.6868859606281501</c:v>
                </c:pt>
                <c:pt idx="1799">
                  <c:v>1.69533811122852</c:v>
                </c:pt>
                <c:pt idx="1800">
                  <c:v>1.72576893558907</c:v>
                </c:pt>
                <c:pt idx="1801">
                  <c:v>1.72856200837945</c:v>
                </c:pt>
                <c:pt idx="1802">
                  <c:v>1.7420336670148999</c:v>
                </c:pt>
                <c:pt idx="1803">
                  <c:v>1.73630339595085</c:v>
                </c:pt>
                <c:pt idx="1804">
                  <c:v>1.7524361093535701</c:v>
                </c:pt>
                <c:pt idx="1805">
                  <c:v>1.7564427605241899</c:v>
                </c:pt>
                <c:pt idx="1806">
                  <c:v>1.73761737678645</c:v>
                </c:pt>
                <c:pt idx="1807">
                  <c:v>1.73059855063566</c:v>
                </c:pt>
                <c:pt idx="1808">
                  <c:v>1.7382488617266401</c:v>
                </c:pt>
                <c:pt idx="1809">
                  <c:v>1.7436771667375199</c:v>
                </c:pt>
                <c:pt idx="1810">
                  <c:v>1.7305194421597201</c:v>
                </c:pt>
                <c:pt idx="1811">
                  <c:v>1.73126059607116</c:v>
                </c:pt>
                <c:pt idx="1812">
                  <c:v>1.74271669039887</c:v>
                </c:pt>
                <c:pt idx="1813">
                  <c:v>1.7293295208666499</c:v>
                </c:pt>
                <c:pt idx="1814">
                  <c:v>1.7120335503252799</c:v>
                </c:pt>
                <c:pt idx="1815">
                  <c:v>1.6831429063423899</c:v>
                </c:pt>
                <c:pt idx="1816">
                  <c:v>1.69917066050118</c:v>
                </c:pt>
                <c:pt idx="1817">
                  <c:v>1.71027069882421</c:v>
                </c:pt>
                <c:pt idx="1818">
                  <c:v>1.72187685594105</c:v>
                </c:pt>
                <c:pt idx="1819">
                  <c:v>1.7321795044258701</c:v>
                </c:pt>
                <c:pt idx="1820">
                  <c:v>1.74673396793831</c:v>
                </c:pt>
                <c:pt idx="1821">
                  <c:v>1.7408764519920401</c:v>
                </c:pt>
                <c:pt idx="1822">
                  <c:v>1.7606546695551299</c:v>
                </c:pt>
                <c:pt idx="1823">
                  <c:v>1.76768233133787</c:v>
                </c:pt>
                <c:pt idx="1824">
                  <c:v>1.75249751783914</c:v>
                </c:pt>
                <c:pt idx="1825">
                  <c:v>1.7643292629179701</c:v>
                </c:pt>
                <c:pt idx="1826">
                  <c:v>1.74828160930833</c:v>
                </c:pt>
                <c:pt idx="1827">
                  <c:v>1.7206506105818</c:v>
                </c:pt>
                <c:pt idx="1828">
                  <c:v>1.7330798053279599</c:v>
                </c:pt>
                <c:pt idx="1829">
                  <c:v>1.7291388767989</c:v>
                </c:pt>
                <c:pt idx="1830">
                  <c:v>1.7528155203525499</c:v>
                </c:pt>
                <c:pt idx="1831">
                  <c:v>1.74731864084907</c:v>
                </c:pt>
                <c:pt idx="1832">
                  <c:v>1.7534831407848499</c:v>
                </c:pt>
                <c:pt idx="1833">
                  <c:v>1.7771643139123501</c:v>
                </c:pt>
                <c:pt idx="1834">
                  <c:v>1.78580755166139</c:v>
                </c:pt>
                <c:pt idx="1835">
                  <c:v>1.77020745888736</c:v>
                </c:pt>
                <c:pt idx="1836">
                  <c:v>1.7797113491525001</c:v>
                </c:pt>
                <c:pt idx="1837">
                  <c:v>1.7724151783942801</c:v>
                </c:pt>
                <c:pt idx="1838">
                  <c:v>1.76655630445675</c:v>
                </c:pt>
                <c:pt idx="1839">
                  <c:v>1.76862063968465</c:v>
                </c:pt>
                <c:pt idx="1840">
                  <c:v>1.78828383116444</c:v>
                </c:pt>
                <c:pt idx="1841">
                  <c:v>1.7966010632809399</c:v>
                </c:pt>
                <c:pt idx="1842">
                  <c:v>1.7803039710102699</c:v>
                </c:pt>
                <c:pt idx="1843">
                  <c:v>1.7433879274547199</c:v>
                </c:pt>
                <c:pt idx="1844">
                  <c:v>1.7016645502521199</c:v>
                </c:pt>
                <c:pt idx="1845">
                  <c:v>1.68482813280046</c:v>
                </c:pt>
                <c:pt idx="1846">
                  <c:v>1.7228155531542499</c:v>
                </c:pt>
                <c:pt idx="1847">
                  <c:v>1.7246870384453099</c:v>
                </c:pt>
                <c:pt idx="1848">
                  <c:v>1.7561953072988199</c:v>
                </c:pt>
                <c:pt idx="1849">
                  <c:v>1.7413119944914199</c:v>
                </c:pt>
                <c:pt idx="1850">
                  <c:v>1.76978586377236</c:v>
                </c:pt>
                <c:pt idx="1851">
                  <c:v>1.76250386222384</c:v>
                </c:pt>
                <c:pt idx="1852">
                  <c:v>1.76317242749646</c:v>
                </c:pt>
                <c:pt idx="1853">
                  <c:v>1.7789554134457899</c:v>
                </c:pt>
                <c:pt idx="1854">
                  <c:v>1.7897144616957299</c:v>
                </c:pt>
                <c:pt idx="1855">
                  <c:v>1.7953288258922599</c:v>
                </c:pt>
                <c:pt idx="1856">
                  <c:v>1.79700404841426</c:v>
                </c:pt>
                <c:pt idx="1857">
                  <c:v>1.78930629666636</c:v>
                </c:pt>
                <c:pt idx="1858">
                  <c:v>1.7849248399732001</c:v>
                </c:pt>
                <c:pt idx="1859">
                  <c:v>1.7462965105052599</c:v>
                </c:pt>
                <c:pt idx="1860">
                  <c:v>1.7619101466268901</c:v>
                </c:pt>
                <c:pt idx="1861">
                  <c:v>1.7651067298707099</c:v>
                </c:pt>
                <c:pt idx="1862">
                  <c:v>1.75134626884878</c:v>
                </c:pt>
                <c:pt idx="1863">
                  <c:v>1.78236691234346</c:v>
                </c:pt>
                <c:pt idx="1864">
                  <c:v>1.8000700027158001</c:v>
                </c:pt>
                <c:pt idx="1865">
                  <c:v>1.81188724083937</c:v>
                </c:pt>
                <c:pt idx="1866">
                  <c:v>1.79003954489524</c:v>
                </c:pt>
                <c:pt idx="1867">
                  <c:v>1.79496069411832</c:v>
                </c:pt>
                <c:pt idx="1868">
                  <c:v>1.7986734942692</c:v>
                </c:pt>
                <c:pt idx="1869">
                  <c:v>1.8025014456887201</c:v>
                </c:pt>
                <c:pt idx="1870">
                  <c:v>1.79805895440257</c:v>
                </c:pt>
                <c:pt idx="1871">
                  <c:v>1.8150376792770699</c:v>
                </c:pt>
                <c:pt idx="1872">
                  <c:v>1.8036647141690001</c:v>
                </c:pt>
                <c:pt idx="1873">
                  <c:v>1.83249965888947</c:v>
                </c:pt>
                <c:pt idx="1874">
                  <c:v>1.8625111817516999</c:v>
                </c:pt>
                <c:pt idx="1875">
                  <c:v>1.86555152556941</c:v>
                </c:pt>
                <c:pt idx="1876">
                  <c:v>1.8745069485146999</c:v>
                </c:pt>
                <c:pt idx="1877">
                  <c:v>1.8790822207653199</c:v>
                </c:pt>
                <c:pt idx="1878">
                  <c:v>1.8816448436045301</c:v>
                </c:pt>
                <c:pt idx="1879">
                  <c:v>1.8621196476289501</c:v>
                </c:pt>
                <c:pt idx="1880">
                  <c:v>1.8662773186935</c:v>
                </c:pt>
                <c:pt idx="1881">
                  <c:v>1.8278078203683701</c:v>
                </c:pt>
                <c:pt idx="1882">
                  <c:v>1.83065225282637</c:v>
                </c:pt>
                <c:pt idx="1883">
                  <c:v>1.8400559904223901</c:v>
                </c:pt>
                <c:pt idx="1884">
                  <c:v>1.85306469032452</c:v>
                </c:pt>
                <c:pt idx="1885">
                  <c:v>1.83656077361529</c:v>
                </c:pt>
                <c:pt idx="1886">
                  <c:v>1.8027011132700801</c:v>
                </c:pt>
                <c:pt idx="1887">
                  <c:v>1.8091758205547701</c:v>
                </c:pt>
                <c:pt idx="1888">
                  <c:v>1.76352165915946</c:v>
                </c:pt>
                <c:pt idx="1889">
                  <c:v>1.7916858370569799</c:v>
                </c:pt>
                <c:pt idx="1890">
                  <c:v>1.7915022670371701</c:v>
                </c:pt>
                <c:pt idx="1891">
                  <c:v>1.7853007229743101</c:v>
                </c:pt>
                <c:pt idx="1892">
                  <c:v>1.7502664572781701</c:v>
                </c:pt>
                <c:pt idx="1893">
                  <c:v>1.7610384162497601</c:v>
                </c:pt>
                <c:pt idx="1894">
                  <c:v>1.7628258761801701</c:v>
                </c:pt>
                <c:pt idx="1895">
                  <c:v>1.7672550337989701</c:v>
                </c:pt>
                <c:pt idx="1896">
                  <c:v>1.77574842231276</c:v>
                </c:pt>
                <c:pt idx="1897">
                  <c:v>1.7912334133657699</c:v>
                </c:pt>
                <c:pt idx="1898">
                  <c:v>1.7891164154841801</c:v>
                </c:pt>
                <c:pt idx="1899">
                  <c:v>1.7873495960543599</c:v>
                </c:pt>
                <c:pt idx="1900">
                  <c:v>1.7780857144851001</c:v>
                </c:pt>
                <c:pt idx="1901">
                  <c:v>1.7961288746077799</c:v>
                </c:pt>
                <c:pt idx="1902">
                  <c:v>1.7935440411979</c:v>
                </c:pt>
                <c:pt idx="1903">
                  <c:v>1.77795677654219</c:v>
                </c:pt>
                <c:pt idx="1904">
                  <c:v>1.75139886254458</c:v>
                </c:pt>
                <c:pt idx="1905">
                  <c:v>1.7704780096980499</c:v>
                </c:pt>
                <c:pt idx="1906">
                  <c:v>1.77549217923585</c:v>
                </c:pt>
                <c:pt idx="1907">
                  <c:v>1.75850217211003</c:v>
                </c:pt>
                <c:pt idx="1908">
                  <c:v>1.76256210621958</c:v>
                </c:pt>
                <c:pt idx="1909">
                  <c:v>1.77752438026668</c:v>
                </c:pt>
                <c:pt idx="1910">
                  <c:v>1.75283948808562</c:v>
                </c:pt>
                <c:pt idx="1911">
                  <c:v>1.75884035438743</c:v>
                </c:pt>
                <c:pt idx="1912">
                  <c:v>1.7720704371759399</c:v>
                </c:pt>
                <c:pt idx="1913">
                  <c:v>1.7653595304921199</c:v>
                </c:pt>
                <c:pt idx="1914">
                  <c:v>1.7822168757378101</c:v>
                </c:pt>
                <c:pt idx="1915">
                  <c:v>1.78875452768071</c:v>
                </c:pt>
                <c:pt idx="1916">
                  <c:v>1.7793886283764899</c:v>
                </c:pt>
                <c:pt idx="1917">
                  <c:v>1.7681642951544301</c:v>
                </c:pt>
                <c:pt idx="1918">
                  <c:v>1.78417429799469</c:v>
                </c:pt>
                <c:pt idx="1919">
                  <c:v>1.7792492588483799</c:v>
                </c:pt>
                <c:pt idx="1920">
                  <c:v>1.80236243058038</c:v>
                </c:pt>
                <c:pt idx="1921">
                  <c:v>1.8236177464263501</c:v>
                </c:pt>
                <c:pt idx="1922">
                  <c:v>1.8231114554899199</c:v>
                </c:pt>
                <c:pt idx="1923">
                  <c:v>1.82239138680461</c:v>
                </c:pt>
                <c:pt idx="1924">
                  <c:v>1.8175060823767</c:v>
                </c:pt>
                <c:pt idx="1925">
                  <c:v>1.8116743913050299</c:v>
                </c:pt>
                <c:pt idx="1926">
                  <c:v>1.8139767484462599</c:v>
                </c:pt>
                <c:pt idx="1927">
                  <c:v>1.81734848835077</c:v>
                </c:pt>
                <c:pt idx="1928">
                  <c:v>1.8190165786319901</c:v>
                </c:pt>
                <c:pt idx="1929">
                  <c:v>1.8107594831549501</c:v>
                </c:pt>
                <c:pt idx="1930">
                  <c:v>1.8305235962589099</c:v>
                </c:pt>
                <c:pt idx="1931">
                  <c:v>1.81612868788757</c:v>
                </c:pt>
                <c:pt idx="1932">
                  <c:v>1.8109426080603701</c:v>
                </c:pt>
                <c:pt idx="1933">
                  <c:v>1.8383055739181799</c:v>
                </c:pt>
                <c:pt idx="1934">
                  <c:v>1.8517359527867301</c:v>
                </c:pt>
                <c:pt idx="1935">
                  <c:v>1.84854624139554</c:v>
                </c:pt>
                <c:pt idx="1936">
                  <c:v>1.8555028019552999</c:v>
                </c:pt>
                <c:pt idx="1937">
                  <c:v>1.8431283977256101</c:v>
                </c:pt>
                <c:pt idx="1938">
                  <c:v>1.8355533267736099</c:v>
                </c:pt>
                <c:pt idx="1939">
                  <c:v>1.8484821934911499</c:v>
                </c:pt>
                <c:pt idx="1940">
                  <c:v>1.82471559445114</c:v>
                </c:pt>
                <c:pt idx="1941">
                  <c:v>1.79312697482845</c:v>
                </c:pt>
                <c:pt idx="1942">
                  <c:v>1.8127401689198299</c:v>
                </c:pt>
                <c:pt idx="1943">
                  <c:v>1.81977921198062</c:v>
                </c:pt>
                <c:pt idx="1944">
                  <c:v>1.82750883624694</c:v>
                </c:pt>
                <c:pt idx="1945">
                  <c:v>1.8098948034253</c:v>
                </c:pt>
                <c:pt idx="1946">
                  <c:v>1.8091694488590999</c:v>
                </c:pt>
                <c:pt idx="1947">
                  <c:v>1.8193677511995801</c:v>
                </c:pt>
                <c:pt idx="1948">
                  <c:v>1.8091601722784101</c:v>
                </c:pt>
                <c:pt idx="1949">
                  <c:v>1.8203459303424001</c:v>
                </c:pt>
                <c:pt idx="1950">
                  <c:v>1.83370155387762</c:v>
                </c:pt>
                <c:pt idx="1951">
                  <c:v>1.82298181662195</c:v>
                </c:pt>
                <c:pt idx="1952">
                  <c:v>1.78838130899978</c:v>
                </c:pt>
                <c:pt idx="1953">
                  <c:v>1.7875704582337499</c:v>
                </c:pt>
                <c:pt idx="1954">
                  <c:v>1.77274550585187</c:v>
                </c:pt>
                <c:pt idx="1955">
                  <c:v>1.77943696785153</c:v>
                </c:pt>
                <c:pt idx="1956">
                  <c:v>1.7615658105467</c:v>
                </c:pt>
                <c:pt idx="1957">
                  <c:v>1.7821173774413399</c:v>
                </c:pt>
                <c:pt idx="1958">
                  <c:v>1.7535415289567</c:v>
                </c:pt>
                <c:pt idx="1959">
                  <c:v>1.74903700659308</c:v>
                </c:pt>
                <c:pt idx="1960">
                  <c:v>1.76609484236842</c:v>
                </c:pt>
                <c:pt idx="1961">
                  <c:v>1.7743526600021999</c:v>
                </c:pt>
                <c:pt idx="1962">
                  <c:v>1.75575411353259</c:v>
                </c:pt>
                <c:pt idx="1963">
                  <c:v>1.7445105768375</c:v>
                </c:pt>
                <c:pt idx="1964">
                  <c:v>1.7239662573315599</c:v>
                </c:pt>
                <c:pt idx="1965">
                  <c:v>1.7310427831478199</c:v>
                </c:pt>
                <c:pt idx="1966">
                  <c:v>1.67910524330608</c:v>
                </c:pt>
                <c:pt idx="1967">
                  <c:v>1.68890023486996</c:v>
                </c:pt>
                <c:pt idx="1968">
                  <c:v>1.6494316375357001</c:v>
                </c:pt>
                <c:pt idx="1969">
                  <c:v>1.63938290311339</c:v>
                </c:pt>
                <c:pt idx="1970">
                  <c:v>1.66373895343053</c:v>
                </c:pt>
                <c:pt idx="1971">
                  <c:v>1.66755665061938</c:v>
                </c:pt>
                <c:pt idx="1972">
                  <c:v>1.68801185082071</c:v>
                </c:pt>
                <c:pt idx="1973">
                  <c:v>1.68530199865639</c:v>
                </c:pt>
                <c:pt idx="1974">
                  <c:v>1.6622188371514901</c:v>
                </c:pt>
                <c:pt idx="1975">
                  <c:v>1.64877136271388</c:v>
                </c:pt>
                <c:pt idx="1976">
                  <c:v>1.6721107973834901</c:v>
                </c:pt>
                <c:pt idx="1977">
                  <c:v>1.67764756254777</c:v>
                </c:pt>
                <c:pt idx="1978">
                  <c:v>1.68208331897101</c:v>
                </c:pt>
                <c:pt idx="1979">
                  <c:v>1.69100421448577</c:v>
                </c:pt>
                <c:pt idx="1980">
                  <c:v>1.6961850907317899</c:v>
                </c:pt>
                <c:pt idx="1981">
                  <c:v>1.67856640784972</c:v>
                </c:pt>
                <c:pt idx="1982">
                  <c:v>1.7071599205193599</c:v>
                </c:pt>
                <c:pt idx="1983">
                  <c:v>1.6761669218966699</c:v>
                </c:pt>
                <c:pt idx="1984">
                  <c:v>1.6927219304317001</c:v>
                </c:pt>
                <c:pt idx="1985">
                  <c:v>1.70040295172959</c:v>
                </c:pt>
                <c:pt idx="1986">
                  <c:v>1.7031472794585301</c:v>
                </c:pt>
                <c:pt idx="1987">
                  <c:v>1.6976729965942501</c:v>
                </c:pt>
                <c:pt idx="1988">
                  <c:v>1.6888493064085599</c:v>
                </c:pt>
                <c:pt idx="1989">
                  <c:v>1.67222907532215</c:v>
                </c:pt>
                <c:pt idx="1990">
                  <c:v>1.6307526298864099</c:v>
                </c:pt>
                <c:pt idx="1991">
                  <c:v>1.5803826479237799</c:v>
                </c:pt>
                <c:pt idx="1992">
                  <c:v>1.5586994786466399</c:v>
                </c:pt>
                <c:pt idx="1993">
                  <c:v>1.58916174587082</c:v>
                </c:pt>
                <c:pt idx="1994">
                  <c:v>1.6001856650406601</c:v>
                </c:pt>
                <c:pt idx="1995">
                  <c:v>1.5592930388890001</c:v>
                </c:pt>
                <c:pt idx="1996">
                  <c:v>1.48074590544736</c:v>
                </c:pt>
                <c:pt idx="1997">
                  <c:v>1.5325222714298801</c:v>
                </c:pt>
                <c:pt idx="1998">
                  <c:v>1.5597882598500801</c:v>
                </c:pt>
                <c:pt idx="1999">
                  <c:v>1.5725996155620401</c:v>
                </c:pt>
                <c:pt idx="2000">
                  <c:v>1.5795463179520499</c:v>
                </c:pt>
                <c:pt idx="2001">
                  <c:v>1.5756342375272201</c:v>
                </c:pt>
                <c:pt idx="2002">
                  <c:v>1.58451361815132</c:v>
                </c:pt>
                <c:pt idx="2003">
                  <c:v>1.57235482001496</c:v>
                </c:pt>
                <c:pt idx="2004">
                  <c:v>1.5484448530780399</c:v>
                </c:pt>
                <c:pt idx="2005">
                  <c:v>1.54257932166074</c:v>
                </c:pt>
                <c:pt idx="2006">
                  <c:v>1.53532075218764</c:v>
                </c:pt>
                <c:pt idx="2007">
                  <c:v>1.57089848327574</c:v>
                </c:pt>
                <c:pt idx="2008">
                  <c:v>1.55234264054726</c:v>
                </c:pt>
                <c:pt idx="2009">
                  <c:v>1.56346888245899</c:v>
                </c:pt>
                <c:pt idx="2010">
                  <c:v>1.55760354951865</c:v>
                </c:pt>
                <c:pt idx="2011">
                  <c:v>1.52946672554067</c:v>
                </c:pt>
                <c:pt idx="2012">
                  <c:v>1.5305464637521</c:v>
                </c:pt>
                <c:pt idx="2013">
                  <c:v>1.47999567716476</c:v>
                </c:pt>
                <c:pt idx="2014">
                  <c:v>1.5035314967420099</c:v>
                </c:pt>
                <c:pt idx="2015">
                  <c:v>1.48307369300187</c:v>
                </c:pt>
                <c:pt idx="2016">
                  <c:v>1.50145384792103</c:v>
                </c:pt>
                <c:pt idx="2017">
                  <c:v>1.49475775577954</c:v>
                </c:pt>
                <c:pt idx="2018">
                  <c:v>1.4988579409154801</c:v>
                </c:pt>
                <c:pt idx="2019">
                  <c:v>1.4959374303895301</c:v>
                </c:pt>
                <c:pt idx="2020">
                  <c:v>1.4685653709008299</c:v>
                </c:pt>
                <c:pt idx="2021">
                  <c:v>1.42459486802726</c:v>
                </c:pt>
                <c:pt idx="2022">
                  <c:v>1.4205634673724301</c:v>
                </c:pt>
                <c:pt idx="2023">
                  <c:v>1.3339455065955499</c:v>
                </c:pt>
                <c:pt idx="2024">
                  <c:v>1.30316744218347</c:v>
                </c:pt>
                <c:pt idx="2025">
                  <c:v>1.35850108706398</c:v>
                </c:pt>
                <c:pt idx="2026">
                  <c:v>1.35740590831759</c:v>
                </c:pt>
                <c:pt idx="2027">
                  <c:v>1.40950187448758</c:v>
                </c:pt>
                <c:pt idx="2028">
                  <c:v>1.42294309922345</c:v>
                </c:pt>
                <c:pt idx="2029">
                  <c:v>1.3934806387124801</c:v>
                </c:pt>
                <c:pt idx="2030">
                  <c:v>1.39870758188568</c:v>
                </c:pt>
                <c:pt idx="2031">
                  <c:v>1.4203965994136301</c:v>
                </c:pt>
                <c:pt idx="2032">
                  <c:v>1.43729525328589</c:v>
                </c:pt>
                <c:pt idx="2033">
                  <c:v>1.43755993250984</c:v>
                </c:pt>
                <c:pt idx="2034">
                  <c:v>1.4489336523635299</c:v>
                </c:pt>
                <c:pt idx="2035">
                  <c:v>1.4462503036693599</c:v>
                </c:pt>
                <c:pt idx="2036">
                  <c:v>1.45587147160623</c:v>
                </c:pt>
                <c:pt idx="2037">
                  <c:v>1.4526111191777999</c:v>
                </c:pt>
                <c:pt idx="2038">
                  <c:v>1.46257756594778</c:v>
                </c:pt>
                <c:pt idx="2039">
                  <c:v>1.48537728766032</c:v>
                </c:pt>
                <c:pt idx="2040">
                  <c:v>1.4912627692518501</c:v>
                </c:pt>
                <c:pt idx="2041">
                  <c:v>1.44334090211879</c:v>
                </c:pt>
                <c:pt idx="2042">
                  <c:v>1.46340944962766</c:v>
                </c:pt>
                <c:pt idx="2043">
                  <c:v>1.4765063595313399</c:v>
                </c:pt>
                <c:pt idx="2044">
                  <c:v>1.4751511239778801</c:v>
                </c:pt>
                <c:pt idx="2045">
                  <c:v>1.4876949662472601</c:v>
                </c:pt>
                <c:pt idx="2046">
                  <c:v>1.5082400462974399</c:v>
                </c:pt>
                <c:pt idx="2047">
                  <c:v>1.5070779445090901</c:v>
                </c:pt>
                <c:pt idx="2048">
                  <c:v>1.52032529546437</c:v>
                </c:pt>
                <c:pt idx="2049">
                  <c:v>1.55062172603985</c:v>
                </c:pt>
                <c:pt idx="2050">
                  <c:v>1.55375205420254</c:v>
                </c:pt>
                <c:pt idx="2051">
                  <c:v>1.5630580905217699</c:v>
                </c:pt>
                <c:pt idx="2052">
                  <c:v>1.5437631808482</c:v>
                </c:pt>
                <c:pt idx="2053">
                  <c:v>1.57121991794375</c:v>
                </c:pt>
                <c:pt idx="2054">
                  <c:v>1.56680755105318</c:v>
                </c:pt>
                <c:pt idx="2055">
                  <c:v>1.5759948794960501</c:v>
                </c:pt>
                <c:pt idx="2056">
                  <c:v>1.58144939778718</c:v>
                </c:pt>
                <c:pt idx="2057">
                  <c:v>1.5797985159412899</c:v>
                </c:pt>
                <c:pt idx="2058">
                  <c:v>1.59630025236734</c:v>
                </c:pt>
                <c:pt idx="2059">
                  <c:v>1.60622073206794</c:v>
                </c:pt>
                <c:pt idx="2060">
                  <c:v>1.5936354105127899</c:v>
                </c:pt>
                <c:pt idx="2061">
                  <c:v>1.57081697311764</c:v>
                </c:pt>
                <c:pt idx="2062">
                  <c:v>1.59999646313984</c:v>
                </c:pt>
                <c:pt idx="2063">
                  <c:v>1.6168897769633701</c:v>
                </c:pt>
                <c:pt idx="2064">
                  <c:v>1.6311653472514001</c:v>
                </c:pt>
                <c:pt idx="2065">
                  <c:v>1.6487874554550499</c:v>
                </c:pt>
                <c:pt idx="2066">
                  <c:v>1.6197109603002899</c:v>
                </c:pt>
                <c:pt idx="2067">
                  <c:v>1.6404844576703701</c:v>
                </c:pt>
                <c:pt idx="2068">
                  <c:v>1.6356620088665199</c:v>
                </c:pt>
                <c:pt idx="2069">
                  <c:v>1.65548609772099</c:v>
                </c:pt>
                <c:pt idx="2070">
                  <c:v>1.65140598797203</c:v>
                </c:pt>
                <c:pt idx="2071">
                  <c:v>1.63035535487696</c:v>
                </c:pt>
                <c:pt idx="2072">
                  <c:v>1.64065197345196</c:v>
                </c:pt>
                <c:pt idx="2073">
                  <c:v>1.63165793351072</c:v>
                </c:pt>
                <c:pt idx="2074">
                  <c:v>1.6092358678996099</c:v>
                </c:pt>
                <c:pt idx="2075">
                  <c:v>1.5920096122745599</c:v>
                </c:pt>
                <c:pt idx="2076">
                  <c:v>1.5979240156732399</c:v>
                </c:pt>
                <c:pt idx="2077">
                  <c:v>1.60653508312258</c:v>
                </c:pt>
                <c:pt idx="2078">
                  <c:v>1.58568737654909</c:v>
                </c:pt>
                <c:pt idx="2079">
                  <c:v>1.60803933910617</c:v>
                </c:pt>
                <c:pt idx="2080">
                  <c:v>1.61068677314986</c:v>
                </c:pt>
                <c:pt idx="2081">
                  <c:v>1.6277226626639401</c:v>
                </c:pt>
                <c:pt idx="2082">
                  <c:v>1.61521636562395</c:v>
                </c:pt>
                <c:pt idx="2083">
                  <c:v>1.6055398798956</c:v>
                </c:pt>
                <c:pt idx="2084">
                  <c:v>1.5904160422284099</c:v>
                </c:pt>
                <c:pt idx="2085">
                  <c:v>1.6063774088276499</c:v>
                </c:pt>
                <c:pt idx="2086">
                  <c:v>1.6097173413175501</c:v>
                </c:pt>
                <c:pt idx="2087">
                  <c:v>1.61667418089057</c:v>
                </c:pt>
                <c:pt idx="2088">
                  <c:v>1.60047027135949</c:v>
                </c:pt>
                <c:pt idx="2089">
                  <c:v>1.61130855632756</c:v>
                </c:pt>
                <c:pt idx="2090">
                  <c:v>1.57187012538535</c:v>
                </c:pt>
                <c:pt idx="2091">
                  <c:v>1.55916123252931</c:v>
                </c:pt>
                <c:pt idx="2092">
                  <c:v>1.56683408155992</c:v>
                </c:pt>
                <c:pt idx="2093">
                  <c:v>1.5924487494548401</c:v>
                </c:pt>
                <c:pt idx="2094">
                  <c:v>1.6036705091254</c:v>
                </c:pt>
                <c:pt idx="2095">
                  <c:v>1.60906883120489</c:v>
                </c:pt>
                <c:pt idx="2096">
                  <c:v>1.60119563328329</c:v>
                </c:pt>
                <c:pt idx="2097">
                  <c:v>1.6278411320772901</c:v>
                </c:pt>
                <c:pt idx="2098">
                  <c:v>1.6212206176063</c:v>
                </c:pt>
                <c:pt idx="2099">
                  <c:v>1.6259877427956999</c:v>
                </c:pt>
                <c:pt idx="2100">
                  <c:v>1.6300509816705999</c:v>
                </c:pt>
                <c:pt idx="2101">
                  <c:v>1.63823313625997</c:v>
                </c:pt>
                <c:pt idx="2102">
                  <c:v>1.63209026784136</c:v>
                </c:pt>
                <c:pt idx="2103">
                  <c:v>1.61669860541316</c:v>
                </c:pt>
                <c:pt idx="2104">
                  <c:v>1.63175943070899</c:v>
                </c:pt>
                <c:pt idx="2105">
                  <c:v>1.63060553765577</c:v>
                </c:pt>
                <c:pt idx="2106">
                  <c:v>1.5859832840483301</c:v>
                </c:pt>
                <c:pt idx="2107">
                  <c:v>1.5944349663059001</c:v>
                </c:pt>
                <c:pt idx="2108">
                  <c:v>1.5888918599895701</c:v>
                </c:pt>
                <c:pt idx="2109">
                  <c:v>1.5914438839332801</c:v>
                </c:pt>
                <c:pt idx="2110">
                  <c:v>1.58385302755496</c:v>
                </c:pt>
                <c:pt idx="2111">
                  <c:v>1.5552648499781401</c:v>
                </c:pt>
                <c:pt idx="2112">
                  <c:v>1.54635847795433</c:v>
                </c:pt>
                <c:pt idx="2113">
                  <c:v>1.5497174016359201</c:v>
                </c:pt>
                <c:pt idx="2114">
                  <c:v>1.5545452734613301</c:v>
                </c:pt>
                <c:pt idx="2115">
                  <c:v>1.5801655337153599</c:v>
                </c:pt>
                <c:pt idx="2116">
                  <c:v>1.5859398761969701</c:v>
                </c:pt>
                <c:pt idx="2117">
                  <c:v>1.57843839900657</c:v>
                </c:pt>
                <c:pt idx="2118">
                  <c:v>1.5910878936883599</c:v>
                </c:pt>
                <c:pt idx="2119">
                  <c:v>1.5898225976339799</c:v>
                </c:pt>
                <c:pt idx="2120">
                  <c:v>1.57470729901663</c:v>
                </c:pt>
                <c:pt idx="2121">
                  <c:v>1.5421153479783101</c:v>
                </c:pt>
                <c:pt idx="2122">
                  <c:v>1.50537013520051</c:v>
                </c:pt>
                <c:pt idx="2123">
                  <c:v>1.4954698566842599</c:v>
                </c:pt>
                <c:pt idx="2124">
                  <c:v>1.50542517162055</c:v>
                </c:pt>
                <c:pt idx="2125">
                  <c:v>1.5026443610276801</c:v>
                </c:pt>
                <c:pt idx="2126">
                  <c:v>1.4979004726816501</c:v>
                </c:pt>
                <c:pt idx="2127">
                  <c:v>1.4801907973192601</c:v>
                </c:pt>
                <c:pt idx="2128">
                  <c:v>1.4654578429996701</c:v>
                </c:pt>
                <c:pt idx="2129">
                  <c:v>1.4922380174491601</c:v>
                </c:pt>
                <c:pt idx="2130">
                  <c:v>1.4564366828230899</c:v>
                </c:pt>
                <c:pt idx="2131">
                  <c:v>1.4574133792933099</c:v>
                </c:pt>
                <c:pt idx="2132">
                  <c:v>1.44203109852447</c:v>
                </c:pt>
                <c:pt idx="2133">
                  <c:v>1.4143058191240201</c:v>
                </c:pt>
                <c:pt idx="2134">
                  <c:v>1.4197509576677501</c:v>
                </c:pt>
                <c:pt idx="2135">
                  <c:v>1.4523817290821901</c:v>
                </c:pt>
                <c:pt idx="2136">
                  <c:v>1.45520269669809</c:v>
                </c:pt>
                <c:pt idx="2137">
                  <c:v>1.48982697414374</c:v>
                </c:pt>
                <c:pt idx="2138">
                  <c:v>1.4983622910477901</c:v>
                </c:pt>
                <c:pt idx="2139">
                  <c:v>1.5011990966940401</c:v>
                </c:pt>
                <c:pt idx="2140">
                  <c:v>1.4855385082466499</c:v>
                </c:pt>
                <c:pt idx="2141">
                  <c:v>1.4813668678256799</c:v>
                </c:pt>
                <c:pt idx="2142">
                  <c:v>1.4809575142306199</c:v>
                </c:pt>
                <c:pt idx="2143">
                  <c:v>1.46087045968221</c:v>
                </c:pt>
                <c:pt idx="2144">
                  <c:v>1.45741510396709</c:v>
                </c:pt>
                <c:pt idx="2145">
                  <c:v>1.48013185600783</c:v>
                </c:pt>
                <c:pt idx="2146">
                  <c:v>1.4748051732427601</c:v>
                </c:pt>
                <c:pt idx="2147">
                  <c:v>1.43221714930274</c:v>
                </c:pt>
                <c:pt idx="2148">
                  <c:v>1.4286731070784</c:v>
                </c:pt>
                <c:pt idx="2149">
                  <c:v>1.4657554326000299</c:v>
                </c:pt>
                <c:pt idx="2150">
                  <c:v>1.48440931939207</c:v>
                </c:pt>
                <c:pt idx="2151">
                  <c:v>1.48681078523145</c:v>
                </c:pt>
                <c:pt idx="2152">
                  <c:v>1.52341877384527</c:v>
                </c:pt>
                <c:pt idx="2153">
                  <c:v>1.52267446444709</c:v>
                </c:pt>
                <c:pt idx="2154">
                  <c:v>1.5166812990012</c:v>
                </c:pt>
                <c:pt idx="2155">
                  <c:v>1.51001620889308</c:v>
                </c:pt>
                <c:pt idx="2156">
                  <c:v>1.4960347370099401</c:v>
                </c:pt>
                <c:pt idx="2157">
                  <c:v>1.5159436503313899</c:v>
                </c:pt>
                <c:pt idx="2158">
                  <c:v>1.51150824836023</c:v>
                </c:pt>
                <c:pt idx="2159">
                  <c:v>1.5421179274878301</c:v>
                </c:pt>
                <c:pt idx="2160">
                  <c:v>1.53099861401277</c:v>
                </c:pt>
                <c:pt idx="2161">
                  <c:v>1.53156095172971</c:v>
                </c:pt>
                <c:pt idx="2162">
                  <c:v>1.5236225164033801</c:v>
                </c:pt>
                <c:pt idx="2163">
                  <c:v>1.5217518966989201</c:v>
                </c:pt>
                <c:pt idx="2164">
                  <c:v>1.51021111527859</c:v>
                </c:pt>
                <c:pt idx="2165">
                  <c:v>1.5108311251887701</c:v>
                </c:pt>
                <c:pt idx="2166">
                  <c:v>1.51089632046935</c:v>
                </c:pt>
                <c:pt idx="2167">
                  <c:v>1.50556847598259</c:v>
                </c:pt>
                <c:pt idx="2168">
                  <c:v>1.4983375341931</c:v>
                </c:pt>
                <c:pt idx="2169">
                  <c:v>1.5244981340269701</c:v>
                </c:pt>
                <c:pt idx="2170">
                  <c:v>1.5248637530117</c:v>
                </c:pt>
                <c:pt idx="2171">
                  <c:v>1.53630079754307</c:v>
                </c:pt>
                <c:pt idx="2172">
                  <c:v>1.531141785288</c:v>
                </c:pt>
                <c:pt idx="2173">
                  <c:v>1.5482851726618501</c:v>
                </c:pt>
                <c:pt idx="2174">
                  <c:v>1.5505877334231799</c:v>
                </c:pt>
                <c:pt idx="2175">
                  <c:v>1.5469715403005599</c:v>
                </c:pt>
                <c:pt idx="2176">
                  <c:v>1.5429372162922399</c:v>
                </c:pt>
                <c:pt idx="2177">
                  <c:v>1.54887822049115</c:v>
                </c:pt>
                <c:pt idx="2178">
                  <c:v>1.5361920311658299</c:v>
                </c:pt>
                <c:pt idx="2179">
                  <c:v>1.5287428962463601</c:v>
                </c:pt>
                <c:pt idx="2180">
                  <c:v>1.52518885101057</c:v>
                </c:pt>
                <c:pt idx="2181">
                  <c:v>1.52605840213202</c:v>
                </c:pt>
                <c:pt idx="2182">
                  <c:v>1.51971358708343</c:v>
                </c:pt>
                <c:pt idx="2183">
                  <c:v>1.4903389842163199</c:v>
                </c:pt>
                <c:pt idx="2184">
                  <c:v>1.47521910820932</c:v>
                </c:pt>
                <c:pt idx="2185">
                  <c:v>1.4672059561947799</c:v>
                </c:pt>
                <c:pt idx="2186">
                  <c:v>1.45483880130853</c:v>
                </c:pt>
                <c:pt idx="2187">
                  <c:v>1.4482879674107501</c:v>
                </c:pt>
                <c:pt idx="2188">
                  <c:v>1.46743700819953</c:v>
                </c:pt>
                <c:pt idx="2189">
                  <c:v>1.48176822128701</c:v>
                </c:pt>
                <c:pt idx="2190">
                  <c:v>1.4744429119639</c:v>
                </c:pt>
                <c:pt idx="2191">
                  <c:v>1.4720498272503</c:v>
                </c:pt>
                <c:pt idx="2192">
                  <c:v>1.47449995473637</c:v>
                </c:pt>
                <c:pt idx="2193">
                  <c:v>1.4940333947395099</c:v>
                </c:pt>
                <c:pt idx="2194">
                  <c:v>1.4922886443633101</c:v>
                </c:pt>
                <c:pt idx="2195">
                  <c:v>1.51051706031477</c:v>
                </c:pt>
                <c:pt idx="2196">
                  <c:v>1.5139906210813201</c:v>
                </c:pt>
                <c:pt idx="2197">
                  <c:v>1.5230049893103801</c:v>
                </c:pt>
                <c:pt idx="2198">
                  <c:v>1.5245706988485199</c:v>
                </c:pt>
                <c:pt idx="2199">
                  <c:v>1.51570723225948</c:v>
                </c:pt>
                <c:pt idx="2200">
                  <c:v>1.5155295277420699</c:v>
                </c:pt>
                <c:pt idx="2201">
                  <c:v>1.5281265010841401</c:v>
                </c:pt>
                <c:pt idx="2202">
                  <c:v>1.5471176149533701</c:v>
                </c:pt>
                <c:pt idx="2203">
                  <c:v>1.5496529052471399</c:v>
                </c:pt>
                <c:pt idx="2204">
                  <c:v>1.5518103339893701</c:v>
                </c:pt>
                <c:pt idx="2205">
                  <c:v>1.5641170596935099</c:v>
                </c:pt>
                <c:pt idx="2206">
                  <c:v>1.5759256286593999</c:v>
                </c:pt>
                <c:pt idx="2207">
                  <c:v>1.58144354428409</c:v>
                </c:pt>
                <c:pt idx="2208">
                  <c:v>1.57806092738985</c:v>
                </c:pt>
                <c:pt idx="2209">
                  <c:v>1.59739058253486</c:v>
                </c:pt>
                <c:pt idx="2210">
                  <c:v>1.59847601940066</c:v>
                </c:pt>
                <c:pt idx="2211">
                  <c:v>1.5897468837840201</c:v>
                </c:pt>
                <c:pt idx="2212">
                  <c:v>1.57590566235201</c:v>
                </c:pt>
                <c:pt idx="2213">
                  <c:v>1.5805888750813699</c:v>
                </c:pt>
                <c:pt idx="2214">
                  <c:v>1.5712751075104301</c:v>
                </c:pt>
                <c:pt idx="2215">
                  <c:v>1.5934777539413501</c:v>
                </c:pt>
                <c:pt idx="2216">
                  <c:v>1.58754819331887</c:v>
                </c:pt>
                <c:pt idx="2217">
                  <c:v>1.60135615175483</c:v>
                </c:pt>
                <c:pt idx="2218">
                  <c:v>1.6048766207243499</c:v>
                </c:pt>
                <c:pt idx="2219">
                  <c:v>1.5990717904760301</c:v>
                </c:pt>
                <c:pt idx="2220">
                  <c:v>1.575776067699</c:v>
                </c:pt>
                <c:pt idx="2221">
                  <c:v>1.56118587083989</c:v>
                </c:pt>
                <c:pt idx="2222">
                  <c:v>1.5898373311454499</c:v>
                </c:pt>
                <c:pt idx="2223">
                  <c:v>1.59873031014573</c:v>
                </c:pt>
                <c:pt idx="2224">
                  <c:v>1.59483617438161</c:v>
                </c:pt>
                <c:pt idx="2225">
                  <c:v>1.5933317137268601</c:v>
                </c:pt>
                <c:pt idx="2226">
                  <c:v>1.5842957332046601</c:v>
                </c:pt>
                <c:pt idx="2227">
                  <c:v>1.5759544939336201</c:v>
                </c:pt>
                <c:pt idx="2228">
                  <c:v>1.58715134836435</c:v>
                </c:pt>
                <c:pt idx="2229">
                  <c:v>1.5997395036224</c:v>
                </c:pt>
                <c:pt idx="2230">
                  <c:v>1.5950952008939701</c:v>
                </c:pt>
                <c:pt idx="2231">
                  <c:v>1.59963742419329</c:v>
                </c:pt>
                <c:pt idx="2232">
                  <c:v>1.6012385335286199</c:v>
                </c:pt>
                <c:pt idx="2233">
                  <c:v>1.57526200469425</c:v>
                </c:pt>
                <c:pt idx="2234">
                  <c:v>1.57635781643067</c:v>
                </c:pt>
                <c:pt idx="2235">
                  <c:v>1.57311078931257</c:v>
                </c:pt>
                <c:pt idx="2236">
                  <c:v>1.5516808203238199</c:v>
                </c:pt>
                <c:pt idx="2237">
                  <c:v>1.5636895751548601</c:v>
                </c:pt>
                <c:pt idx="2238">
                  <c:v>1.55208988245833</c:v>
                </c:pt>
                <c:pt idx="2239">
                  <c:v>1.5594556534577699</c:v>
                </c:pt>
                <c:pt idx="2240">
                  <c:v>1.5364682108560901</c:v>
                </c:pt>
                <c:pt idx="2241">
                  <c:v>1.54464498594799</c:v>
                </c:pt>
                <c:pt idx="2242">
                  <c:v>1.5391192492532899</c:v>
                </c:pt>
                <c:pt idx="2243">
                  <c:v>1.5554443743338799</c:v>
                </c:pt>
                <c:pt idx="2244">
                  <c:v>1.5594121256107201</c:v>
                </c:pt>
                <c:pt idx="2245">
                  <c:v>1.5699479563107801</c:v>
                </c:pt>
                <c:pt idx="2246">
                  <c:v>1.5675249619807801</c:v>
                </c:pt>
                <c:pt idx="2247">
                  <c:v>1.5659342894501</c:v>
                </c:pt>
                <c:pt idx="2248">
                  <c:v>1.55939504324848</c:v>
                </c:pt>
                <c:pt idx="2249">
                  <c:v>1.5560974900601201</c:v>
                </c:pt>
                <c:pt idx="2250">
                  <c:v>1.56544060973719</c:v>
                </c:pt>
                <c:pt idx="2251">
                  <c:v>1.5737142321331501</c:v>
                </c:pt>
                <c:pt idx="2252">
                  <c:v>1.5916949933229601</c:v>
                </c:pt>
                <c:pt idx="2253">
                  <c:v>1.5943129982804001</c:v>
                </c:pt>
                <c:pt idx="2254">
                  <c:v>1.5985110131309499</c:v>
                </c:pt>
                <c:pt idx="2255">
                  <c:v>1.6095946658888001</c:v>
                </c:pt>
                <c:pt idx="2256">
                  <c:v>1.5990451971924</c:v>
                </c:pt>
                <c:pt idx="2257">
                  <c:v>1.6014776947993401</c:v>
                </c:pt>
                <c:pt idx="2258">
                  <c:v>1.6051200398985299</c:v>
                </c:pt>
                <c:pt idx="2259">
                  <c:v>1.5949720336784401</c:v>
                </c:pt>
                <c:pt idx="2260">
                  <c:v>1.60578511929594</c:v>
                </c:pt>
                <c:pt idx="2261">
                  <c:v>1.61574355253456</c:v>
                </c:pt>
                <c:pt idx="2262">
                  <c:v>1.6157833955365599</c:v>
                </c:pt>
                <c:pt idx="2263">
                  <c:v>1.6050176455370899</c:v>
                </c:pt>
                <c:pt idx="2264">
                  <c:v>1.6017426789314899</c:v>
                </c:pt>
                <c:pt idx="2265">
                  <c:v>1.5653915919955299</c:v>
                </c:pt>
                <c:pt idx="2266">
                  <c:v>1.54983371929035</c:v>
                </c:pt>
                <c:pt idx="2267">
                  <c:v>1.5309767759908901</c:v>
                </c:pt>
                <c:pt idx="2268">
                  <c:v>1.5358925598259301</c:v>
                </c:pt>
                <c:pt idx="2269">
                  <c:v>1.54214232555944</c:v>
                </c:pt>
                <c:pt idx="2270">
                  <c:v>1.5576834621917499</c:v>
                </c:pt>
                <c:pt idx="2271">
                  <c:v>1.5640485424424899</c:v>
                </c:pt>
                <c:pt idx="2272">
                  <c:v>1.5509569337934801</c:v>
                </c:pt>
                <c:pt idx="2273">
                  <c:v>1.5649397095698601</c:v>
                </c:pt>
                <c:pt idx="2274">
                  <c:v>1.5474786716533699</c:v>
                </c:pt>
                <c:pt idx="2275">
                  <c:v>1.5435659849179</c:v>
                </c:pt>
                <c:pt idx="2276">
                  <c:v>1.5398866845744701</c:v>
                </c:pt>
                <c:pt idx="2277">
                  <c:v>1.5219564170603801</c:v>
                </c:pt>
                <c:pt idx="2278">
                  <c:v>1.5407470546073101</c:v>
                </c:pt>
                <c:pt idx="2279">
                  <c:v>1.5297108619411699</c:v>
                </c:pt>
                <c:pt idx="2280">
                  <c:v>1.52962922134301</c:v>
                </c:pt>
                <c:pt idx="2281">
                  <c:v>1.53218643494403</c:v>
                </c:pt>
                <c:pt idx="2282">
                  <c:v>1.53044567247323</c:v>
                </c:pt>
                <c:pt idx="2283">
                  <c:v>1.53490338885436</c:v>
                </c:pt>
                <c:pt idx="2284">
                  <c:v>1.5173022949672099</c:v>
                </c:pt>
                <c:pt idx="2285">
                  <c:v>1.5050733750451999</c:v>
                </c:pt>
                <c:pt idx="2286">
                  <c:v>1.50261941795795</c:v>
                </c:pt>
                <c:pt idx="2287">
                  <c:v>1.5109814907604</c:v>
                </c:pt>
                <c:pt idx="2288">
                  <c:v>1.50891497491747</c:v>
                </c:pt>
                <c:pt idx="2289">
                  <c:v>1.5141794510406199</c:v>
                </c:pt>
                <c:pt idx="2290">
                  <c:v>1.5092924316994401</c:v>
                </c:pt>
                <c:pt idx="2291">
                  <c:v>1.5107610996282701</c:v>
                </c:pt>
                <c:pt idx="2292">
                  <c:v>1.5244216550818299</c:v>
                </c:pt>
                <c:pt idx="2293">
                  <c:v>1.52276424376472</c:v>
                </c:pt>
                <c:pt idx="2294">
                  <c:v>1.4978346082015901</c:v>
                </c:pt>
                <c:pt idx="2295">
                  <c:v>1.49602053061875</c:v>
                </c:pt>
                <c:pt idx="2296">
                  <c:v>1.49595239802525</c:v>
                </c:pt>
                <c:pt idx="2297">
                  <c:v>1.50801679829046</c:v>
                </c:pt>
                <c:pt idx="2298">
                  <c:v>1.5125396507500899</c:v>
                </c:pt>
                <c:pt idx="2299">
                  <c:v>1.5170170545679</c:v>
                </c:pt>
                <c:pt idx="2300">
                  <c:v>1.51847697392545</c:v>
                </c:pt>
                <c:pt idx="2301">
                  <c:v>1.5345748544281399</c:v>
                </c:pt>
                <c:pt idx="2302">
                  <c:v>1.54571521578951</c:v>
                </c:pt>
                <c:pt idx="2303">
                  <c:v>1.54260681011715</c:v>
                </c:pt>
                <c:pt idx="2304">
                  <c:v>1.54035785165479</c:v>
                </c:pt>
                <c:pt idx="2305">
                  <c:v>1.51204786363098</c:v>
                </c:pt>
                <c:pt idx="2306">
                  <c:v>1.4895600639094499</c:v>
                </c:pt>
                <c:pt idx="2307">
                  <c:v>1.50730072523826</c:v>
                </c:pt>
                <c:pt idx="2308">
                  <c:v>1.5060363971825199</c:v>
                </c:pt>
                <c:pt idx="2309">
                  <c:v>1.5048405056570899</c:v>
                </c:pt>
                <c:pt idx="2310">
                  <c:v>1.5185133919723901</c:v>
                </c:pt>
                <c:pt idx="2311">
                  <c:v>1.53062687064353</c:v>
                </c:pt>
                <c:pt idx="2312">
                  <c:v>1.53469188934205</c:v>
                </c:pt>
                <c:pt idx="2313">
                  <c:v>1.5235262077101701</c:v>
                </c:pt>
                <c:pt idx="2314">
                  <c:v>1.5161845915147201</c:v>
                </c:pt>
                <c:pt idx="2315">
                  <c:v>1.5094548965318</c:v>
                </c:pt>
                <c:pt idx="2316">
                  <c:v>1.51545206758868</c:v>
                </c:pt>
                <c:pt idx="2317">
                  <c:v>1.5247494119226499</c:v>
                </c:pt>
                <c:pt idx="2318">
                  <c:v>1.5082812554260301</c:v>
                </c:pt>
                <c:pt idx="2319">
                  <c:v>1.52745972815852</c:v>
                </c:pt>
                <c:pt idx="2320">
                  <c:v>1.5259203788964699</c:v>
                </c:pt>
                <c:pt idx="2321">
                  <c:v>1.5195852448025899</c:v>
                </c:pt>
                <c:pt idx="2322">
                  <c:v>1.51645575620401</c:v>
                </c:pt>
                <c:pt idx="2323">
                  <c:v>1.5149988635339799</c:v>
                </c:pt>
                <c:pt idx="2324">
                  <c:v>1.49869699062949</c:v>
                </c:pt>
                <c:pt idx="2325">
                  <c:v>1.4977307224913801</c:v>
                </c:pt>
                <c:pt idx="2326">
                  <c:v>1.49582318376</c:v>
                </c:pt>
                <c:pt idx="2327">
                  <c:v>1.52435735812951</c:v>
                </c:pt>
                <c:pt idx="2328">
                  <c:v>1.51880008209342</c:v>
                </c:pt>
                <c:pt idx="2329">
                  <c:v>1.51117727996651</c:v>
                </c:pt>
                <c:pt idx="2330">
                  <c:v>1.5335149802266299</c:v>
                </c:pt>
                <c:pt idx="2331">
                  <c:v>1.5443662170597501</c:v>
                </c:pt>
                <c:pt idx="2332">
                  <c:v>1.54397853169706</c:v>
                </c:pt>
                <c:pt idx="2333">
                  <c:v>1.5381471230456001</c:v>
                </c:pt>
                <c:pt idx="2334">
                  <c:v>1.5452738854108199</c:v>
                </c:pt>
                <c:pt idx="2335">
                  <c:v>1.55078641331661</c:v>
                </c:pt>
                <c:pt idx="2336">
                  <c:v>1.5406271751735801</c:v>
                </c:pt>
                <c:pt idx="2337">
                  <c:v>1.5343574163535501</c:v>
                </c:pt>
                <c:pt idx="2338">
                  <c:v>1.5250463159750001</c:v>
                </c:pt>
                <c:pt idx="2339">
                  <c:v>1.53020105881632</c:v>
                </c:pt>
                <c:pt idx="2340">
                  <c:v>1.4997492332550799</c:v>
                </c:pt>
                <c:pt idx="2341">
                  <c:v>1.49859795958817</c:v>
                </c:pt>
                <c:pt idx="2342">
                  <c:v>1.49087770468789</c:v>
                </c:pt>
                <c:pt idx="2343">
                  <c:v>1.4766549099294399</c:v>
                </c:pt>
                <c:pt idx="2344">
                  <c:v>1.4857539880216</c:v>
                </c:pt>
                <c:pt idx="2345">
                  <c:v>1.46322088091749</c:v>
                </c:pt>
                <c:pt idx="2346">
                  <c:v>1.44506877267222</c:v>
                </c:pt>
                <c:pt idx="2347">
                  <c:v>1.45394376892262</c:v>
                </c:pt>
                <c:pt idx="2348">
                  <c:v>1.4263522846722101</c:v>
                </c:pt>
                <c:pt idx="2349">
                  <c:v>1.4325807195490801</c:v>
                </c:pt>
                <c:pt idx="2350">
                  <c:v>1.4164497626750701</c:v>
                </c:pt>
                <c:pt idx="2351">
                  <c:v>1.43107606130834</c:v>
                </c:pt>
                <c:pt idx="2352">
                  <c:v>1.4607662846973599</c:v>
                </c:pt>
                <c:pt idx="2353">
                  <c:v>1.4627813244161101</c:v>
                </c:pt>
                <c:pt idx="2354">
                  <c:v>1.4530788731481901</c:v>
                </c:pt>
                <c:pt idx="2355">
                  <c:v>1.4579775628142</c:v>
                </c:pt>
                <c:pt idx="2356">
                  <c:v>1.4775769642294501</c:v>
                </c:pt>
                <c:pt idx="2357">
                  <c:v>1.4670604118013699</c:v>
                </c:pt>
                <c:pt idx="2358">
                  <c:v>1.46648691203986</c:v>
                </c:pt>
                <c:pt idx="2359">
                  <c:v>1.44496204366181</c:v>
                </c:pt>
                <c:pt idx="2360">
                  <c:v>1.4448932150481499</c:v>
                </c:pt>
                <c:pt idx="2361">
                  <c:v>1.46053595450648</c:v>
                </c:pt>
                <c:pt idx="2362">
                  <c:v>1.4587894128205601</c:v>
                </c:pt>
                <c:pt idx="2363">
                  <c:v>1.4459764375859201</c:v>
                </c:pt>
                <c:pt idx="2364">
                  <c:v>1.4428219904712201</c:v>
                </c:pt>
                <c:pt idx="2365">
                  <c:v>1.4416573749716901</c:v>
                </c:pt>
                <c:pt idx="2366">
                  <c:v>1.44475053778871</c:v>
                </c:pt>
                <c:pt idx="2367">
                  <c:v>1.4377221590201801</c:v>
                </c:pt>
                <c:pt idx="2368">
                  <c:v>1.4292905906467801</c:v>
                </c:pt>
                <c:pt idx="2369">
                  <c:v>1.41901242008512</c:v>
                </c:pt>
                <c:pt idx="2370">
                  <c:v>1.44124435401915</c:v>
                </c:pt>
                <c:pt idx="2371">
                  <c:v>1.43335130459905</c:v>
                </c:pt>
                <c:pt idx="2372">
                  <c:v>1.42765505338206</c:v>
                </c:pt>
                <c:pt idx="2373">
                  <c:v>1.4337253044068601</c:v>
                </c:pt>
                <c:pt idx="2374">
                  <c:v>1.43735003112032</c:v>
                </c:pt>
                <c:pt idx="2375">
                  <c:v>1.43355506592974</c:v>
                </c:pt>
                <c:pt idx="2376">
                  <c:v>1.42461023715499</c:v>
                </c:pt>
                <c:pt idx="2377">
                  <c:v>1.4259210674315601</c:v>
                </c:pt>
                <c:pt idx="2378">
                  <c:v>1.4378237767576101</c:v>
                </c:pt>
                <c:pt idx="2379">
                  <c:v>1.4270526902277201</c:v>
                </c:pt>
                <c:pt idx="2380">
                  <c:v>1.41551897753429</c:v>
                </c:pt>
                <c:pt idx="2381">
                  <c:v>1.4183801544339201</c:v>
                </c:pt>
                <c:pt idx="2382">
                  <c:v>1.40007361021578</c:v>
                </c:pt>
                <c:pt idx="2383">
                  <c:v>1.38148456912272</c:v>
                </c:pt>
                <c:pt idx="2384">
                  <c:v>1.3711044014388001</c:v>
                </c:pt>
                <c:pt idx="2385">
                  <c:v>1.34290069845114</c:v>
                </c:pt>
                <c:pt idx="2386">
                  <c:v>1.3584449899833</c:v>
                </c:pt>
                <c:pt idx="2387">
                  <c:v>1.36570629249876</c:v>
                </c:pt>
                <c:pt idx="2388">
                  <c:v>1.3701780675509501</c:v>
                </c:pt>
                <c:pt idx="2389">
                  <c:v>1.39432506278744</c:v>
                </c:pt>
                <c:pt idx="2390">
                  <c:v>1.4060686297813101</c:v>
                </c:pt>
                <c:pt idx="2391">
                  <c:v>1.4006007977693</c:v>
                </c:pt>
                <c:pt idx="2392">
                  <c:v>1.39580771463069</c:v>
                </c:pt>
                <c:pt idx="2393">
                  <c:v>1.3831152812789</c:v>
                </c:pt>
                <c:pt idx="2394">
                  <c:v>1.3967905018409701</c:v>
                </c:pt>
                <c:pt idx="2395">
                  <c:v>1.4212017466962801</c:v>
                </c:pt>
                <c:pt idx="2396">
                  <c:v>1.42124502320721</c:v>
                </c:pt>
                <c:pt idx="2397">
                  <c:v>1.4210782585652999</c:v>
                </c:pt>
                <c:pt idx="2398">
                  <c:v>1.41826577952393</c:v>
                </c:pt>
                <c:pt idx="2399">
                  <c:v>1.41194059718761</c:v>
                </c:pt>
                <c:pt idx="2400">
                  <c:v>1.41785418195826</c:v>
                </c:pt>
                <c:pt idx="2401">
                  <c:v>1.42209936471993</c:v>
                </c:pt>
                <c:pt idx="2402">
                  <c:v>1.4295132457686699</c:v>
                </c:pt>
                <c:pt idx="2403">
                  <c:v>1.4156107125042301</c:v>
                </c:pt>
                <c:pt idx="2404">
                  <c:v>1.4199382135413401</c:v>
                </c:pt>
                <c:pt idx="2405">
                  <c:v>1.42629952854658</c:v>
                </c:pt>
                <c:pt idx="2406">
                  <c:v>1.4221776102782899</c:v>
                </c:pt>
                <c:pt idx="2407">
                  <c:v>1.4050808281484299</c:v>
                </c:pt>
                <c:pt idx="2408">
                  <c:v>1.4175812490651301</c:v>
                </c:pt>
                <c:pt idx="2409">
                  <c:v>1.4049855968263101</c:v>
                </c:pt>
                <c:pt idx="2410">
                  <c:v>1.40206759356086</c:v>
                </c:pt>
                <c:pt idx="2411">
                  <c:v>1.40686646886931</c:v>
                </c:pt>
                <c:pt idx="2412">
                  <c:v>1.3977042493678</c:v>
                </c:pt>
                <c:pt idx="2413">
                  <c:v>1.3974929126939699</c:v>
                </c:pt>
                <c:pt idx="2414">
                  <c:v>1.4010142182518801</c:v>
                </c:pt>
                <c:pt idx="2415">
                  <c:v>1.3966146557486401</c:v>
                </c:pt>
                <c:pt idx="2416">
                  <c:v>1.3723897584004601</c:v>
                </c:pt>
                <c:pt idx="2417">
                  <c:v>1.3770208358756499</c:v>
                </c:pt>
                <c:pt idx="2418">
                  <c:v>1.3747184014743901</c:v>
                </c:pt>
                <c:pt idx="2419">
                  <c:v>1.378151093502</c:v>
                </c:pt>
                <c:pt idx="2420">
                  <c:v>1.3929783586387099</c:v>
                </c:pt>
                <c:pt idx="2421">
                  <c:v>1.3943607875002</c:v>
                </c:pt>
                <c:pt idx="2422">
                  <c:v>1.3771922749898999</c:v>
                </c:pt>
                <c:pt idx="2423">
                  <c:v>1.37211474160677</c:v>
                </c:pt>
                <c:pt idx="2424">
                  <c:v>1.36423709011619</c:v>
                </c:pt>
                <c:pt idx="2425">
                  <c:v>1.35038391925191</c:v>
                </c:pt>
                <c:pt idx="2426">
                  <c:v>1.3495688160453501</c:v>
                </c:pt>
                <c:pt idx="2427">
                  <c:v>1.33132397986981</c:v>
                </c:pt>
                <c:pt idx="2428">
                  <c:v>1.34024721213612</c:v>
                </c:pt>
                <c:pt idx="2429">
                  <c:v>1.3349202609379101</c:v>
                </c:pt>
                <c:pt idx="2430">
                  <c:v>1.3377504746398099</c:v>
                </c:pt>
                <c:pt idx="2431">
                  <c:v>1.3245681414375501</c:v>
                </c:pt>
                <c:pt idx="2432">
                  <c:v>1.3319530970898199</c:v>
                </c:pt>
                <c:pt idx="2433">
                  <c:v>1.3572734668167299</c:v>
                </c:pt>
                <c:pt idx="2434">
                  <c:v>1.3687818176439199</c:v>
                </c:pt>
                <c:pt idx="2435">
                  <c:v>1.36069374363215</c:v>
                </c:pt>
                <c:pt idx="2436">
                  <c:v>1.35691118157077</c:v>
                </c:pt>
                <c:pt idx="2437">
                  <c:v>1.3454839517591</c:v>
                </c:pt>
                <c:pt idx="2438">
                  <c:v>1.3284414175078401</c:v>
                </c:pt>
                <c:pt idx="2439">
                  <c:v>1.30236806881731</c:v>
                </c:pt>
                <c:pt idx="2440">
                  <c:v>1.30569402091007</c:v>
                </c:pt>
                <c:pt idx="2441">
                  <c:v>1.29949380384379</c:v>
                </c:pt>
                <c:pt idx="2442">
                  <c:v>1.3136471018289599</c:v>
                </c:pt>
                <c:pt idx="2443">
                  <c:v>1.3083892497912699</c:v>
                </c:pt>
                <c:pt idx="2444">
                  <c:v>1.30607739861251</c:v>
                </c:pt>
                <c:pt idx="2445">
                  <c:v>1.3073143874838</c:v>
                </c:pt>
                <c:pt idx="2446">
                  <c:v>1.2750450542953999</c:v>
                </c:pt>
                <c:pt idx="2447">
                  <c:v>1.28003988722007</c:v>
                </c:pt>
                <c:pt idx="2448">
                  <c:v>1.2698385509569501</c:v>
                </c:pt>
                <c:pt idx="2449">
                  <c:v>1.21675243185167</c:v>
                </c:pt>
                <c:pt idx="2450">
                  <c:v>1.2344422712955501</c:v>
                </c:pt>
                <c:pt idx="2451">
                  <c:v>1.2524470209788701</c:v>
                </c:pt>
                <c:pt idx="2452">
                  <c:v>1.2885322580343299</c:v>
                </c:pt>
                <c:pt idx="2453">
                  <c:v>1.2782570278393499</c:v>
                </c:pt>
                <c:pt idx="2454">
                  <c:v>1.2555771080929601</c:v>
                </c:pt>
                <c:pt idx="2455">
                  <c:v>1.22556569572424</c:v>
                </c:pt>
                <c:pt idx="2456">
                  <c:v>1.1969095255611399</c:v>
                </c:pt>
                <c:pt idx="2457">
                  <c:v>1.1929403650611301</c:v>
                </c:pt>
                <c:pt idx="2458">
                  <c:v>1.1652046408038499</c:v>
                </c:pt>
                <c:pt idx="2459">
                  <c:v>1.1385062967975399</c:v>
                </c:pt>
                <c:pt idx="2460">
                  <c:v>1.2120737905079999</c:v>
                </c:pt>
                <c:pt idx="2461">
                  <c:v>1.2607131780973799</c:v>
                </c:pt>
                <c:pt idx="2462">
                  <c:v>1.27802820639546</c:v>
                </c:pt>
                <c:pt idx="2463">
                  <c:v>1.28560604920148</c:v>
                </c:pt>
                <c:pt idx="2464">
                  <c:v>1.28915729478061</c:v>
                </c:pt>
                <c:pt idx="2465">
                  <c:v>1.2961741782054299</c:v>
                </c:pt>
                <c:pt idx="2466">
                  <c:v>1.30892632017147</c:v>
                </c:pt>
                <c:pt idx="2467">
                  <c:v>1.3155298497112999</c:v>
                </c:pt>
                <c:pt idx="2468">
                  <c:v>1.31313630884402</c:v>
                </c:pt>
                <c:pt idx="2469">
                  <c:v>1.3389606161396399</c:v>
                </c:pt>
                <c:pt idx="2470">
                  <c:v>1.30877486214548</c:v>
                </c:pt>
                <c:pt idx="2471">
                  <c:v>1.34722125428688</c:v>
                </c:pt>
                <c:pt idx="2472">
                  <c:v>1.35663908429145</c:v>
                </c:pt>
                <c:pt idx="2473">
                  <c:v>1.36094214423585</c:v>
                </c:pt>
                <c:pt idx="2474">
                  <c:v>1.35543903293097</c:v>
                </c:pt>
                <c:pt idx="2475">
                  <c:v>1.3555534228216499</c:v>
                </c:pt>
                <c:pt idx="2476">
                  <c:v>1.33895232399232</c:v>
                </c:pt>
                <c:pt idx="2477">
                  <c:v>1.3533349092674001</c:v>
                </c:pt>
                <c:pt idx="2478">
                  <c:v>1.3742835531181501</c:v>
                </c:pt>
                <c:pt idx="2479">
                  <c:v>1.3739145985219401</c:v>
                </c:pt>
                <c:pt idx="2480">
                  <c:v>1.3719627476723699</c:v>
                </c:pt>
                <c:pt idx="2481">
                  <c:v>1.3654626631111499</c:v>
                </c:pt>
                <c:pt idx="2482">
                  <c:v>1.3768651616173799</c:v>
                </c:pt>
                <c:pt idx="2483">
                  <c:v>1.3952039380096199</c:v>
                </c:pt>
                <c:pt idx="2484">
                  <c:v>1.38324588720018</c:v>
                </c:pt>
                <c:pt idx="2485">
                  <c:v>1.38721815494802</c:v>
                </c:pt>
                <c:pt idx="2486">
                  <c:v>1.38187277232101</c:v>
                </c:pt>
                <c:pt idx="2487">
                  <c:v>1.3632990490854</c:v>
                </c:pt>
                <c:pt idx="2488">
                  <c:v>1.3454489241802701</c:v>
                </c:pt>
                <c:pt idx="2489">
                  <c:v>1.34542322451915</c:v>
                </c:pt>
                <c:pt idx="2490">
                  <c:v>1.3153203000714699</c:v>
                </c:pt>
                <c:pt idx="2491">
                  <c:v>1.3316101793525701</c:v>
                </c:pt>
                <c:pt idx="2492">
                  <c:v>1.3444181166615301</c:v>
                </c:pt>
                <c:pt idx="2493">
                  <c:v>1.36864414169544</c:v>
                </c:pt>
                <c:pt idx="2494">
                  <c:v>1.3624804455458801</c:v>
                </c:pt>
                <c:pt idx="2495">
                  <c:v>1.35904052559362</c:v>
                </c:pt>
                <c:pt idx="2496">
                  <c:v>1.3414848217500099</c:v>
                </c:pt>
                <c:pt idx="2497">
                  <c:v>1.3497650121739599</c:v>
                </c:pt>
                <c:pt idx="2498">
                  <c:v>1.3328109093213001</c:v>
                </c:pt>
                <c:pt idx="2499">
                  <c:v>1.33761246248845</c:v>
                </c:pt>
                <c:pt idx="2500">
                  <c:v>1.32945293926067</c:v>
                </c:pt>
                <c:pt idx="2501">
                  <c:v>1.34641082938431</c:v>
                </c:pt>
                <c:pt idx="2502">
                  <c:v>1.3132900035602699</c:v>
                </c:pt>
                <c:pt idx="2503">
                  <c:v>1.34994400976637</c:v>
                </c:pt>
                <c:pt idx="2504">
                  <c:v>1.3505507949969999</c:v>
                </c:pt>
                <c:pt idx="2505">
                  <c:v>1.3423493174719801</c:v>
                </c:pt>
                <c:pt idx="2506">
                  <c:v>1.33523413842383</c:v>
                </c:pt>
                <c:pt idx="2507">
                  <c:v>1.32216137574268</c:v>
                </c:pt>
                <c:pt idx="2508">
                  <c:v>1.33500751945056</c:v>
                </c:pt>
                <c:pt idx="2509">
                  <c:v>1.33541274695486</c:v>
                </c:pt>
                <c:pt idx="2510">
                  <c:v>1.36123923547254</c:v>
                </c:pt>
                <c:pt idx="2511">
                  <c:v>1.3858078011931101</c:v>
                </c:pt>
                <c:pt idx="2512">
                  <c:v>1.3762351608132499</c:v>
                </c:pt>
                <c:pt idx="2513">
                  <c:v>1.40045329011187</c:v>
                </c:pt>
                <c:pt idx="2514">
                  <c:v>1.4004068204412801</c:v>
                </c:pt>
                <c:pt idx="2515">
                  <c:v>1.3840450645495599</c:v>
                </c:pt>
                <c:pt idx="2516">
                  <c:v>1.40522243632093</c:v>
                </c:pt>
                <c:pt idx="2517">
                  <c:v>1.4017291950145201</c:v>
                </c:pt>
                <c:pt idx="2518">
                  <c:v>1.3981077546679099</c:v>
                </c:pt>
                <c:pt idx="2519">
                  <c:v>1.40014417716756</c:v>
                </c:pt>
                <c:pt idx="2520">
                  <c:v>1.3861309351489699</c:v>
                </c:pt>
                <c:pt idx="2521">
                  <c:v>1.38397110013847</c:v>
                </c:pt>
                <c:pt idx="2522">
                  <c:v>1.3989622437704801</c:v>
                </c:pt>
                <c:pt idx="2523">
                  <c:v>1.40711710599615</c:v>
                </c:pt>
                <c:pt idx="2524">
                  <c:v>1.39704418335389</c:v>
                </c:pt>
                <c:pt idx="2525">
                  <c:v>1.39723021867848</c:v>
                </c:pt>
                <c:pt idx="2526">
                  <c:v>1.3721225769146701</c:v>
                </c:pt>
                <c:pt idx="2527">
                  <c:v>1.3595991665635301</c:v>
                </c:pt>
                <c:pt idx="2528">
                  <c:v>1.3743741565021399</c:v>
                </c:pt>
                <c:pt idx="2529">
                  <c:v>1.3616383520956501</c:v>
                </c:pt>
                <c:pt idx="2530">
                  <c:v>1.3644812764033001</c:v>
                </c:pt>
                <c:pt idx="2531">
                  <c:v>1.36022054772334</c:v>
                </c:pt>
                <c:pt idx="2532">
                  <c:v>1.35964238782383</c:v>
                </c:pt>
                <c:pt idx="2533">
                  <c:v>1.3531925477490301</c:v>
                </c:pt>
                <c:pt idx="2534">
                  <c:v>1.3687394051748101</c:v>
                </c:pt>
                <c:pt idx="2535">
                  <c:v>1.3554820927102</c:v>
                </c:pt>
                <c:pt idx="2536">
                  <c:v>1.34448163529442</c:v>
                </c:pt>
                <c:pt idx="2537">
                  <c:v>1.34337616597793</c:v>
                </c:pt>
                <c:pt idx="2538">
                  <c:v>1.3443739895162501</c:v>
                </c:pt>
                <c:pt idx="2539">
                  <c:v>1.34838752500824</c:v>
                </c:pt>
                <c:pt idx="2540">
                  <c:v>1.3406683592709701</c:v>
                </c:pt>
                <c:pt idx="2541">
                  <c:v>1.3428886429640301</c:v>
                </c:pt>
                <c:pt idx="2542">
                  <c:v>1.3410801168594899</c:v>
                </c:pt>
                <c:pt idx="2543">
                  <c:v>1.3465346699758101</c:v>
                </c:pt>
                <c:pt idx="2544">
                  <c:v>1.33225838690861</c:v>
                </c:pt>
                <c:pt idx="2545">
                  <c:v>1.31440148332101</c:v>
                </c:pt>
                <c:pt idx="2546">
                  <c:v>1.31622999850037</c:v>
                </c:pt>
                <c:pt idx="2547">
                  <c:v>1.2901389411326301</c:v>
                </c:pt>
                <c:pt idx="2548">
                  <c:v>1.2809208100360101</c:v>
                </c:pt>
                <c:pt idx="2549">
                  <c:v>1.30004527023917</c:v>
                </c:pt>
                <c:pt idx="2550">
                  <c:v>1.27785272188188</c:v>
                </c:pt>
                <c:pt idx="2551">
                  <c:v>1.2831894356290301</c:v>
                </c:pt>
                <c:pt idx="2552">
                  <c:v>1.2970733329417099</c:v>
                </c:pt>
                <c:pt idx="2553">
                  <c:v>1.28495561069724</c:v>
                </c:pt>
                <c:pt idx="2554">
                  <c:v>1.27624468900095</c:v>
                </c:pt>
                <c:pt idx="2555">
                  <c:v>1.2583257335427001</c:v>
                </c:pt>
                <c:pt idx="2556">
                  <c:v>1.2659011828000399</c:v>
                </c:pt>
                <c:pt idx="2557">
                  <c:v>1.2446569307198401</c:v>
                </c:pt>
                <c:pt idx="2558">
                  <c:v>1.26699706214028</c:v>
                </c:pt>
                <c:pt idx="2559">
                  <c:v>1.2607904537480601</c:v>
                </c:pt>
                <c:pt idx="2560">
                  <c:v>1.2853855022123799</c:v>
                </c:pt>
                <c:pt idx="2561">
                  <c:v>1.2827348090305899</c:v>
                </c:pt>
                <c:pt idx="2562">
                  <c:v>1.27629439773488</c:v>
                </c:pt>
                <c:pt idx="2563">
                  <c:v>1.2813859842527799</c:v>
                </c:pt>
                <c:pt idx="2564">
                  <c:v>1.27454195295241</c:v>
                </c:pt>
                <c:pt idx="2565">
                  <c:v>1.2816215929936401</c:v>
                </c:pt>
                <c:pt idx="2566">
                  <c:v>1.28420397778003</c:v>
                </c:pt>
                <c:pt idx="2567">
                  <c:v>1.2812446108876001</c:v>
                </c:pt>
                <c:pt idx="2568">
                  <c:v>1.2467144905515499</c:v>
                </c:pt>
                <c:pt idx="2569">
                  <c:v>1.2336012734439299</c:v>
                </c:pt>
                <c:pt idx="2570">
                  <c:v>1.23277064274669</c:v>
                </c:pt>
                <c:pt idx="2571">
                  <c:v>1.2470864526560601</c:v>
                </c:pt>
                <c:pt idx="2572">
                  <c:v>1.2401199308484701</c:v>
                </c:pt>
                <c:pt idx="2573">
                  <c:v>1.23783096313491</c:v>
                </c:pt>
                <c:pt idx="2574">
                  <c:v>1.28235358382802</c:v>
                </c:pt>
                <c:pt idx="2575">
                  <c:v>1.27563074507105</c:v>
                </c:pt>
                <c:pt idx="2576">
                  <c:v>1.26101372700848</c:v>
                </c:pt>
                <c:pt idx="2577">
                  <c:v>1.23685993464003</c:v>
                </c:pt>
                <c:pt idx="2578">
                  <c:v>1.2490719136531601</c:v>
                </c:pt>
                <c:pt idx="2579">
                  <c:v>1.24781554502852</c:v>
                </c:pt>
                <c:pt idx="2580">
                  <c:v>1.2479387644003399</c:v>
                </c:pt>
                <c:pt idx="2581">
                  <c:v>1.2397836680857</c:v>
                </c:pt>
                <c:pt idx="2582">
                  <c:v>1.2367753217049999</c:v>
                </c:pt>
                <c:pt idx="2583">
                  <c:v>1.2411473379017699</c:v>
                </c:pt>
                <c:pt idx="2584">
                  <c:v>1.2271120877716599</c:v>
                </c:pt>
                <c:pt idx="2585">
                  <c:v>1.2362855794232599</c:v>
                </c:pt>
                <c:pt idx="2586">
                  <c:v>1.22901908090093</c:v>
                </c:pt>
                <c:pt idx="2587">
                  <c:v>1.2320423712650499</c:v>
                </c:pt>
                <c:pt idx="2588">
                  <c:v>1.21319492389211</c:v>
                </c:pt>
                <c:pt idx="2589">
                  <c:v>1.2072479438496899</c:v>
                </c:pt>
                <c:pt idx="2590">
                  <c:v>1.1951958400593099</c:v>
                </c:pt>
                <c:pt idx="2591">
                  <c:v>1.1965258465127899</c:v>
                </c:pt>
                <c:pt idx="2592">
                  <c:v>1.1973873312674099</c:v>
                </c:pt>
                <c:pt idx="2593">
                  <c:v>1.18501817054086</c:v>
                </c:pt>
                <c:pt idx="2594">
                  <c:v>1.1852296141604499</c:v>
                </c:pt>
                <c:pt idx="2595">
                  <c:v>1.19639762735424</c:v>
                </c:pt>
                <c:pt idx="2596">
                  <c:v>1.21561625390518</c:v>
                </c:pt>
                <c:pt idx="2597">
                  <c:v>1.1929197775029801</c:v>
                </c:pt>
                <c:pt idx="2598">
                  <c:v>1.2022874762</c:v>
                </c:pt>
                <c:pt idx="2599">
                  <c:v>1.19711911172472</c:v>
                </c:pt>
                <c:pt idx="2600">
                  <c:v>1.2024180839051</c:v>
                </c:pt>
                <c:pt idx="2601">
                  <c:v>1.18699657780751</c:v>
                </c:pt>
                <c:pt idx="2602">
                  <c:v>1.17620150167278</c:v>
                </c:pt>
                <c:pt idx="2603">
                  <c:v>1.17674461192005</c:v>
                </c:pt>
                <c:pt idx="2604">
                  <c:v>1.1758610083857399</c:v>
                </c:pt>
                <c:pt idx="2605">
                  <c:v>1.1707656786245899</c:v>
                </c:pt>
                <c:pt idx="2606">
                  <c:v>1.1608961555667501</c:v>
                </c:pt>
                <c:pt idx="2607">
                  <c:v>1.1642249284327599</c:v>
                </c:pt>
                <c:pt idx="2608">
                  <c:v>1.1791040999321201</c:v>
                </c:pt>
                <c:pt idx="2609">
                  <c:v>1.1748720140957201</c:v>
                </c:pt>
                <c:pt idx="2610">
                  <c:v>1.1749321678973801</c:v>
                </c:pt>
                <c:pt idx="2611">
                  <c:v>1.2233197711257899</c:v>
                </c:pt>
                <c:pt idx="2612">
                  <c:v>1.23533596860314</c:v>
                </c:pt>
                <c:pt idx="2613">
                  <c:v>1.2877207269059401</c:v>
                </c:pt>
                <c:pt idx="2614">
                  <c:v>1.3542147785788501</c:v>
                </c:pt>
                <c:pt idx="2615">
                  <c:v>1.48938573545807</c:v>
                </c:pt>
                <c:pt idx="2616">
                  <c:v>1.5925885943203599</c:v>
                </c:pt>
                <c:pt idx="2617">
                  <c:v>1.48008226437662</c:v>
                </c:pt>
                <c:pt idx="2618">
                  <c:v>1.4780858364548499</c:v>
                </c:pt>
                <c:pt idx="2619">
                  <c:v>1.42465939634417</c:v>
                </c:pt>
                <c:pt idx="2620">
                  <c:v>1.4602089576686701</c:v>
                </c:pt>
                <c:pt idx="2621">
                  <c:v>1.42452056617588</c:v>
                </c:pt>
                <c:pt idx="2622">
                  <c:v>1.4222717093719099</c:v>
                </c:pt>
                <c:pt idx="2623">
                  <c:v>1.4092031668049001</c:v>
                </c:pt>
                <c:pt idx="2624">
                  <c:v>1.46351211899912</c:v>
                </c:pt>
                <c:pt idx="2625">
                  <c:v>1.4776856942002701</c:v>
                </c:pt>
                <c:pt idx="2626">
                  <c:v>1.4904185003580099</c:v>
                </c:pt>
                <c:pt idx="2627">
                  <c:v>1.49760691092098</c:v>
                </c:pt>
                <c:pt idx="2628">
                  <c:v>1.4833620583281399</c:v>
                </c:pt>
                <c:pt idx="2629">
                  <c:v>1.50350175431996</c:v>
                </c:pt>
                <c:pt idx="2630">
                  <c:v>1.5194910093060401</c:v>
                </c:pt>
                <c:pt idx="2631">
                  <c:v>1.4989516494483399</c:v>
                </c:pt>
                <c:pt idx="2632">
                  <c:v>1.49827354416957</c:v>
                </c:pt>
                <c:pt idx="2633">
                  <c:v>1.50857429120637</c:v>
                </c:pt>
                <c:pt idx="2634">
                  <c:v>1.4891552714059999</c:v>
                </c:pt>
                <c:pt idx="2635">
                  <c:v>1.5145940843125401</c:v>
                </c:pt>
                <c:pt idx="2636">
                  <c:v>1.5595862186759899</c:v>
                </c:pt>
                <c:pt idx="2637">
                  <c:v>1.5632404733256799</c:v>
                </c:pt>
                <c:pt idx="2638">
                  <c:v>1.59737334751585</c:v>
                </c:pt>
                <c:pt idx="2639">
                  <c:v>1.5928164246322001</c:v>
                </c:pt>
                <c:pt idx="2640">
                  <c:v>1.6153621629150701</c:v>
                </c:pt>
                <c:pt idx="2641">
                  <c:v>1.59745479000619</c:v>
                </c:pt>
                <c:pt idx="2642">
                  <c:v>1.59897827532244</c:v>
                </c:pt>
                <c:pt idx="2643">
                  <c:v>1.5569995787885</c:v>
                </c:pt>
                <c:pt idx="2644">
                  <c:v>1.52185067878849</c:v>
                </c:pt>
                <c:pt idx="2645">
                  <c:v>1.50275884304207</c:v>
                </c:pt>
                <c:pt idx="2646">
                  <c:v>1.5272722274111801</c:v>
                </c:pt>
                <c:pt idx="2647">
                  <c:v>1.54093080865273</c:v>
                </c:pt>
                <c:pt idx="2648">
                  <c:v>1.53998710273234</c:v>
                </c:pt>
                <c:pt idx="2649">
                  <c:v>1.48350853737566</c:v>
                </c:pt>
                <c:pt idx="2650">
                  <c:v>1.48093355295504</c:v>
                </c:pt>
                <c:pt idx="2651">
                  <c:v>1.47195722262748</c:v>
                </c:pt>
                <c:pt idx="2652">
                  <c:v>1.50243092863995</c:v>
                </c:pt>
                <c:pt idx="2653">
                  <c:v>1.4918082948693501</c:v>
                </c:pt>
                <c:pt idx="2654">
                  <c:v>1.51383129057171</c:v>
                </c:pt>
                <c:pt idx="2655">
                  <c:v>1.5344633972317201</c:v>
                </c:pt>
                <c:pt idx="2656">
                  <c:v>1.5327236104513899</c:v>
                </c:pt>
                <c:pt idx="2657">
                  <c:v>1.5175344055429301</c:v>
                </c:pt>
                <c:pt idx="2658">
                  <c:v>1.5224612039982399</c:v>
                </c:pt>
                <c:pt idx="2659">
                  <c:v>1.54130850831919</c:v>
                </c:pt>
                <c:pt idx="2660">
                  <c:v>1.5334321142932399</c:v>
                </c:pt>
                <c:pt idx="2661">
                  <c:v>1.54333515814575</c:v>
                </c:pt>
                <c:pt idx="2662">
                  <c:v>1.5551002884691001</c:v>
                </c:pt>
                <c:pt idx="2663">
                  <c:v>1.5671812522556201</c:v>
                </c:pt>
                <c:pt idx="2664">
                  <c:v>1.53582740733662</c:v>
                </c:pt>
                <c:pt idx="2665">
                  <c:v>1.5210504626361601</c:v>
                </c:pt>
                <c:pt idx="2666">
                  <c:v>1.5077152302215899</c:v>
                </c:pt>
                <c:pt idx="2667">
                  <c:v>1.51695953915073</c:v>
                </c:pt>
                <c:pt idx="2668">
                  <c:v>1.51804807706529</c:v>
                </c:pt>
                <c:pt idx="2669">
                  <c:v>1.5209515693240101</c:v>
                </c:pt>
                <c:pt idx="2670">
                  <c:v>1.5007608001211099</c:v>
                </c:pt>
                <c:pt idx="2671">
                  <c:v>1.5198464367264799</c:v>
                </c:pt>
                <c:pt idx="2672">
                  <c:v>1.50941355647523</c:v>
                </c:pt>
                <c:pt idx="2673">
                  <c:v>1.51641291701642</c:v>
                </c:pt>
                <c:pt idx="2674">
                  <c:v>1.5188330445031499</c:v>
                </c:pt>
                <c:pt idx="2675">
                  <c:v>1.51922573456915</c:v>
                </c:pt>
                <c:pt idx="2676">
                  <c:v>1.48315866472877</c:v>
                </c:pt>
                <c:pt idx="2677">
                  <c:v>1.44009484763887</c:v>
                </c:pt>
                <c:pt idx="2678">
                  <c:v>1.4115445995073901</c:v>
                </c:pt>
                <c:pt idx="2679">
                  <c:v>1.4081884426355999</c:v>
                </c:pt>
                <c:pt idx="2680">
                  <c:v>1.42344150366964</c:v>
                </c:pt>
                <c:pt idx="2681">
                  <c:v>1.41995183310452</c:v>
                </c:pt>
                <c:pt idx="2682">
                  <c:v>1.4178021530698699</c:v>
                </c:pt>
                <c:pt idx="2683">
                  <c:v>1.3942685685577301</c:v>
                </c:pt>
                <c:pt idx="2684">
                  <c:v>1.3958505669732999</c:v>
                </c:pt>
                <c:pt idx="2685">
                  <c:v>1.444735227752</c:v>
                </c:pt>
                <c:pt idx="2686">
                  <c:v>1.4339279585058999</c:v>
                </c:pt>
                <c:pt idx="2687">
                  <c:v>1.43982007610577</c:v>
                </c:pt>
                <c:pt idx="2688">
                  <c:v>1.4491870476908599</c:v>
                </c:pt>
                <c:pt idx="2689">
                  <c:v>1.45462666707793</c:v>
                </c:pt>
                <c:pt idx="2690">
                  <c:v>1.45874680352832</c:v>
                </c:pt>
                <c:pt idx="2691">
                  <c:v>1.44941833435749</c:v>
                </c:pt>
                <c:pt idx="2692">
                  <c:v>1.4470460232272699</c:v>
                </c:pt>
                <c:pt idx="2693">
                  <c:v>1.4628268038607499</c:v>
                </c:pt>
                <c:pt idx="2694">
                  <c:v>1.45103673750578</c:v>
                </c:pt>
                <c:pt idx="2695">
                  <c:v>1.4513723677972199</c:v>
                </c:pt>
                <c:pt idx="2696">
                  <c:v>1.4811246808607099</c:v>
                </c:pt>
                <c:pt idx="2697">
                  <c:v>1.5014558634134001</c:v>
                </c:pt>
                <c:pt idx="2698">
                  <c:v>1.5111274417563101</c:v>
                </c:pt>
                <c:pt idx="2699">
                  <c:v>1.5044289214969699</c:v>
                </c:pt>
                <c:pt idx="2700">
                  <c:v>1.5226300313033101</c:v>
                </c:pt>
                <c:pt idx="2701">
                  <c:v>1.5102785568832</c:v>
                </c:pt>
                <c:pt idx="2702">
                  <c:v>1.5178611428573801</c:v>
                </c:pt>
                <c:pt idx="2703">
                  <c:v>1.52293520223106</c:v>
                </c:pt>
                <c:pt idx="2704">
                  <c:v>1.4987760127929699</c:v>
                </c:pt>
                <c:pt idx="2705">
                  <c:v>1.52187385352361</c:v>
                </c:pt>
                <c:pt idx="2706">
                  <c:v>1.52486344818422</c:v>
                </c:pt>
                <c:pt idx="2707">
                  <c:v>1.5456461051197801</c:v>
                </c:pt>
                <c:pt idx="2708">
                  <c:v>1.5460343174997899</c:v>
                </c:pt>
                <c:pt idx="2709">
                  <c:v>1.5327454611023199</c:v>
                </c:pt>
                <c:pt idx="2710">
                  <c:v>1.55139554613607</c:v>
                </c:pt>
                <c:pt idx="2711">
                  <c:v>1.54786587004625</c:v>
                </c:pt>
                <c:pt idx="2712">
                  <c:v>1.50731738898945</c:v>
                </c:pt>
                <c:pt idx="2713">
                  <c:v>1.50910172934436</c:v>
                </c:pt>
                <c:pt idx="2714">
                  <c:v>1.5198371991205699</c:v>
                </c:pt>
                <c:pt idx="2715">
                  <c:v>1.5252936971845401</c:v>
                </c:pt>
                <c:pt idx="2716">
                  <c:v>1.5499523486473401</c:v>
                </c:pt>
                <c:pt idx="2717">
                  <c:v>1.54412244571698</c:v>
                </c:pt>
                <c:pt idx="2718">
                  <c:v>1.54244452323049</c:v>
                </c:pt>
                <c:pt idx="2719">
                  <c:v>1.5487183398682201</c:v>
                </c:pt>
                <c:pt idx="2720">
                  <c:v>1.5471993673985001</c:v>
                </c:pt>
                <c:pt idx="2721">
                  <c:v>1.5330352564051899</c:v>
                </c:pt>
                <c:pt idx="2722">
                  <c:v>1.5616301655326901</c:v>
                </c:pt>
                <c:pt idx="2723">
                  <c:v>1.56294704111021</c:v>
                </c:pt>
                <c:pt idx="2724">
                  <c:v>1.56740548108247</c:v>
                </c:pt>
                <c:pt idx="2725">
                  <c:v>1.5591147560313099</c:v>
                </c:pt>
                <c:pt idx="2726">
                  <c:v>1.55018989708396</c:v>
                </c:pt>
                <c:pt idx="2727">
                  <c:v>1.5277967491047599</c:v>
                </c:pt>
                <c:pt idx="2728">
                  <c:v>1.5262604291248101</c:v>
                </c:pt>
                <c:pt idx="2729">
                  <c:v>1.51999852173762</c:v>
                </c:pt>
                <c:pt idx="2730">
                  <c:v>1.52075337769835</c:v>
                </c:pt>
                <c:pt idx="2731">
                  <c:v>1.5214527879592701</c:v>
                </c:pt>
                <c:pt idx="2732">
                  <c:v>1.5113672071209501</c:v>
                </c:pt>
                <c:pt idx="2733">
                  <c:v>1.4988518941887901</c:v>
                </c:pt>
                <c:pt idx="2734">
                  <c:v>1.5070029312162501</c:v>
                </c:pt>
                <c:pt idx="2735">
                  <c:v>1.5078566569319001</c:v>
                </c:pt>
                <c:pt idx="2736">
                  <c:v>1.49473156702673</c:v>
                </c:pt>
                <c:pt idx="2737">
                  <c:v>1.3560153168645801</c:v>
                </c:pt>
                <c:pt idx="2738">
                  <c:v>1.3684288056168199</c:v>
                </c:pt>
                <c:pt idx="2739">
                  <c:v>1.39557535728394</c:v>
                </c:pt>
                <c:pt idx="2740">
                  <c:v>1.42282780807156</c:v>
                </c:pt>
                <c:pt idx="2741">
                  <c:v>1.43309267176785</c:v>
                </c:pt>
                <c:pt idx="2742">
                  <c:v>1.4449667852507599</c:v>
                </c:pt>
                <c:pt idx="2743">
                  <c:v>1.4388751614126301</c:v>
                </c:pt>
                <c:pt idx="2744">
                  <c:v>1.42954268762988</c:v>
                </c:pt>
                <c:pt idx="2745">
                  <c:v>1.42828217106161</c:v>
                </c:pt>
                <c:pt idx="2746">
                  <c:v>1.42872947475964</c:v>
                </c:pt>
                <c:pt idx="2747">
                  <c:v>1.4480000680751099</c:v>
                </c:pt>
                <c:pt idx="2748">
                  <c:v>1.4442344333641799</c:v>
                </c:pt>
                <c:pt idx="2749">
                  <c:v>1.45026674671156</c:v>
                </c:pt>
                <c:pt idx="2750">
                  <c:v>1.4420210961565201</c:v>
                </c:pt>
                <c:pt idx="2751">
                  <c:v>1.44695508231736</c:v>
                </c:pt>
                <c:pt idx="2752">
                  <c:v>1.4397157808822401</c:v>
                </c:pt>
                <c:pt idx="2753">
                  <c:v>1.4401384731740801</c:v>
                </c:pt>
                <c:pt idx="2754">
                  <c:v>1.4472146294669199</c:v>
                </c:pt>
                <c:pt idx="2755">
                  <c:v>1.4728224067510201</c:v>
                </c:pt>
                <c:pt idx="2756">
                  <c:v>1.4770453691043</c:v>
                </c:pt>
                <c:pt idx="2757">
                  <c:v>1.4832365450365199</c:v>
                </c:pt>
                <c:pt idx="2758">
                  <c:v>1.47090845154544</c:v>
                </c:pt>
                <c:pt idx="2759">
                  <c:v>1.4902900433728901</c:v>
                </c:pt>
                <c:pt idx="2760">
                  <c:v>1.48870202127942</c:v>
                </c:pt>
                <c:pt idx="2761">
                  <c:v>1.4951951576623099</c:v>
                </c:pt>
                <c:pt idx="2762">
                  <c:v>1.47524833854152</c:v>
                </c:pt>
                <c:pt idx="2763">
                  <c:v>1.4741593511195501</c:v>
                </c:pt>
                <c:pt idx="2764">
                  <c:v>1.4761802151383501</c:v>
                </c:pt>
                <c:pt idx="2765">
                  <c:v>1.4841628787722301</c:v>
                </c:pt>
                <c:pt idx="2766">
                  <c:v>1.4865296485839701</c:v>
                </c:pt>
                <c:pt idx="2767">
                  <c:v>1.47609394757538</c:v>
                </c:pt>
                <c:pt idx="2768">
                  <c:v>1.4621072982109899</c:v>
                </c:pt>
                <c:pt idx="2769">
                  <c:v>1.4648068926861399</c:v>
                </c:pt>
                <c:pt idx="2770">
                  <c:v>1.45868299125235</c:v>
                </c:pt>
                <c:pt idx="2771">
                  <c:v>1.4566405784415299</c:v>
                </c:pt>
                <c:pt idx="2772">
                  <c:v>1.4760252810426</c:v>
                </c:pt>
                <c:pt idx="2773">
                  <c:v>1.4657386368162599</c:v>
                </c:pt>
                <c:pt idx="2774">
                  <c:v>1.4723396834086</c:v>
                </c:pt>
                <c:pt idx="2775">
                  <c:v>1.48352667894095</c:v>
                </c:pt>
                <c:pt idx="2776">
                  <c:v>1.49062533957671</c:v>
                </c:pt>
                <c:pt idx="2777">
                  <c:v>1.48961171515072</c:v>
                </c:pt>
                <c:pt idx="2778">
                  <c:v>1.50040806320375</c:v>
                </c:pt>
                <c:pt idx="2779">
                  <c:v>1.4885041206660401</c:v>
                </c:pt>
                <c:pt idx="2780">
                  <c:v>1.4967660933853499</c:v>
                </c:pt>
                <c:pt idx="2781">
                  <c:v>1.4981760739997501</c:v>
                </c:pt>
                <c:pt idx="2782">
                  <c:v>1.4848853677710101</c:v>
                </c:pt>
                <c:pt idx="2783">
                  <c:v>1.48913583311914</c:v>
                </c:pt>
                <c:pt idx="2784">
                  <c:v>1.48602993236518</c:v>
                </c:pt>
                <c:pt idx="2785">
                  <c:v>1.48611192135811</c:v>
                </c:pt>
                <c:pt idx="2786">
                  <c:v>1.46932845538379</c:v>
                </c:pt>
                <c:pt idx="2787">
                  <c:v>1.4621866267331101</c:v>
                </c:pt>
                <c:pt idx="2788">
                  <c:v>1.47068961759826</c:v>
                </c:pt>
                <c:pt idx="2789">
                  <c:v>1.49368701097135</c:v>
                </c:pt>
                <c:pt idx="2790">
                  <c:v>1.51542058527774</c:v>
                </c:pt>
                <c:pt idx="2791">
                  <c:v>1.5092277120519599</c:v>
                </c:pt>
                <c:pt idx="2792">
                  <c:v>1.51361544148426</c:v>
                </c:pt>
                <c:pt idx="2793">
                  <c:v>1.5262018616183699</c:v>
                </c:pt>
                <c:pt idx="2794">
                  <c:v>1.5297841643721</c:v>
                </c:pt>
                <c:pt idx="2795">
                  <c:v>1.52196615575776</c:v>
                </c:pt>
                <c:pt idx="2796">
                  <c:v>1.5297062500973</c:v>
                </c:pt>
                <c:pt idx="2797">
                  <c:v>1.5279117411261001</c:v>
                </c:pt>
                <c:pt idx="2798">
                  <c:v>1.5275285709361599</c:v>
                </c:pt>
                <c:pt idx="2799">
                  <c:v>1.54463689107348</c:v>
                </c:pt>
                <c:pt idx="2800">
                  <c:v>1.54110210310125</c:v>
                </c:pt>
                <c:pt idx="2801">
                  <c:v>1.5473868700872599</c:v>
                </c:pt>
                <c:pt idx="2802">
                  <c:v>1.5574406392851401</c:v>
                </c:pt>
                <c:pt idx="2803">
                  <c:v>1.5586092908775699</c:v>
                </c:pt>
                <c:pt idx="2804">
                  <c:v>1.5561524787023</c:v>
                </c:pt>
                <c:pt idx="2805">
                  <c:v>1.5566701439233901</c:v>
                </c:pt>
                <c:pt idx="2806">
                  <c:v>1.57204475962053</c:v>
                </c:pt>
                <c:pt idx="2807">
                  <c:v>1.5785558978985801</c:v>
                </c:pt>
                <c:pt idx="2808">
                  <c:v>1.59561310693237</c:v>
                </c:pt>
                <c:pt idx="2809">
                  <c:v>1.6103597901483999</c:v>
                </c:pt>
                <c:pt idx="2810">
                  <c:v>1.60584975740185</c:v>
                </c:pt>
                <c:pt idx="2811">
                  <c:v>1.6272791044202299</c:v>
                </c:pt>
                <c:pt idx="2812">
                  <c:v>1.62526365332867</c:v>
                </c:pt>
                <c:pt idx="2813">
                  <c:v>1.62704173828773</c:v>
                </c:pt>
                <c:pt idx="2814">
                  <c:v>1.63476916757581</c:v>
                </c:pt>
                <c:pt idx="2815">
                  <c:v>1.62649270589393</c:v>
                </c:pt>
                <c:pt idx="2816">
                  <c:v>1.6024297612832299</c:v>
                </c:pt>
                <c:pt idx="2817">
                  <c:v>1.6006571807269601</c:v>
                </c:pt>
                <c:pt idx="2818">
                  <c:v>1.61183781817329</c:v>
                </c:pt>
                <c:pt idx="2819">
                  <c:v>1.6232051593338199</c:v>
                </c:pt>
                <c:pt idx="2820">
                  <c:v>1.6351145243265499</c:v>
                </c:pt>
                <c:pt idx="2821">
                  <c:v>1.6339516760484001</c:v>
                </c:pt>
                <c:pt idx="2822">
                  <c:v>1.63051107717278</c:v>
                </c:pt>
                <c:pt idx="2823">
                  <c:v>1.6468461055024199</c:v>
                </c:pt>
                <c:pt idx="2824">
                  <c:v>1.6512008367528199</c:v>
                </c:pt>
                <c:pt idx="2825">
                  <c:v>1.66888335065287</c:v>
                </c:pt>
                <c:pt idx="2826">
                  <c:v>1.6521366003164499</c:v>
                </c:pt>
                <c:pt idx="2827">
                  <c:v>1.6812427574231099</c:v>
                </c:pt>
                <c:pt idx="2828">
                  <c:v>1.7048297756276301</c:v>
                </c:pt>
                <c:pt idx="2829">
                  <c:v>1.7016040323055801</c:v>
                </c:pt>
                <c:pt idx="2830">
                  <c:v>1.7207310153798601</c:v>
                </c:pt>
                <c:pt idx="2831">
                  <c:v>1.7179957176665901</c:v>
                </c:pt>
                <c:pt idx="2832">
                  <c:v>1.7472025497772701</c:v>
                </c:pt>
                <c:pt idx="2833">
                  <c:v>1.7794531425317199</c:v>
                </c:pt>
                <c:pt idx="2834">
                  <c:v>1.77968621038498</c:v>
                </c:pt>
                <c:pt idx="2835">
                  <c:v>1.7505112892204999</c:v>
                </c:pt>
                <c:pt idx="2836">
                  <c:v>1.7784671769861999</c:v>
                </c:pt>
                <c:pt idx="2837">
                  <c:v>1.78429358834608</c:v>
                </c:pt>
              </c:numCache>
            </c:numRef>
          </c:val>
          <c:smooth val="0"/>
          <c:extLst xmlns:c16r2="http://schemas.microsoft.com/office/drawing/2015/06/chart">
            <c:ext xmlns:c16="http://schemas.microsoft.com/office/drawing/2014/chart" uri="{C3380CC4-5D6E-409C-BE32-E72D297353CC}">
              <c16:uniqueId val="{00000004-7C1F-4143-9E09-A88F7E2A9BA6}"/>
            </c:ext>
          </c:extLst>
        </c:ser>
        <c:dLbls>
          <c:showLegendKey val="0"/>
          <c:showVal val="0"/>
          <c:showCatName val="0"/>
          <c:showSerName val="0"/>
          <c:showPercent val="0"/>
          <c:showBubbleSize val="0"/>
        </c:dLbls>
        <c:smooth val="0"/>
        <c:axId val="1135431280"/>
        <c:axId val="1135432368"/>
      </c:lineChart>
      <c:dateAx>
        <c:axId val="1135431280"/>
        <c:scaling>
          <c:orientation val="minMax"/>
        </c:scaling>
        <c:delete val="0"/>
        <c:axPos val="b"/>
        <c:numFmt formatCode="yyyy\-mm\-dd"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135432368"/>
        <c:crosses val="autoZero"/>
        <c:auto val="1"/>
        <c:lblOffset val="100"/>
        <c:baseTimeUnit val="days"/>
      </c:dateAx>
      <c:valAx>
        <c:axId val="1135432368"/>
        <c:scaling>
          <c:orientation val="minMax"/>
        </c:scaling>
        <c:delete val="0"/>
        <c:axPos val="l"/>
        <c:majorGridlines>
          <c:spPr>
            <a:ln w="9525" cap="flat" cmpd="sng" algn="ctr">
              <a:solidFill>
                <a:schemeClr val="tx1">
                  <a:lumMod val="15000"/>
                  <a:lumOff val="85000"/>
                </a:schemeClr>
              </a:solidFill>
              <a:round/>
            </a:ln>
            <a:effectLst/>
          </c:spPr>
        </c:majorGridlines>
        <c:numFmt formatCode="0.0000"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135431280"/>
        <c:crosses val="autoZero"/>
        <c:crossBetween val="between"/>
        <c:majorUnit val="4"/>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xmlns:c16r2="http://schemas.microsoft.com/office/drawing/2015/06/chart">
      <c:ext uri="{0b15fc19-7d7d-44ad-8c2d-2c3a37ce22c3}">
        <chartProps xmlns="https://web.wps.cn/et/2018/main" chartId="{9bc36407-bc72-4d07-9ce1-dff1c9ba0bc4}"/>
      </c:ext>
    </c:extLst>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strRef>
              <c:f>微盘_2018!$M$13</c:f>
              <c:strCache>
                <c:ptCount val="1"/>
                <c:pt idx="0">
                  <c:v>微盘多因子100</c:v>
                </c:pt>
              </c:strCache>
            </c:strRef>
          </c:tx>
          <c:spPr>
            <a:ln w="28575" cap="rnd">
              <a:solidFill>
                <a:schemeClr val="accent1"/>
              </a:solidFill>
              <a:round/>
            </a:ln>
            <a:effectLst/>
          </c:spPr>
          <c:marker>
            <c:symbol val="none"/>
          </c:marker>
          <c:cat>
            <c:numRef>
              <c:f>微盘_2018!$A$14:$A$10002</c:f>
              <c:numCache>
                <c:formatCode>yyyy/mm/dd</c:formatCode>
                <c:ptCount val="9989"/>
                <c:pt idx="0">
                  <c:v>43462</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43507</c:v>
                </c:pt>
                <c:pt idx="25">
                  <c:v>43508</c:v>
                </c:pt>
                <c:pt idx="26">
                  <c:v>43509</c:v>
                </c:pt>
                <c:pt idx="27">
                  <c:v>43510</c:v>
                </c:pt>
                <c:pt idx="28">
                  <c:v>43511</c:v>
                </c:pt>
                <c:pt idx="29">
                  <c:v>43514</c:v>
                </c:pt>
                <c:pt idx="30">
                  <c:v>43515</c:v>
                </c:pt>
                <c:pt idx="31">
                  <c:v>43516</c:v>
                </c:pt>
                <c:pt idx="32">
                  <c:v>43517</c:v>
                </c:pt>
                <c:pt idx="33">
                  <c:v>43518</c:v>
                </c:pt>
                <c:pt idx="34">
                  <c:v>43521</c:v>
                </c:pt>
                <c:pt idx="35">
                  <c:v>43522</c:v>
                </c:pt>
                <c:pt idx="36">
                  <c:v>43523</c:v>
                </c:pt>
                <c:pt idx="37">
                  <c:v>43524</c:v>
                </c:pt>
                <c:pt idx="38">
                  <c:v>43525</c:v>
                </c:pt>
                <c:pt idx="39">
                  <c:v>43528</c:v>
                </c:pt>
                <c:pt idx="40">
                  <c:v>43529</c:v>
                </c:pt>
                <c:pt idx="41">
                  <c:v>43530</c:v>
                </c:pt>
                <c:pt idx="42">
                  <c:v>43531</c:v>
                </c:pt>
                <c:pt idx="43">
                  <c:v>43532</c:v>
                </c:pt>
                <c:pt idx="44">
                  <c:v>43535</c:v>
                </c:pt>
                <c:pt idx="45">
                  <c:v>43536</c:v>
                </c:pt>
                <c:pt idx="46">
                  <c:v>43537</c:v>
                </c:pt>
                <c:pt idx="47">
                  <c:v>43538</c:v>
                </c:pt>
                <c:pt idx="48">
                  <c:v>43539</c:v>
                </c:pt>
                <c:pt idx="49">
                  <c:v>43542</c:v>
                </c:pt>
                <c:pt idx="50">
                  <c:v>43543</c:v>
                </c:pt>
                <c:pt idx="51">
                  <c:v>43544</c:v>
                </c:pt>
                <c:pt idx="52">
                  <c:v>43545</c:v>
                </c:pt>
                <c:pt idx="53">
                  <c:v>43546</c:v>
                </c:pt>
                <c:pt idx="54">
                  <c:v>43549</c:v>
                </c:pt>
                <c:pt idx="55">
                  <c:v>43550</c:v>
                </c:pt>
                <c:pt idx="56">
                  <c:v>43551</c:v>
                </c:pt>
                <c:pt idx="57">
                  <c:v>43552</c:v>
                </c:pt>
                <c:pt idx="58">
                  <c:v>43553</c:v>
                </c:pt>
                <c:pt idx="59">
                  <c:v>43556</c:v>
                </c:pt>
                <c:pt idx="60">
                  <c:v>43557</c:v>
                </c:pt>
                <c:pt idx="61">
                  <c:v>43558</c:v>
                </c:pt>
                <c:pt idx="62">
                  <c:v>43559</c:v>
                </c:pt>
                <c:pt idx="63">
                  <c:v>43563</c:v>
                </c:pt>
                <c:pt idx="64">
                  <c:v>43564</c:v>
                </c:pt>
                <c:pt idx="65">
                  <c:v>43565</c:v>
                </c:pt>
                <c:pt idx="66">
                  <c:v>43566</c:v>
                </c:pt>
                <c:pt idx="67">
                  <c:v>43567</c:v>
                </c:pt>
                <c:pt idx="68">
                  <c:v>43570</c:v>
                </c:pt>
                <c:pt idx="69">
                  <c:v>43571</c:v>
                </c:pt>
                <c:pt idx="70">
                  <c:v>43572</c:v>
                </c:pt>
                <c:pt idx="71">
                  <c:v>43573</c:v>
                </c:pt>
                <c:pt idx="72">
                  <c:v>43574</c:v>
                </c:pt>
                <c:pt idx="73">
                  <c:v>43577</c:v>
                </c:pt>
                <c:pt idx="74">
                  <c:v>43578</c:v>
                </c:pt>
                <c:pt idx="75">
                  <c:v>43579</c:v>
                </c:pt>
                <c:pt idx="76">
                  <c:v>43580</c:v>
                </c:pt>
                <c:pt idx="77">
                  <c:v>43581</c:v>
                </c:pt>
                <c:pt idx="78">
                  <c:v>43584</c:v>
                </c:pt>
                <c:pt idx="79">
                  <c:v>43585</c:v>
                </c:pt>
                <c:pt idx="80">
                  <c:v>43591</c:v>
                </c:pt>
                <c:pt idx="81">
                  <c:v>43592</c:v>
                </c:pt>
                <c:pt idx="82">
                  <c:v>43593</c:v>
                </c:pt>
                <c:pt idx="83">
                  <c:v>43594</c:v>
                </c:pt>
                <c:pt idx="84">
                  <c:v>43595</c:v>
                </c:pt>
                <c:pt idx="85">
                  <c:v>43598</c:v>
                </c:pt>
                <c:pt idx="86">
                  <c:v>43599</c:v>
                </c:pt>
                <c:pt idx="87">
                  <c:v>43600</c:v>
                </c:pt>
                <c:pt idx="88">
                  <c:v>43601</c:v>
                </c:pt>
                <c:pt idx="89">
                  <c:v>43602</c:v>
                </c:pt>
                <c:pt idx="90">
                  <c:v>43605</c:v>
                </c:pt>
                <c:pt idx="91">
                  <c:v>43606</c:v>
                </c:pt>
                <c:pt idx="92">
                  <c:v>43607</c:v>
                </c:pt>
                <c:pt idx="93">
                  <c:v>43608</c:v>
                </c:pt>
                <c:pt idx="94">
                  <c:v>43609</c:v>
                </c:pt>
                <c:pt idx="95">
                  <c:v>43612</c:v>
                </c:pt>
                <c:pt idx="96">
                  <c:v>43613</c:v>
                </c:pt>
                <c:pt idx="97">
                  <c:v>43614</c:v>
                </c:pt>
                <c:pt idx="98">
                  <c:v>43615</c:v>
                </c:pt>
                <c:pt idx="99">
                  <c:v>43616</c:v>
                </c:pt>
                <c:pt idx="100">
                  <c:v>43619</c:v>
                </c:pt>
                <c:pt idx="101">
                  <c:v>43620</c:v>
                </c:pt>
                <c:pt idx="102">
                  <c:v>43621</c:v>
                </c:pt>
                <c:pt idx="103">
                  <c:v>43622</c:v>
                </c:pt>
                <c:pt idx="104">
                  <c:v>43626</c:v>
                </c:pt>
                <c:pt idx="105">
                  <c:v>43627</c:v>
                </c:pt>
                <c:pt idx="106">
                  <c:v>43628</c:v>
                </c:pt>
                <c:pt idx="107">
                  <c:v>43629</c:v>
                </c:pt>
                <c:pt idx="108">
                  <c:v>43630</c:v>
                </c:pt>
                <c:pt idx="109">
                  <c:v>43633</c:v>
                </c:pt>
                <c:pt idx="110">
                  <c:v>43634</c:v>
                </c:pt>
                <c:pt idx="111">
                  <c:v>43635</c:v>
                </c:pt>
                <c:pt idx="112">
                  <c:v>43636</c:v>
                </c:pt>
                <c:pt idx="113">
                  <c:v>43637</c:v>
                </c:pt>
                <c:pt idx="114">
                  <c:v>43640</c:v>
                </c:pt>
                <c:pt idx="115">
                  <c:v>43641</c:v>
                </c:pt>
                <c:pt idx="116">
                  <c:v>43642</c:v>
                </c:pt>
                <c:pt idx="117">
                  <c:v>43643</c:v>
                </c:pt>
                <c:pt idx="118">
                  <c:v>43644</c:v>
                </c:pt>
                <c:pt idx="119">
                  <c:v>43647</c:v>
                </c:pt>
                <c:pt idx="120">
                  <c:v>43648</c:v>
                </c:pt>
                <c:pt idx="121">
                  <c:v>43649</c:v>
                </c:pt>
                <c:pt idx="122">
                  <c:v>43650</c:v>
                </c:pt>
                <c:pt idx="123">
                  <c:v>43651</c:v>
                </c:pt>
                <c:pt idx="124">
                  <c:v>43654</c:v>
                </c:pt>
                <c:pt idx="125">
                  <c:v>43655</c:v>
                </c:pt>
                <c:pt idx="126">
                  <c:v>43656</c:v>
                </c:pt>
                <c:pt idx="127">
                  <c:v>43657</c:v>
                </c:pt>
                <c:pt idx="128">
                  <c:v>43658</c:v>
                </c:pt>
                <c:pt idx="129">
                  <c:v>43661</c:v>
                </c:pt>
                <c:pt idx="130">
                  <c:v>43662</c:v>
                </c:pt>
                <c:pt idx="131">
                  <c:v>43663</c:v>
                </c:pt>
                <c:pt idx="132">
                  <c:v>43664</c:v>
                </c:pt>
                <c:pt idx="133">
                  <c:v>43665</c:v>
                </c:pt>
                <c:pt idx="134">
                  <c:v>43668</c:v>
                </c:pt>
                <c:pt idx="135">
                  <c:v>43669</c:v>
                </c:pt>
                <c:pt idx="136">
                  <c:v>43670</c:v>
                </c:pt>
                <c:pt idx="137">
                  <c:v>43671</c:v>
                </c:pt>
                <c:pt idx="138">
                  <c:v>43672</c:v>
                </c:pt>
                <c:pt idx="139">
                  <c:v>43675</c:v>
                </c:pt>
                <c:pt idx="140">
                  <c:v>43676</c:v>
                </c:pt>
                <c:pt idx="141">
                  <c:v>43677</c:v>
                </c:pt>
                <c:pt idx="142">
                  <c:v>43678</c:v>
                </c:pt>
                <c:pt idx="143">
                  <c:v>43679</c:v>
                </c:pt>
                <c:pt idx="144">
                  <c:v>43682</c:v>
                </c:pt>
                <c:pt idx="145">
                  <c:v>43683</c:v>
                </c:pt>
                <c:pt idx="146">
                  <c:v>43684</c:v>
                </c:pt>
                <c:pt idx="147">
                  <c:v>43685</c:v>
                </c:pt>
                <c:pt idx="148">
                  <c:v>43686</c:v>
                </c:pt>
                <c:pt idx="149">
                  <c:v>43689</c:v>
                </c:pt>
                <c:pt idx="150">
                  <c:v>43690</c:v>
                </c:pt>
                <c:pt idx="151">
                  <c:v>43691</c:v>
                </c:pt>
                <c:pt idx="152">
                  <c:v>43692</c:v>
                </c:pt>
                <c:pt idx="153">
                  <c:v>43693</c:v>
                </c:pt>
                <c:pt idx="154">
                  <c:v>43696</c:v>
                </c:pt>
                <c:pt idx="155">
                  <c:v>43697</c:v>
                </c:pt>
                <c:pt idx="156">
                  <c:v>43698</c:v>
                </c:pt>
                <c:pt idx="157">
                  <c:v>43699</c:v>
                </c:pt>
                <c:pt idx="158">
                  <c:v>43700</c:v>
                </c:pt>
                <c:pt idx="159">
                  <c:v>43703</c:v>
                </c:pt>
                <c:pt idx="160">
                  <c:v>43704</c:v>
                </c:pt>
                <c:pt idx="161">
                  <c:v>43705</c:v>
                </c:pt>
                <c:pt idx="162">
                  <c:v>43706</c:v>
                </c:pt>
                <c:pt idx="163">
                  <c:v>43707</c:v>
                </c:pt>
                <c:pt idx="164">
                  <c:v>43710</c:v>
                </c:pt>
                <c:pt idx="165">
                  <c:v>43711</c:v>
                </c:pt>
                <c:pt idx="166">
                  <c:v>43712</c:v>
                </c:pt>
                <c:pt idx="167">
                  <c:v>43713</c:v>
                </c:pt>
                <c:pt idx="168">
                  <c:v>43714</c:v>
                </c:pt>
                <c:pt idx="169">
                  <c:v>43717</c:v>
                </c:pt>
                <c:pt idx="170">
                  <c:v>43718</c:v>
                </c:pt>
                <c:pt idx="171">
                  <c:v>43719</c:v>
                </c:pt>
                <c:pt idx="172">
                  <c:v>43720</c:v>
                </c:pt>
                <c:pt idx="173">
                  <c:v>43724</c:v>
                </c:pt>
                <c:pt idx="174">
                  <c:v>43725</c:v>
                </c:pt>
                <c:pt idx="175">
                  <c:v>43726</c:v>
                </c:pt>
                <c:pt idx="176">
                  <c:v>43727</c:v>
                </c:pt>
                <c:pt idx="177">
                  <c:v>43728</c:v>
                </c:pt>
                <c:pt idx="178">
                  <c:v>43731</c:v>
                </c:pt>
                <c:pt idx="179">
                  <c:v>43732</c:v>
                </c:pt>
                <c:pt idx="180">
                  <c:v>43733</c:v>
                </c:pt>
                <c:pt idx="181">
                  <c:v>43734</c:v>
                </c:pt>
                <c:pt idx="182">
                  <c:v>43735</c:v>
                </c:pt>
                <c:pt idx="183">
                  <c:v>43738</c:v>
                </c:pt>
                <c:pt idx="184">
                  <c:v>43746</c:v>
                </c:pt>
                <c:pt idx="185">
                  <c:v>43747</c:v>
                </c:pt>
                <c:pt idx="186">
                  <c:v>43748</c:v>
                </c:pt>
                <c:pt idx="187">
                  <c:v>43749</c:v>
                </c:pt>
                <c:pt idx="188">
                  <c:v>43752</c:v>
                </c:pt>
                <c:pt idx="189">
                  <c:v>43753</c:v>
                </c:pt>
                <c:pt idx="190">
                  <c:v>43754</c:v>
                </c:pt>
                <c:pt idx="191">
                  <c:v>43755</c:v>
                </c:pt>
                <c:pt idx="192">
                  <c:v>43756</c:v>
                </c:pt>
                <c:pt idx="193">
                  <c:v>43759</c:v>
                </c:pt>
                <c:pt idx="194">
                  <c:v>43760</c:v>
                </c:pt>
                <c:pt idx="195">
                  <c:v>43761</c:v>
                </c:pt>
                <c:pt idx="196">
                  <c:v>43762</c:v>
                </c:pt>
                <c:pt idx="197">
                  <c:v>43763</c:v>
                </c:pt>
                <c:pt idx="198">
                  <c:v>43766</c:v>
                </c:pt>
                <c:pt idx="199">
                  <c:v>43767</c:v>
                </c:pt>
                <c:pt idx="200">
                  <c:v>43768</c:v>
                </c:pt>
                <c:pt idx="201">
                  <c:v>43769</c:v>
                </c:pt>
                <c:pt idx="202">
                  <c:v>43770</c:v>
                </c:pt>
                <c:pt idx="203">
                  <c:v>43773</c:v>
                </c:pt>
                <c:pt idx="204">
                  <c:v>43774</c:v>
                </c:pt>
                <c:pt idx="205">
                  <c:v>43775</c:v>
                </c:pt>
                <c:pt idx="206">
                  <c:v>43776</c:v>
                </c:pt>
                <c:pt idx="207">
                  <c:v>43777</c:v>
                </c:pt>
                <c:pt idx="208">
                  <c:v>43780</c:v>
                </c:pt>
                <c:pt idx="209">
                  <c:v>43781</c:v>
                </c:pt>
                <c:pt idx="210">
                  <c:v>43782</c:v>
                </c:pt>
                <c:pt idx="211">
                  <c:v>43783</c:v>
                </c:pt>
                <c:pt idx="212">
                  <c:v>43784</c:v>
                </c:pt>
                <c:pt idx="213">
                  <c:v>43787</c:v>
                </c:pt>
                <c:pt idx="214">
                  <c:v>43788</c:v>
                </c:pt>
                <c:pt idx="215">
                  <c:v>43789</c:v>
                </c:pt>
                <c:pt idx="216">
                  <c:v>43790</c:v>
                </c:pt>
                <c:pt idx="217">
                  <c:v>43791</c:v>
                </c:pt>
                <c:pt idx="218">
                  <c:v>43794</c:v>
                </c:pt>
                <c:pt idx="219">
                  <c:v>43795</c:v>
                </c:pt>
                <c:pt idx="220">
                  <c:v>43796</c:v>
                </c:pt>
                <c:pt idx="221">
                  <c:v>43797</c:v>
                </c:pt>
                <c:pt idx="222">
                  <c:v>43798</c:v>
                </c:pt>
                <c:pt idx="223">
                  <c:v>43801</c:v>
                </c:pt>
                <c:pt idx="224">
                  <c:v>43802</c:v>
                </c:pt>
                <c:pt idx="225">
                  <c:v>43803</c:v>
                </c:pt>
                <c:pt idx="226">
                  <c:v>43804</c:v>
                </c:pt>
                <c:pt idx="227">
                  <c:v>43805</c:v>
                </c:pt>
                <c:pt idx="228">
                  <c:v>43808</c:v>
                </c:pt>
                <c:pt idx="229">
                  <c:v>43809</c:v>
                </c:pt>
                <c:pt idx="230">
                  <c:v>43810</c:v>
                </c:pt>
                <c:pt idx="231">
                  <c:v>43811</c:v>
                </c:pt>
                <c:pt idx="232">
                  <c:v>43812</c:v>
                </c:pt>
                <c:pt idx="233">
                  <c:v>43815</c:v>
                </c:pt>
                <c:pt idx="234">
                  <c:v>43816</c:v>
                </c:pt>
                <c:pt idx="235">
                  <c:v>43817</c:v>
                </c:pt>
                <c:pt idx="236">
                  <c:v>43818</c:v>
                </c:pt>
                <c:pt idx="237">
                  <c:v>43819</c:v>
                </c:pt>
                <c:pt idx="238">
                  <c:v>43822</c:v>
                </c:pt>
                <c:pt idx="239">
                  <c:v>43823</c:v>
                </c:pt>
                <c:pt idx="240">
                  <c:v>43824</c:v>
                </c:pt>
                <c:pt idx="241">
                  <c:v>43825</c:v>
                </c:pt>
                <c:pt idx="242">
                  <c:v>43826</c:v>
                </c:pt>
                <c:pt idx="243">
                  <c:v>43829</c:v>
                </c:pt>
                <c:pt idx="244">
                  <c:v>43830</c:v>
                </c:pt>
                <c:pt idx="245">
                  <c:v>43832</c:v>
                </c:pt>
                <c:pt idx="246">
                  <c:v>43833</c:v>
                </c:pt>
                <c:pt idx="247">
                  <c:v>43836</c:v>
                </c:pt>
                <c:pt idx="248">
                  <c:v>43837</c:v>
                </c:pt>
                <c:pt idx="249">
                  <c:v>43838</c:v>
                </c:pt>
                <c:pt idx="250">
                  <c:v>43839</c:v>
                </c:pt>
                <c:pt idx="251">
                  <c:v>43840</c:v>
                </c:pt>
                <c:pt idx="252">
                  <c:v>43843</c:v>
                </c:pt>
                <c:pt idx="253">
                  <c:v>43844</c:v>
                </c:pt>
                <c:pt idx="254">
                  <c:v>43845</c:v>
                </c:pt>
                <c:pt idx="255">
                  <c:v>43846</c:v>
                </c:pt>
                <c:pt idx="256">
                  <c:v>43847</c:v>
                </c:pt>
                <c:pt idx="257">
                  <c:v>43850</c:v>
                </c:pt>
                <c:pt idx="258">
                  <c:v>43851</c:v>
                </c:pt>
                <c:pt idx="259">
                  <c:v>43852</c:v>
                </c:pt>
                <c:pt idx="260">
                  <c:v>43853</c:v>
                </c:pt>
                <c:pt idx="261">
                  <c:v>43864</c:v>
                </c:pt>
                <c:pt idx="262">
                  <c:v>43865</c:v>
                </c:pt>
                <c:pt idx="263">
                  <c:v>43866</c:v>
                </c:pt>
                <c:pt idx="264">
                  <c:v>43867</c:v>
                </c:pt>
                <c:pt idx="265">
                  <c:v>43868</c:v>
                </c:pt>
                <c:pt idx="266">
                  <c:v>43871</c:v>
                </c:pt>
                <c:pt idx="267">
                  <c:v>43872</c:v>
                </c:pt>
                <c:pt idx="268">
                  <c:v>43873</c:v>
                </c:pt>
                <c:pt idx="269">
                  <c:v>43874</c:v>
                </c:pt>
                <c:pt idx="270">
                  <c:v>43875</c:v>
                </c:pt>
                <c:pt idx="271">
                  <c:v>43878</c:v>
                </c:pt>
                <c:pt idx="272">
                  <c:v>43879</c:v>
                </c:pt>
                <c:pt idx="273">
                  <c:v>43880</c:v>
                </c:pt>
                <c:pt idx="274">
                  <c:v>43881</c:v>
                </c:pt>
                <c:pt idx="275">
                  <c:v>43882</c:v>
                </c:pt>
                <c:pt idx="276">
                  <c:v>43885</c:v>
                </c:pt>
                <c:pt idx="277">
                  <c:v>43886</c:v>
                </c:pt>
                <c:pt idx="278">
                  <c:v>43887</c:v>
                </c:pt>
                <c:pt idx="279">
                  <c:v>43888</c:v>
                </c:pt>
                <c:pt idx="280">
                  <c:v>43889</c:v>
                </c:pt>
                <c:pt idx="281">
                  <c:v>43892</c:v>
                </c:pt>
                <c:pt idx="282">
                  <c:v>43893</c:v>
                </c:pt>
                <c:pt idx="283">
                  <c:v>43894</c:v>
                </c:pt>
                <c:pt idx="284">
                  <c:v>43895</c:v>
                </c:pt>
                <c:pt idx="285">
                  <c:v>43896</c:v>
                </c:pt>
                <c:pt idx="286">
                  <c:v>43899</c:v>
                </c:pt>
                <c:pt idx="287">
                  <c:v>43900</c:v>
                </c:pt>
                <c:pt idx="288">
                  <c:v>43901</c:v>
                </c:pt>
                <c:pt idx="289">
                  <c:v>43902</c:v>
                </c:pt>
                <c:pt idx="290">
                  <c:v>43903</c:v>
                </c:pt>
                <c:pt idx="291">
                  <c:v>43906</c:v>
                </c:pt>
                <c:pt idx="292">
                  <c:v>43907</c:v>
                </c:pt>
                <c:pt idx="293">
                  <c:v>43908</c:v>
                </c:pt>
                <c:pt idx="294">
                  <c:v>43909</c:v>
                </c:pt>
                <c:pt idx="295">
                  <c:v>43910</c:v>
                </c:pt>
                <c:pt idx="296">
                  <c:v>43913</c:v>
                </c:pt>
                <c:pt idx="297">
                  <c:v>43914</c:v>
                </c:pt>
                <c:pt idx="298">
                  <c:v>43915</c:v>
                </c:pt>
                <c:pt idx="299">
                  <c:v>43916</c:v>
                </c:pt>
                <c:pt idx="300">
                  <c:v>43917</c:v>
                </c:pt>
                <c:pt idx="301">
                  <c:v>43920</c:v>
                </c:pt>
                <c:pt idx="302">
                  <c:v>43921</c:v>
                </c:pt>
                <c:pt idx="303">
                  <c:v>43922</c:v>
                </c:pt>
                <c:pt idx="304">
                  <c:v>43923</c:v>
                </c:pt>
                <c:pt idx="305">
                  <c:v>43924</c:v>
                </c:pt>
                <c:pt idx="306">
                  <c:v>43928</c:v>
                </c:pt>
                <c:pt idx="307">
                  <c:v>43929</c:v>
                </c:pt>
                <c:pt idx="308">
                  <c:v>43930</c:v>
                </c:pt>
                <c:pt idx="309">
                  <c:v>43931</c:v>
                </c:pt>
                <c:pt idx="310">
                  <c:v>43934</c:v>
                </c:pt>
                <c:pt idx="311">
                  <c:v>43935</c:v>
                </c:pt>
                <c:pt idx="312">
                  <c:v>43936</c:v>
                </c:pt>
                <c:pt idx="313">
                  <c:v>43937</c:v>
                </c:pt>
                <c:pt idx="314">
                  <c:v>43938</c:v>
                </c:pt>
                <c:pt idx="315">
                  <c:v>43941</c:v>
                </c:pt>
                <c:pt idx="316">
                  <c:v>43942</c:v>
                </c:pt>
                <c:pt idx="317">
                  <c:v>43943</c:v>
                </c:pt>
                <c:pt idx="318">
                  <c:v>43944</c:v>
                </c:pt>
                <c:pt idx="319">
                  <c:v>43945</c:v>
                </c:pt>
                <c:pt idx="320">
                  <c:v>43948</c:v>
                </c:pt>
                <c:pt idx="321">
                  <c:v>43949</c:v>
                </c:pt>
                <c:pt idx="322">
                  <c:v>43950</c:v>
                </c:pt>
                <c:pt idx="323">
                  <c:v>43951</c:v>
                </c:pt>
                <c:pt idx="324">
                  <c:v>43957</c:v>
                </c:pt>
                <c:pt idx="325">
                  <c:v>43958</c:v>
                </c:pt>
                <c:pt idx="326">
                  <c:v>43959</c:v>
                </c:pt>
                <c:pt idx="327">
                  <c:v>43962</c:v>
                </c:pt>
                <c:pt idx="328">
                  <c:v>43963</c:v>
                </c:pt>
                <c:pt idx="329">
                  <c:v>43964</c:v>
                </c:pt>
                <c:pt idx="330">
                  <c:v>43965</c:v>
                </c:pt>
                <c:pt idx="331">
                  <c:v>43966</c:v>
                </c:pt>
                <c:pt idx="332">
                  <c:v>43969</c:v>
                </c:pt>
                <c:pt idx="333">
                  <c:v>43970</c:v>
                </c:pt>
                <c:pt idx="334">
                  <c:v>43971</c:v>
                </c:pt>
                <c:pt idx="335">
                  <c:v>43972</c:v>
                </c:pt>
                <c:pt idx="336">
                  <c:v>43973</c:v>
                </c:pt>
                <c:pt idx="337">
                  <c:v>43976</c:v>
                </c:pt>
                <c:pt idx="338">
                  <c:v>43977</c:v>
                </c:pt>
                <c:pt idx="339">
                  <c:v>43978</c:v>
                </c:pt>
                <c:pt idx="340">
                  <c:v>43979</c:v>
                </c:pt>
                <c:pt idx="341">
                  <c:v>43980</c:v>
                </c:pt>
                <c:pt idx="342">
                  <c:v>43983</c:v>
                </c:pt>
                <c:pt idx="343">
                  <c:v>43984</c:v>
                </c:pt>
                <c:pt idx="344">
                  <c:v>43985</c:v>
                </c:pt>
                <c:pt idx="345">
                  <c:v>43986</c:v>
                </c:pt>
                <c:pt idx="346">
                  <c:v>43987</c:v>
                </c:pt>
                <c:pt idx="347">
                  <c:v>43990</c:v>
                </c:pt>
                <c:pt idx="348">
                  <c:v>43991</c:v>
                </c:pt>
                <c:pt idx="349">
                  <c:v>43992</c:v>
                </c:pt>
                <c:pt idx="350">
                  <c:v>43993</c:v>
                </c:pt>
                <c:pt idx="351">
                  <c:v>43994</c:v>
                </c:pt>
                <c:pt idx="352">
                  <c:v>43997</c:v>
                </c:pt>
                <c:pt idx="353">
                  <c:v>43998</c:v>
                </c:pt>
                <c:pt idx="354">
                  <c:v>43999</c:v>
                </c:pt>
                <c:pt idx="355">
                  <c:v>44000</c:v>
                </c:pt>
                <c:pt idx="356">
                  <c:v>44001</c:v>
                </c:pt>
                <c:pt idx="357">
                  <c:v>44004</c:v>
                </c:pt>
                <c:pt idx="358">
                  <c:v>44005</c:v>
                </c:pt>
                <c:pt idx="359">
                  <c:v>44006</c:v>
                </c:pt>
                <c:pt idx="360">
                  <c:v>44011</c:v>
                </c:pt>
                <c:pt idx="361">
                  <c:v>44012</c:v>
                </c:pt>
                <c:pt idx="362">
                  <c:v>44013</c:v>
                </c:pt>
                <c:pt idx="363">
                  <c:v>44014</c:v>
                </c:pt>
                <c:pt idx="364">
                  <c:v>44015</c:v>
                </c:pt>
                <c:pt idx="365">
                  <c:v>44018</c:v>
                </c:pt>
                <c:pt idx="366">
                  <c:v>44019</c:v>
                </c:pt>
                <c:pt idx="367">
                  <c:v>44020</c:v>
                </c:pt>
                <c:pt idx="368">
                  <c:v>44021</c:v>
                </c:pt>
                <c:pt idx="369">
                  <c:v>44022</c:v>
                </c:pt>
                <c:pt idx="370">
                  <c:v>44025</c:v>
                </c:pt>
                <c:pt idx="371">
                  <c:v>44026</c:v>
                </c:pt>
                <c:pt idx="372">
                  <c:v>44027</c:v>
                </c:pt>
                <c:pt idx="373">
                  <c:v>44028</c:v>
                </c:pt>
                <c:pt idx="374">
                  <c:v>44029</c:v>
                </c:pt>
                <c:pt idx="375">
                  <c:v>44032</c:v>
                </c:pt>
                <c:pt idx="376">
                  <c:v>44033</c:v>
                </c:pt>
                <c:pt idx="377">
                  <c:v>44034</c:v>
                </c:pt>
                <c:pt idx="378">
                  <c:v>44035</c:v>
                </c:pt>
                <c:pt idx="379">
                  <c:v>44036</c:v>
                </c:pt>
                <c:pt idx="380">
                  <c:v>44039</c:v>
                </c:pt>
                <c:pt idx="381">
                  <c:v>44040</c:v>
                </c:pt>
                <c:pt idx="382">
                  <c:v>44041</c:v>
                </c:pt>
                <c:pt idx="383">
                  <c:v>44042</c:v>
                </c:pt>
                <c:pt idx="384">
                  <c:v>44043</c:v>
                </c:pt>
                <c:pt idx="385">
                  <c:v>44046</c:v>
                </c:pt>
                <c:pt idx="386">
                  <c:v>44047</c:v>
                </c:pt>
                <c:pt idx="387">
                  <c:v>44048</c:v>
                </c:pt>
                <c:pt idx="388">
                  <c:v>44049</c:v>
                </c:pt>
                <c:pt idx="389">
                  <c:v>44050</c:v>
                </c:pt>
                <c:pt idx="390">
                  <c:v>44053</c:v>
                </c:pt>
                <c:pt idx="391">
                  <c:v>44054</c:v>
                </c:pt>
                <c:pt idx="392">
                  <c:v>44055</c:v>
                </c:pt>
                <c:pt idx="393">
                  <c:v>44056</c:v>
                </c:pt>
                <c:pt idx="394">
                  <c:v>44057</c:v>
                </c:pt>
                <c:pt idx="395">
                  <c:v>44060</c:v>
                </c:pt>
                <c:pt idx="396">
                  <c:v>44061</c:v>
                </c:pt>
                <c:pt idx="397">
                  <c:v>44062</c:v>
                </c:pt>
                <c:pt idx="398">
                  <c:v>44063</c:v>
                </c:pt>
                <c:pt idx="399">
                  <c:v>44064</c:v>
                </c:pt>
                <c:pt idx="400">
                  <c:v>44067</c:v>
                </c:pt>
                <c:pt idx="401">
                  <c:v>44068</c:v>
                </c:pt>
                <c:pt idx="402">
                  <c:v>44069</c:v>
                </c:pt>
                <c:pt idx="403">
                  <c:v>44070</c:v>
                </c:pt>
                <c:pt idx="404">
                  <c:v>44071</c:v>
                </c:pt>
                <c:pt idx="405">
                  <c:v>44074</c:v>
                </c:pt>
                <c:pt idx="406">
                  <c:v>44075</c:v>
                </c:pt>
                <c:pt idx="407">
                  <c:v>44076</c:v>
                </c:pt>
                <c:pt idx="408">
                  <c:v>44077</c:v>
                </c:pt>
                <c:pt idx="409">
                  <c:v>44078</c:v>
                </c:pt>
                <c:pt idx="410">
                  <c:v>44081</c:v>
                </c:pt>
                <c:pt idx="411">
                  <c:v>44082</c:v>
                </c:pt>
                <c:pt idx="412">
                  <c:v>44083</c:v>
                </c:pt>
                <c:pt idx="413">
                  <c:v>44084</c:v>
                </c:pt>
                <c:pt idx="414">
                  <c:v>44085</c:v>
                </c:pt>
                <c:pt idx="415">
                  <c:v>44088</c:v>
                </c:pt>
                <c:pt idx="416">
                  <c:v>44089</c:v>
                </c:pt>
                <c:pt idx="417">
                  <c:v>44090</c:v>
                </c:pt>
                <c:pt idx="418">
                  <c:v>44091</c:v>
                </c:pt>
                <c:pt idx="419">
                  <c:v>44092</c:v>
                </c:pt>
                <c:pt idx="420">
                  <c:v>44095</c:v>
                </c:pt>
                <c:pt idx="421">
                  <c:v>44096</c:v>
                </c:pt>
                <c:pt idx="422">
                  <c:v>44097</c:v>
                </c:pt>
                <c:pt idx="423">
                  <c:v>44098</c:v>
                </c:pt>
                <c:pt idx="424">
                  <c:v>44099</c:v>
                </c:pt>
                <c:pt idx="425">
                  <c:v>44102</c:v>
                </c:pt>
                <c:pt idx="426">
                  <c:v>44103</c:v>
                </c:pt>
                <c:pt idx="427">
                  <c:v>44104</c:v>
                </c:pt>
                <c:pt idx="428">
                  <c:v>44113</c:v>
                </c:pt>
                <c:pt idx="429">
                  <c:v>44116</c:v>
                </c:pt>
                <c:pt idx="430">
                  <c:v>44117</c:v>
                </c:pt>
                <c:pt idx="431">
                  <c:v>44118</c:v>
                </c:pt>
                <c:pt idx="432">
                  <c:v>44119</c:v>
                </c:pt>
                <c:pt idx="433">
                  <c:v>44120</c:v>
                </c:pt>
                <c:pt idx="434">
                  <c:v>44123</c:v>
                </c:pt>
                <c:pt idx="435">
                  <c:v>44124</c:v>
                </c:pt>
                <c:pt idx="436">
                  <c:v>44125</c:v>
                </c:pt>
                <c:pt idx="437">
                  <c:v>44126</c:v>
                </c:pt>
                <c:pt idx="438">
                  <c:v>44127</c:v>
                </c:pt>
                <c:pt idx="439">
                  <c:v>44130</c:v>
                </c:pt>
                <c:pt idx="440">
                  <c:v>44131</c:v>
                </c:pt>
                <c:pt idx="441">
                  <c:v>44132</c:v>
                </c:pt>
                <c:pt idx="442">
                  <c:v>44133</c:v>
                </c:pt>
                <c:pt idx="443">
                  <c:v>44134</c:v>
                </c:pt>
                <c:pt idx="444">
                  <c:v>44137</c:v>
                </c:pt>
                <c:pt idx="445">
                  <c:v>44138</c:v>
                </c:pt>
                <c:pt idx="446">
                  <c:v>44139</c:v>
                </c:pt>
                <c:pt idx="447">
                  <c:v>44140</c:v>
                </c:pt>
                <c:pt idx="448">
                  <c:v>44141</c:v>
                </c:pt>
                <c:pt idx="449">
                  <c:v>44144</c:v>
                </c:pt>
                <c:pt idx="450">
                  <c:v>44145</c:v>
                </c:pt>
                <c:pt idx="451">
                  <c:v>44146</c:v>
                </c:pt>
                <c:pt idx="452">
                  <c:v>44147</c:v>
                </c:pt>
                <c:pt idx="453">
                  <c:v>44148</c:v>
                </c:pt>
                <c:pt idx="454">
                  <c:v>44151</c:v>
                </c:pt>
                <c:pt idx="455">
                  <c:v>44152</c:v>
                </c:pt>
                <c:pt idx="456">
                  <c:v>44153</c:v>
                </c:pt>
                <c:pt idx="457">
                  <c:v>44154</c:v>
                </c:pt>
                <c:pt idx="458">
                  <c:v>44155</c:v>
                </c:pt>
                <c:pt idx="459">
                  <c:v>44158</c:v>
                </c:pt>
                <c:pt idx="460">
                  <c:v>44159</c:v>
                </c:pt>
                <c:pt idx="461">
                  <c:v>44160</c:v>
                </c:pt>
                <c:pt idx="462">
                  <c:v>44161</c:v>
                </c:pt>
                <c:pt idx="463">
                  <c:v>44162</c:v>
                </c:pt>
                <c:pt idx="464">
                  <c:v>44165</c:v>
                </c:pt>
                <c:pt idx="465">
                  <c:v>44166</c:v>
                </c:pt>
                <c:pt idx="466">
                  <c:v>44167</c:v>
                </c:pt>
                <c:pt idx="467">
                  <c:v>44168</c:v>
                </c:pt>
                <c:pt idx="468">
                  <c:v>44169</c:v>
                </c:pt>
                <c:pt idx="469">
                  <c:v>44172</c:v>
                </c:pt>
                <c:pt idx="470">
                  <c:v>44173</c:v>
                </c:pt>
                <c:pt idx="471">
                  <c:v>44174</c:v>
                </c:pt>
                <c:pt idx="472">
                  <c:v>44175</c:v>
                </c:pt>
                <c:pt idx="473">
                  <c:v>44176</c:v>
                </c:pt>
                <c:pt idx="474">
                  <c:v>44179</c:v>
                </c:pt>
                <c:pt idx="475">
                  <c:v>44180</c:v>
                </c:pt>
                <c:pt idx="476">
                  <c:v>44181</c:v>
                </c:pt>
                <c:pt idx="477">
                  <c:v>44182</c:v>
                </c:pt>
                <c:pt idx="478">
                  <c:v>44183</c:v>
                </c:pt>
                <c:pt idx="479">
                  <c:v>44186</c:v>
                </c:pt>
                <c:pt idx="480">
                  <c:v>44187</c:v>
                </c:pt>
                <c:pt idx="481">
                  <c:v>44188</c:v>
                </c:pt>
                <c:pt idx="482">
                  <c:v>44189</c:v>
                </c:pt>
                <c:pt idx="483">
                  <c:v>44190</c:v>
                </c:pt>
                <c:pt idx="484">
                  <c:v>44193</c:v>
                </c:pt>
                <c:pt idx="485">
                  <c:v>44194</c:v>
                </c:pt>
                <c:pt idx="486">
                  <c:v>44195</c:v>
                </c:pt>
                <c:pt idx="487">
                  <c:v>44196</c:v>
                </c:pt>
                <c:pt idx="488">
                  <c:v>44200</c:v>
                </c:pt>
                <c:pt idx="489">
                  <c:v>44201</c:v>
                </c:pt>
                <c:pt idx="490">
                  <c:v>44202</c:v>
                </c:pt>
                <c:pt idx="491">
                  <c:v>44203</c:v>
                </c:pt>
                <c:pt idx="492">
                  <c:v>44204</c:v>
                </c:pt>
                <c:pt idx="493">
                  <c:v>44207</c:v>
                </c:pt>
                <c:pt idx="494">
                  <c:v>44208</c:v>
                </c:pt>
                <c:pt idx="495">
                  <c:v>44209</c:v>
                </c:pt>
                <c:pt idx="496">
                  <c:v>44210</c:v>
                </c:pt>
                <c:pt idx="497">
                  <c:v>44211</c:v>
                </c:pt>
                <c:pt idx="498">
                  <c:v>44214</c:v>
                </c:pt>
                <c:pt idx="499">
                  <c:v>44215</c:v>
                </c:pt>
                <c:pt idx="500">
                  <c:v>44216</c:v>
                </c:pt>
                <c:pt idx="501">
                  <c:v>44217</c:v>
                </c:pt>
                <c:pt idx="502">
                  <c:v>44218</c:v>
                </c:pt>
                <c:pt idx="503">
                  <c:v>44221</c:v>
                </c:pt>
                <c:pt idx="504">
                  <c:v>44222</c:v>
                </c:pt>
                <c:pt idx="505">
                  <c:v>44223</c:v>
                </c:pt>
                <c:pt idx="506">
                  <c:v>44224</c:v>
                </c:pt>
                <c:pt idx="507">
                  <c:v>44225</c:v>
                </c:pt>
                <c:pt idx="508">
                  <c:v>44228</c:v>
                </c:pt>
                <c:pt idx="509">
                  <c:v>44229</c:v>
                </c:pt>
                <c:pt idx="510">
                  <c:v>44230</c:v>
                </c:pt>
                <c:pt idx="511">
                  <c:v>44231</c:v>
                </c:pt>
                <c:pt idx="512">
                  <c:v>44232</c:v>
                </c:pt>
                <c:pt idx="513">
                  <c:v>44235</c:v>
                </c:pt>
                <c:pt idx="514">
                  <c:v>44236</c:v>
                </c:pt>
                <c:pt idx="515">
                  <c:v>44237</c:v>
                </c:pt>
                <c:pt idx="516">
                  <c:v>44245</c:v>
                </c:pt>
                <c:pt idx="517">
                  <c:v>44246</c:v>
                </c:pt>
                <c:pt idx="518">
                  <c:v>44249</c:v>
                </c:pt>
                <c:pt idx="519">
                  <c:v>44250</c:v>
                </c:pt>
                <c:pt idx="520">
                  <c:v>44251</c:v>
                </c:pt>
                <c:pt idx="521">
                  <c:v>44252</c:v>
                </c:pt>
                <c:pt idx="522">
                  <c:v>44253</c:v>
                </c:pt>
                <c:pt idx="523">
                  <c:v>44256</c:v>
                </c:pt>
                <c:pt idx="524">
                  <c:v>44257</c:v>
                </c:pt>
                <c:pt idx="525">
                  <c:v>44258</c:v>
                </c:pt>
                <c:pt idx="526">
                  <c:v>44259</c:v>
                </c:pt>
                <c:pt idx="527">
                  <c:v>44260</c:v>
                </c:pt>
                <c:pt idx="528">
                  <c:v>44263</c:v>
                </c:pt>
                <c:pt idx="529">
                  <c:v>44264</c:v>
                </c:pt>
                <c:pt idx="530">
                  <c:v>44265</c:v>
                </c:pt>
                <c:pt idx="531">
                  <c:v>44266</c:v>
                </c:pt>
                <c:pt idx="532">
                  <c:v>44267</c:v>
                </c:pt>
                <c:pt idx="533">
                  <c:v>44270</c:v>
                </c:pt>
                <c:pt idx="534">
                  <c:v>44271</c:v>
                </c:pt>
                <c:pt idx="535">
                  <c:v>44272</c:v>
                </c:pt>
                <c:pt idx="536">
                  <c:v>44273</c:v>
                </c:pt>
                <c:pt idx="537">
                  <c:v>44274</c:v>
                </c:pt>
                <c:pt idx="538">
                  <c:v>44277</c:v>
                </c:pt>
                <c:pt idx="539">
                  <c:v>44278</c:v>
                </c:pt>
                <c:pt idx="540">
                  <c:v>44279</c:v>
                </c:pt>
                <c:pt idx="541">
                  <c:v>44280</c:v>
                </c:pt>
                <c:pt idx="542">
                  <c:v>44281</c:v>
                </c:pt>
                <c:pt idx="543">
                  <c:v>44284</c:v>
                </c:pt>
                <c:pt idx="544">
                  <c:v>44285</c:v>
                </c:pt>
                <c:pt idx="545">
                  <c:v>44286</c:v>
                </c:pt>
                <c:pt idx="546">
                  <c:v>44287</c:v>
                </c:pt>
                <c:pt idx="547">
                  <c:v>44288</c:v>
                </c:pt>
                <c:pt idx="548">
                  <c:v>44292</c:v>
                </c:pt>
                <c:pt idx="549">
                  <c:v>44293</c:v>
                </c:pt>
                <c:pt idx="550">
                  <c:v>44294</c:v>
                </c:pt>
                <c:pt idx="551">
                  <c:v>44295</c:v>
                </c:pt>
                <c:pt idx="552">
                  <c:v>44298</c:v>
                </c:pt>
                <c:pt idx="553">
                  <c:v>44299</c:v>
                </c:pt>
                <c:pt idx="554">
                  <c:v>44300</c:v>
                </c:pt>
                <c:pt idx="555">
                  <c:v>44301</c:v>
                </c:pt>
                <c:pt idx="556">
                  <c:v>44302</c:v>
                </c:pt>
                <c:pt idx="557">
                  <c:v>44305</c:v>
                </c:pt>
                <c:pt idx="558">
                  <c:v>44306</c:v>
                </c:pt>
                <c:pt idx="559">
                  <c:v>44307</c:v>
                </c:pt>
                <c:pt idx="560">
                  <c:v>44308</c:v>
                </c:pt>
                <c:pt idx="561">
                  <c:v>44309</c:v>
                </c:pt>
                <c:pt idx="562">
                  <c:v>44312</c:v>
                </c:pt>
                <c:pt idx="563">
                  <c:v>44313</c:v>
                </c:pt>
                <c:pt idx="564">
                  <c:v>44314</c:v>
                </c:pt>
                <c:pt idx="565">
                  <c:v>44315</c:v>
                </c:pt>
                <c:pt idx="566">
                  <c:v>44316</c:v>
                </c:pt>
                <c:pt idx="567">
                  <c:v>44322</c:v>
                </c:pt>
                <c:pt idx="568">
                  <c:v>44323</c:v>
                </c:pt>
                <c:pt idx="569">
                  <c:v>44326</c:v>
                </c:pt>
                <c:pt idx="570">
                  <c:v>44327</c:v>
                </c:pt>
                <c:pt idx="571">
                  <c:v>44328</c:v>
                </c:pt>
                <c:pt idx="572">
                  <c:v>44329</c:v>
                </c:pt>
                <c:pt idx="573">
                  <c:v>44330</c:v>
                </c:pt>
                <c:pt idx="574">
                  <c:v>44333</c:v>
                </c:pt>
                <c:pt idx="575">
                  <c:v>44334</c:v>
                </c:pt>
                <c:pt idx="576">
                  <c:v>44335</c:v>
                </c:pt>
                <c:pt idx="577">
                  <c:v>44336</c:v>
                </c:pt>
                <c:pt idx="578">
                  <c:v>44337</c:v>
                </c:pt>
                <c:pt idx="579">
                  <c:v>44340</c:v>
                </c:pt>
                <c:pt idx="580">
                  <c:v>44341</c:v>
                </c:pt>
                <c:pt idx="581">
                  <c:v>44342</c:v>
                </c:pt>
                <c:pt idx="582">
                  <c:v>44343</c:v>
                </c:pt>
                <c:pt idx="583">
                  <c:v>44344</c:v>
                </c:pt>
                <c:pt idx="584">
                  <c:v>44347</c:v>
                </c:pt>
                <c:pt idx="585">
                  <c:v>44348</c:v>
                </c:pt>
                <c:pt idx="586">
                  <c:v>44349</c:v>
                </c:pt>
                <c:pt idx="587">
                  <c:v>44350</c:v>
                </c:pt>
                <c:pt idx="588">
                  <c:v>44351</c:v>
                </c:pt>
                <c:pt idx="589">
                  <c:v>44354</c:v>
                </c:pt>
                <c:pt idx="590">
                  <c:v>44355</c:v>
                </c:pt>
                <c:pt idx="591">
                  <c:v>44356</c:v>
                </c:pt>
                <c:pt idx="592">
                  <c:v>44357</c:v>
                </c:pt>
                <c:pt idx="593">
                  <c:v>44358</c:v>
                </c:pt>
                <c:pt idx="594">
                  <c:v>44362</c:v>
                </c:pt>
                <c:pt idx="595">
                  <c:v>44363</c:v>
                </c:pt>
                <c:pt idx="596">
                  <c:v>44364</c:v>
                </c:pt>
                <c:pt idx="597">
                  <c:v>44365</c:v>
                </c:pt>
                <c:pt idx="598">
                  <c:v>44368</c:v>
                </c:pt>
                <c:pt idx="599">
                  <c:v>44369</c:v>
                </c:pt>
                <c:pt idx="600">
                  <c:v>44370</c:v>
                </c:pt>
                <c:pt idx="601">
                  <c:v>44371</c:v>
                </c:pt>
                <c:pt idx="602">
                  <c:v>44372</c:v>
                </c:pt>
                <c:pt idx="603">
                  <c:v>44375</c:v>
                </c:pt>
                <c:pt idx="604">
                  <c:v>44376</c:v>
                </c:pt>
                <c:pt idx="605">
                  <c:v>44377</c:v>
                </c:pt>
                <c:pt idx="606">
                  <c:v>44378</c:v>
                </c:pt>
                <c:pt idx="607">
                  <c:v>44379</c:v>
                </c:pt>
                <c:pt idx="608">
                  <c:v>44382</c:v>
                </c:pt>
                <c:pt idx="609">
                  <c:v>44383</c:v>
                </c:pt>
                <c:pt idx="610">
                  <c:v>44384</c:v>
                </c:pt>
                <c:pt idx="611">
                  <c:v>44385</c:v>
                </c:pt>
                <c:pt idx="612">
                  <c:v>44386</c:v>
                </c:pt>
                <c:pt idx="613">
                  <c:v>44389</c:v>
                </c:pt>
                <c:pt idx="614">
                  <c:v>44390</c:v>
                </c:pt>
                <c:pt idx="615">
                  <c:v>44391</c:v>
                </c:pt>
                <c:pt idx="616">
                  <c:v>44392</c:v>
                </c:pt>
                <c:pt idx="617">
                  <c:v>44393</c:v>
                </c:pt>
                <c:pt idx="618">
                  <c:v>44396</c:v>
                </c:pt>
                <c:pt idx="619">
                  <c:v>44397</c:v>
                </c:pt>
                <c:pt idx="620">
                  <c:v>44398</c:v>
                </c:pt>
                <c:pt idx="621">
                  <c:v>44399</c:v>
                </c:pt>
                <c:pt idx="622">
                  <c:v>44400</c:v>
                </c:pt>
                <c:pt idx="623">
                  <c:v>44403</c:v>
                </c:pt>
                <c:pt idx="624">
                  <c:v>44404</c:v>
                </c:pt>
                <c:pt idx="625">
                  <c:v>44405</c:v>
                </c:pt>
                <c:pt idx="626">
                  <c:v>44406</c:v>
                </c:pt>
                <c:pt idx="627">
                  <c:v>44407</c:v>
                </c:pt>
                <c:pt idx="628">
                  <c:v>44410</c:v>
                </c:pt>
                <c:pt idx="629">
                  <c:v>44411</c:v>
                </c:pt>
                <c:pt idx="630">
                  <c:v>44412</c:v>
                </c:pt>
                <c:pt idx="631">
                  <c:v>44413</c:v>
                </c:pt>
                <c:pt idx="632">
                  <c:v>44414</c:v>
                </c:pt>
                <c:pt idx="633">
                  <c:v>44417</c:v>
                </c:pt>
                <c:pt idx="634">
                  <c:v>44418</c:v>
                </c:pt>
                <c:pt idx="635">
                  <c:v>44419</c:v>
                </c:pt>
                <c:pt idx="636">
                  <c:v>44420</c:v>
                </c:pt>
                <c:pt idx="637">
                  <c:v>44421</c:v>
                </c:pt>
                <c:pt idx="638">
                  <c:v>44424</c:v>
                </c:pt>
                <c:pt idx="639">
                  <c:v>44425</c:v>
                </c:pt>
                <c:pt idx="640">
                  <c:v>44426</c:v>
                </c:pt>
                <c:pt idx="641">
                  <c:v>44427</c:v>
                </c:pt>
                <c:pt idx="642">
                  <c:v>44428</c:v>
                </c:pt>
                <c:pt idx="643">
                  <c:v>44431</c:v>
                </c:pt>
                <c:pt idx="644">
                  <c:v>44432</c:v>
                </c:pt>
                <c:pt idx="645">
                  <c:v>44433</c:v>
                </c:pt>
                <c:pt idx="646">
                  <c:v>44434</c:v>
                </c:pt>
                <c:pt idx="647">
                  <c:v>44435</c:v>
                </c:pt>
                <c:pt idx="648">
                  <c:v>44438</c:v>
                </c:pt>
                <c:pt idx="649">
                  <c:v>44439</c:v>
                </c:pt>
                <c:pt idx="650">
                  <c:v>44440</c:v>
                </c:pt>
                <c:pt idx="651">
                  <c:v>44441</c:v>
                </c:pt>
                <c:pt idx="652">
                  <c:v>44442</c:v>
                </c:pt>
                <c:pt idx="653">
                  <c:v>44445</c:v>
                </c:pt>
                <c:pt idx="654">
                  <c:v>44446</c:v>
                </c:pt>
                <c:pt idx="655">
                  <c:v>44447</c:v>
                </c:pt>
                <c:pt idx="656">
                  <c:v>44448</c:v>
                </c:pt>
                <c:pt idx="657">
                  <c:v>44449</c:v>
                </c:pt>
                <c:pt idx="658">
                  <c:v>44452</c:v>
                </c:pt>
                <c:pt idx="659">
                  <c:v>44453</c:v>
                </c:pt>
                <c:pt idx="660">
                  <c:v>44454</c:v>
                </c:pt>
                <c:pt idx="661">
                  <c:v>44455</c:v>
                </c:pt>
                <c:pt idx="662">
                  <c:v>44456</c:v>
                </c:pt>
                <c:pt idx="663">
                  <c:v>44461</c:v>
                </c:pt>
                <c:pt idx="664">
                  <c:v>44462</c:v>
                </c:pt>
                <c:pt idx="665">
                  <c:v>44463</c:v>
                </c:pt>
                <c:pt idx="666">
                  <c:v>44466</c:v>
                </c:pt>
                <c:pt idx="667">
                  <c:v>44467</c:v>
                </c:pt>
                <c:pt idx="668">
                  <c:v>44468</c:v>
                </c:pt>
                <c:pt idx="669">
                  <c:v>44469</c:v>
                </c:pt>
                <c:pt idx="670">
                  <c:v>44477</c:v>
                </c:pt>
                <c:pt idx="671">
                  <c:v>44480</c:v>
                </c:pt>
                <c:pt idx="672">
                  <c:v>44481</c:v>
                </c:pt>
                <c:pt idx="673">
                  <c:v>44482</c:v>
                </c:pt>
                <c:pt idx="674">
                  <c:v>44483</c:v>
                </c:pt>
                <c:pt idx="675">
                  <c:v>44484</c:v>
                </c:pt>
                <c:pt idx="676">
                  <c:v>44487</c:v>
                </c:pt>
                <c:pt idx="677">
                  <c:v>44488</c:v>
                </c:pt>
                <c:pt idx="678">
                  <c:v>44489</c:v>
                </c:pt>
                <c:pt idx="679">
                  <c:v>44490</c:v>
                </c:pt>
                <c:pt idx="680">
                  <c:v>44491</c:v>
                </c:pt>
                <c:pt idx="681">
                  <c:v>44494</c:v>
                </c:pt>
                <c:pt idx="682">
                  <c:v>44495</c:v>
                </c:pt>
                <c:pt idx="683">
                  <c:v>44496</c:v>
                </c:pt>
                <c:pt idx="684">
                  <c:v>44497</c:v>
                </c:pt>
                <c:pt idx="685">
                  <c:v>44498</c:v>
                </c:pt>
                <c:pt idx="686">
                  <c:v>44501</c:v>
                </c:pt>
                <c:pt idx="687">
                  <c:v>44502</c:v>
                </c:pt>
                <c:pt idx="688">
                  <c:v>44503</c:v>
                </c:pt>
                <c:pt idx="689">
                  <c:v>44504</c:v>
                </c:pt>
                <c:pt idx="690">
                  <c:v>44505</c:v>
                </c:pt>
                <c:pt idx="691">
                  <c:v>44508</c:v>
                </c:pt>
                <c:pt idx="692">
                  <c:v>44509</c:v>
                </c:pt>
                <c:pt idx="693">
                  <c:v>44510</c:v>
                </c:pt>
                <c:pt idx="694">
                  <c:v>44511</c:v>
                </c:pt>
                <c:pt idx="695">
                  <c:v>44512</c:v>
                </c:pt>
                <c:pt idx="696">
                  <c:v>44515</c:v>
                </c:pt>
                <c:pt idx="697">
                  <c:v>44516</c:v>
                </c:pt>
                <c:pt idx="698">
                  <c:v>44517</c:v>
                </c:pt>
                <c:pt idx="699">
                  <c:v>44518</c:v>
                </c:pt>
                <c:pt idx="700">
                  <c:v>44519</c:v>
                </c:pt>
                <c:pt idx="701">
                  <c:v>44522</c:v>
                </c:pt>
                <c:pt idx="702">
                  <c:v>44523</c:v>
                </c:pt>
                <c:pt idx="703">
                  <c:v>44524</c:v>
                </c:pt>
                <c:pt idx="704">
                  <c:v>44525</c:v>
                </c:pt>
                <c:pt idx="705">
                  <c:v>44526</c:v>
                </c:pt>
                <c:pt idx="706">
                  <c:v>44529</c:v>
                </c:pt>
                <c:pt idx="707">
                  <c:v>44530</c:v>
                </c:pt>
                <c:pt idx="708">
                  <c:v>44531</c:v>
                </c:pt>
                <c:pt idx="709">
                  <c:v>44532</c:v>
                </c:pt>
                <c:pt idx="710">
                  <c:v>44533</c:v>
                </c:pt>
                <c:pt idx="711">
                  <c:v>44536</c:v>
                </c:pt>
                <c:pt idx="712">
                  <c:v>44537</c:v>
                </c:pt>
                <c:pt idx="713">
                  <c:v>44538</c:v>
                </c:pt>
                <c:pt idx="714">
                  <c:v>44539</c:v>
                </c:pt>
                <c:pt idx="715">
                  <c:v>44540</c:v>
                </c:pt>
                <c:pt idx="716">
                  <c:v>44543</c:v>
                </c:pt>
                <c:pt idx="717">
                  <c:v>44544</c:v>
                </c:pt>
                <c:pt idx="718">
                  <c:v>44545</c:v>
                </c:pt>
                <c:pt idx="719">
                  <c:v>44546</c:v>
                </c:pt>
                <c:pt idx="720">
                  <c:v>44547</c:v>
                </c:pt>
                <c:pt idx="721">
                  <c:v>44550</c:v>
                </c:pt>
                <c:pt idx="722">
                  <c:v>44551</c:v>
                </c:pt>
                <c:pt idx="723">
                  <c:v>44552</c:v>
                </c:pt>
                <c:pt idx="724">
                  <c:v>44553</c:v>
                </c:pt>
                <c:pt idx="725">
                  <c:v>44554</c:v>
                </c:pt>
                <c:pt idx="726">
                  <c:v>44557</c:v>
                </c:pt>
                <c:pt idx="727">
                  <c:v>44558</c:v>
                </c:pt>
                <c:pt idx="728">
                  <c:v>44559</c:v>
                </c:pt>
                <c:pt idx="729">
                  <c:v>44560</c:v>
                </c:pt>
                <c:pt idx="730">
                  <c:v>44561</c:v>
                </c:pt>
                <c:pt idx="731">
                  <c:v>44565</c:v>
                </c:pt>
                <c:pt idx="732">
                  <c:v>44566</c:v>
                </c:pt>
                <c:pt idx="733">
                  <c:v>44567</c:v>
                </c:pt>
                <c:pt idx="734">
                  <c:v>44568</c:v>
                </c:pt>
                <c:pt idx="735">
                  <c:v>44571</c:v>
                </c:pt>
                <c:pt idx="736">
                  <c:v>44572</c:v>
                </c:pt>
                <c:pt idx="737">
                  <c:v>44573</c:v>
                </c:pt>
                <c:pt idx="738">
                  <c:v>44574</c:v>
                </c:pt>
                <c:pt idx="739">
                  <c:v>44575</c:v>
                </c:pt>
                <c:pt idx="740">
                  <c:v>44578</c:v>
                </c:pt>
                <c:pt idx="741">
                  <c:v>44579</c:v>
                </c:pt>
                <c:pt idx="742">
                  <c:v>44580</c:v>
                </c:pt>
                <c:pt idx="743">
                  <c:v>44581</c:v>
                </c:pt>
                <c:pt idx="744">
                  <c:v>44582</c:v>
                </c:pt>
                <c:pt idx="745">
                  <c:v>44585</c:v>
                </c:pt>
                <c:pt idx="746">
                  <c:v>44586</c:v>
                </c:pt>
                <c:pt idx="747">
                  <c:v>44587</c:v>
                </c:pt>
                <c:pt idx="748">
                  <c:v>44588</c:v>
                </c:pt>
                <c:pt idx="749">
                  <c:v>44589</c:v>
                </c:pt>
                <c:pt idx="750">
                  <c:v>44599</c:v>
                </c:pt>
                <c:pt idx="751">
                  <c:v>44600</c:v>
                </c:pt>
                <c:pt idx="752">
                  <c:v>44601</c:v>
                </c:pt>
                <c:pt idx="753">
                  <c:v>44602</c:v>
                </c:pt>
                <c:pt idx="754">
                  <c:v>44603</c:v>
                </c:pt>
                <c:pt idx="755">
                  <c:v>44606</c:v>
                </c:pt>
                <c:pt idx="756">
                  <c:v>44607</c:v>
                </c:pt>
                <c:pt idx="757">
                  <c:v>44608</c:v>
                </c:pt>
                <c:pt idx="758">
                  <c:v>44609</c:v>
                </c:pt>
                <c:pt idx="759">
                  <c:v>44610</c:v>
                </c:pt>
                <c:pt idx="760">
                  <c:v>44613</c:v>
                </c:pt>
                <c:pt idx="761">
                  <c:v>44614</c:v>
                </c:pt>
                <c:pt idx="762">
                  <c:v>44615</c:v>
                </c:pt>
                <c:pt idx="763">
                  <c:v>44616</c:v>
                </c:pt>
                <c:pt idx="764">
                  <c:v>44617</c:v>
                </c:pt>
                <c:pt idx="765">
                  <c:v>44620</c:v>
                </c:pt>
                <c:pt idx="766">
                  <c:v>44621</c:v>
                </c:pt>
                <c:pt idx="767">
                  <c:v>44622</c:v>
                </c:pt>
                <c:pt idx="768">
                  <c:v>44623</c:v>
                </c:pt>
                <c:pt idx="769">
                  <c:v>44624</c:v>
                </c:pt>
                <c:pt idx="770">
                  <c:v>44627</c:v>
                </c:pt>
                <c:pt idx="771">
                  <c:v>44628</c:v>
                </c:pt>
                <c:pt idx="772">
                  <c:v>44629</c:v>
                </c:pt>
                <c:pt idx="773">
                  <c:v>44630</c:v>
                </c:pt>
                <c:pt idx="774">
                  <c:v>44631</c:v>
                </c:pt>
                <c:pt idx="775">
                  <c:v>44634</c:v>
                </c:pt>
                <c:pt idx="776">
                  <c:v>44635</c:v>
                </c:pt>
                <c:pt idx="777">
                  <c:v>44636</c:v>
                </c:pt>
                <c:pt idx="778">
                  <c:v>44637</c:v>
                </c:pt>
                <c:pt idx="779">
                  <c:v>44638</c:v>
                </c:pt>
                <c:pt idx="780">
                  <c:v>44641</c:v>
                </c:pt>
                <c:pt idx="781">
                  <c:v>44642</c:v>
                </c:pt>
                <c:pt idx="782">
                  <c:v>44643</c:v>
                </c:pt>
                <c:pt idx="783">
                  <c:v>44644</c:v>
                </c:pt>
                <c:pt idx="784">
                  <c:v>44645</c:v>
                </c:pt>
                <c:pt idx="785">
                  <c:v>44648</c:v>
                </c:pt>
                <c:pt idx="786">
                  <c:v>44649</c:v>
                </c:pt>
                <c:pt idx="787">
                  <c:v>44650</c:v>
                </c:pt>
                <c:pt idx="788">
                  <c:v>44651</c:v>
                </c:pt>
                <c:pt idx="789">
                  <c:v>44652</c:v>
                </c:pt>
                <c:pt idx="790">
                  <c:v>44657</c:v>
                </c:pt>
                <c:pt idx="791">
                  <c:v>44658</c:v>
                </c:pt>
                <c:pt idx="792">
                  <c:v>44659</c:v>
                </c:pt>
                <c:pt idx="793">
                  <c:v>44662</c:v>
                </c:pt>
                <c:pt idx="794">
                  <c:v>44663</c:v>
                </c:pt>
                <c:pt idx="795">
                  <c:v>44664</c:v>
                </c:pt>
                <c:pt idx="796">
                  <c:v>44665</c:v>
                </c:pt>
                <c:pt idx="797">
                  <c:v>44666</c:v>
                </c:pt>
                <c:pt idx="798">
                  <c:v>44669</c:v>
                </c:pt>
                <c:pt idx="799">
                  <c:v>44670</c:v>
                </c:pt>
                <c:pt idx="800">
                  <c:v>44671</c:v>
                </c:pt>
                <c:pt idx="801">
                  <c:v>44672</c:v>
                </c:pt>
                <c:pt idx="802">
                  <c:v>44673</c:v>
                </c:pt>
                <c:pt idx="803">
                  <c:v>44676</c:v>
                </c:pt>
                <c:pt idx="804">
                  <c:v>44677</c:v>
                </c:pt>
                <c:pt idx="805">
                  <c:v>44678</c:v>
                </c:pt>
                <c:pt idx="806">
                  <c:v>44679</c:v>
                </c:pt>
                <c:pt idx="807">
                  <c:v>44680</c:v>
                </c:pt>
                <c:pt idx="808">
                  <c:v>44686</c:v>
                </c:pt>
                <c:pt idx="809">
                  <c:v>44687</c:v>
                </c:pt>
                <c:pt idx="810">
                  <c:v>44690</c:v>
                </c:pt>
                <c:pt idx="811">
                  <c:v>44691</c:v>
                </c:pt>
                <c:pt idx="812">
                  <c:v>44692</c:v>
                </c:pt>
                <c:pt idx="813">
                  <c:v>44693</c:v>
                </c:pt>
                <c:pt idx="814">
                  <c:v>44694</c:v>
                </c:pt>
                <c:pt idx="815">
                  <c:v>44697</c:v>
                </c:pt>
                <c:pt idx="816">
                  <c:v>44698</c:v>
                </c:pt>
                <c:pt idx="817">
                  <c:v>44699</c:v>
                </c:pt>
                <c:pt idx="818">
                  <c:v>44700</c:v>
                </c:pt>
                <c:pt idx="819">
                  <c:v>44701</c:v>
                </c:pt>
                <c:pt idx="820">
                  <c:v>44704</c:v>
                </c:pt>
                <c:pt idx="821">
                  <c:v>44705</c:v>
                </c:pt>
                <c:pt idx="822">
                  <c:v>44706</c:v>
                </c:pt>
                <c:pt idx="823">
                  <c:v>44707</c:v>
                </c:pt>
                <c:pt idx="824">
                  <c:v>44708</c:v>
                </c:pt>
                <c:pt idx="825">
                  <c:v>44711</c:v>
                </c:pt>
                <c:pt idx="826">
                  <c:v>44712</c:v>
                </c:pt>
                <c:pt idx="827">
                  <c:v>44713</c:v>
                </c:pt>
                <c:pt idx="828">
                  <c:v>44714</c:v>
                </c:pt>
                <c:pt idx="829">
                  <c:v>44718</c:v>
                </c:pt>
                <c:pt idx="830">
                  <c:v>44719</c:v>
                </c:pt>
                <c:pt idx="831">
                  <c:v>44720</c:v>
                </c:pt>
                <c:pt idx="832">
                  <c:v>44721</c:v>
                </c:pt>
                <c:pt idx="833">
                  <c:v>44722</c:v>
                </c:pt>
                <c:pt idx="834">
                  <c:v>44725</c:v>
                </c:pt>
                <c:pt idx="835">
                  <c:v>44726</c:v>
                </c:pt>
                <c:pt idx="836">
                  <c:v>44727</c:v>
                </c:pt>
                <c:pt idx="837">
                  <c:v>44728</c:v>
                </c:pt>
                <c:pt idx="838">
                  <c:v>44729</c:v>
                </c:pt>
                <c:pt idx="839">
                  <c:v>44732</c:v>
                </c:pt>
                <c:pt idx="840">
                  <c:v>44733</c:v>
                </c:pt>
                <c:pt idx="841">
                  <c:v>44734</c:v>
                </c:pt>
                <c:pt idx="842">
                  <c:v>44735</c:v>
                </c:pt>
                <c:pt idx="843">
                  <c:v>44736</c:v>
                </c:pt>
                <c:pt idx="844">
                  <c:v>44739</c:v>
                </c:pt>
                <c:pt idx="845">
                  <c:v>44740</c:v>
                </c:pt>
                <c:pt idx="846">
                  <c:v>44741</c:v>
                </c:pt>
                <c:pt idx="847">
                  <c:v>44742</c:v>
                </c:pt>
                <c:pt idx="848">
                  <c:v>44743</c:v>
                </c:pt>
                <c:pt idx="849">
                  <c:v>44746</c:v>
                </c:pt>
                <c:pt idx="850">
                  <c:v>44747</c:v>
                </c:pt>
                <c:pt idx="851">
                  <c:v>44748</c:v>
                </c:pt>
                <c:pt idx="852">
                  <c:v>44749</c:v>
                </c:pt>
                <c:pt idx="853">
                  <c:v>44750</c:v>
                </c:pt>
                <c:pt idx="854">
                  <c:v>44753</c:v>
                </c:pt>
                <c:pt idx="855">
                  <c:v>44754</c:v>
                </c:pt>
                <c:pt idx="856">
                  <c:v>44755</c:v>
                </c:pt>
                <c:pt idx="857">
                  <c:v>44756</c:v>
                </c:pt>
                <c:pt idx="858">
                  <c:v>44757</c:v>
                </c:pt>
                <c:pt idx="859">
                  <c:v>44760</c:v>
                </c:pt>
                <c:pt idx="860">
                  <c:v>44761</c:v>
                </c:pt>
                <c:pt idx="861">
                  <c:v>44762</c:v>
                </c:pt>
                <c:pt idx="862">
                  <c:v>44763</c:v>
                </c:pt>
                <c:pt idx="863">
                  <c:v>44764</c:v>
                </c:pt>
                <c:pt idx="864">
                  <c:v>44767</c:v>
                </c:pt>
                <c:pt idx="865">
                  <c:v>44768</c:v>
                </c:pt>
                <c:pt idx="866">
                  <c:v>44769</c:v>
                </c:pt>
                <c:pt idx="867">
                  <c:v>44770</c:v>
                </c:pt>
                <c:pt idx="868">
                  <c:v>44771</c:v>
                </c:pt>
                <c:pt idx="869">
                  <c:v>44774</c:v>
                </c:pt>
                <c:pt idx="870">
                  <c:v>44775</c:v>
                </c:pt>
                <c:pt idx="871">
                  <c:v>44776</c:v>
                </c:pt>
                <c:pt idx="872">
                  <c:v>44777</c:v>
                </c:pt>
                <c:pt idx="873">
                  <c:v>44778</c:v>
                </c:pt>
                <c:pt idx="874">
                  <c:v>44781</c:v>
                </c:pt>
                <c:pt idx="875">
                  <c:v>44782</c:v>
                </c:pt>
                <c:pt idx="876">
                  <c:v>44783</c:v>
                </c:pt>
                <c:pt idx="877">
                  <c:v>44784</c:v>
                </c:pt>
                <c:pt idx="878">
                  <c:v>44785</c:v>
                </c:pt>
                <c:pt idx="879">
                  <c:v>44788</c:v>
                </c:pt>
                <c:pt idx="880">
                  <c:v>44789</c:v>
                </c:pt>
                <c:pt idx="881">
                  <c:v>44790</c:v>
                </c:pt>
                <c:pt idx="882">
                  <c:v>44791</c:v>
                </c:pt>
                <c:pt idx="883">
                  <c:v>44792</c:v>
                </c:pt>
                <c:pt idx="884">
                  <c:v>44795</c:v>
                </c:pt>
                <c:pt idx="885">
                  <c:v>44796</c:v>
                </c:pt>
                <c:pt idx="886">
                  <c:v>44797</c:v>
                </c:pt>
                <c:pt idx="887">
                  <c:v>44798</c:v>
                </c:pt>
                <c:pt idx="888">
                  <c:v>44799</c:v>
                </c:pt>
                <c:pt idx="889">
                  <c:v>44802</c:v>
                </c:pt>
                <c:pt idx="890">
                  <c:v>44803</c:v>
                </c:pt>
                <c:pt idx="891">
                  <c:v>44804</c:v>
                </c:pt>
                <c:pt idx="892">
                  <c:v>44805</c:v>
                </c:pt>
                <c:pt idx="893">
                  <c:v>44806</c:v>
                </c:pt>
                <c:pt idx="894">
                  <c:v>44809</c:v>
                </c:pt>
                <c:pt idx="895">
                  <c:v>44810</c:v>
                </c:pt>
                <c:pt idx="896">
                  <c:v>44811</c:v>
                </c:pt>
                <c:pt idx="897">
                  <c:v>44812</c:v>
                </c:pt>
                <c:pt idx="898">
                  <c:v>44813</c:v>
                </c:pt>
                <c:pt idx="899">
                  <c:v>44817</c:v>
                </c:pt>
                <c:pt idx="900">
                  <c:v>44818</c:v>
                </c:pt>
                <c:pt idx="901">
                  <c:v>44819</c:v>
                </c:pt>
                <c:pt idx="902">
                  <c:v>44820</c:v>
                </c:pt>
                <c:pt idx="903">
                  <c:v>44823</c:v>
                </c:pt>
                <c:pt idx="904">
                  <c:v>44824</c:v>
                </c:pt>
                <c:pt idx="905">
                  <c:v>44825</c:v>
                </c:pt>
                <c:pt idx="906">
                  <c:v>44826</c:v>
                </c:pt>
                <c:pt idx="907">
                  <c:v>44827</c:v>
                </c:pt>
                <c:pt idx="908">
                  <c:v>44830</c:v>
                </c:pt>
                <c:pt idx="909">
                  <c:v>44831</c:v>
                </c:pt>
                <c:pt idx="910">
                  <c:v>44832</c:v>
                </c:pt>
                <c:pt idx="911">
                  <c:v>44833</c:v>
                </c:pt>
                <c:pt idx="912">
                  <c:v>44834</c:v>
                </c:pt>
                <c:pt idx="913">
                  <c:v>44844</c:v>
                </c:pt>
                <c:pt idx="914">
                  <c:v>44845</c:v>
                </c:pt>
                <c:pt idx="915">
                  <c:v>44846</c:v>
                </c:pt>
                <c:pt idx="916">
                  <c:v>44847</c:v>
                </c:pt>
                <c:pt idx="917">
                  <c:v>44848</c:v>
                </c:pt>
                <c:pt idx="918">
                  <c:v>44851</c:v>
                </c:pt>
                <c:pt idx="919">
                  <c:v>44852</c:v>
                </c:pt>
                <c:pt idx="920">
                  <c:v>44853</c:v>
                </c:pt>
                <c:pt idx="921">
                  <c:v>44854</c:v>
                </c:pt>
                <c:pt idx="922">
                  <c:v>44855</c:v>
                </c:pt>
                <c:pt idx="923">
                  <c:v>44858</c:v>
                </c:pt>
                <c:pt idx="924">
                  <c:v>44859</c:v>
                </c:pt>
                <c:pt idx="925">
                  <c:v>44860</c:v>
                </c:pt>
                <c:pt idx="926">
                  <c:v>44861</c:v>
                </c:pt>
                <c:pt idx="927">
                  <c:v>44862</c:v>
                </c:pt>
                <c:pt idx="928">
                  <c:v>44865</c:v>
                </c:pt>
                <c:pt idx="929">
                  <c:v>44866</c:v>
                </c:pt>
                <c:pt idx="930">
                  <c:v>44867</c:v>
                </c:pt>
                <c:pt idx="931">
                  <c:v>44868</c:v>
                </c:pt>
                <c:pt idx="932">
                  <c:v>44869</c:v>
                </c:pt>
                <c:pt idx="933">
                  <c:v>44872</c:v>
                </c:pt>
                <c:pt idx="934">
                  <c:v>44873</c:v>
                </c:pt>
                <c:pt idx="935">
                  <c:v>44874</c:v>
                </c:pt>
                <c:pt idx="936">
                  <c:v>44875</c:v>
                </c:pt>
                <c:pt idx="937">
                  <c:v>44876</c:v>
                </c:pt>
                <c:pt idx="938">
                  <c:v>44879</c:v>
                </c:pt>
                <c:pt idx="939">
                  <c:v>44880</c:v>
                </c:pt>
                <c:pt idx="940">
                  <c:v>44881</c:v>
                </c:pt>
                <c:pt idx="941">
                  <c:v>44882</c:v>
                </c:pt>
                <c:pt idx="942">
                  <c:v>44883</c:v>
                </c:pt>
                <c:pt idx="943">
                  <c:v>44886</c:v>
                </c:pt>
                <c:pt idx="944">
                  <c:v>44887</c:v>
                </c:pt>
                <c:pt idx="945">
                  <c:v>44888</c:v>
                </c:pt>
                <c:pt idx="946">
                  <c:v>44889</c:v>
                </c:pt>
                <c:pt idx="947">
                  <c:v>44890</c:v>
                </c:pt>
                <c:pt idx="948">
                  <c:v>44893</c:v>
                </c:pt>
                <c:pt idx="949">
                  <c:v>44894</c:v>
                </c:pt>
                <c:pt idx="950">
                  <c:v>44895</c:v>
                </c:pt>
                <c:pt idx="951">
                  <c:v>44896</c:v>
                </c:pt>
                <c:pt idx="952">
                  <c:v>44897</c:v>
                </c:pt>
                <c:pt idx="953">
                  <c:v>44900</c:v>
                </c:pt>
                <c:pt idx="954">
                  <c:v>44901</c:v>
                </c:pt>
                <c:pt idx="955">
                  <c:v>44902</c:v>
                </c:pt>
                <c:pt idx="956">
                  <c:v>44903</c:v>
                </c:pt>
                <c:pt idx="957">
                  <c:v>44904</c:v>
                </c:pt>
                <c:pt idx="958">
                  <c:v>44907</c:v>
                </c:pt>
                <c:pt idx="959">
                  <c:v>44908</c:v>
                </c:pt>
                <c:pt idx="960">
                  <c:v>44909</c:v>
                </c:pt>
                <c:pt idx="961">
                  <c:v>44910</c:v>
                </c:pt>
                <c:pt idx="962">
                  <c:v>44911</c:v>
                </c:pt>
                <c:pt idx="963">
                  <c:v>44914</c:v>
                </c:pt>
                <c:pt idx="964">
                  <c:v>44915</c:v>
                </c:pt>
                <c:pt idx="965">
                  <c:v>44916</c:v>
                </c:pt>
                <c:pt idx="966">
                  <c:v>44917</c:v>
                </c:pt>
                <c:pt idx="967">
                  <c:v>44918</c:v>
                </c:pt>
                <c:pt idx="968">
                  <c:v>44921</c:v>
                </c:pt>
                <c:pt idx="969">
                  <c:v>44922</c:v>
                </c:pt>
                <c:pt idx="970">
                  <c:v>44923</c:v>
                </c:pt>
                <c:pt idx="971">
                  <c:v>44924</c:v>
                </c:pt>
                <c:pt idx="972">
                  <c:v>44925</c:v>
                </c:pt>
                <c:pt idx="973">
                  <c:v>44929</c:v>
                </c:pt>
                <c:pt idx="974">
                  <c:v>44930</c:v>
                </c:pt>
                <c:pt idx="975">
                  <c:v>44931</c:v>
                </c:pt>
                <c:pt idx="976">
                  <c:v>44932</c:v>
                </c:pt>
                <c:pt idx="977">
                  <c:v>44935</c:v>
                </c:pt>
                <c:pt idx="978">
                  <c:v>44936</c:v>
                </c:pt>
                <c:pt idx="979">
                  <c:v>44937</c:v>
                </c:pt>
                <c:pt idx="980">
                  <c:v>44938</c:v>
                </c:pt>
                <c:pt idx="981">
                  <c:v>44939</c:v>
                </c:pt>
                <c:pt idx="982">
                  <c:v>44942</c:v>
                </c:pt>
                <c:pt idx="983">
                  <c:v>44943</c:v>
                </c:pt>
                <c:pt idx="984">
                  <c:v>44944</c:v>
                </c:pt>
                <c:pt idx="985">
                  <c:v>44945</c:v>
                </c:pt>
                <c:pt idx="986">
                  <c:v>44946</c:v>
                </c:pt>
                <c:pt idx="987">
                  <c:v>44956</c:v>
                </c:pt>
                <c:pt idx="988">
                  <c:v>44957</c:v>
                </c:pt>
                <c:pt idx="989">
                  <c:v>44958</c:v>
                </c:pt>
                <c:pt idx="990">
                  <c:v>44959</c:v>
                </c:pt>
                <c:pt idx="991">
                  <c:v>44960</c:v>
                </c:pt>
                <c:pt idx="992">
                  <c:v>44963</c:v>
                </c:pt>
                <c:pt idx="993">
                  <c:v>44964</c:v>
                </c:pt>
                <c:pt idx="994">
                  <c:v>44965</c:v>
                </c:pt>
                <c:pt idx="995">
                  <c:v>44966</c:v>
                </c:pt>
                <c:pt idx="996">
                  <c:v>44967</c:v>
                </c:pt>
                <c:pt idx="997">
                  <c:v>44970</c:v>
                </c:pt>
                <c:pt idx="998">
                  <c:v>44971</c:v>
                </c:pt>
                <c:pt idx="999">
                  <c:v>44972</c:v>
                </c:pt>
                <c:pt idx="1000">
                  <c:v>44973</c:v>
                </c:pt>
                <c:pt idx="1001">
                  <c:v>44974</c:v>
                </c:pt>
                <c:pt idx="1002">
                  <c:v>44977</c:v>
                </c:pt>
                <c:pt idx="1003">
                  <c:v>44978</c:v>
                </c:pt>
                <c:pt idx="1004">
                  <c:v>44979</c:v>
                </c:pt>
                <c:pt idx="1005">
                  <c:v>44980</c:v>
                </c:pt>
                <c:pt idx="1006">
                  <c:v>44981</c:v>
                </c:pt>
                <c:pt idx="1007">
                  <c:v>44984</c:v>
                </c:pt>
                <c:pt idx="1008">
                  <c:v>44985</c:v>
                </c:pt>
                <c:pt idx="1009">
                  <c:v>44986</c:v>
                </c:pt>
                <c:pt idx="1010">
                  <c:v>44987</c:v>
                </c:pt>
                <c:pt idx="1011">
                  <c:v>44988</c:v>
                </c:pt>
                <c:pt idx="1012">
                  <c:v>44991</c:v>
                </c:pt>
                <c:pt idx="1013">
                  <c:v>44992</c:v>
                </c:pt>
                <c:pt idx="1014">
                  <c:v>44993</c:v>
                </c:pt>
                <c:pt idx="1015">
                  <c:v>44994</c:v>
                </c:pt>
                <c:pt idx="1016">
                  <c:v>44995</c:v>
                </c:pt>
                <c:pt idx="1017">
                  <c:v>44998</c:v>
                </c:pt>
                <c:pt idx="1018">
                  <c:v>44999</c:v>
                </c:pt>
                <c:pt idx="1019">
                  <c:v>45000</c:v>
                </c:pt>
                <c:pt idx="1020">
                  <c:v>45001</c:v>
                </c:pt>
                <c:pt idx="1021">
                  <c:v>45002</c:v>
                </c:pt>
                <c:pt idx="1022">
                  <c:v>45005</c:v>
                </c:pt>
                <c:pt idx="1023">
                  <c:v>45006</c:v>
                </c:pt>
                <c:pt idx="1024">
                  <c:v>45007</c:v>
                </c:pt>
                <c:pt idx="1025">
                  <c:v>45008</c:v>
                </c:pt>
                <c:pt idx="1026">
                  <c:v>45009</c:v>
                </c:pt>
                <c:pt idx="1027">
                  <c:v>45012</c:v>
                </c:pt>
                <c:pt idx="1028">
                  <c:v>45013</c:v>
                </c:pt>
                <c:pt idx="1029">
                  <c:v>45014</c:v>
                </c:pt>
                <c:pt idx="1030">
                  <c:v>45015</c:v>
                </c:pt>
                <c:pt idx="1031">
                  <c:v>45016</c:v>
                </c:pt>
                <c:pt idx="1032">
                  <c:v>45019</c:v>
                </c:pt>
                <c:pt idx="1033">
                  <c:v>45020</c:v>
                </c:pt>
                <c:pt idx="1034">
                  <c:v>45022</c:v>
                </c:pt>
                <c:pt idx="1035">
                  <c:v>45023</c:v>
                </c:pt>
                <c:pt idx="1036">
                  <c:v>45026</c:v>
                </c:pt>
                <c:pt idx="1037">
                  <c:v>45027</c:v>
                </c:pt>
                <c:pt idx="1038">
                  <c:v>45028</c:v>
                </c:pt>
                <c:pt idx="1039">
                  <c:v>45029</c:v>
                </c:pt>
                <c:pt idx="1040">
                  <c:v>45030</c:v>
                </c:pt>
                <c:pt idx="1041">
                  <c:v>45033</c:v>
                </c:pt>
                <c:pt idx="1042">
                  <c:v>45034</c:v>
                </c:pt>
                <c:pt idx="1043">
                  <c:v>45035</c:v>
                </c:pt>
                <c:pt idx="1044">
                  <c:v>45036</c:v>
                </c:pt>
                <c:pt idx="1045">
                  <c:v>45037</c:v>
                </c:pt>
                <c:pt idx="1046">
                  <c:v>45040</c:v>
                </c:pt>
                <c:pt idx="1047">
                  <c:v>45041</c:v>
                </c:pt>
                <c:pt idx="1048">
                  <c:v>45042</c:v>
                </c:pt>
                <c:pt idx="1049">
                  <c:v>45043</c:v>
                </c:pt>
                <c:pt idx="1050">
                  <c:v>45044</c:v>
                </c:pt>
                <c:pt idx="1051">
                  <c:v>45050</c:v>
                </c:pt>
                <c:pt idx="1052">
                  <c:v>45051</c:v>
                </c:pt>
                <c:pt idx="1053">
                  <c:v>45054</c:v>
                </c:pt>
                <c:pt idx="1054">
                  <c:v>45055</c:v>
                </c:pt>
                <c:pt idx="1055">
                  <c:v>45056</c:v>
                </c:pt>
                <c:pt idx="1056">
                  <c:v>45057</c:v>
                </c:pt>
                <c:pt idx="1057">
                  <c:v>45058</c:v>
                </c:pt>
                <c:pt idx="1058">
                  <c:v>45061</c:v>
                </c:pt>
                <c:pt idx="1059">
                  <c:v>45062</c:v>
                </c:pt>
                <c:pt idx="1060">
                  <c:v>45063</c:v>
                </c:pt>
                <c:pt idx="1061">
                  <c:v>45064</c:v>
                </c:pt>
                <c:pt idx="1062">
                  <c:v>45065</c:v>
                </c:pt>
                <c:pt idx="1063">
                  <c:v>45068</c:v>
                </c:pt>
                <c:pt idx="1064">
                  <c:v>45069</c:v>
                </c:pt>
                <c:pt idx="1065">
                  <c:v>45070</c:v>
                </c:pt>
                <c:pt idx="1066">
                  <c:v>45071</c:v>
                </c:pt>
                <c:pt idx="1067">
                  <c:v>45072</c:v>
                </c:pt>
                <c:pt idx="1068">
                  <c:v>45075</c:v>
                </c:pt>
                <c:pt idx="1069">
                  <c:v>45076</c:v>
                </c:pt>
                <c:pt idx="1070">
                  <c:v>45077</c:v>
                </c:pt>
                <c:pt idx="1071">
                  <c:v>45078</c:v>
                </c:pt>
                <c:pt idx="1072">
                  <c:v>45079</c:v>
                </c:pt>
                <c:pt idx="1073">
                  <c:v>45082</c:v>
                </c:pt>
                <c:pt idx="1074">
                  <c:v>45083</c:v>
                </c:pt>
                <c:pt idx="1075">
                  <c:v>45084</c:v>
                </c:pt>
                <c:pt idx="1076">
                  <c:v>45085</c:v>
                </c:pt>
                <c:pt idx="1077">
                  <c:v>45086</c:v>
                </c:pt>
                <c:pt idx="1078">
                  <c:v>45089</c:v>
                </c:pt>
                <c:pt idx="1079">
                  <c:v>45090</c:v>
                </c:pt>
                <c:pt idx="1080">
                  <c:v>45091</c:v>
                </c:pt>
                <c:pt idx="1081">
                  <c:v>45092</c:v>
                </c:pt>
                <c:pt idx="1082">
                  <c:v>45093</c:v>
                </c:pt>
                <c:pt idx="1083">
                  <c:v>45096</c:v>
                </c:pt>
                <c:pt idx="1084">
                  <c:v>45097</c:v>
                </c:pt>
                <c:pt idx="1085">
                  <c:v>45098</c:v>
                </c:pt>
                <c:pt idx="1086">
                  <c:v>45103</c:v>
                </c:pt>
                <c:pt idx="1087">
                  <c:v>45104</c:v>
                </c:pt>
                <c:pt idx="1088">
                  <c:v>45105</c:v>
                </c:pt>
                <c:pt idx="1089">
                  <c:v>45106</c:v>
                </c:pt>
                <c:pt idx="1090">
                  <c:v>45107</c:v>
                </c:pt>
                <c:pt idx="1091">
                  <c:v>45110</c:v>
                </c:pt>
                <c:pt idx="1092">
                  <c:v>45111</c:v>
                </c:pt>
                <c:pt idx="1093">
                  <c:v>45112</c:v>
                </c:pt>
                <c:pt idx="1094">
                  <c:v>45113</c:v>
                </c:pt>
                <c:pt idx="1095">
                  <c:v>45114</c:v>
                </c:pt>
                <c:pt idx="1096">
                  <c:v>45117</c:v>
                </c:pt>
                <c:pt idx="1097">
                  <c:v>45118</c:v>
                </c:pt>
                <c:pt idx="1098">
                  <c:v>45119</c:v>
                </c:pt>
                <c:pt idx="1099">
                  <c:v>45120</c:v>
                </c:pt>
                <c:pt idx="1100">
                  <c:v>45121</c:v>
                </c:pt>
                <c:pt idx="1101">
                  <c:v>45124</c:v>
                </c:pt>
                <c:pt idx="1102">
                  <c:v>45125</c:v>
                </c:pt>
                <c:pt idx="1103">
                  <c:v>45126</c:v>
                </c:pt>
                <c:pt idx="1104">
                  <c:v>45127</c:v>
                </c:pt>
                <c:pt idx="1105">
                  <c:v>45128</c:v>
                </c:pt>
                <c:pt idx="1106">
                  <c:v>45131</c:v>
                </c:pt>
                <c:pt idx="1107">
                  <c:v>45132</c:v>
                </c:pt>
                <c:pt idx="1108">
                  <c:v>45133</c:v>
                </c:pt>
                <c:pt idx="1109">
                  <c:v>45134</c:v>
                </c:pt>
                <c:pt idx="1110">
                  <c:v>45135</c:v>
                </c:pt>
                <c:pt idx="1111">
                  <c:v>45138</c:v>
                </c:pt>
                <c:pt idx="1112">
                  <c:v>45139</c:v>
                </c:pt>
                <c:pt idx="1113">
                  <c:v>45140</c:v>
                </c:pt>
                <c:pt idx="1114">
                  <c:v>45141</c:v>
                </c:pt>
                <c:pt idx="1115">
                  <c:v>45142</c:v>
                </c:pt>
                <c:pt idx="1116">
                  <c:v>45145</c:v>
                </c:pt>
                <c:pt idx="1117">
                  <c:v>45146</c:v>
                </c:pt>
                <c:pt idx="1118">
                  <c:v>45147</c:v>
                </c:pt>
                <c:pt idx="1119">
                  <c:v>45148</c:v>
                </c:pt>
                <c:pt idx="1120">
                  <c:v>45149</c:v>
                </c:pt>
                <c:pt idx="1121">
                  <c:v>45152</c:v>
                </c:pt>
                <c:pt idx="1122">
                  <c:v>45153</c:v>
                </c:pt>
                <c:pt idx="1123">
                  <c:v>45154</c:v>
                </c:pt>
                <c:pt idx="1124">
                  <c:v>45155</c:v>
                </c:pt>
                <c:pt idx="1125">
                  <c:v>45156</c:v>
                </c:pt>
                <c:pt idx="1126">
                  <c:v>45159</c:v>
                </c:pt>
                <c:pt idx="1127">
                  <c:v>45160</c:v>
                </c:pt>
                <c:pt idx="1128">
                  <c:v>45161</c:v>
                </c:pt>
                <c:pt idx="1129">
                  <c:v>45162</c:v>
                </c:pt>
                <c:pt idx="1130">
                  <c:v>45163</c:v>
                </c:pt>
                <c:pt idx="1131">
                  <c:v>45166</c:v>
                </c:pt>
                <c:pt idx="1132">
                  <c:v>45167</c:v>
                </c:pt>
                <c:pt idx="1133">
                  <c:v>45168</c:v>
                </c:pt>
                <c:pt idx="1134">
                  <c:v>45169</c:v>
                </c:pt>
                <c:pt idx="1135">
                  <c:v>45170</c:v>
                </c:pt>
                <c:pt idx="1136">
                  <c:v>45173</c:v>
                </c:pt>
                <c:pt idx="1137">
                  <c:v>45174</c:v>
                </c:pt>
                <c:pt idx="1138">
                  <c:v>45175</c:v>
                </c:pt>
                <c:pt idx="1139">
                  <c:v>45176</c:v>
                </c:pt>
                <c:pt idx="1140">
                  <c:v>45177</c:v>
                </c:pt>
                <c:pt idx="1141">
                  <c:v>45180</c:v>
                </c:pt>
                <c:pt idx="1142">
                  <c:v>45181</c:v>
                </c:pt>
                <c:pt idx="1143">
                  <c:v>45182</c:v>
                </c:pt>
                <c:pt idx="1144">
                  <c:v>45183</c:v>
                </c:pt>
                <c:pt idx="1145">
                  <c:v>45184</c:v>
                </c:pt>
                <c:pt idx="1146">
                  <c:v>45187</c:v>
                </c:pt>
                <c:pt idx="1147">
                  <c:v>45188</c:v>
                </c:pt>
                <c:pt idx="1148">
                  <c:v>45189</c:v>
                </c:pt>
                <c:pt idx="1149">
                  <c:v>45190</c:v>
                </c:pt>
                <c:pt idx="1150">
                  <c:v>45191</c:v>
                </c:pt>
                <c:pt idx="1151">
                  <c:v>45194</c:v>
                </c:pt>
                <c:pt idx="1152">
                  <c:v>45195</c:v>
                </c:pt>
                <c:pt idx="1153">
                  <c:v>45196</c:v>
                </c:pt>
                <c:pt idx="1154">
                  <c:v>45197</c:v>
                </c:pt>
                <c:pt idx="1155">
                  <c:v>45208</c:v>
                </c:pt>
                <c:pt idx="1156">
                  <c:v>45209</c:v>
                </c:pt>
                <c:pt idx="1157">
                  <c:v>45210</c:v>
                </c:pt>
                <c:pt idx="1158">
                  <c:v>45211</c:v>
                </c:pt>
                <c:pt idx="1159">
                  <c:v>45212</c:v>
                </c:pt>
                <c:pt idx="1160">
                  <c:v>45215</c:v>
                </c:pt>
                <c:pt idx="1161">
                  <c:v>45216</c:v>
                </c:pt>
                <c:pt idx="1162">
                  <c:v>45217</c:v>
                </c:pt>
                <c:pt idx="1163">
                  <c:v>45218</c:v>
                </c:pt>
                <c:pt idx="1164">
                  <c:v>45219</c:v>
                </c:pt>
                <c:pt idx="1165">
                  <c:v>45222</c:v>
                </c:pt>
                <c:pt idx="1166">
                  <c:v>45223</c:v>
                </c:pt>
                <c:pt idx="1167">
                  <c:v>45224</c:v>
                </c:pt>
                <c:pt idx="1168">
                  <c:v>45225</c:v>
                </c:pt>
                <c:pt idx="1169">
                  <c:v>45226</c:v>
                </c:pt>
                <c:pt idx="1170">
                  <c:v>45229</c:v>
                </c:pt>
                <c:pt idx="1171">
                  <c:v>45230</c:v>
                </c:pt>
                <c:pt idx="1172">
                  <c:v>45231</c:v>
                </c:pt>
                <c:pt idx="1173">
                  <c:v>45232</c:v>
                </c:pt>
                <c:pt idx="1174">
                  <c:v>45233</c:v>
                </c:pt>
                <c:pt idx="1175">
                  <c:v>45236</c:v>
                </c:pt>
                <c:pt idx="1176">
                  <c:v>45237</c:v>
                </c:pt>
                <c:pt idx="1177">
                  <c:v>45238</c:v>
                </c:pt>
                <c:pt idx="1178">
                  <c:v>45239</c:v>
                </c:pt>
                <c:pt idx="1179">
                  <c:v>45240</c:v>
                </c:pt>
                <c:pt idx="1180">
                  <c:v>45243</c:v>
                </c:pt>
                <c:pt idx="1181">
                  <c:v>45244</c:v>
                </c:pt>
                <c:pt idx="1182">
                  <c:v>45245</c:v>
                </c:pt>
                <c:pt idx="1183">
                  <c:v>45246</c:v>
                </c:pt>
                <c:pt idx="1184">
                  <c:v>45247</c:v>
                </c:pt>
                <c:pt idx="1185">
                  <c:v>45250</c:v>
                </c:pt>
                <c:pt idx="1186">
                  <c:v>45251</c:v>
                </c:pt>
                <c:pt idx="1187">
                  <c:v>45252</c:v>
                </c:pt>
                <c:pt idx="1188">
                  <c:v>45253</c:v>
                </c:pt>
                <c:pt idx="1189">
                  <c:v>45254</c:v>
                </c:pt>
                <c:pt idx="1190">
                  <c:v>45257</c:v>
                </c:pt>
                <c:pt idx="1191">
                  <c:v>45258</c:v>
                </c:pt>
                <c:pt idx="1192">
                  <c:v>45259</c:v>
                </c:pt>
                <c:pt idx="1193">
                  <c:v>45260</c:v>
                </c:pt>
                <c:pt idx="1194">
                  <c:v>45261</c:v>
                </c:pt>
                <c:pt idx="1195">
                  <c:v>45264</c:v>
                </c:pt>
                <c:pt idx="1196">
                  <c:v>45265</c:v>
                </c:pt>
                <c:pt idx="1197">
                  <c:v>45266</c:v>
                </c:pt>
                <c:pt idx="1198">
                  <c:v>45267</c:v>
                </c:pt>
                <c:pt idx="1199">
                  <c:v>45268</c:v>
                </c:pt>
                <c:pt idx="1200">
                  <c:v>45271</c:v>
                </c:pt>
                <c:pt idx="1201">
                  <c:v>45272</c:v>
                </c:pt>
                <c:pt idx="1202">
                  <c:v>45273</c:v>
                </c:pt>
                <c:pt idx="1203">
                  <c:v>45274</c:v>
                </c:pt>
                <c:pt idx="1204">
                  <c:v>45275</c:v>
                </c:pt>
                <c:pt idx="1205">
                  <c:v>45278</c:v>
                </c:pt>
                <c:pt idx="1206">
                  <c:v>45279</c:v>
                </c:pt>
                <c:pt idx="1207">
                  <c:v>45280</c:v>
                </c:pt>
                <c:pt idx="1208">
                  <c:v>45281</c:v>
                </c:pt>
                <c:pt idx="1209">
                  <c:v>45282</c:v>
                </c:pt>
                <c:pt idx="1210">
                  <c:v>45285</c:v>
                </c:pt>
                <c:pt idx="1211">
                  <c:v>45286</c:v>
                </c:pt>
                <c:pt idx="1212">
                  <c:v>45287</c:v>
                </c:pt>
                <c:pt idx="1213">
                  <c:v>45288</c:v>
                </c:pt>
                <c:pt idx="1214">
                  <c:v>45289</c:v>
                </c:pt>
                <c:pt idx="1215">
                  <c:v>45293</c:v>
                </c:pt>
                <c:pt idx="1216">
                  <c:v>45294</c:v>
                </c:pt>
                <c:pt idx="1217">
                  <c:v>45295</c:v>
                </c:pt>
                <c:pt idx="1218">
                  <c:v>45296</c:v>
                </c:pt>
                <c:pt idx="1219">
                  <c:v>45299</c:v>
                </c:pt>
                <c:pt idx="1220">
                  <c:v>45300</c:v>
                </c:pt>
                <c:pt idx="1221">
                  <c:v>45301</c:v>
                </c:pt>
                <c:pt idx="1222">
                  <c:v>45302</c:v>
                </c:pt>
                <c:pt idx="1223">
                  <c:v>45303</c:v>
                </c:pt>
                <c:pt idx="1224">
                  <c:v>45306</c:v>
                </c:pt>
                <c:pt idx="1225">
                  <c:v>45307</c:v>
                </c:pt>
                <c:pt idx="1226">
                  <c:v>45308</c:v>
                </c:pt>
                <c:pt idx="1227">
                  <c:v>45309</c:v>
                </c:pt>
                <c:pt idx="1228">
                  <c:v>45310</c:v>
                </c:pt>
                <c:pt idx="1229">
                  <c:v>45313</c:v>
                </c:pt>
                <c:pt idx="1230">
                  <c:v>45314</c:v>
                </c:pt>
                <c:pt idx="1231">
                  <c:v>45315</c:v>
                </c:pt>
                <c:pt idx="1232">
                  <c:v>45316</c:v>
                </c:pt>
                <c:pt idx="1233">
                  <c:v>45317</c:v>
                </c:pt>
                <c:pt idx="1234">
                  <c:v>45320</c:v>
                </c:pt>
                <c:pt idx="1235">
                  <c:v>45321</c:v>
                </c:pt>
                <c:pt idx="1236">
                  <c:v>45322</c:v>
                </c:pt>
                <c:pt idx="1237">
                  <c:v>45323</c:v>
                </c:pt>
                <c:pt idx="1238">
                  <c:v>45324</c:v>
                </c:pt>
                <c:pt idx="1239">
                  <c:v>45327</c:v>
                </c:pt>
                <c:pt idx="1240">
                  <c:v>45328</c:v>
                </c:pt>
                <c:pt idx="1241">
                  <c:v>45329</c:v>
                </c:pt>
                <c:pt idx="1242">
                  <c:v>45330</c:v>
                </c:pt>
                <c:pt idx="1243">
                  <c:v>45341</c:v>
                </c:pt>
                <c:pt idx="1244">
                  <c:v>45342</c:v>
                </c:pt>
                <c:pt idx="1245">
                  <c:v>45343</c:v>
                </c:pt>
                <c:pt idx="1246">
                  <c:v>45344</c:v>
                </c:pt>
                <c:pt idx="1247">
                  <c:v>45345</c:v>
                </c:pt>
                <c:pt idx="1248">
                  <c:v>45348</c:v>
                </c:pt>
                <c:pt idx="1249">
                  <c:v>45349</c:v>
                </c:pt>
                <c:pt idx="1250">
                  <c:v>45350</c:v>
                </c:pt>
                <c:pt idx="1251">
                  <c:v>45351</c:v>
                </c:pt>
                <c:pt idx="1252">
                  <c:v>45352</c:v>
                </c:pt>
                <c:pt idx="1253">
                  <c:v>45355</c:v>
                </c:pt>
                <c:pt idx="1254">
                  <c:v>45356</c:v>
                </c:pt>
                <c:pt idx="1255">
                  <c:v>45357</c:v>
                </c:pt>
                <c:pt idx="1256">
                  <c:v>45358</c:v>
                </c:pt>
                <c:pt idx="1257">
                  <c:v>45359</c:v>
                </c:pt>
                <c:pt idx="1258">
                  <c:v>45362</c:v>
                </c:pt>
                <c:pt idx="1259">
                  <c:v>45363</c:v>
                </c:pt>
                <c:pt idx="1260">
                  <c:v>45364</c:v>
                </c:pt>
                <c:pt idx="1261">
                  <c:v>45365</c:v>
                </c:pt>
                <c:pt idx="1262">
                  <c:v>45366</c:v>
                </c:pt>
                <c:pt idx="1263">
                  <c:v>45369</c:v>
                </c:pt>
                <c:pt idx="1264">
                  <c:v>45370</c:v>
                </c:pt>
                <c:pt idx="1265">
                  <c:v>45371</c:v>
                </c:pt>
                <c:pt idx="1266">
                  <c:v>45372</c:v>
                </c:pt>
                <c:pt idx="1267">
                  <c:v>45373</c:v>
                </c:pt>
                <c:pt idx="1268">
                  <c:v>45376</c:v>
                </c:pt>
                <c:pt idx="1269">
                  <c:v>45377</c:v>
                </c:pt>
                <c:pt idx="1270">
                  <c:v>45378</c:v>
                </c:pt>
                <c:pt idx="1271">
                  <c:v>45379</c:v>
                </c:pt>
                <c:pt idx="1272">
                  <c:v>45380</c:v>
                </c:pt>
                <c:pt idx="1273">
                  <c:v>45383</c:v>
                </c:pt>
                <c:pt idx="1274">
                  <c:v>45384</c:v>
                </c:pt>
                <c:pt idx="1275">
                  <c:v>45385</c:v>
                </c:pt>
                <c:pt idx="1276">
                  <c:v>45390</c:v>
                </c:pt>
                <c:pt idx="1277">
                  <c:v>45391</c:v>
                </c:pt>
                <c:pt idx="1278">
                  <c:v>45392</c:v>
                </c:pt>
                <c:pt idx="1279">
                  <c:v>45393</c:v>
                </c:pt>
                <c:pt idx="1280">
                  <c:v>45394</c:v>
                </c:pt>
                <c:pt idx="1281">
                  <c:v>45397</c:v>
                </c:pt>
                <c:pt idx="1282">
                  <c:v>45398</c:v>
                </c:pt>
                <c:pt idx="1283">
                  <c:v>45399</c:v>
                </c:pt>
                <c:pt idx="1284">
                  <c:v>45400</c:v>
                </c:pt>
                <c:pt idx="1285">
                  <c:v>45401</c:v>
                </c:pt>
                <c:pt idx="1286">
                  <c:v>45404</c:v>
                </c:pt>
                <c:pt idx="1287">
                  <c:v>45405</c:v>
                </c:pt>
                <c:pt idx="1288">
                  <c:v>45406</c:v>
                </c:pt>
                <c:pt idx="1289">
                  <c:v>45407</c:v>
                </c:pt>
                <c:pt idx="1290">
                  <c:v>45408</c:v>
                </c:pt>
                <c:pt idx="1291">
                  <c:v>45411</c:v>
                </c:pt>
                <c:pt idx="1292">
                  <c:v>45412</c:v>
                </c:pt>
                <c:pt idx="1293">
                  <c:v>45418</c:v>
                </c:pt>
                <c:pt idx="1294">
                  <c:v>45419</c:v>
                </c:pt>
                <c:pt idx="1295">
                  <c:v>45420</c:v>
                </c:pt>
                <c:pt idx="1296">
                  <c:v>45421</c:v>
                </c:pt>
                <c:pt idx="1297">
                  <c:v>45422</c:v>
                </c:pt>
                <c:pt idx="1298">
                  <c:v>45425</c:v>
                </c:pt>
                <c:pt idx="1299">
                  <c:v>45426</c:v>
                </c:pt>
                <c:pt idx="1300">
                  <c:v>45427</c:v>
                </c:pt>
                <c:pt idx="1301">
                  <c:v>45428</c:v>
                </c:pt>
                <c:pt idx="1302">
                  <c:v>45429</c:v>
                </c:pt>
                <c:pt idx="1303">
                  <c:v>45432</c:v>
                </c:pt>
                <c:pt idx="1304">
                  <c:v>45433</c:v>
                </c:pt>
                <c:pt idx="1305">
                  <c:v>45434</c:v>
                </c:pt>
                <c:pt idx="1306">
                  <c:v>45435</c:v>
                </c:pt>
                <c:pt idx="1307">
                  <c:v>45436</c:v>
                </c:pt>
                <c:pt idx="1308">
                  <c:v>45439</c:v>
                </c:pt>
                <c:pt idx="1309">
                  <c:v>45440</c:v>
                </c:pt>
                <c:pt idx="1310">
                  <c:v>45441</c:v>
                </c:pt>
                <c:pt idx="1311">
                  <c:v>45442</c:v>
                </c:pt>
                <c:pt idx="1312">
                  <c:v>45443</c:v>
                </c:pt>
                <c:pt idx="1313">
                  <c:v>45446</c:v>
                </c:pt>
                <c:pt idx="1314">
                  <c:v>45447</c:v>
                </c:pt>
                <c:pt idx="1315">
                  <c:v>45448</c:v>
                </c:pt>
                <c:pt idx="1316">
                  <c:v>45449</c:v>
                </c:pt>
                <c:pt idx="1317">
                  <c:v>45450</c:v>
                </c:pt>
                <c:pt idx="1318">
                  <c:v>45454</c:v>
                </c:pt>
                <c:pt idx="1319">
                  <c:v>45455</c:v>
                </c:pt>
                <c:pt idx="1320">
                  <c:v>45456</c:v>
                </c:pt>
                <c:pt idx="1321">
                  <c:v>45457</c:v>
                </c:pt>
                <c:pt idx="1322">
                  <c:v>45460</c:v>
                </c:pt>
                <c:pt idx="1323">
                  <c:v>45461</c:v>
                </c:pt>
                <c:pt idx="1324">
                  <c:v>45462</c:v>
                </c:pt>
                <c:pt idx="1325">
                  <c:v>45463</c:v>
                </c:pt>
                <c:pt idx="1326">
                  <c:v>45464</c:v>
                </c:pt>
                <c:pt idx="1327">
                  <c:v>45467</c:v>
                </c:pt>
                <c:pt idx="1328">
                  <c:v>45468</c:v>
                </c:pt>
                <c:pt idx="1329">
                  <c:v>45469</c:v>
                </c:pt>
                <c:pt idx="1330">
                  <c:v>45470</c:v>
                </c:pt>
                <c:pt idx="1331">
                  <c:v>45471</c:v>
                </c:pt>
                <c:pt idx="1332">
                  <c:v>45474</c:v>
                </c:pt>
                <c:pt idx="1333">
                  <c:v>45475</c:v>
                </c:pt>
                <c:pt idx="1334">
                  <c:v>45476</c:v>
                </c:pt>
                <c:pt idx="1335">
                  <c:v>45477</c:v>
                </c:pt>
                <c:pt idx="1336">
                  <c:v>45478</c:v>
                </c:pt>
                <c:pt idx="1337">
                  <c:v>45481</c:v>
                </c:pt>
                <c:pt idx="1338">
                  <c:v>45482</c:v>
                </c:pt>
                <c:pt idx="1339">
                  <c:v>45483</c:v>
                </c:pt>
                <c:pt idx="1340">
                  <c:v>45484</c:v>
                </c:pt>
                <c:pt idx="1341">
                  <c:v>45485</c:v>
                </c:pt>
                <c:pt idx="1342">
                  <c:v>45488</c:v>
                </c:pt>
                <c:pt idx="1343">
                  <c:v>45489</c:v>
                </c:pt>
                <c:pt idx="1344">
                  <c:v>45490</c:v>
                </c:pt>
                <c:pt idx="1345">
                  <c:v>45491</c:v>
                </c:pt>
                <c:pt idx="1346">
                  <c:v>45492</c:v>
                </c:pt>
                <c:pt idx="1347">
                  <c:v>45495</c:v>
                </c:pt>
                <c:pt idx="1348">
                  <c:v>45496</c:v>
                </c:pt>
                <c:pt idx="1349">
                  <c:v>45497</c:v>
                </c:pt>
                <c:pt idx="1350">
                  <c:v>45498</c:v>
                </c:pt>
                <c:pt idx="1351">
                  <c:v>45499</c:v>
                </c:pt>
                <c:pt idx="1352">
                  <c:v>45502</c:v>
                </c:pt>
                <c:pt idx="1353">
                  <c:v>45503</c:v>
                </c:pt>
                <c:pt idx="1354">
                  <c:v>45504</c:v>
                </c:pt>
                <c:pt idx="1355">
                  <c:v>45505</c:v>
                </c:pt>
                <c:pt idx="1356">
                  <c:v>45506</c:v>
                </c:pt>
                <c:pt idx="1357">
                  <c:v>45509</c:v>
                </c:pt>
                <c:pt idx="1358">
                  <c:v>45510</c:v>
                </c:pt>
                <c:pt idx="1359">
                  <c:v>45511</c:v>
                </c:pt>
                <c:pt idx="1360">
                  <c:v>45512</c:v>
                </c:pt>
                <c:pt idx="1361">
                  <c:v>45513</c:v>
                </c:pt>
                <c:pt idx="1362">
                  <c:v>45516</c:v>
                </c:pt>
                <c:pt idx="1363">
                  <c:v>45517</c:v>
                </c:pt>
                <c:pt idx="1364">
                  <c:v>45518</c:v>
                </c:pt>
                <c:pt idx="1365">
                  <c:v>45519</c:v>
                </c:pt>
                <c:pt idx="1366">
                  <c:v>45520</c:v>
                </c:pt>
                <c:pt idx="1367">
                  <c:v>45523</c:v>
                </c:pt>
                <c:pt idx="1368">
                  <c:v>45524</c:v>
                </c:pt>
                <c:pt idx="1369">
                  <c:v>45525</c:v>
                </c:pt>
                <c:pt idx="1370">
                  <c:v>45526</c:v>
                </c:pt>
                <c:pt idx="1371">
                  <c:v>45527</c:v>
                </c:pt>
                <c:pt idx="1372">
                  <c:v>45530</c:v>
                </c:pt>
                <c:pt idx="1373">
                  <c:v>45531</c:v>
                </c:pt>
                <c:pt idx="1374">
                  <c:v>45532</c:v>
                </c:pt>
                <c:pt idx="1375">
                  <c:v>45533</c:v>
                </c:pt>
                <c:pt idx="1376">
                  <c:v>45534</c:v>
                </c:pt>
                <c:pt idx="1377">
                  <c:v>45537</c:v>
                </c:pt>
                <c:pt idx="1378">
                  <c:v>45538</c:v>
                </c:pt>
                <c:pt idx="1379">
                  <c:v>45539</c:v>
                </c:pt>
                <c:pt idx="1380">
                  <c:v>45540</c:v>
                </c:pt>
                <c:pt idx="1381">
                  <c:v>45541</c:v>
                </c:pt>
                <c:pt idx="1382">
                  <c:v>45544</c:v>
                </c:pt>
                <c:pt idx="1383">
                  <c:v>45545</c:v>
                </c:pt>
                <c:pt idx="1384">
                  <c:v>45546</c:v>
                </c:pt>
                <c:pt idx="1385">
                  <c:v>45547</c:v>
                </c:pt>
                <c:pt idx="1386">
                  <c:v>45548</c:v>
                </c:pt>
                <c:pt idx="1387">
                  <c:v>45553</c:v>
                </c:pt>
                <c:pt idx="1388">
                  <c:v>45554</c:v>
                </c:pt>
                <c:pt idx="1389">
                  <c:v>45555</c:v>
                </c:pt>
                <c:pt idx="1390">
                  <c:v>45558</c:v>
                </c:pt>
                <c:pt idx="1391">
                  <c:v>45559</c:v>
                </c:pt>
                <c:pt idx="1392">
                  <c:v>45560</c:v>
                </c:pt>
                <c:pt idx="1393">
                  <c:v>45561</c:v>
                </c:pt>
                <c:pt idx="1394">
                  <c:v>45562</c:v>
                </c:pt>
                <c:pt idx="1395">
                  <c:v>45565</c:v>
                </c:pt>
                <c:pt idx="1396">
                  <c:v>45573</c:v>
                </c:pt>
                <c:pt idx="1397">
                  <c:v>45574</c:v>
                </c:pt>
                <c:pt idx="1398">
                  <c:v>45575</c:v>
                </c:pt>
                <c:pt idx="1399">
                  <c:v>45576</c:v>
                </c:pt>
                <c:pt idx="1400">
                  <c:v>45579</c:v>
                </c:pt>
                <c:pt idx="1401">
                  <c:v>45580</c:v>
                </c:pt>
                <c:pt idx="1402">
                  <c:v>45581</c:v>
                </c:pt>
                <c:pt idx="1403">
                  <c:v>45582</c:v>
                </c:pt>
                <c:pt idx="1404">
                  <c:v>45583</c:v>
                </c:pt>
                <c:pt idx="1405">
                  <c:v>45586</c:v>
                </c:pt>
                <c:pt idx="1406">
                  <c:v>45587</c:v>
                </c:pt>
                <c:pt idx="1407">
                  <c:v>45588</c:v>
                </c:pt>
                <c:pt idx="1408">
                  <c:v>45589</c:v>
                </c:pt>
                <c:pt idx="1409">
                  <c:v>45590</c:v>
                </c:pt>
                <c:pt idx="1410">
                  <c:v>45593</c:v>
                </c:pt>
                <c:pt idx="1411">
                  <c:v>45594</c:v>
                </c:pt>
                <c:pt idx="1412">
                  <c:v>45595</c:v>
                </c:pt>
                <c:pt idx="1413">
                  <c:v>45596</c:v>
                </c:pt>
                <c:pt idx="1414">
                  <c:v>45597</c:v>
                </c:pt>
                <c:pt idx="1415">
                  <c:v>45600</c:v>
                </c:pt>
                <c:pt idx="1416">
                  <c:v>45601</c:v>
                </c:pt>
                <c:pt idx="1417">
                  <c:v>45602</c:v>
                </c:pt>
                <c:pt idx="1418">
                  <c:v>45603</c:v>
                </c:pt>
                <c:pt idx="1419">
                  <c:v>45604</c:v>
                </c:pt>
                <c:pt idx="1420">
                  <c:v>45607</c:v>
                </c:pt>
                <c:pt idx="1421">
                  <c:v>45608</c:v>
                </c:pt>
                <c:pt idx="1422">
                  <c:v>45609</c:v>
                </c:pt>
                <c:pt idx="1423">
                  <c:v>45610</c:v>
                </c:pt>
                <c:pt idx="1424">
                  <c:v>45611</c:v>
                </c:pt>
                <c:pt idx="1425">
                  <c:v>45614</c:v>
                </c:pt>
                <c:pt idx="1426">
                  <c:v>45615</c:v>
                </c:pt>
                <c:pt idx="1427">
                  <c:v>45616</c:v>
                </c:pt>
                <c:pt idx="1428">
                  <c:v>45617</c:v>
                </c:pt>
                <c:pt idx="1429">
                  <c:v>45618</c:v>
                </c:pt>
                <c:pt idx="1430">
                  <c:v>45621</c:v>
                </c:pt>
                <c:pt idx="1431">
                  <c:v>45622</c:v>
                </c:pt>
                <c:pt idx="1432">
                  <c:v>45623</c:v>
                </c:pt>
                <c:pt idx="1433">
                  <c:v>45624</c:v>
                </c:pt>
                <c:pt idx="1434">
                  <c:v>45625</c:v>
                </c:pt>
                <c:pt idx="1435">
                  <c:v>45628</c:v>
                </c:pt>
                <c:pt idx="1436">
                  <c:v>45629</c:v>
                </c:pt>
                <c:pt idx="1437">
                  <c:v>45630</c:v>
                </c:pt>
                <c:pt idx="1438">
                  <c:v>45631</c:v>
                </c:pt>
                <c:pt idx="1439">
                  <c:v>45632</c:v>
                </c:pt>
                <c:pt idx="1440">
                  <c:v>45635</c:v>
                </c:pt>
                <c:pt idx="1441">
                  <c:v>45636</c:v>
                </c:pt>
                <c:pt idx="1442">
                  <c:v>45637</c:v>
                </c:pt>
                <c:pt idx="1443">
                  <c:v>45638</c:v>
                </c:pt>
                <c:pt idx="1444">
                  <c:v>45639</c:v>
                </c:pt>
                <c:pt idx="1445">
                  <c:v>45642</c:v>
                </c:pt>
                <c:pt idx="1446">
                  <c:v>45643</c:v>
                </c:pt>
                <c:pt idx="1447">
                  <c:v>45644</c:v>
                </c:pt>
                <c:pt idx="1448">
                  <c:v>45645</c:v>
                </c:pt>
                <c:pt idx="1449">
                  <c:v>45646</c:v>
                </c:pt>
                <c:pt idx="1450">
                  <c:v>45649</c:v>
                </c:pt>
                <c:pt idx="1451">
                  <c:v>45650</c:v>
                </c:pt>
                <c:pt idx="1452">
                  <c:v>45651</c:v>
                </c:pt>
                <c:pt idx="1453">
                  <c:v>45652</c:v>
                </c:pt>
                <c:pt idx="1454">
                  <c:v>45653</c:v>
                </c:pt>
                <c:pt idx="1455">
                  <c:v>45656</c:v>
                </c:pt>
                <c:pt idx="1456">
                  <c:v>45657</c:v>
                </c:pt>
                <c:pt idx="1457">
                  <c:v>45659</c:v>
                </c:pt>
                <c:pt idx="1458">
                  <c:v>45660</c:v>
                </c:pt>
                <c:pt idx="1459">
                  <c:v>45663</c:v>
                </c:pt>
                <c:pt idx="1460">
                  <c:v>45664</c:v>
                </c:pt>
                <c:pt idx="1461">
                  <c:v>45665</c:v>
                </c:pt>
                <c:pt idx="1462">
                  <c:v>45666</c:v>
                </c:pt>
                <c:pt idx="1463">
                  <c:v>45667</c:v>
                </c:pt>
                <c:pt idx="1464">
                  <c:v>45670</c:v>
                </c:pt>
                <c:pt idx="1465">
                  <c:v>45671</c:v>
                </c:pt>
                <c:pt idx="1466">
                  <c:v>45672</c:v>
                </c:pt>
                <c:pt idx="1467">
                  <c:v>45673</c:v>
                </c:pt>
                <c:pt idx="1468">
                  <c:v>45674</c:v>
                </c:pt>
                <c:pt idx="1469">
                  <c:v>45677</c:v>
                </c:pt>
                <c:pt idx="1470">
                  <c:v>45678</c:v>
                </c:pt>
                <c:pt idx="1471">
                  <c:v>45679</c:v>
                </c:pt>
                <c:pt idx="1472">
                  <c:v>45680</c:v>
                </c:pt>
                <c:pt idx="1473">
                  <c:v>45681</c:v>
                </c:pt>
                <c:pt idx="1474">
                  <c:v>45684</c:v>
                </c:pt>
                <c:pt idx="1475">
                  <c:v>45693</c:v>
                </c:pt>
                <c:pt idx="1476">
                  <c:v>45694</c:v>
                </c:pt>
                <c:pt idx="1477">
                  <c:v>45695</c:v>
                </c:pt>
                <c:pt idx="1478">
                  <c:v>45698</c:v>
                </c:pt>
                <c:pt idx="1479">
                  <c:v>45699</c:v>
                </c:pt>
                <c:pt idx="1480">
                  <c:v>45700</c:v>
                </c:pt>
                <c:pt idx="1481">
                  <c:v>45701</c:v>
                </c:pt>
                <c:pt idx="1482">
                  <c:v>45702</c:v>
                </c:pt>
                <c:pt idx="1483">
                  <c:v>45705</c:v>
                </c:pt>
                <c:pt idx="1484">
                  <c:v>45706</c:v>
                </c:pt>
                <c:pt idx="1485">
                  <c:v>45707</c:v>
                </c:pt>
                <c:pt idx="1486">
                  <c:v>45708</c:v>
                </c:pt>
                <c:pt idx="1487">
                  <c:v>45709</c:v>
                </c:pt>
                <c:pt idx="1488">
                  <c:v>45712</c:v>
                </c:pt>
                <c:pt idx="1489">
                  <c:v>45713</c:v>
                </c:pt>
                <c:pt idx="1490">
                  <c:v>45714</c:v>
                </c:pt>
                <c:pt idx="1491">
                  <c:v>45715</c:v>
                </c:pt>
                <c:pt idx="1492">
                  <c:v>45716</c:v>
                </c:pt>
                <c:pt idx="1493">
                  <c:v>45719</c:v>
                </c:pt>
                <c:pt idx="1494">
                  <c:v>45720</c:v>
                </c:pt>
                <c:pt idx="1495">
                  <c:v>45721</c:v>
                </c:pt>
                <c:pt idx="1496">
                  <c:v>45722</c:v>
                </c:pt>
                <c:pt idx="1497">
                  <c:v>45723</c:v>
                </c:pt>
                <c:pt idx="1498">
                  <c:v>45726</c:v>
                </c:pt>
                <c:pt idx="1499">
                  <c:v>45727</c:v>
                </c:pt>
                <c:pt idx="1500">
                  <c:v>45728</c:v>
                </c:pt>
                <c:pt idx="1501">
                  <c:v>45729</c:v>
                </c:pt>
                <c:pt idx="1502">
                  <c:v>45730</c:v>
                </c:pt>
                <c:pt idx="1503">
                  <c:v>45733</c:v>
                </c:pt>
                <c:pt idx="1504">
                  <c:v>45734</c:v>
                </c:pt>
                <c:pt idx="1505">
                  <c:v>45735</c:v>
                </c:pt>
                <c:pt idx="1506">
                  <c:v>45736</c:v>
                </c:pt>
                <c:pt idx="1507">
                  <c:v>45737</c:v>
                </c:pt>
                <c:pt idx="1508">
                  <c:v>45740</c:v>
                </c:pt>
                <c:pt idx="1509">
                  <c:v>45741</c:v>
                </c:pt>
                <c:pt idx="1510">
                  <c:v>45742</c:v>
                </c:pt>
                <c:pt idx="1511">
                  <c:v>45743</c:v>
                </c:pt>
                <c:pt idx="1512">
                  <c:v>45744</c:v>
                </c:pt>
                <c:pt idx="1513">
                  <c:v>45747</c:v>
                </c:pt>
                <c:pt idx="1514">
                  <c:v>45748</c:v>
                </c:pt>
                <c:pt idx="1515">
                  <c:v>45749</c:v>
                </c:pt>
                <c:pt idx="1516">
                  <c:v>45750</c:v>
                </c:pt>
                <c:pt idx="1517">
                  <c:v>45754</c:v>
                </c:pt>
                <c:pt idx="1518">
                  <c:v>45755</c:v>
                </c:pt>
                <c:pt idx="1519">
                  <c:v>45756</c:v>
                </c:pt>
                <c:pt idx="1520">
                  <c:v>45757</c:v>
                </c:pt>
                <c:pt idx="1521">
                  <c:v>45758</c:v>
                </c:pt>
                <c:pt idx="1522">
                  <c:v>45761</c:v>
                </c:pt>
                <c:pt idx="1523">
                  <c:v>45762</c:v>
                </c:pt>
                <c:pt idx="1524">
                  <c:v>45763</c:v>
                </c:pt>
                <c:pt idx="1525">
                  <c:v>45764</c:v>
                </c:pt>
                <c:pt idx="1526">
                  <c:v>45765</c:v>
                </c:pt>
                <c:pt idx="1527">
                  <c:v>45768</c:v>
                </c:pt>
                <c:pt idx="1528">
                  <c:v>45769</c:v>
                </c:pt>
                <c:pt idx="1529">
                  <c:v>45770</c:v>
                </c:pt>
                <c:pt idx="1530">
                  <c:v>45771</c:v>
                </c:pt>
                <c:pt idx="1531">
                  <c:v>45772</c:v>
                </c:pt>
                <c:pt idx="1532">
                  <c:v>45775</c:v>
                </c:pt>
                <c:pt idx="1533">
                  <c:v>45776</c:v>
                </c:pt>
                <c:pt idx="1534">
                  <c:v>45777</c:v>
                </c:pt>
                <c:pt idx="1535">
                  <c:v>45783</c:v>
                </c:pt>
                <c:pt idx="1536">
                  <c:v>45784</c:v>
                </c:pt>
                <c:pt idx="1537">
                  <c:v>45785</c:v>
                </c:pt>
                <c:pt idx="1538">
                  <c:v>45786</c:v>
                </c:pt>
                <c:pt idx="1539">
                  <c:v>45789</c:v>
                </c:pt>
                <c:pt idx="1540">
                  <c:v>45790</c:v>
                </c:pt>
                <c:pt idx="1541">
                  <c:v>45791</c:v>
                </c:pt>
                <c:pt idx="1542">
                  <c:v>45792</c:v>
                </c:pt>
                <c:pt idx="1543">
                  <c:v>45793</c:v>
                </c:pt>
                <c:pt idx="1544">
                  <c:v>45796</c:v>
                </c:pt>
                <c:pt idx="1545">
                  <c:v>45797</c:v>
                </c:pt>
                <c:pt idx="1546">
                  <c:v>45798</c:v>
                </c:pt>
                <c:pt idx="1547">
                  <c:v>45799</c:v>
                </c:pt>
                <c:pt idx="1548">
                  <c:v>45800</c:v>
                </c:pt>
                <c:pt idx="1549">
                  <c:v>45803</c:v>
                </c:pt>
                <c:pt idx="1550">
                  <c:v>45804</c:v>
                </c:pt>
                <c:pt idx="1551">
                  <c:v>45805</c:v>
                </c:pt>
                <c:pt idx="1552">
                  <c:v>45806</c:v>
                </c:pt>
                <c:pt idx="1553">
                  <c:v>45807</c:v>
                </c:pt>
                <c:pt idx="1554">
                  <c:v>45811</c:v>
                </c:pt>
                <c:pt idx="1555">
                  <c:v>45812</c:v>
                </c:pt>
                <c:pt idx="1556">
                  <c:v>45813</c:v>
                </c:pt>
                <c:pt idx="1557">
                  <c:v>45814</c:v>
                </c:pt>
                <c:pt idx="1558">
                  <c:v>45817</c:v>
                </c:pt>
                <c:pt idx="1559">
                  <c:v>45818</c:v>
                </c:pt>
                <c:pt idx="1560">
                  <c:v>45819</c:v>
                </c:pt>
                <c:pt idx="1561">
                  <c:v>45820</c:v>
                </c:pt>
                <c:pt idx="1562">
                  <c:v>45821</c:v>
                </c:pt>
                <c:pt idx="1563">
                  <c:v>45824</c:v>
                </c:pt>
                <c:pt idx="1564">
                  <c:v>45825</c:v>
                </c:pt>
                <c:pt idx="1565">
                  <c:v>45826</c:v>
                </c:pt>
                <c:pt idx="1566">
                  <c:v>45827</c:v>
                </c:pt>
                <c:pt idx="1567">
                  <c:v>45828</c:v>
                </c:pt>
                <c:pt idx="1568">
                  <c:v>45831</c:v>
                </c:pt>
                <c:pt idx="1569">
                  <c:v>45832</c:v>
                </c:pt>
                <c:pt idx="1570">
                  <c:v>45833</c:v>
                </c:pt>
                <c:pt idx="1571">
                  <c:v>45834</c:v>
                </c:pt>
                <c:pt idx="1572">
                  <c:v>45835</c:v>
                </c:pt>
                <c:pt idx="1573">
                  <c:v>45838</c:v>
                </c:pt>
                <c:pt idx="1574">
                  <c:v>45839</c:v>
                </c:pt>
                <c:pt idx="1575">
                  <c:v>45840</c:v>
                </c:pt>
                <c:pt idx="1576">
                  <c:v>45841</c:v>
                </c:pt>
                <c:pt idx="1577">
                  <c:v>45842</c:v>
                </c:pt>
                <c:pt idx="1578">
                  <c:v>45845</c:v>
                </c:pt>
                <c:pt idx="1579">
                  <c:v>45846</c:v>
                </c:pt>
                <c:pt idx="1580">
                  <c:v>45847</c:v>
                </c:pt>
                <c:pt idx="1581">
                  <c:v>45848</c:v>
                </c:pt>
                <c:pt idx="1582">
                  <c:v>45849</c:v>
                </c:pt>
                <c:pt idx="1583">
                  <c:v>45852</c:v>
                </c:pt>
                <c:pt idx="1584">
                  <c:v>45853</c:v>
                </c:pt>
                <c:pt idx="1585">
                  <c:v>45854</c:v>
                </c:pt>
                <c:pt idx="1586">
                  <c:v>45855</c:v>
                </c:pt>
                <c:pt idx="1587">
                  <c:v>45856</c:v>
                </c:pt>
                <c:pt idx="1588">
                  <c:v>45859</c:v>
                </c:pt>
                <c:pt idx="1589">
                  <c:v>45860</c:v>
                </c:pt>
                <c:pt idx="1590">
                  <c:v>45861</c:v>
                </c:pt>
                <c:pt idx="1591">
                  <c:v>45862</c:v>
                </c:pt>
                <c:pt idx="1592">
                  <c:v>45863</c:v>
                </c:pt>
                <c:pt idx="1593">
                  <c:v>45866</c:v>
                </c:pt>
                <c:pt idx="1594">
                  <c:v>45867</c:v>
                </c:pt>
                <c:pt idx="1595">
                  <c:v>45868</c:v>
                </c:pt>
                <c:pt idx="1596">
                  <c:v>45869</c:v>
                </c:pt>
                <c:pt idx="1597">
                  <c:v>45870</c:v>
                </c:pt>
                <c:pt idx="1598">
                  <c:v>45873</c:v>
                </c:pt>
                <c:pt idx="1599">
                  <c:v>45874</c:v>
                </c:pt>
                <c:pt idx="1600">
                  <c:v>45875</c:v>
                </c:pt>
                <c:pt idx="1601">
                  <c:v>45876</c:v>
                </c:pt>
                <c:pt idx="1602">
                  <c:v>45877</c:v>
                </c:pt>
                <c:pt idx="1603">
                  <c:v>45880</c:v>
                </c:pt>
                <c:pt idx="1604">
                  <c:v>45881</c:v>
                </c:pt>
                <c:pt idx="1605">
                  <c:v>45882</c:v>
                </c:pt>
                <c:pt idx="1606">
                  <c:v>45883</c:v>
                </c:pt>
                <c:pt idx="1607">
                  <c:v>45884</c:v>
                </c:pt>
                <c:pt idx="1608">
                  <c:v>45887</c:v>
                </c:pt>
                <c:pt idx="1609">
                  <c:v>45888</c:v>
                </c:pt>
                <c:pt idx="1610">
                  <c:v>45889</c:v>
                </c:pt>
                <c:pt idx="1611">
                  <c:v>45890</c:v>
                </c:pt>
                <c:pt idx="1612">
                  <c:v>45891</c:v>
                </c:pt>
                <c:pt idx="1613">
                  <c:v>45894</c:v>
                </c:pt>
                <c:pt idx="1614">
                  <c:v>45895</c:v>
                </c:pt>
                <c:pt idx="1615">
                  <c:v>45896</c:v>
                </c:pt>
                <c:pt idx="1616">
                  <c:v>45897</c:v>
                </c:pt>
                <c:pt idx="1617">
                  <c:v>45898</c:v>
                </c:pt>
                <c:pt idx="1618">
                  <c:v>45901</c:v>
                </c:pt>
                <c:pt idx="1619">
                  <c:v>45902</c:v>
                </c:pt>
                <c:pt idx="1620">
                  <c:v>45903</c:v>
                </c:pt>
                <c:pt idx="1621">
                  <c:v>45904</c:v>
                </c:pt>
                <c:pt idx="1622">
                  <c:v>45905</c:v>
                </c:pt>
                <c:pt idx="1623">
                  <c:v>45908</c:v>
                </c:pt>
                <c:pt idx="1624">
                  <c:v>45909</c:v>
                </c:pt>
                <c:pt idx="1625">
                  <c:v>45910</c:v>
                </c:pt>
                <c:pt idx="1626">
                  <c:v>45911</c:v>
                </c:pt>
                <c:pt idx="1627">
                  <c:v>45912</c:v>
                </c:pt>
                <c:pt idx="1628">
                  <c:v>45915</c:v>
                </c:pt>
                <c:pt idx="1629">
                  <c:v>45916</c:v>
                </c:pt>
                <c:pt idx="1630">
                  <c:v>45917</c:v>
                </c:pt>
                <c:pt idx="1631">
                  <c:v>45918</c:v>
                </c:pt>
                <c:pt idx="1632">
                  <c:v>45919</c:v>
                </c:pt>
                <c:pt idx="1633">
                  <c:v>45922</c:v>
                </c:pt>
                <c:pt idx="1634">
                  <c:v>45923</c:v>
                </c:pt>
                <c:pt idx="1635">
                  <c:v>45924</c:v>
                </c:pt>
                <c:pt idx="1636">
                  <c:v>45925</c:v>
                </c:pt>
                <c:pt idx="1637">
                  <c:v>45926</c:v>
                </c:pt>
                <c:pt idx="1638">
                  <c:v>45929</c:v>
                </c:pt>
                <c:pt idx="1639">
                  <c:v>45930</c:v>
                </c:pt>
                <c:pt idx="1640">
                  <c:v>45939</c:v>
                </c:pt>
                <c:pt idx="1641">
                  <c:v>45940</c:v>
                </c:pt>
                <c:pt idx="1642">
                  <c:v>45943</c:v>
                </c:pt>
                <c:pt idx="1643">
                  <c:v>45944</c:v>
                </c:pt>
                <c:pt idx="1644">
                  <c:v>45945</c:v>
                </c:pt>
                <c:pt idx="1645">
                  <c:v>45946</c:v>
                </c:pt>
                <c:pt idx="1646">
                  <c:v>45947</c:v>
                </c:pt>
                <c:pt idx="1647">
                  <c:v>45950</c:v>
                </c:pt>
                <c:pt idx="1648">
                  <c:v>45951</c:v>
                </c:pt>
                <c:pt idx="1649">
                  <c:v>45952</c:v>
                </c:pt>
                <c:pt idx="1650">
                  <c:v>45953</c:v>
                </c:pt>
                <c:pt idx="1651">
                  <c:v>45954</c:v>
                </c:pt>
                <c:pt idx="1652">
                  <c:v>45957</c:v>
                </c:pt>
                <c:pt idx="1653">
                  <c:v>45958</c:v>
                </c:pt>
                <c:pt idx="1654">
                  <c:v>45959</c:v>
                </c:pt>
                <c:pt idx="1655">
                  <c:v>45960</c:v>
                </c:pt>
                <c:pt idx="1656">
                  <c:v>45961</c:v>
                </c:pt>
                <c:pt idx="1657">
                  <c:v>45964</c:v>
                </c:pt>
                <c:pt idx="1658">
                  <c:v>45965</c:v>
                </c:pt>
                <c:pt idx="1659">
                  <c:v>45966</c:v>
                </c:pt>
                <c:pt idx="1660">
                  <c:v>45967</c:v>
                </c:pt>
                <c:pt idx="1661">
                  <c:v>45968</c:v>
                </c:pt>
                <c:pt idx="1662">
                  <c:v>45971</c:v>
                </c:pt>
                <c:pt idx="1663">
                  <c:v>45972</c:v>
                </c:pt>
                <c:pt idx="1664">
                  <c:v>45973</c:v>
                </c:pt>
                <c:pt idx="1665">
                  <c:v>45974</c:v>
                </c:pt>
                <c:pt idx="1666">
                  <c:v>45975</c:v>
                </c:pt>
                <c:pt idx="1667">
                  <c:v>45978</c:v>
                </c:pt>
                <c:pt idx="1668">
                  <c:v>45979</c:v>
                </c:pt>
                <c:pt idx="1669">
                  <c:v>45980</c:v>
                </c:pt>
                <c:pt idx="1670">
                  <c:v>45981</c:v>
                </c:pt>
                <c:pt idx="1671">
                  <c:v>45982</c:v>
                </c:pt>
                <c:pt idx="1672">
                  <c:v>45985</c:v>
                </c:pt>
                <c:pt idx="1673">
                  <c:v>45986</c:v>
                </c:pt>
                <c:pt idx="1674">
                  <c:v>45987</c:v>
                </c:pt>
                <c:pt idx="1675">
                  <c:v>45988</c:v>
                </c:pt>
                <c:pt idx="1676">
                  <c:v>45989</c:v>
                </c:pt>
                <c:pt idx="1677">
                  <c:v>45992</c:v>
                </c:pt>
                <c:pt idx="1678">
                  <c:v>45993</c:v>
                </c:pt>
                <c:pt idx="1679">
                  <c:v>45994</c:v>
                </c:pt>
                <c:pt idx="1680">
                  <c:v>45995</c:v>
                </c:pt>
                <c:pt idx="1681">
                  <c:v>45996</c:v>
                </c:pt>
                <c:pt idx="1682">
                  <c:v>45999</c:v>
                </c:pt>
                <c:pt idx="1683">
                  <c:v>46000</c:v>
                </c:pt>
                <c:pt idx="1684">
                  <c:v>46001</c:v>
                </c:pt>
                <c:pt idx="1685">
                  <c:v>46002</c:v>
                </c:pt>
                <c:pt idx="1686">
                  <c:v>46003</c:v>
                </c:pt>
                <c:pt idx="1687">
                  <c:v>46006</c:v>
                </c:pt>
                <c:pt idx="1688">
                  <c:v>46007</c:v>
                </c:pt>
                <c:pt idx="1689">
                  <c:v>46008</c:v>
                </c:pt>
                <c:pt idx="1690">
                  <c:v>46009</c:v>
                </c:pt>
                <c:pt idx="1691">
                  <c:v>46010</c:v>
                </c:pt>
                <c:pt idx="1692">
                  <c:v>46013</c:v>
                </c:pt>
                <c:pt idx="1693">
                  <c:v>46014</c:v>
                </c:pt>
                <c:pt idx="1694">
                  <c:v>46015</c:v>
                </c:pt>
                <c:pt idx="1695">
                  <c:v>46016</c:v>
                </c:pt>
                <c:pt idx="1696">
                  <c:v>46017</c:v>
                </c:pt>
                <c:pt idx="1697">
                  <c:v>46020</c:v>
                </c:pt>
                <c:pt idx="1698">
                  <c:v>46021</c:v>
                </c:pt>
                <c:pt idx="1699">
                  <c:v>46022</c:v>
                </c:pt>
                <c:pt idx="1700">
                  <c:v>46027</c:v>
                </c:pt>
                <c:pt idx="1701">
                  <c:v>46028</c:v>
                </c:pt>
                <c:pt idx="1702">
                  <c:v>46029</c:v>
                </c:pt>
                <c:pt idx="1703">
                  <c:v>46030</c:v>
                </c:pt>
                <c:pt idx="1704">
                  <c:v>46031</c:v>
                </c:pt>
                <c:pt idx="1705">
                  <c:v>46034</c:v>
                </c:pt>
                <c:pt idx="1706">
                  <c:v>46035</c:v>
                </c:pt>
                <c:pt idx="1707">
                  <c:v>46036</c:v>
                </c:pt>
                <c:pt idx="1708">
                  <c:v>46037</c:v>
                </c:pt>
                <c:pt idx="1709">
                  <c:v>46038</c:v>
                </c:pt>
                <c:pt idx="1710">
                  <c:v>46041</c:v>
                </c:pt>
                <c:pt idx="1711">
                  <c:v>46042</c:v>
                </c:pt>
                <c:pt idx="1712">
                  <c:v>46043</c:v>
                </c:pt>
                <c:pt idx="1713">
                  <c:v>46044</c:v>
                </c:pt>
                <c:pt idx="1714">
                  <c:v>46045</c:v>
                </c:pt>
                <c:pt idx="1715">
                  <c:v>46048</c:v>
                </c:pt>
                <c:pt idx="1716">
                  <c:v>46049</c:v>
                </c:pt>
                <c:pt idx="1717">
                  <c:v>46050</c:v>
                </c:pt>
                <c:pt idx="1718">
                  <c:v>46051</c:v>
                </c:pt>
                <c:pt idx="1719">
                  <c:v>46052</c:v>
                </c:pt>
                <c:pt idx="1720">
                  <c:v>46055</c:v>
                </c:pt>
                <c:pt idx="1721">
                  <c:v>46056</c:v>
                </c:pt>
                <c:pt idx="1722">
                  <c:v>46057</c:v>
                </c:pt>
                <c:pt idx="1723">
                  <c:v>46058</c:v>
                </c:pt>
                <c:pt idx="1724">
                  <c:v>46059</c:v>
                </c:pt>
                <c:pt idx="1725">
                  <c:v>46062</c:v>
                </c:pt>
                <c:pt idx="1726">
                  <c:v>46063</c:v>
                </c:pt>
                <c:pt idx="1727">
                  <c:v>46064</c:v>
                </c:pt>
                <c:pt idx="1728">
                  <c:v>46065</c:v>
                </c:pt>
                <c:pt idx="1729">
                  <c:v>46066</c:v>
                </c:pt>
                <c:pt idx="1730">
                  <c:v>46077</c:v>
                </c:pt>
                <c:pt idx="1731">
                  <c:v>46078</c:v>
                </c:pt>
                <c:pt idx="1732">
                  <c:v>46079</c:v>
                </c:pt>
                <c:pt idx="1733">
                  <c:v>46080</c:v>
                </c:pt>
                <c:pt idx="1734">
                  <c:v>46083</c:v>
                </c:pt>
                <c:pt idx="1735">
                  <c:v>46084</c:v>
                </c:pt>
                <c:pt idx="1736">
                  <c:v>46085</c:v>
                </c:pt>
                <c:pt idx="1737">
                  <c:v>46086</c:v>
                </c:pt>
                <c:pt idx="1738">
                  <c:v>46087</c:v>
                </c:pt>
                <c:pt idx="1739">
                  <c:v>46090</c:v>
                </c:pt>
                <c:pt idx="1740">
                  <c:v>46091</c:v>
                </c:pt>
                <c:pt idx="1741">
                  <c:v>46092</c:v>
                </c:pt>
                <c:pt idx="1742">
                  <c:v>46093</c:v>
                </c:pt>
                <c:pt idx="1743">
                  <c:v>46094</c:v>
                </c:pt>
                <c:pt idx="1744">
                  <c:v>46097</c:v>
                </c:pt>
                <c:pt idx="1745">
                  <c:v>46098</c:v>
                </c:pt>
                <c:pt idx="1746">
                  <c:v>46099</c:v>
                </c:pt>
                <c:pt idx="1747">
                  <c:v>46100</c:v>
                </c:pt>
                <c:pt idx="1748">
                  <c:v>46101</c:v>
                </c:pt>
                <c:pt idx="1749">
                  <c:v>46104</c:v>
                </c:pt>
                <c:pt idx="1750">
                  <c:v>46105</c:v>
                </c:pt>
                <c:pt idx="1751">
                  <c:v>46106</c:v>
                </c:pt>
                <c:pt idx="1752">
                  <c:v>46107</c:v>
                </c:pt>
                <c:pt idx="1753">
                  <c:v>46108</c:v>
                </c:pt>
                <c:pt idx="1754">
                  <c:v>46111</c:v>
                </c:pt>
                <c:pt idx="1755">
                  <c:v>46112</c:v>
                </c:pt>
                <c:pt idx="1756">
                  <c:v>46113</c:v>
                </c:pt>
                <c:pt idx="1757">
                  <c:v>46114</c:v>
                </c:pt>
                <c:pt idx="1758">
                  <c:v>46115</c:v>
                </c:pt>
                <c:pt idx="1759">
                  <c:v>46119</c:v>
                </c:pt>
                <c:pt idx="1760">
                  <c:v>46120</c:v>
                </c:pt>
                <c:pt idx="1761">
                  <c:v>46121</c:v>
                </c:pt>
                <c:pt idx="1762">
                  <c:v>46122</c:v>
                </c:pt>
                <c:pt idx="1763">
                  <c:v>46125</c:v>
                </c:pt>
                <c:pt idx="1764">
                  <c:v>46126</c:v>
                </c:pt>
                <c:pt idx="1765">
                  <c:v>46127</c:v>
                </c:pt>
                <c:pt idx="1766">
                  <c:v>46128</c:v>
                </c:pt>
                <c:pt idx="1767">
                  <c:v>46129</c:v>
                </c:pt>
                <c:pt idx="1768">
                  <c:v>46132</c:v>
                </c:pt>
                <c:pt idx="1769">
                  <c:v>46133</c:v>
                </c:pt>
                <c:pt idx="1770">
                  <c:v>46134</c:v>
                </c:pt>
                <c:pt idx="1771">
                  <c:v>46135</c:v>
                </c:pt>
                <c:pt idx="1772">
                  <c:v>46136</c:v>
                </c:pt>
                <c:pt idx="1773">
                  <c:v>46139</c:v>
                </c:pt>
                <c:pt idx="1774">
                  <c:v>46140</c:v>
                </c:pt>
                <c:pt idx="1775">
                  <c:v>46141</c:v>
                </c:pt>
                <c:pt idx="1776">
                  <c:v>46142</c:v>
                </c:pt>
                <c:pt idx="1777">
                  <c:v>46148</c:v>
                </c:pt>
                <c:pt idx="1778">
                  <c:v>46149</c:v>
                </c:pt>
                <c:pt idx="1779">
                  <c:v>46150</c:v>
                </c:pt>
                <c:pt idx="1780">
                  <c:v>46153</c:v>
                </c:pt>
                <c:pt idx="1781">
                  <c:v>46154</c:v>
                </c:pt>
                <c:pt idx="1782">
                  <c:v>46155</c:v>
                </c:pt>
                <c:pt idx="1783">
                  <c:v>46156</c:v>
                </c:pt>
                <c:pt idx="1784">
                  <c:v>46157</c:v>
                </c:pt>
              </c:numCache>
            </c:numRef>
          </c:cat>
          <c:val>
            <c:numRef>
              <c:f>微盘_2018!$M$14:$M$10002</c:f>
              <c:numCache>
                <c:formatCode>0.0000</c:formatCode>
                <c:ptCount val="9989"/>
                <c:pt idx="0">
                  <c:v>1</c:v>
                </c:pt>
                <c:pt idx="1">
                  <c:v>1.0064155694907211</c:v>
                </c:pt>
                <c:pt idx="2">
                  <c:v>1.0064870658674512</c:v>
                </c:pt>
                <c:pt idx="3">
                  <c:v>1.0325488463614056</c:v>
                </c:pt>
                <c:pt idx="4">
                  <c:v>1.0529783470959735</c:v>
                </c:pt>
                <c:pt idx="5">
                  <c:v>1.054762099621426</c:v>
                </c:pt>
                <c:pt idx="6">
                  <c:v>1.0577158257562576</c:v>
                </c:pt>
                <c:pt idx="7">
                  <c:v>1.0570616582119754</c:v>
                </c:pt>
                <c:pt idx="8">
                  <c:v>1.064647074467671</c:v>
                </c:pt>
                <c:pt idx="9">
                  <c:v>1.0570371249116715</c:v>
                </c:pt>
                <c:pt idx="10">
                  <c:v>1.0736965832745151</c:v>
                </c:pt>
                <c:pt idx="11">
                  <c:v>1.0716558643523593</c:v>
                </c:pt>
                <c:pt idx="12">
                  <c:v>1.0586398429678803</c:v>
                </c:pt>
                <c:pt idx="13">
                  <c:v>1.062892316482867</c:v>
                </c:pt>
                <c:pt idx="14">
                  <c:v>1.0697357469101445</c:v>
                </c:pt>
                <c:pt idx="15">
                  <c:v>1.0620102761920398</c:v>
                </c:pt>
                <c:pt idx="16">
                  <c:v>1.0632128823339719</c:v>
                </c:pt>
                <c:pt idx="17">
                  <c:v>1.0705348141965281</c:v>
                </c:pt>
                <c:pt idx="18">
                  <c:v>1.0559049608237261</c:v>
                </c:pt>
                <c:pt idx="19">
                  <c:v>1.0466747226258768</c:v>
                </c:pt>
                <c:pt idx="20">
                  <c:v>1.0158542903374803</c:v>
                </c:pt>
                <c:pt idx="21">
                  <c:v>0.9967885782364434</c:v>
                </c:pt>
                <c:pt idx="22">
                  <c:v>0.97349512775254787</c:v>
                </c:pt>
                <c:pt idx="23">
                  <c:v>1.0018984778364111</c:v>
                </c:pt>
                <c:pt idx="24">
                  <c:v>1.0284296329557345</c:v>
                </c:pt>
                <c:pt idx="25">
                  <c:v>1.0487130531800384</c:v>
                </c:pt>
                <c:pt idx="26">
                  <c:v>1.0666279877141525</c:v>
                </c:pt>
                <c:pt idx="27">
                  <c:v>1.0703452709116281</c:v>
                </c:pt>
                <c:pt idx="28">
                  <c:v>1.0725547406690199</c:v>
                </c:pt>
                <c:pt idx="29">
                  <c:v>1.1098949196801218</c:v>
                </c:pt>
                <c:pt idx="30">
                  <c:v>1.1121235762281749</c:v>
                </c:pt>
                <c:pt idx="31">
                  <c:v>1.1261872436176619</c:v>
                </c:pt>
                <c:pt idx="32">
                  <c:v>1.12352386382592</c:v>
                </c:pt>
                <c:pt idx="33">
                  <c:v>1.1508023013668129</c:v>
                </c:pt>
                <c:pt idx="34">
                  <c:v>1.202993048407381</c:v>
                </c:pt>
                <c:pt idx="35">
                  <c:v>1.2050989621683714</c:v>
                </c:pt>
                <c:pt idx="36">
                  <c:v>1.2018344974423556</c:v>
                </c:pt>
                <c:pt idx="37">
                  <c:v>1.2179218141486543</c:v>
                </c:pt>
                <c:pt idx="38">
                  <c:v>1.2227554450036306</c:v>
                </c:pt>
                <c:pt idx="39">
                  <c:v>1.2438411988918774</c:v>
                </c:pt>
                <c:pt idx="40">
                  <c:v>1.2797348304556539</c:v>
                </c:pt>
                <c:pt idx="41">
                  <c:v>1.3140074769607888</c:v>
                </c:pt>
                <c:pt idx="42">
                  <c:v>1.342158618788301</c:v>
                </c:pt>
                <c:pt idx="43">
                  <c:v>1.2764549799350742</c:v>
                </c:pt>
                <c:pt idx="44">
                  <c:v>1.3351379278906887</c:v>
                </c:pt>
                <c:pt idx="45">
                  <c:v>1.3575460599540652</c:v>
                </c:pt>
                <c:pt idx="46">
                  <c:v>1.342930943754177</c:v>
                </c:pt>
                <c:pt idx="47">
                  <c:v>1.2984951478852516</c:v>
                </c:pt>
                <c:pt idx="48">
                  <c:v>1.3275332563759987</c:v>
                </c:pt>
                <c:pt idx="49">
                  <c:v>1.3551708226977501</c:v>
                </c:pt>
                <c:pt idx="50">
                  <c:v>1.3610580313222864</c:v>
                </c:pt>
                <c:pt idx="51">
                  <c:v>1.3591456293124233</c:v>
                </c:pt>
                <c:pt idx="52">
                  <c:v>1.377129505667213</c:v>
                </c:pt>
                <c:pt idx="53">
                  <c:v>1.3921260489533518</c:v>
                </c:pt>
                <c:pt idx="54">
                  <c:v>1.3876574331427338</c:v>
                </c:pt>
                <c:pt idx="55">
                  <c:v>1.3507376736399912</c:v>
                </c:pt>
                <c:pt idx="56">
                  <c:v>1.3652229189874561</c:v>
                </c:pt>
                <c:pt idx="57">
                  <c:v>1.349429291467408</c:v>
                </c:pt>
                <c:pt idx="58">
                  <c:v>1.3805054078622934</c:v>
                </c:pt>
                <c:pt idx="59">
                  <c:v>1.4294187814933883</c:v>
                </c:pt>
                <c:pt idx="60">
                  <c:v>1.4397437693536124</c:v>
                </c:pt>
                <c:pt idx="61">
                  <c:v>1.461927636391164</c:v>
                </c:pt>
                <c:pt idx="62">
                  <c:v>1.4735350735394717</c:v>
                </c:pt>
                <c:pt idx="63">
                  <c:v>1.4754937268751314</c:v>
                </c:pt>
                <c:pt idx="64">
                  <c:v>1.4874639555516764</c:v>
                </c:pt>
                <c:pt idx="65">
                  <c:v>1.4936667432401995</c:v>
                </c:pt>
                <c:pt idx="66">
                  <c:v>1.4720105169919502</c:v>
                </c:pt>
                <c:pt idx="67">
                  <c:v>1.4728424400494795</c:v>
                </c:pt>
                <c:pt idx="68">
                  <c:v>1.4565396169439895</c:v>
                </c:pt>
                <c:pt idx="69">
                  <c:v>1.4854105797872053</c:v>
                </c:pt>
                <c:pt idx="70">
                  <c:v>1.5110771821544473</c:v>
                </c:pt>
                <c:pt idx="71">
                  <c:v>1.5117141813350237</c:v>
                </c:pt>
                <c:pt idx="72">
                  <c:v>1.5275910316400405</c:v>
                </c:pt>
                <c:pt idx="73">
                  <c:v>1.5131198839966107</c:v>
                </c:pt>
                <c:pt idx="74">
                  <c:v>1.4786977963779711</c:v>
                </c:pt>
                <c:pt idx="75">
                  <c:v>1.5011055132154516</c:v>
                </c:pt>
                <c:pt idx="76">
                  <c:v>1.4334938374151263</c:v>
                </c:pt>
                <c:pt idx="77">
                  <c:v>1.421979971897444</c:v>
                </c:pt>
                <c:pt idx="78">
                  <c:v>1.3598937804185267</c:v>
                </c:pt>
                <c:pt idx="79">
                  <c:v>1.3804069442793614</c:v>
                </c:pt>
                <c:pt idx="80">
                  <c:v>1.2725139933304022</c:v>
                </c:pt>
                <c:pt idx="81">
                  <c:v>1.3048223409312574</c:v>
                </c:pt>
                <c:pt idx="82">
                  <c:v>1.3146596024284869</c:v>
                </c:pt>
                <c:pt idx="83">
                  <c:v>1.3116915665272604</c:v>
                </c:pt>
                <c:pt idx="84">
                  <c:v>1.3557627117450795</c:v>
                </c:pt>
                <c:pt idx="85">
                  <c:v>1.356741172092667</c:v>
                </c:pt>
                <c:pt idx="86">
                  <c:v>1.3546303825594859</c:v>
                </c:pt>
                <c:pt idx="87">
                  <c:v>1.3850545380900663</c:v>
                </c:pt>
                <c:pt idx="88">
                  <c:v>1.3942476746563979</c:v>
                </c:pt>
                <c:pt idx="89">
                  <c:v>1.344957432273381</c:v>
                </c:pt>
                <c:pt idx="90">
                  <c:v>1.3453118998269009</c:v>
                </c:pt>
                <c:pt idx="91">
                  <c:v>1.3660891758386404</c:v>
                </c:pt>
                <c:pt idx="92">
                  <c:v>1.3665762130394297</c:v>
                </c:pt>
                <c:pt idx="93">
                  <c:v>1.3299764648972077</c:v>
                </c:pt>
                <c:pt idx="94">
                  <c:v>1.3213880302967544</c:v>
                </c:pt>
                <c:pt idx="95">
                  <c:v>1.3591698697920993</c:v>
                </c:pt>
                <c:pt idx="96">
                  <c:v>1.3570189119010987</c:v>
                </c:pt>
                <c:pt idx="97">
                  <c:v>1.368622195941678</c:v>
                </c:pt>
                <c:pt idx="98">
                  <c:v>1.3649793560455883</c:v>
                </c:pt>
                <c:pt idx="99">
                  <c:v>1.3721993464681836</c:v>
                </c:pt>
                <c:pt idx="100">
                  <c:v>1.3542482182339888</c:v>
                </c:pt>
                <c:pt idx="101">
                  <c:v>1.330344660741047</c:v>
                </c:pt>
                <c:pt idx="102">
                  <c:v>1.3477123743884605</c:v>
                </c:pt>
                <c:pt idx="103">
                  <c:v>1.3159543351118648</c:v>
                </c:pt>
                <c:pt idx="104">
                  <c:v>1.33526031676874</c:v>
                </c:pt>
                <c:pt idx="105">
                  <c:v>1.3865484925215255</c:v>
                </c:pt>
                <c:pt idx="106">
                  <c:v>1.3872401095520794</c:v>
                </c:pt>
                <c:pt idx="107">
                  <c:v>1.4050287278545188</c:v>
                </c:pt>
                <c:pt idx="108">
                  <c:v>1.370977782526891</c:v>
                </c:pt>
                <c:pt idx="109">
                  <c:v>1.3776728807581604</c:v>
                </c:pt>
                <c:pt idx="110">
                  <c:v>1.3698850158176732</c:v>
                </c:pt>
                <c:pt idx="111">
                  <c:v>1.3904826415994105</c:v>
                </c:pt>
                <c:pt idx="112">
                  <c:v>1.411086815548849</c:v>
                </c:pt>
                <c:pt idx="113">
                  <c:v>1.4583118244590789</c:v>
                </c:pt>
                <c:pt idx="114">
                  <c:v>1.4562887229041113</c:v>
                </c:pt>
                <c:pt idx="115">
                  <c:v>1.4472453793641034</c:v>
                </c:pt>
                <c:pt idx="116">
                  <c:v>1.4527372096188396</c:v>
                </c:pt>
                <c:pt idx="117">
                  <c:v>1.4617993670851974</c:v>
                </c:pt>
                <c:pt idx="118">
                  <c:v>1.4274561240857657</c:v>
                </c:pt>
                <c:pt idx="119">
                  <c:v>1.4674580479842478</c:v>
                </c:pt>
                <c:pt idx="120">
                  <c:v>1.4656945185787504</c:v>
                </c:pt>
                <c:pt idx="121">
                  <c:v>1.4538337345480916</c:v>
                </c:pt>
                <c:pt idx="122">
                  <c:v>1.4415803672645369</c:v>
                </c:pt>
                <c:pt idx="123">
                  <c:v>1.4434122696247795</c:v>
                </c:pt>
                <c:pt idx="124">
                  <c:v>1.3916607000125771</c:v>
                </c:pt>
                <c:pt idx="125">
                  <c:v>1.4032470510137003</c:v>
                </c:pt>
                <c:pt idx="126">
                  <c:v>1.4016497772771754</c:v>
                </c:pt>
                <c:pt idx="127">
                  <c:v>1.4116861514890435</c:v>
                </c:pt>
                <c:pt idx="128">
                  <c:v>1.4209727125204605</c:v>
                </c:pt>
                <c:pt idx="129">
                  <c:v>1.4345039763573821</c:v>
                </c:pt>
                <c:pt idx="130">
                  <c:v>1.4412619994450708</c:v>
                </c:pt>
                <c:pt idx="131">
                  <c:v>1.4427078496219585</c:v>
                </c:pt>
                <c:pt idx="132">
                  <c:v>1.4176949260554361</c:v>
                </c:pt>
                <c:pt idx="133">
                  <c:v>1.4295840653097887</c:v>
                </c:pt>
                <c:pt idx="134">
                  <c:v>1.3821593746576668</c:v>
                </c:pt>
                <c:pt idx="135">
                  <c:v>1.4073416837682151</c:v>
                </c:pt>
                <c:pt idx="136">
                  <c:v>1.4256015389340884</c:v>
                </c:pt>
                <c:pt idx="137">
                  <c:v>1.4295244918418288</c:v>
                </c:pt>
                <c:pt idx="138">
                  <c:v>1.430489950360283</c:v>
                </c:pt>
                <c:pt idx="139">
                  <c:v>1.4325036426499607</c:v>
                </c:pt>
                <c:pt idx="140">
                  <c:v>1.4452938801755746</c:v>
                </c:pt>
                <c:pt idx="141">
                  <c:v>1.4348042409773429</c:v>
                </c:pt>
                <c:pt idx="142">
                  <c:v>1.4401462109557785</c:v>
                </c:pt>
                <c:pt idx="143">
                  <c:v>1.4158639522888425</c:v>
                </c:pt>
                <c:pt idx="144">
                  <c:v>1.4011366865263324</c:v>
                </c:pt>
                <c:pt idx="145">
                  <c:v>1.3546403001625327</c:v>
                </c:pt>
                <c:pt idx="146">
                  <c:v>1.3456096975970973</c:v>
                </c:pt>
                <c:pt idx="147">
                  <c:v>1.3519955035753914</c:v>
                </c:pt>
                <c:pt idx="148">
                  <c:v>1.3399225169506401</c:v>
                </c:pt>
                <c:pt idx="149">
                  <c:v>1.3601326727593654</c:v>
                </c:pt>
                <c:pt idx="150">
                  <c:v>1.3507701559347796</c:v>
                </c:pt>
                <c:pt idx="151">
                  <c:v>1.3639257190071945</c:v>
                </c:pt>
                <c:pt idx="152">
                  <c:v>1.3672537377332206</c:v>
                </c:pt>
                <c:pt idx="153">
                  <c:v>1.3736557693218621</c:v>
                </c:pt>
                <c:pt idx="154">
                  <c:v>1.4135377917545726</c:v>
                </c:pt>
                <c:pt idx="155">
                  <c:v>1.418942332003253</c:v>
                </c:pt>
                <c:pt idx="156">
                  <c:v>1.4208258921058312</c:v>
                </c:pt>
                <c:pt idx="157">
                  <c:v>1.4208419728175787</c:v>
                </c:pt>
                <c:pt idx="158">
                  <c:v>1.4195090973227886</c:v>
                </c:pt>
                <c:pt idx="159">
                  <c:v>1.4095551330231944</c:v>
                </c:pt>
                <c:pt idx="160">
                  <c:v>1.4347234527765267</c:v>
                </c:pt>
                <c:pt idx="161">
                  <c:v>1.4342177241482503</c:v>
                </c:pt>
                <c:pt idx="162">
                  <c:v>1.4347265209217337</c:v>
                </c:pt>
                <c:pt idx="163">
                  <c:v>1.4087921811176074</c:v>
                </c:pt>
                <c:pt idx="164">
                  <c:v>1.4459770640650089</c:v>
                </c:pt>
                <c:pt idx="165">
                  <c:v>1.4568996731198409</c:v>
                </c:pt>
                <c:pt idx="166">
                  <c:v>1.469376599593216</c:v>
                </c:pt>
                <c:pt idx="167">
                  <c:v>1.4790916758922839</c:v>
                </c:pt>
                <c:pt idx="168">
                  <c:v>1.4872218338916177</c:v>
                </c:pt>
                <c:pt idx="169">
                  <c:v>1.5211624275069411</c:v>
                </c:pt>
                <c:pt idx="170">
                  <c:v>1.5278008260354463</c:v>
                </c:pt>
                <c:pt idx="171">
                  <c:v>1.5177436242143199</c:v>
                </c:pt>
                <c:pt idx="172">
                  <c:v>1.5268630391340203</c:v>
                </c:pt>
                <c:pt idx="173">
                  <c:v>1.5341850966857322</c:v>
                </c:pt>
                <c:pt idx="174">
                  <c:v>1.5000921534136891</c:v>
                </c:pt>
                <c:pt idx="175">
                  <c:v>1.5112833381351911</c:v>
                </c:pt>
                <c:pt idx="176">
                  <c:v>1.5328911482822094</c:v>
                </c:pt>
                <c:pt idx="177">
                  <c:v>1.5340265989826685</c:v>
                </c:pt>
                <c:pt idx="178">
                  <c:v>1.5226752435211244</c:v>
                </c:pt>
                <c:pt idx="179">
                  <c:v>1.5291950915157566</c:v>
                </c:pt>
                <c:pt idx="180">
                  <c:v>1.4980650785787972</c:v>
                </c:pt>
                <c:pt idx="181">
                  <c:v>1.4545132381671146</c:v>
                </c:pt>
                <c:pt idx="182">
                  <c:v>1.4700079015138774</c:v>
                </c:pt>
                <c:pt idx="183">
                  <c:v>1.4599990996759906</c:v>
                </c:pt>
                <c:pt idx="184">
                  <c:v>1.4620538799124148</c:v>
                </c:pt>
                <c:pt idx="185">
                  <c:v>1.482527898063446</c:v>
                </c:pt>
                <c:pt idx="186">
                  <c:v>1.5020619673410731</c:v>
                </c:pt>
                <c:pt idx="187">
                  <c:v>1.5109277257155924</c:v>
                </c:pt>
                <c:pt idx="188">
                  <c:v>1.5362937032274953</c:v>
                </c:pt>
                <c:pt idx="189">
                  <c:v>1.5255365699574457</c:v>
                </c:pt>
                <c:pt idx="190">
                  <c:v>1.5091103660675278</c:v>
                </c:pt>
                <c:pt idx="191">
                  <c:v>1.5082853353313237</c:v>
                </c:pt>
                <c:pt idx="192">
                  <c:v>1.4845655913623621</c:v>
                </c:pt>
                <c:pt idx="193">
                  <c:v>1.4858274102835669</c:v>
                </c:pt>
                <c:pt idx="194">
                  <c:v>1.4998639650201155</c:v>
                </c:pt>
                <c:pt idx="195">
                  <c:v>1.5002288155979828</c:v>
                </c:pt>
                <c:pt idx="196">
                  <c:v>1.5002865515516712</c:v>
                </c:pt>
                <c:pt idx="197">
                  <c:v>1.5085974703846339</c:v>
                </c:pt>
                <c:pt idx="198">
                  <c:v>1.5275803596359638</c:v>
                </c:pt>
                <c:pt idx="199">
                  <c:v>1.5011681105230605</c:v>
                </c:pt>
                <c:pt idx="200">
                  <c:v>1.47785489117362</c:v>
                </c:pt>
                <c:pt idx="201">
                  <c:v>1.4596436262856605</c:v>
                </c:pt>
                <c:pt idx="202">
                  <c:v>1.4740038350289126</c:v>
                </c:pt>
                <c:pt idx="203">
                  <c:v>1.4746152847230038</c:v>
                </c:pt>
                <c:pt idx="204">
                  <c:v>1.4741293208282109</c:v>
                </c:pt>
                <c:pt idx="205">
                  <c:v>1.4632307767273476</c:v>
                </c:pt>
                <c:pt idx="206">
                  <c:v>1.4697972323888784</c:v>
                </c:pt>
                <c:pt idx="207">
                  <c:v>1.4677418464915843</c:v>
                </c:pt>
                <c:pt idx="208">
                  <c:v>1.4270038528927542</c:v>
                </c:pt>
                <c:pt idx="209">
                  <c:v>1.4350516768693415</c:v>
                </c:pt>
                <c:pt idx="210">
                  <c:v>1.4268621581578664</c:v>
                </c:pt>
                <c:pt idx="211">
                  <c:v>1.4327478572452592</c:v>
                </c:pt>
                <c:pt idx="212">
                  <c:v>1.4146820803965046</c:v>
                </c:pt>
                <c:pt idx="213">
                  <c:v>1.4249816818223746</c:v>
                </c:pt>
                <c:pt idx="214">
                  <c:v>1.4515270426101181</c:v>
                </c:pt>
                <c:pt idx="215">
                  <c:v>1.4391488616056747</c:v>
                </c:pt>
                <c:pt idx="216">
                  <c:v>1.4413651158157617</c:v>
                </c:pt>
                <c:pt idx="217">
                  <c:v>1.4387903293840352</c:v>
                </c:pt>
                <c:pt idx="218">
                  <c:v>1.4435962146331147</c:v>
                </c:pt>
                <c:pt idx="219">
                  <c:v>1.442556756604207</c:v>
                </c:pt>
                <c:pt idx="220">
                  <c:v>1.4325963947869167</c:v>
                </c:pt>
                <c:pt idx="221">
                  <c:v>1.4265807969294408</c:v>
                </c:pt>
                <c:pt idx="222">
                  <c:v>1.4308427315911239</c:v>
                </c:pt>
                <c:pt idx="223">
                  <c:v>1.4358481457258387</c:v>
                </c:pt>
                <c:pt idx="224">
                  <c:v>1.4469233431126658</c:v>
                </c:pt>
                <c:pt idx="225">
                  <c:v>1.4556612674456766</c:v>
                </c:pt>
                <c:pt idx="226">
                  <c:v>1.4726651812128391</c:v>
                </c:pt>
                <c:pt idx="227">
                  <c:v>1.4810885537138494</c:v>
                </c:pt>
                <c:pt idx="228">
                  <c:v>1.4832851523785648</c:v>
                </c:pt>
                <c:pt idx="229">
                  <c:v>1.4931019415113398</c:v>
                </c:pt>
                <c:pt idx="230">
                  <c:v>1.488364437279925</c:v>
                </c:pt>
                <c:pt idx="231">
                  <c:v>1.4808283768851975</c:v>
                </c:pt>
                <c:pt idx="232">
                  <c:v>1.4972044909608897</c:v>
                </c:pt>
                <c:pt idx="233">
                  <c:v>1.5246185031386443</c:v>
                </c:pt>
                <c:pt idx="234">
                  <c:v>1.5361079970447031</c:v>
                </c:pt>
                <c:pt idx="235">
                  <c:v>1.5393540627261133</c:v>
                </c:pt>
                <c:pt idx="236">
                  <c:v>1.5532032188951961</c:v>
                </c:pt>
                <c:pt idx="237">
                  <c:v>1.5460369461670098</c:v>
                </c:pt>
                <c:pt idx="238">
                  <c:v>1.5126112840737287</c:v>
                </c:pt>
                <c:pt idx="239">
                  <c:v>1.539234074959978</c:v>
                </c:pt>
                <c:pt idx="240">
                  <c:v>1.5402732780248638</c:v>
                </c:pt>
                <c:pt idx="241">
                  <c:v>1.5547883231681161</c:v>
                </c:pt>
                <c:pt idx="242">
                  <c:v>1.5499044459319309</c:v>
                </c:pt>
                <c:pt idx="243">
                  <c:v>1.5631759278156636</c:v>
                </c:pt>
                <c:pt idx="244">
                  <c:v>1.573466172150721</c:v>
                </c:pt>
                <c:pt idx="245">
                  <c:v>1.6038539116242621</c:v>
                </c:pt>
                <c:pt idx="246">
                  <c:v>1.6065885783846692</c:v>
                </c:pt>
                <c:pt idx="247">
                  <c:v>1.6183282895811208</c:v>
                </c:pt>
                <c:pt idx="248">
                  <c:v>1.6419152655405287</c:v>
                </c:pt>
                <c:pt idx="249">
                  <c:v>1.6138798922124817</c:v>
                </c:pt>
                <c:pt idx="250">
                  <c:v>1.6370840532614344</c:v>
                </c:pt>
                <c:pt idx="251">
                  <c:v>1.627016226889892</c:v>
                </c:pt>
                <c:pt idx="252">
                  <c:v>1.641697105386462</c:v>
                </c:pt>
                <c:pt idx="253">
                  <c:v>1.6449428807326507</c:v>
                </c:pt>
                <c:pt idx="254">
                  <c:v>1.631805363673019</c:v>
                </c:pt>
                <c:pt idx="255">
                  <c:v>1.620878391799178</c:v>
                </c:pt>
                <c:pt idx="256">
                  <c:v>1.6169539552662544</c:v>
                </c:pt>
                <c:pt idx="257">
                  <c:v>1.633329439208542</c:v>
                </c:pt>
                <c:pt idx="258">
                  <c:v>1.615265108020675</c:v>
                </c:pt>
                <c:pt idx="259">
                  <c:v>1.6095964887080529</c:v>
                </c:pt>
                <c:pt idx="260">
                  <c:v>1.5560898805831922</c:v>
                </c:pt>
                <c:pt idx="261">
                  <c:v>1.4154670834290117</c:v>
                </c:pt>
                <c:pt idx="262">
                  <c:v>1.3907789644330497</c:v>
                </c:pt>
                <c:pt idx="263">
                  <c:v>1.4298141985420101</c:v>
                </c:pt>
                <c:pt idx="264">
                  <c:v>1.4622813591179573</c:v>
                </c:pt>
                <c:pt idx="265">
                  <c:v>1.4812319161773406</c:v>
                </c:pt>
                <c:pt idx="266">
                  <c:v>1.5115113998113372</c:v>
                </c:pt>
                <c:pt idx="267">
                  <c:v>1.5034297707936293</c:v>
                </c:pt>
                <c:pt idx="268">
                  <c:v>1.5271496438015204</c:v>
                </c:pt>
                <c:pt idx="269">
                  <c:v>1.5059891797616716</c:v>
                </c:pt>
                <c:pt idx="270">
                  <c:v>1.5077104249786895</c:v>
                </c:pt>
                <c:pt idx="271">
                  <c:v>1.5584235929335608</c:v>
                </c:pt>
                <c:pt idx="272">
                  <c:v>1.5861478705950764</c:v>
                </c:pt>
                <c:pt idx="273">
                  <c:v>1.5825412503342744</c:v>
                </c:pt>
                <c:pt idx="274">
                  <c:v>1.6165820104515183</c:v>
                </c:pt>
                <c:pt idx="275">
                  <c:v>1.6343174776842997</c:v>
                </c:pt>
                <c:pt idx="276">
                  <c:v>1.6521725081563394</c:v>
                </c:pt>
                <c:pt idx="277">
                  <c:v>1.6353974829976452</c:v>
                </c:pt>
                <c:pt idx="278">
                  <c:v>1.63382804047286</c:v>
                </c:pt>
                <c:pt idx="279">
                  <c:v>1.6398319205102363</c:v>
                </c:pt>
                <c:pt idx="280">
                  <c:v>1.5432503914988338</c:v>
                </c:pt>
                <c:pt idx="281">
                  <c:v>1.6138049304046753</c:v>
                </c:pt>
                <c:pt idx="282">
                  <c:v>1.6357411621397617</c:v>
                </c:pt>
                <c:pt idx="283">
                  <c:v>1.6601120950191761</c:v>
                </c:pt>
                <c:pt idx="284">
                  <c:v>1.6967967955822496</c:v>
                </c:pt>
                <c:pt idx="285">
                  <c:v>1.7036148167434215</c:v>
                </c:pt>
                <c:pt idx="286">
                  <c:v>1.6590695953454715</c:v>
                </c:pt>
                <c:pt idx="287">
                  <c:v>1.691163913688456</c:v>
                </c:pt>
                <c:pt idx="288">
                  <c:v>1.6836200584834629</c:v>
                </c:pt>
                <c:pt idx="289">
                  <c:v>1.6488901132881872</c:v>
                </c:pt>
                <c:pt idx="290">
                  <c:v>1.6288464889431788</c:v>
                </c:pt>
                <c:pt idx="291">
                  <c:v>1.5867928947038419</c:v>
                </c:pt>
                <c:pt idx="292">
                  <c:v>1.5927780539944927</c:v>
                </c:pt>
                <c:pt idx="293">
                  <c:v>1.573980042046923</c:v>
                </c:pt>
                <c:pt idx="294">
                  <c:v>1.5927926920694055</c:v>
                </c:pt>
                <c:pt idx="295">
                  <c:v>1.6234599580107827</c:v>
                </c:pt>
                <c:pt idx="296">
                  <c:v>1.577295369078487</c:v>
                </c:pt>
                <c:pt idx="297">
                  <c:v>1.6213152802599826</c:v>
                </c:pt>
                <c:pt idx="298">
                  <c:v>1.6550400995393488</c:v>
                </c:pt>
                <c:pt idx="299">
                  <c:v>1.6262435406235103</c:v>
                </c:pt>
                <c:pt idx="300">
                  <c:v>1.6211576691092562</c:v>
                </c:pt>
                <c:pt idx="301">
                  <c:v>1.5778324020102088</c:v>
                </c:pt>
                <c:pt idx="302">
                  <c:v>1.5733448903615508</c:v>
                </c:pt>
                <c:pt idx="303">
                  <c:v>1.5645613109531402</c:v>
                </c:pt>
                <c:pt idx="304">
                  <c:v>1.5889893557635277</c:v>
                </c:pt>
                <c:pt idx="305">
                  <c:v>1.5781873513448379</c:v>
                </c:pt>
                <c:pt idx="306">
                  <c:v>1.6212037406697923</c:v>
                </c:pt>
                <c:pt idx="307">
                  <c:v>1.6330530048362879</c:v>
                </c:pt>
                <c:pt idx="308">
                  <c:v>1.6540322289725644</c:v>
                </c:pt>
                <c:pt idx="309">
                  <c:v>1.6158714579527886</c:v>
                </c:pt>
                <c:pt idx="310">
                  <c:v>1.6001022654219728</c:v>
                </c:pt>
                <c:pt idx="311">
                  <c:v>1.629936412489061</c:v>
                </c:pt>
                <c:pt idx="312">
                  <c:v>1.6201132476197782</c:v>
                </c:pt>
                <c:pt idx="313">
                  <c:v>1.6273585114802973</c:v>
                </c:pt>
                <c:pt idx="314">
                  <c:v>1.6246468633015394</c:v>
                </c:pt>
                <c:pt idx="315">
                  <c:v>1.6375757998356761</c:v>
                </c:pt>
                <c:pt idx="316">
                  <c:v>1.6305216032825594</c:v>
                </c:pt>
                <c:pt idx="317">
                  <c:v>1.6444422501810669</c:v>
                </c:pt>
                <c:pt idx="318">
                  <c:v>1.6402432420913484</c:v>
                </c:pt>
                <c:pt idx="319">
                  <c:v>1.6073733205098621</c:v>
                </c:pt>
                <c:pt idx="320">
                  <c:v>1.586673360745569</c:v>
                </c:pt>
                <c:pt idx="321">
                  <c:v>1.5474884916809752</c:v>
                </c:pt>
                <c:pt idx="322">
                  <c:v>1.5503999907405945</c:v>
                </c:pt>
                <c:pt idx="323">
                  <c:v>1.5849151314129568</c:v>
                </c:pt>
                <c:pt idx="324">
                  <c:v>1.6133335758030665</c:v>
                </c:pt>
                <c:pt idx="325">
                  <c:v>1.6056059127832294</c:v>
                </c:pt>
                <c:pt idx="326">
                  <c:v>1.6211974832074183</c:v>
                </c:pt>
                <c:pt idx="327">
                  <c:v>1.6201600524065989</c:v>
                </c:pt>
                <c:pt idx="328">
                  <c:v>1.6101072835871477</c:v>
                </c:pt>
                <c:pt idx="329">
                  <c:v>1.618291792830602</c:v>
                </c:pt>
                <c:pt idx="330">
                  <c:v>1.6116462834263583</c:v>
                </c:pt>
                <c:pt idx="331">
                  <c:v>1.6128479983006887</c:v>
                </c:pt>
                <c:pt idx="332">
                  <c:v>1.6067249433442365</c:v>
                </c:pt>
                <c:pt idx="333">
                  <c:v>1.6273686870734345</c:v>
                </c:pt>
                <c:pt idx="334">
                  <c:v>1.6236725301993304</c:v>
                </c:pt>
                <c:pt idx="335">
                  <c:v>1.6256484673926324</c:v>
                </c:pt>
                <c:pt idx="336">
                  <c:v>1.6092481538028147</c:v>
                </c:pt>
                <c:pt idx="337">
                  <c:v>1.620460882161511</c:v>
                </c:pt>
                <c:pt idx="338">
                  <c:v>1.6501376269799084</c:v>
                </c:pt>
                <c:pt idx="339">
                  <c:v>1.6494203690690583</c:v>
                </c:pt>
                <c:pt idx="340">
                  <c:v>1.6439132560141043</c:v>
                </c:pt>
                <c:pt idx="341">
                  <c:v>1.6594397056835017</c:v>
                </c:pt>
                <c:pt idx="342">
                  <c:v>1.7010966978893218</c:v>
                </c:pt>
                <c:pt idx="343">
                  <c:v>1.7170490673937699</c:v>
                </c:pt>
                <c:pt idx="344">
                  <c:v>1.7266256326565352</c:v>
                </c:pt>
                <c:pt idx="345">
                  <c:v>1.7377868887641117</c:v>
                </c:pt>
                <c:pt idx="346">
                  <c:v>1.734148239903609</c:v>
                </c:pt>
                <c:pt idx="347">
                  <c:v>1.733497937700935</c:v>
                </c:pt>
                <c:pt idx="348">
                  <c:v>1.7390310951118015</c:v>
                </c:pt>
                <c:pt idx="349">
                  <c:v>1.7341140771862982</c:v>
                </c:pt>
                <c:pt idx="350">
                  <c:v>1.7326796865669289</c:v>
                </c:pt>
                <c:pt idx="351">
                  <c:v>1.7341638406669448</c:v>
                </c:pt>
                <c:pt idx="352">
                  <c:v>1.7258493827072494</c:v>
                </c:pt>
                <c:pt idx="353">
                  <c:v>1.7426795721691823</c:v>
                </c:pt>
                <c:pt idx="354">
                  <c:v>1.7516858190926283</c:v>
                </c:pt>
                <c:pt idx="355">
                  <c:v>1.750098224617451</c:v>
                </c:pt>
                <c:pt idx="356">
                  <c:v>1.7568348756719256</c:v>
                </c:pt>
                <c:pt idx="357">
                  <c:v>1.7628063700211944</c:v>
                </c:pt>
                <c:pt idx="358">
                  <c:v>1.7582921615682374</c:v>
                </c:pt>
                <c:pt idx="359">
                  <c:v>1.7460881183220216</c:v>
                </c:pt>
                <c:pt idx="360">
                  <c:v>1.7303036057547354</c:v>
                </c:pt>
                <c:pt idx="361">
                  <c:v>1.7589975707785055</c:v>
                </c:pt>
                <c:pt idx="362">
                  <c:v>1.760043417236637</c:v>
                </c:pt>
                <c:pt idx="363">
                  <c:v>1.7832243715597784</c:v>
                </c:pt>
                <c:pt idx="364">
                  <c:v>1.8024876376633452</c:v>
                </c:pt>
                <c:pt idx="365">
                  <c:v>1.864026850212386</c:v>
                </c:pt>
                <c:pt idx="366">
                  <c:v>1.8755397498088542</c:v>
                </c:pt>
                <c:pt idx="367">
                  <c:v>1.904079422270204</c:v>
                </c:pt>
                <c:pt idx="368">
                  <c:v>1.9493601442883772</c:v>
                </c:pt>
                <c:pt idx="369">
                  <c:v>1.9264667323478175</c:v>
                </c:pt>
                <c:pt idx="370">
                  <c:v>1.9979997731961729</c:v>
                </c:pt>
                <c:pt idx="371">
                  <c:v>2.0082601364485786</c:v>
                </c:pt>
                <c:pt idx="372">
                  <c:v>1.9690981592225589</c:v>
                </c:pt>
                <c:pt idx="373">
                  <c:v>1.9030151819170913</c:v>
                </c:pt>
                <c:pt idx="374">
                  <c:v>1.9067355647838173</c:v>
                </c:pt>
                <c:pt idx="375">
                  <c:v>1.9788695662350215</c:v>
                </c:pt>
                <c:pt idx="376">
                  <c:v>1.9829310943117278</c:v>
                </c:pt>
                <c:pt idx="377">
                  <c:v>1.9816084537419465</c:v>
                </c:pt>
                <c:pt idx="378">
                  <c:v>1.9772813519031476</c:v>
                </c:pt>
                <c:pt idx="379">
                  <c:v>1.9071431215588359</c:v>
                </c:pt>
                <c:pt idx="380">
                  <c:v>1.9026229755374073</c:v>
                </c:pt>
                <c:pt idx="381">
                  <c:v>1.9381103573570733</c:v>
                </c:pt>
                <c:pt idx="382">
                  <c:v>1.9700305441361385</c:v>
                </c:pt>
                <c:pt idx="383">
                  <c:v>1.9678103000889755</c:v>
                </c:pt>
                <c:pt idx="384">
                  <c:v>1.9923874545640727</c:v>
                </c:pt>
                <c:pt idx="385">
                  <c:v>2.044110358563147</c:v>
                </c:pt>
                <c:pt idx="386">
                  <c:v>2.040783445170725</c:v>
                </c:pt>
                <c:pt idx="387">
                  <c:v>2.058377965480124</c:v>
                </c:pt>
                <c:pt idx="388">
                  <c:v>2.0532992233006775</c:v>
                </c:pt>
                <c:pt idx="389">
                  <c:v>2.025058250825337</c:v>
                </c:pt>
                <c:pt idx="390">
                  <c:v>2.0602292793899779</c:v>
                </c:pt>
                <c:pt idx="391">
                  <c:v>2.0190102304624942</c:v>
                </c:pt>
                <c:pt idx="392">
                  <c:v>2.0216850595774947</c:v>
                </c:pt>
                <c:pt idx="393">
                  <c:v>2.0414769778677755</c:v>
                </c:pt>
                <c:pt idx="394">
                  <c:v>2.0582312484857663</c:v>
                </c:pt>
                <c:pt idx="395">
                  <c:v>2.0876979368333166</c:v>
                </c:pt>
                <c:pt idx="396">
                  <c:v>2.0986452341914106</c:v>
                </c:pt>
                <c:pt idx="397">
                  <c:v>2.0875546126363389</c:v>
                </c:pt>
                <c:pt idx="398">
                  <c:v>2.073047472841246</c:v>
                </c:pt>
                <c:pt idx="399">
                  <c:v>2.0836892207139965</c:v>
                </c:pt>
                <c:pt idx="400">
                  <c:v>2.0922102687296813</c:v>
                </c:pt>
                <c:pt idx="401">
                  <c:v>2.1230569800401753</c:v>
                </c:pt>
                <c:pt idx="402">
                  <c:v>2.0945845244486074</c:v>
                </c:pt>
                <c:pt idx="403">
                  <c:v>2.1416069448822665</c:v>
                </c:pt>
                <c:pt idx="404">
                  <c:v>2.1373204718594554</c:v>
                </c:pt>
                <c:pt idx="405">
                  <c:v>2.1419161688707833</c:v>
                </c:pt>
                <c:pt idx="406">
                  <c:v>2.1617320717539399</c:v>
                </c:pt>
                <c:pt idx="407">
                  <c:v>2.1809576807636781</c:v>
                </c:pt>
                <c:pt idx="408">
                  <c:v>2.1663331680807536</c:v>
                </c:pt>
                <c:pt idx="409">
                  <c:v>2.1993463436420879</c:v>
                </c:pt>
                <c:pt idx="410">
                  <c:v>2.2059997373937348</c:v>
                </c:pt>
                <c:pt idx="411">
                  <c:v>2.2502063461011423</c:v>
                </c:pt>
                <c:pt idx="412">
                  <c:v>2.1992304127530877</c:v>
                </c:pt>
                <c:pt idx="413">
                  <c:v>2.066885901569175</c:v>
                </c:pt>
                <c:pt idx="414">
                  <c:v>2.0975054454734394</c:v>
                </c:pt>
                <c:pt idx="415">
                  <c:v>2.1479256549834669</c:v>
                </c:pt>
                <c:pt idx="416">
                  <c:v>2.1356850969752617</c:v>
                </c:pt>
                <c:pt idx="417">
                  <c:v>2.1203580482225264</c:v>
                </c:pt>
                <c:pt idx="418">
                  <c:v>2.1405913697074115</c:v>
                </c:pt>
                <c:pt idx="419">
                  <c:v>2.1596975342270683</c:v>
                </c:pt>
                <c:pt idx="420">
                  <c:v>2.1495222769233235</c:v>
                </c:pt>
                <c:pt idx="421">
                  <c:v>2.1155886130890211</c:v>
                </c:pt>
                <c:pt idx="422">
                  <c:v>2.1366824935750666</c:v>
                </c:pt>
                <c:pt idx="423">
                  <c:v>2.0663988865473253</c:v>
                </c:pt>
                <c:pt idx="424">
                  <c:v>2.0546327651915433</c:v>
                </c:pt>
                <c:pt idx="425">
                  <c:v>2.0167949765752948</c:v>
                </c:pt>
                <c:pt idx="426">
                  <c:v>2.0268791910464574</c:v>
                </c:pt>
                <c:pt idx="427">
                  <c:v>2.0206941423071378</c:v>
                </c:pt>
                <c:pt idx="428">
                  <c:v>2.0779836979466992</c:v>
                </c:pt>
                <c:pt idx="429">
                  <c:v>2.1383093458612978</c:v>
                </c:pt>
                <c:pt idx="430">
                  <c:v>2.1426763445355377</c:v>
                </c:pt>
                <c:pt idx="431">
                  <c:v>2.1342666177956264</c:v>
                </c:pt>
                <c:pt idx="432">
                  <c:v>2.1520851432653578</c:v>
                </c:pt>
                <c:pt idx="433">
                  <c:v>2.1677773151827999</c:v>
                </c:pt>
                <c:pt idx="434">
                  <c:v>2.1542532046293226</c:v>
                </c:pt>
                <c:pt idx="435">
                  <c:v>2.1739968313121323</c:v>
                </c:pt>
                <c:pt idx="436">
                  <c:v>2.1555535221641309</c:v>
                </c:pt>
                <c:pt idx="437">
                  <c:v>2.1527148895070463</c:v>
                </c:pt>
                <c:pt idx="438">
                  <c:v>2.1324389852318726</c:v>
                </c:pt>
                <c:pt idx="439">
                  <c:v>2.139997339055673</c:v>
                </c:pt>
                <c:pt idx="440">
                  <c:v>2.1401884996517051</c:v>
                </c:pt>
                <c:pt idx="441">
                  <c:v>2.1493132424087658</c:v>
                </c:pt>
                <c:pt idx="442">
                  <c:v>2.1582471337103368</c:v>
                </c:pt>
                <c:pt idx="443">
                  <c:v>2.1008286695923801</c:v>
                </c:pt>
                <c:pt idx="444">
                  <c:v>2.1191568191528156</c:v>
                </c:pt>
                <c:pt idx="445">
                  <c:v>2.1568580664170112</c:v>
                </c:pt>
                <c:pt idx="446">
                  <c:v>2.1475292805422606</c:v>
                </c:pt>
                <c:pt idx="447">
                  <c:v>2.1838728612964977</c:v>
                </c:pt>
                <c:pt idx="448">
                  <c:v>2.1669042935979981</c:v>
                </c:pt>
                <c:pt idx="449">
                  <c:v>2.2065429217503163</c:v>
                </c:pt>
                <c:pt idx="450">
                  <c:v>2.1932431552512113</c:v>
                </c:pt>
                <c:pt idx="451">
                  <c:v>2.1766782405277332</c:v>
                </c:pt>
                <c:pt idx="452">
                  <c:v>2.1868320014066835</c:v>
                </c:pt>
                <c:pt idx="453">
                  <c:v>2.1855833239932458</c:v>
                </c:pt>
                <c:pt idx="454">
                  <c:v>2.208352479815574</c:v>
                </c:pt>
                <c:pt idx="455">
                  <c:v>2.2062195106524238</c:v>
                </c:pt>
                <c:pt idx="456">
                  <c:v>2.2244705625981966</c:v>
                </c:pt>
                <c:pt idx="457">
                  <c:v>2.2376478357734841</c:v>
                </c:pt>
                <c:pt idx="458">
                  <c:v>2.250375986860071</c:v>
                </c:pt>
                <c:pt idx="459">
                  <c:v>2.2538719896137329</c:v>
                </c:pt>
                <c:pt idx="460">
                  <c:v>2.2592527255807502</c:v>
                </c:pt>
                <c:pt idx="461">
                  <c:v>2.2318902024331151</c:v>
                </c:pt>
                <c:pt idx="462">
                  <c:v>2.2351442843762337</c:v>
                </c:pt>
                <c:pt idx="463">
                  <c:v>2.2432521607996376</c:v>
                </c:pt>
                <c:pt idx="464">
                  <c:v>2.2308336075264865</c:v>
                </c:pt>
                <c:pt idx="465">
                  <c:v>2.2524333535807752</c:v>
                </c:pt>
                <c:pt idx="466">
                  <c:v>2.2480192749082639</c:v>
                </c:pt>
                <c:pt idx="467">
                  <c:v>2.2460142468473312</c:v>
                </c:pt>
                <c:pt idx="468">
                  <c:v>2.2473670154896239</c:v>
                </c:pt>
                <c:pt idx="469">
                  <c:v>2.234797751365821</c:v>
                </c:pt>
                <c:pt idx="470">
                  <c:v>2.2305903292959779</c:v>
                </c:pt>
                <c:pt idx="471">
                  <c:v>2.1920562070477372</c:v>
                </c:pt>
                <c:pt idx="472">
                  <c:v>2.1848888705590368</c:v>
                </c:pt>
                <c:pt idx="473">
                  <c:v>2.1419551334949078</c:v>
                </c:pt>
                <c:pt idx="474">
                  <c:v>2.1501715888146138</c:v>
                </c:pt>
                <c:pt idx="475">
                  <c:v>2.1443696427713217</c:v>
                </c:pt>
                <c:pt idx="476">
                  <c:v>2.1169463157238009</c:v>
                </c:pt>
                <c:pt idx="477">
                  <c:v>2.1320795541110882</c:v>
                </c:pt>
                <c:pt idx="478">
                  <c:v>2.118952640966123</c:v>
                </c:pt>
                <c:pt idx="479">
                  <c:v>2.1372823015113549</c:v>
                </c:pt>
                <c:pt idx="480">
                  <c:v>2.0873584672230687</c:v>
                </c:pt>
                <c:pt idx="481">
                  <c:v>2.0866899868889988</c:v>
                </c:pt>
                <c:pt idx="482">
                  <c:v>2.0330113321360694</c:v>
                </c:pt>
                <c:pt idx="483">
                  <c:v>2.0564358587913962</c:v>
                </c:pt>
                <c:pt idx="484">
                  <c:v>2.0182910172227375</c:v>
                </c:pt>
                <c:pt idx="485">
                  <c:v>2.0191639243954831</c:v>
                </c:pt>
                <c:pt idx="486">
                  <c:v>2.0219312179740907</c:v>
                </c:pt>
                <c:pt idx="487">
                  <c:v>2.0516980139890468</c:v>
                </c:pt>
                <c:pt idx="488">
                  <c:v>2.066574030822637</c:v>
                </c:pt>
                <c:pt idx="489">
                  <c:v>2.0498518889320754</c:v>
                </c:pt>
                <c:pt idx="490">
                  <c:v>2.0137793422740393</c:v>
                </c:pt>
                <c:pt idx="491">
                  <c:v>1.9424093442445247</c:v>
                </c:pt>
                <c:pt idx="492">
                  <c:v>1.9427054344445334</c:v>
                </c:pt>
                <c:pt idx="493">
                  <c:v>1.8790071586267778</c:v>
                </c:pt>
                <c:pt idx="494">
                  <c:v>1.8807403473903681</c:v>
                </c:pt>
                <c:pt idx="495">
                  <c:v>1.8299842958280381</c:v>
                </c:pt>
                <c:pt idx="496">
                  <c:v>1.8518846046696646</c:v>
                </c:pt>
                <c:pt idx="497">
                  <c:v>1.9028968281534357</c:v>
                </c:pt>
                <c:pt idx="498">
                  <c:v>1.9427754371154771</c:v>
                </c:pt>
                <c:pt idx="499">
                  <c:v>1.9753748428264151</c:v>
                </c:pt>
                <c:pt idx="500">
                  <c:v>1.9803929740365525</c:v>
                </c:pt>
                <c:pt idx="501">
                  <c:v>1.9849683004378798</c:v>
                </c:pt>
                <c:pt idx="502">
                  <c:v>1.9553022422273403</c:v>
                </c:pt>
                <c:pt idx="503">
                  <c:v>1.8998309361414401</c:v>
                </c:pt>
                <c:pt idx="504">
                  <c:v>1.8877322516716208</c:v>
                </c:pt>
                <c:pt idx="505">
                  <c:v>1.8882596580081106</c:v>
                </c:pt>
                <c:pt idx="506">
                  <c:v>1.8920923615672252</c:v>
                </c:pt>
                <c:pt idx="507">
                  <c:v>1.8552375202311024</c:v>
                </c:pt>
                <c:pt idx="508">
                  <c:v>1.8475634325707986</c:v>
                </c:pt>
                <c:pt idx="509">
                  <c:v>1.8444526729053281</c:v>
                </c:pt>
                <c:pt idx="510">
                  <c:v>1.8098322022500626</c:v>
                </c:pt>
                <c:pt idx="511">
                  <c:v>1.7698058864170494</c:v>
                </c:pt>
                <c:pt idx="512">
                  <c:v>1.750442458901146</c:v>
                </c:pt>
                <c:pt idx="513">
                  <c:v>1.7414647811035275</c:v>
                </c:pt>
                <c:pt idx="514">
                  <c:v>1.7650384761736733</c:v>
                </c:pt>
                <c:pt idx="515">
                  <c:v>1.7846504058730122</c:v>
                </c:pt>
                <c:pt idx="516">
                  <c:v>1.8516911457158785</c:v>
                </c:pt>
                <c:pt idx="517">
                  <c:v>1.9248776066304727</c:v>
                </c:pt>
                <c:pt idx="518">
                  <c:v>1.9642883260786188</c:v>
                </c:pt>
                <c:pt idx="519">
                  <c:v>1.9539453209610294</c:v>
                </c:pt>
                <c:pt idx="520">
                  <c:v>1.982610311363685</c:v>
                </c:pt>
                <c:pt idx="521">
                  <c:v>1.9663174672729336</c:v>
                </c:pt>
                <c:pt idx="522">
                  <c:v>1.9870625496917147</c:v>
                </c:pt>
                <c:pt idx="523">
                  <c:v>2.0398120646373088</c:v>
                </c:pt>
                <c:pt idx="524">
                  <c:v>2.0308149998220979</c:v>
                </c:pt>
                <c:pt idx="525">
                  <c:v>2.051496238496274</c:v>
                </c:pt>
                <c:pt idx="526">
                  <c:v>2.0505525383140495</c:v>
                </c:pt>
                <c:pt idx="527">
                  <c:v>2.0781361172471993</c:v>
                </c:pt>
                <c:pt idx="528">
                  <c:v>2.0771652993820151</c:v>
                </c:pt>
                <c:pt idx="529">
                  <c:v>2.03628170279854</c:v>
                </c:pt>
                <c:pt idx="530">
                  <c:v>1.9904558535503041</c:v>
                </c:pt>
                <c:pt idx="531">
                  <c:v>2.0312291499939268</c:v>
                </c:pt>
                <c:pt idx="532">
                  <c:v>2.0356377248621484</c:v>
                </c:pt>
                <c:pt idx="533">
                  <c:v>2.0348893933264791</c:v>
                </c:pt>
                <c:pt idx="534">
                  <c:v>2.0800813347224509</c:v>
                </c:pt>
                <c:pt idx="535">
                  <c:v>2.0894013511658813</c:v>
                </c:pt>
                <c:pt idx="536">
                  <c:v>2.0878201753172703</c:v>
                </c:pt>
                <c:pt idx="537">
                  <c:v>2.0876020003394875</c:v>
                </c:pt>
                <c:pt idx="538">
                  <c:v>2.1144271454438424</c:v>
                </c:pt>
                <c:pt idx="539">
                  <c:v>2.0848919396188417</c:v>
                </c:pt>
                <c:pt idx="540">
                  <c:v>2.0757531880731275</c:v>
                </c:pt>
                <c:pt idx="541">
                  <c:v>2.0654464547373146</c:v>
                </c:pt>
                <c:pt idx="542">
                  <c:v>2.0895386397326252</c:v>
                </c:pt>
                <c:pt idx="543">
                  <c:v>2.0915131781276237</c:v>
                </c:pt>
                <c:pt idx="544">
                  <c:v>2.0600239867686279</c:v>
                </c:pt>
                <c:pt idx="545">
                  <c:v>2.0837856665581196</c:v>
                </c:pt>
                <c:pt idx="546">
                  <c:v>2.073468189624831</c:v>
                </c:pt>
                <c:pt idx="547">
                  <c:v>2.0869933920800987</c:v>
                </c:pt>
                <c:pt idx="548">
                  <c:v>2.1226533807910313</c:v>
                </c:pt>
                <c:pt idx="549">
                  <c:v>2.1524863459557544</c:v>
                </c:pt>
                <c:pt idx="550">
                  <c:v>2.1304508013529126</c:v>
                </c:pt>
                <c:pt idx="551">
                  <c:v>2.1501259803918433</c:v>
                </c:pt>
                <c:pt idx="552">
                  <c:v>2.1307534162972264</c:v>
                </c:pt>
                <c:pt idx="553">
                  <c:v>2.1296009425551299</c:v>
                </c:pt>
                <c:pt idx="554">
                  <c:v>2.170279611268628</c:v>
                </c:pt>
                <c:pt idx="555">
                  <c:v>2.166059442778185</c:v>
                </c:pt>
                <c:pt idx="556">
                  <c:v>2.219896167232339</c:v>
                </c:pt>
                <c:pt idx="557">
                  <c:v>2.2360497982884646</c:v>
                </c:pt>
                <c:pt idx="558">
                  <c:v>2.2221524566936797</c:v>
                </c:pt>
                <c:pt idx="559">
                  <c:v>2.2162903731461152</c:v>
                </c:pt>
                <c:pt idx="560">
                  <c:v>2.2330242059943686</c:v>
                </c:pt>
                <c:pt idx="561">
                  <c:v>2.2047936107185033</c:v>
                </c:pt>
                <c:pt idx="562">
                  <c:v>2.1955734127243964</c:v>
                </c:pt>
                <c:pt idx="563">
                  <c:v>2.181699957554871</c:v>
                </c:pt>
                <c:pt idx="564">
                  <c:v>2.1953746877687692</c:v>
                </c:pt>
                <c:pt idx="565">
                  <c:v>2.2058492320993213</c:v>
                </c:pt>
                <c:pt idx="566">
                  <c:v>2.175019657690485</c:v>
                </c:pt>
                <c:pt idx="567">
                  <c:v>2.1921014299307813</c:v>
                </c:pt>
                <c:pt idx="568">
                  <c:v>2.1895520100950754</c:v>
                </c:pt>
                <c:pt idx="569">
                  <c:v>2.2017962183507938</c:v>
                </c:pt>
                <c:pt idx="570">
                  <c:v>2.2158703945542864</c:v>
                </c:pt>
                <c:pt idx="571">
                  <c:v>2.241815329613968</c:v>
                </c:pt>
                <c:pt idx="572">
                  <c:v>2.2297755873237599</c:v>
                </c:pt>
                <c:pt idx="573">
                  <c:v>2.2663199978350499</c:v>
                </c:pt>
                <c:pt idx="574">
                  <c:v>2.2225987188328187</c:v>
                </c:pt>
                <c:pt idx="575">
                  <c:v>2.2329476506350434</c:v>
                </c:pt>
                <c:pt idx="576">
                  <c:v>2.2388727981528649</c:v>
                </c:pt>
                <c:pt idx="577">
                  <c:v>2.2310477673632136</c:v>
                </c:pt>
                <c:pt idx="578">
                  <c:v>2.2457949173947487</c:v>
                </c:pt>
                <c:pt idx="579">
                  <c:v>2.2685717723421495</c:v>
                </c:pt>
                <c:pt idx="580">
                  <c:v>2.271748753032564</c:v>
                </c:pt>
                <c:pt idx="581">
                  <c:v>2.2899965848812807</c:v>
                </c:pt>
                <c:pt idx="582">
                  <c:v>2.3072017548117367</c:v>
                </c:pt>
                <c:pt idx="583">
                  <c:v>2.3090085756658971</c:v>
                </c:pt>
                <c:pt idx="584">
                  <c:v>2.3425404666728289</c:v>
                </c:pt>
                <c:pt idx="585">
                  <c:v>2.3604914142087234</c:v>
                </c:pt>
                <c:pt idx="586">
                  <c:v>2.3635215346756526</c:v>
                </c:pt>
                <c:pt idx="587">
                  <c:v>2.3646789613646457</c:v>
                </c:pt>
                <c:pt idx="588">
                  <c:v>2.364870877963047</c:v>
                </c:pt>
                <c:pt idx="589">
                  <c:v>2.3779502756493192</c:v>
                </c:pt>
                <c:pt idx="590">
                  <c:v>2.3973301469345278</c:v>
                </c:pt>
                <c:pt idx="591">
                  <c:v>2.4143224173696072</c:v>
                </c:pt>
                <c:pt idx="592">
                  <c:v>2.4193382432594017</c:v>
                </c:pt>
                <c:pt idx="593">
                  <c:v>2.4276366611944526</c:v>
                </c:pt>
                <c:pt idx="594">
                  <c:v>2.4046494930695381</c:v>
                </c:pt>
                <c:pt idx="595">
                  <c:v>2.3941082808135903</c:v>
                </c:pt>
                <c:pt idx="596">
                  <c:v>2.3923774161323936</c:v>
                </c:pt>
                <c:pt idx="597">
                  <c:v>2.4104440275045502</c:v>
                </c:pt>
                <c:pt idx="598">
                  <c:v>2.4316611474665453</c:v>
                </c:pt>
                <c:pt idx="599">
                  <c:v>2.4490557403578066</c:v>
                </c:pt>
                <c:pt idx="600">
                  <c:v>2.4437204490791506</c:v>
                </c:pt>
                <c:pt idx="601">
                  <c:v>2.4474116237928567</c:v>
                </c:pt>
                <c:pt idx="602">
                  <c:v>2.4334900764432561</c:v>
                </c:pt>
                <c:pt idx="603">
                  <c:v>2.442514024764745</c:v>
                </c:pt>
                <c:pt idx="604">
                  <c:v>2.4144975861021702</c:v>
                </c:pt>
                <c:pt idx="605">
                  <c:v>2.4409968978610994</c:v>
                </c:pt>
                <c:pt idx="606">
                  <c:v>2.4072145119749422</c:v>
                </c:pt>
                <c:pt idx="607">
                  <c:v>2.4149191116299846</c:v>
                </c:pt>
                <c:pt idx="608">
                  <c:v>2.4589235531938387</c:v>
                </c:pt>
                <c:pt idx="609">
                  <c:v>2.4659423438480128</c:v>
                </c:pt>
                <c:pt idx="610">
                  <c:v>2.4761738400199058</c:v>
                </c:pt>
                <c:pt idx="611">
                  <c:v>2.4591366341777814</c:v>
                </c:pt>
                <c:pt idx="612">
                  <c:v>2.4819946227141689</c:v>
                </c:pt>
                <c:pt idx="613">
                  <c:v>2.5015189606885802</c:v>
                </c:pt>
                <c:pt idx="614">
                  <c:v>2.5141768754153793</c:v>
                </c:pt>
                <c:pt idx="615">
                  <c:v>2.4953308342605149</c:v>
                </c:pt>
                <c:pt idx="616">
                  <c:v>2.4550685057398298</c:v>
                </c:pt>
                <c:pt idx="617">
                  <c:v>2.4455156523402213</c:v>
                </c:pt>
                <c:pt idx="618">
                  <c:v>2.4361328376026719</c:v>
                </c:pt>
                <c:pt idx="619">
                  <c:v>2.4410804070685459</c:v>
                </c:pt>
                <c:pt idx="620">
                  <c:v>2.4850273673496894</c:v>
                </c:pt>
                <c:pt idx="621">
                  <c:v>2.4945506246214708</c:v>
                </c:pt>
                <c:pt idx="622">
                  <c:v>2.4577555066635592</c:v>
                </c:pt>
                <c:pt idx="623">
                  <c:v>2.435333355562495</c:v>
                </c:pt>
                <c:pt idx="624">
                  <c:v>2.4004824899406736</c:v>
                </c:pt>
                <c:pt idx="625">
                  <c:v>2.3352290711672032</c:v>
                </c:pt>
                <c:pt idx="626">
                  <c:v>2.3751060329408511</c:v>
                </c:pt>
                <c:pt idx="627">
                  <c:v>2.396975185121486</c:v>
                </c:pt>
                <c:pt idx="628">
                  <c:v>2.4451888969669575</c:v>
                </c:pt>
                <c:pt idx="629">
                  <c:v>2.4544228337071416</c:v>
                </c:pt>
                <c:pt idx="630">
                  <c:v>2.4721050104633298</c:v>
                </c:pt>
                <c:pt idx="631">
                  <c:v>2.4595266557900031</c:v>
                </c:pt>
                <c:pt idx="632">
                  <c:v>2.4547209999726425</c:v>
                </c:pt>
                <c:pt idx="633">
                  <c:v>2.4991072623288262</c:v>
                </c:pt>
                <c:pt idx="634">
                  <c:v>2.5363423380403423</c:v>
                </c:pt>
                <c:pt idx="635">
                  <c:v>2.5514712448417285</c:v>
                </c:pt>
                <c:pt idx="636">
                  <c:v>2.5585731543298125</c:v>
                </c:pt>
                <c:pt idx="637">
                  <c:v>2.5573973231606759</c:v>
                </c:pt>
                <c:pt idx="638">
                  <c:v>2.5665965276823379</c:v>
                </c:pt>
                <c:pt idx="639">
                  <c:v>2.5097690086442324</c:v>
                </c:pt>
                <c:pt idx="640">
                  <c:v>2.5499260714385708</c:v>
                </c:pt>
                <c:pt idx="641">
                  <c:v>2.5483010009779949</c:v>
                </c:pt>
                <c:pt idx="642">
                  <c:v>2.5376696640560636</c:v>
                </c:pt>
                <c:pt idx="643">
                  <c:v>2.602927723892781</c:v>
                </c:pt>
                <c:pt idx="644">
                  <c:v>2.6097668010379467</c:v>
                </c:pt>
                <c:pt idx="645">
                  <c:v>2.6380672235372602</c:v>
                </c:pt>
                <c:pt idx="646">
                  <c:v>2.6301777726417805</c:v>
                </c:pt>
                <c:pt idx="647">
                  <c:v>2.6186760444023003</c:v>
                </c:pt>
                <c:pt idx="648">
                  <c:v>2.5990841225297481</c:v>
                </c:pt>
                <c:pt idx="649">
                  <c:v>2.6077072989821897</c:v>
                </c:pt>
                <c:pt idx="650">
                  <c:v>2.6119165490315193</c:v>
                </c:pt>
                <c:pt idx="651">
                  <c:v>2.6207430331373711</c:v>
                </c:pt>
                <c:pt idx="652">
                  <c:v>2.6379568073439792</c:v>
                </c:pt>
                <c:pt idx="653">
                  <c:v>2.6791394497979</c:v>
                </c:pt>
                <c:pt idx="654">
                  <c:v>2.6941415585567716</c:v>
                </c:pt>
                <c:pt idx="655">
                  <c:v>2.7254336030468331</c:v>
                </c:pt>
                <c:pt idx="656">
                  <c:v>2.7301258056901831</c:v>
                </c:pt>
                <c:pt idx="657">
                  <c:v>2.7060594370817865</c:v>
                </c:pt>
                <c:pt idx="658">
                  <c:v>2.7423523717295395</c:v>
                </c:pt>
                <c:pt idx="659">
                  <c:v>2.7227671039261949</c:v>
                </c:pt>
                <c:pt idx="660">
                  <c:v>2.7645748083400261</c:v>
                </c:pt>
                <c:pt idx="661">
                  <c:v>2.7564091357793621</c:v>
                </c:pt>
                <c:pt idx="662">
                  <c:v>2.7352281334549926</c:v>
                </c:pt>
                <c:pt idx="663">
                  <c:v>2.7441966180706965</c:v>
                </c:pt>
                <c:pt idx="664">
                  <c:v>2.7651011423899927</c:v>
                </c:pt>
                <c:pt idx="665">
                  <c:v>2.7019406974613123</c:v>
                </c:pt>
                <c:pt idx="666">
                  <c:v>2.6207746263670688</c:v>
                </c:pt>
                <c:pt idx="667">
                  <c:v>2.6280450446790193</c:v>
                </c:pt>
                <c:pt idx="668">
                  <c:v>2.577069704945576</c:v>
                </c:pt>
                <c:pt idx="669">
                  <c:v>2.6302404952255372</c:v>
                </c:pt>
                <c:pt idx="670">
                  <c:v>2.706090874083912</c:v>
                </c:pt>
                <c:pt idx="671">
                  <c:v>2.7019272620418233</c:v>
                </c:pt>
                <c:pt idx="672">
                  <c:v>2.6870533885928691</c:v>
                </c:pt>
                <c:pt idx="673">
                  <c:v>2.6867193918496248</c:v>
                </c:pt>
                <c:pt idx="674">
                  <c:v>2.7049997960584551</c:v>
                </c:pt>
                <c:pt idx="675">
                  <c:v>2.6775337372077317</c:v>
                </c:pt>
                <c:pt idx="676">
                  <c:v>2.7078194700138463</c:v>
                </c:pt>
                <c:pt idx="677">
                  <c:v>2.7052758369885366</c:v>
                </c:pt>
                <c:pt idx="678">
                  <c:v>2.6842778420481648</c:v>
                </c:pt>
                <c:pt idx="679">
                  <c:v>2.6561430198812856</c:v>
                </c:pt>
                <c:pt idx="680">
                  <c:v>2.6325207264539072</c:v>
                </c:pt>
                <c:pt idx="681">
                  <c:v>2.6337982232772337</c:v>
                </c:pt>
                <c:pt idx="682">
                  <c:v>2.6185480704486142</c:v>
                </c:pt>
                <c:pt idx="683">
                  <c:v>2.5496522566794209</c:v>
                </c:pt>
                <c:pt idx="684">
                  <c:v>2.5247846283661337</c:v>
                </c:pt>
                <c:pt idx="685">
                  <c:v>2.5710015164117066</c:v>
                </c:pt>
                <c:pt idx="686">
                  <c:v>2.6030529240758766</c:v>
                </c:pt>
                <c:pt idx="687">
                  <c:v>2.561969471639101</c:v>
                </c:pt>
                <c:pt idx="688">
                  <c:v>2.5878301998354849</c:v>
                </c:pt>
                <c:pt idx="689">
                  <c:v>2.6176862256496061</c:v>
                </c:pt>
                <c:pt idx="690">
                  <c:v>2.6229807935734142</c:v>
                </c:pt>
                <c:pt idx="691">
                  <c:v>2.6507852202409632</c:v>
                </c:pt>
                <c:pt idx="692">
                  <c:v>2.6872352125202941</c:v>
                </c:pt>
                <c:pt idx="693">
                  <c:v>2.7171420369584252</c:v>
                </c:pt>
                <c:pt idx="694">
                  <c:v>2.736832392527635</c:v>
                </c:pt>
                <c:pt idx="695">
                  <c:v>2.7647558038922115</c:v>
                </c:pt>
                <c:pt idx="696">
                  <c:v>2.8252845892359408</c:v>
                </c:pt>
                <c:pt idx="697">
                  <c:v>2.7962886263013633</c:v>
                </c:pt>
                <c:pt idx="698">
                  <c:v>2.8451549214880614</c:v>
                </c:pt>
                <c:pt idx="699">
                  <c:v>2.815342260092053</c:v>
                </c:pt>
                <c:pt idx="700">
                  <c:v>2.8518291938845106</c:v>
                </c:pt>
                <c:pt idx="701">
                  <c:v>2.857245289623366</c:v>
                </c:pt>
                <c:pt idx="702">
                  <c:v>2.8765984447952051</c:v>
                </c:pt>
                <c:pt idx="703">
                  <c:v>2.8936777200121178</c:v>
                </c:pt>
                <c:pt idx="704">
                  <c:v>2.9034684801603912</c:v>
                </c:pt>
                <c:pt idx="705">
                  <c:v>2.8925727554318046</c:v>
                </c:pt>
                <c:pt idx="706">
                  <c:v>2.8867984470860195</c:v>
                </c:pt>
                <c:pt idx="707">
                  <c:v>2.9358880598973291</c:v>
                </c:pt>
                <c:pt idx="708">
                  <c:v>3.0115191625508015</c:v>
                </c:pt>
                <c:pt idx="709">
                  <c:v>2.9882825844642547</c:v>
                </c:pt>
                <c:pt idx="710">
                  <c:v>2.9880418071024324</c:v>
                </c:pt>
                <c:pt idx="711">
                  <c:v>2.9289137870064987</c:v>
                </c:pt>
                <c:pt idx="712">
                  <c:v>2.9317601113970411</c:v>
                </c:pt>
                <c:pt idx="713">
                  <c:v>2.9403460989026176</c:v>
                </c:pt>
                <c:pt idx="714">
                  <c:v>2.9525922748922793</c:v>
                </c:pt>
                <c:pt idx="715">
                  <c:v>2.9852052847209816</c:v>
                </c:pt>
                <c:pt idx="716">
                  <c:v>2.9841424180065061</c:v>
                </c:pt>
                <c:pt idx="717">
                  <c:v>3.0214993583634189</c:v>
                </c:pt>
                <c:pt idx="718">
                  <c:v>3.045773627283356</c:v>
                </c:pt>
                <c:pt idx="719">
                  <c:v>3.0858705020073214</c:v>
                </c:pt>
                <c:pt idx="720">
                  <c:v>3.0926201153184136</c:v>
                </c:pt>
                <c:pt idx="721">
                  <c:v>3.0961475639224907</c:v>
                </c:pt>
                <c:pt idx="722">
                  <c:v>3.1496630866993871</c:v>
                </c:pt>
                <c:pt idx="723">
                  <c:v>3.1501440627204693</c:v>
                </c:pt>
                <c:pt idx="724">
                  <c:v>3.1047089160386707</c:v>
                </c:pt>
                <c:pt idx="725">
                  <c:v>3.0451238971089412</c:v>
                </c:pt>
                <c:pt idx="726">
                  <c:v>3.1030795374802893</c:v>
                </c:pt>
                <c:pt idx="727">
                  <c:v>3.1334474679262652</c:v>
                </c:pt>
                <c:pt idx="728">
                  <c:v>3.1564498287551275</c:v>
                </c:pt>
                <c:pt idx="729">
                  <c:v>3.1910771756819232</c:v>
                </c:pt>
                <c:pt idx="730">
                  <c:v>3.1930897993004415</c:v>
                </c:pt>
                <c:pt idx="731">
                  <c:v>3.2695136555425806</c:v>
                </c:pt>
                <c:pt idx="732">
                  <c:v>3.2278076886010392</c:v>
                </c:pt>
                <c:pt idx="733">
                  <c:v>3.2715980610846853</c:v>
                </c:pt>
                <c:pt idx="734">
                  <c:v>3.1934650402608469</c:v>
                </c:pt>
                <c:pt idx="735">
                  <c:v>3.2463643707318237</c:v>
                </c:pt>
                <c:pt idx="736">
                  <c:v>3.264534665053541</c:v>
                </c:pt>
                <c:pt idx="737">
                  <c:v>3.329660736836876</c:v>
                </c:pt>
                <c:pt idx="738">
                  <c:v>3.3505803105381236</c:v>
                </c:pt>
                <c:pt idx="739">
                  <c:v>3.3089945750925174</c:v>
                </c:pt>
                <c:pt idx="740">
                  <c:v>3.3808855668806812</c:v>
                </c:pt>
                <c:pt idx="741">
                  <c:v>3.282541371844288</c:v>
                </c:pt>
                <c:pt idx="742">
                  <c:v>3.3463712893476512</c:v>
                </c:pt>
                <c:pt idx="743">
                  <c:v>3.2429777092960155</c:v>
                </c:pt>
                <c:pt idx="744">
                  <c:v>3.2280829421037542</c:v>
                </c:pt>
                <c:pt idx="745">
                  <c:v>3.185909363096004</c:v>
                </c:pt>
                <c:pt idx="746">
                  <c:v>3.0486149987398372</c:v>
                </c:pt>
                <c:pt idx="747">
                  <c:v>3.0870217042246333</c:v>
                </c:pt>
                <c:pt idx="748">
                  <c:v>2.9695166333207936</c:v>
                </c:pt>
                <c:pt idx="749">
                  <c:v>3.0575138208051396</c:v>
                </c:pt>
                <c:pt idx="750">
                  <c:v>3.1017630980263835</c:v>
                </c:pt>
                <c:pt idx="751">
                  <c:v>3.1802311101012886</c:v>
                </c:pt>
                <c:pt idx="752">
                  <c:v>3.2035777194726669</c:v>
                </c:pt>
                <c:pt idx="753">
                  <c:v>3.2031461041508673</c:v>
                </c:pt>
                <c:pt idx="754">
                  <c:v>3.1382931434713282</c:v>
                </c:pt>
                <c:pt idx="755">
                  <c:v>3.1830079119780961</c:v>
                </c:pt>
                <c:pt idx="756">
                  <c:v>3.176363087963316</c:v>
                </c:pt>
                <c:pt idx="757">
                  <c:v>3.2397838600849322</c:v>
                </c:pt>
                <c:pt idx="758">
                  <c:v>3.2210970939713093</c:v>
                </c:pt>
                <c:pt idx="759">
                  <c:v>3.2539017177135472</c:v>
                </c:pt>
                <c:pt idx="760">
                  <c:v>3.3045196476217962</c:v>
                </c:pt>
                <c:pt idx="761">
                  <c:v>3.2730406154916101</c:v>
                </c:pt>
                <c:pt idx="762">
                  <c:v>3.3072074902272068</c:v>
                </c:pt>
                <c:pt idx="763">
                  <c:v>3.2379084281865174</c:v>
                </c:pt>
                <c:pt idx="764">
                  <c:v>3.272559399416187</c:v>
                </c:pt>
                <c:pt idx="765">
                  <c:v>3.2555422940657599</c:v>
                </c:pt>
                <c:pt idx="766">
                  <c:v>3.3108245178641384</c:v>
                </c:pt>
                <c:pt idx="767">
                  <c:v>3.362300022039947</c:v>
                </c:pt>
                <c:pt idx="768">
                  <c:v>3.3702609492247277</c:v>
                </c:pt>
                <c:pt idx="769">
                  <c:v>3.3260310273766134</c:v>
                </c:pt>
                <c:pt idx="770">
                  <c:v>3.3166900344561014</c:v>
                </c:pt>
                <c:pt idx="771">
                  <c:v>3.2076168613805813</c:v>
                </c:pt>
                <c:pt idx="772">
                  <c:v>3.172951482103938</c:v>
                </c:pt>
                <c:pt idx="773">
                  <c:v>3.234570745307221</c:v>
                </c:pt>
                <c:pt idx="774">
                  <c:v>3.2438658505245437</c:v>
                </c:pt>
                <c:pt idx="775">
                  <c:v>3.1431594324790546</c:v>
                </c:pt>
                <c:pt idx="776">
                  <c:v>2.9751302302248086</c:v>
                </c:pt>
                <c:pt idx="777">
                  <c:v>3.0753176270338622</c:v>
                </c:pt>
                <c:pt idx="778">
                  <c:v>3.1139532863671517</c:v>
                </c:pt>
                <c:pt idx="779">
                  <c:v>3.1689433872372761</c:v>
                </c:pt>
                <c:pt idx="780">
                  <c:v>3.2187624569113567</c:v>
                </c:pt>
                <c:pt idx="781">
                  <c:v>3.2487718942665786</c:v>
                </c:pt>
                <c:pt idx="782">
                  <c:v>3.2492359642312123</c:v>
                </c:pt>
                <c:pt idx="783">
                  <c:v>3.1970598909953987</c:v>
                </c:pt>
                <c:pt idx="784">
                  <c:v>3.2132826475142124</c:v>
                </c:pt>
                <c:pt idx="785">
                  <c:v>3.1926803062775333</c:v>
                </c:pt>
                <c:pt idx="786">
                  <c:v>3.1414118143113954</c:v>
                </c:pt>
                <c:pt idx="787">
                  <c:v>3.1720210077291719</c:v>
                </c:pt>
                <c:pt idx="788">
                  <c:v>3.2171743900141352</c:v>
                </c:pt>
                <c:pt idx="789">
                  <c:v>3.1746254552056965</c:v>
                </c:pt>
                <c:pt idx="790">
                  <c:v>3.2555941644934752</c:v>
                </c:pt>
                <c:pt idx="791">
                  <c:v>3.1873656330807743</c:v>
                </c:pt>
                <c:pt idx="792">
                  <c:v>3.1528731079126224</c:v>
                </c:pt>
                <c:pt idx="793">
                  <c:v>3.0942868554602181</c:v>
                </c:pt>
                <c:pt idx="794">
                  <c:v>3.1592991257249667</c:v>
                </c:pt>
                <c:pt idx="795">
                  <c:v>3.0914357515978241</c:v>
                </c:pt>
                <c:pt idx="796">
                  <c:v>3.1077946291844927</c:v>
                </c:pt>
                <c:pt idx="797">
                  <c:v>3.0336821499340139</c:v>
                </c:pt>
                <c:pt idx="798">
                  <c:v>3.086006779595309</c:v>
                </c:pt>
                <c:pt idx="799">
                  <c:v>3.1105063551049219</c:v>
                </c:pt>
                <c:pt idx="800">
                  <c:v>3.1044297600690669</c:v>
                </c:pt>
                <c:pt idx="801">
                  <c:v>2.9969452696073118</c:v>
                </c:pt>
                <c:pt idx="802">
                  <c:v>2.9867690278445451</c:v>
                </c:pt>
                <c:pt idx="803">
                  <c:v>2.7317307810298423</c:v>
                </c:pt>
                <c:pt idx="804">
                  <c:v>2.5970493745255068</c:v>
                </c:pt>
                <c:pt idx="805">
                  <c:v>2.6456083335123903</c:v>
                </c:pt>
                <c:pt idx="806">
                  <c:v>2.5721409418730952</c:v>
                </c:pt>
                <c:pt idx="807">
                  <c:v>2.7044298347948175</c:v>
                </c:pt>
                <c:pt idx="808">
                  <c:v>2.7456453957490377</c:v>
                </c:pt>
                <c:pt idx="809">
                  <c:v>2.7241235968179289</c:v>
                </c:pt>
                <c:pt idx="810">
                  <c:v>2.793404920527355</c:v>
                </c:pt>
                <c:pt idx="811">
                  <c:v>2.8457626947587489</c:v>
                </c:pt>
                <c:pt idx="812">
                  <c:v>2.8537824014366775</c:v>
                </c:pt>
                <c:pt idx="813">
                  <c:v>2.8937044452318785</c:v>
                </c:pt>
                <c:pt idx="814">
                  <c:v>2.9139108824777429</c:v>
                </c:pt>
                <c:pt idx="815">
                  <c:v>2.9333474682163536</c:v>
                </c:pt>
                <c:pt idx="816">
                  <c:v>2.9266195249649907</c:v>
                </c:pt>
                <c:pt idx="817">
                  <c:v>2.9700716812843662</c:v>
                </c:pt>
                <c:pt idx="818">
                  <c:v>2.9929124301210948</c:v>
                </c:pt>
                <c:pt idx="819">
                  <c:v>3.0219342335887274</c:v>
                </c:pt>
                <c:pt idx="820">
                  <c:v>3.0790148992411748</c:v>
                </c:pt>
                <c:pt idx="821">
                  <c:v>2.9488188632713408</c:v>
                </c:pt>
                <c:pt idx="822">
                  <c:v>3.0309600594106949</c:v>
                </c:pt>
                <c:pt idx="823">
                  <c:v>3.0420988480030502</c:v>
                </c:pt>
                <c:pt idx="824">
                  <c:v>3.0440249054387336</c:v>
                </c:pt>
                <c:pt idx="825">
                  <c:v>3.0644350596348633</c:v>
                </c:pt>
                <c:pt idx="826">
                  <c:v>3.0858775712337945</c:v>
                </c:pt>
                <c:pt idx="827">
                  <c:v>3.1192597231788497</c:v>
                </c:pt>
                <c:pt idx="828">
                  <c:v>3.1640814936338191</c:v>
                </c:pt>
                <c:pt idx="829">
                  <c:v>3.2127398118412307</c:v>
                </c:pt>
                <c:pt idx="830">
                  <c:v>3.1673302307726772</c:v>
                </c:pt>
                <c:pt idx="831">
                  <c:v>3.145238714000345</c:v>
                </c:pt>
                <c:pt idx="832">
                  <c:v>3.0676795361432032</c:v>
                </c:pt>
                <c:pt idx="833">
                  <c:v>3.1085385821376259</c:v>
                </c:pt>
                <c:pt idx="834">
                  <c:v>3.1217030427611401</c:v>
                </c:pt>
                <c:pt idx="835">
                  <c:v>3.1091619419846106</c:v>
                </c:pt>
                <c:pt idx="836">
                  <c:v>3.1093438742156891</c:v>
                </c:pt>
                <c:pt idx="837">
                  <c:v>3.1538286598081537</c:v>
                </c:pt>
                <c:pt idx="838">
                  <c:v>3.1374304380962732</c:v>
                </c:pt>
                <c:pt idx="839">
                  <c:v>3.2022377946462282</c:v>
                </c:pt>
                <c:pt idx="840">
                  <c:v>3.2099449394169777</c:v>
                </c:pt>
                <c:pt idx="841">
                  <c:v>3.1716597153342825</c:v>
                </c:pt>
                <c:pt idx="842">
                  <c:v>3.2423996926305536</c:v>
                </c:pt>
                <c:pt idx="843">
                  <c:v>3.2818548931755886</c:v>
                </c:pt>
                <c:pt idx="844">
                  <c:v>3.2948517778122568</c:v>
                </c:pt>
                <c:pt idx="845">
                  <c:v>3.3634001387652162</c:v>
                </c:pt>
                <c:pt idx="846">
                  <c:v>3.2952650424691559</c:v>
                </c:pt>
                <c:pt idx="847">
                  <c:v>3.3087309703473702</c:v>
                </c:pt>
                <c:pt idx="848">
                  <c:v>3.3065371764011209</c:v>
                </c:pt>
                <c:pt idx="849">
                  <c:v>3.3003283484674037</c:v>
                </c:pt>
                <c:pt idx="850">
                  <c:v>3.26301979757078</c:v>
                </c:pt>
                <c:pt idx="851">
                  <c:v>3.2502983459709291</c:v>
                </c:pt>
                <c:pt idx="852">
                  <c:v>3.2558112187765245</c:v>
                </c:pt>
                <c:pt idx="853">
                  <c:v>3.2973903512085831</c:v>
                </c:pt>
                <c:pt idx="854">
                  <c:v>3.2807933790981529</c:v>
                </c:pt>
                <c:pt idx="855">
                  <c:v>3.2225328844439147</c:v>
                </c:pt>
                <c:pt idx="856">
                  <c:v>3.2962189666115833</c:v>
                </c:pt>
                <c:pt idx="857">
                  <c:v>3.3189369698036342</c:v>
                </c:pt>
                <c:pt idx="858">
                  <c:v>3.2344132371104162</c:v>
                </c:pt>
                <c:pt idx="859">
                  <c:v>3.3592442202381498</c:v>
                </c:pt>
                <c:pt idx="860">
                  <c:v>3.4131879194545114</c:v>
                </c:pt>
                <c:pt idx="861">
                  <c:v>3.4252753779851512</c:v>
                </c:pt>
                <c:pt idx="862">
                  <c:v>3.4212638273357738</c:v>
                </c:pt>
                <c:pt idx="863">
                  <c:v>3.4475142137957238</c:v>
                </c:pt>
                <c:pt idx="864">
                  <c:v>3.4309038082774026</c:v>
                </c:pt>
                <c:pt idx="865">
                  <c:v>3.4557534088757587</c:v>
                </c:pt>
                <c:pt idx="866">
                  <c:v>3.490487697792735</c:v>
                </c:pt>
                <c:pt idx="867">
                  <c:v>3.5400522757973056</c:v>
                </c:pt>
                <c:pt idx="868">
                  <c:v>3.5458029831707476</c:v>
                </c:pt>
                <c:pt idx="869">
                  <c:v>3.5695172500770704</c:v>
                </c:pt>
                <c:pt idx="870">
                  <c:v>3.4308550106939961</c:v>
                </c:pt>
                <c:pt idx="871">
                  <c:v>3.4237265648691726</c:v>
                </c:pt>
                <c:pt idx="872">
                  <c:v>3.4891309050752661</c:v>
                </c:pt>
                <c:pt idx="873">
                  <c:v>3.5122035694801004</c:v>
                </c:pt>
                <c:pt idx="874">
                  <c:v>3.5746578242874176</c:v>
                </c:pt>
                <c:pt idx="875">
                  <c:v>3.61649964144077</c:v>
                </c:pt>
                <c:pt idx="876">
                  <c:v>3.6502779489529287</c:v>
                </c:pt>
                <c:pt idx="877">
                  <c:v>3.6849973224052657</c:v>
                </c:pt>
                <c:pt idx="878">
                  <c:v>3.6708963061208393</c:v>
                </c:pt>
                <c:pt idx="879">
                  <c:v>3.6701382531233104</c:v>
                </c:pt>
                <c:pt idx="880">
                  <c:v>3.7020372612827539</c:v>
                </c:pt>
                <c:pt idx="881">
                  <c:v>3.704549385466319</c:v>
                </c:pt>
                <c:pt idx="882">
                  <c:v>3.7287753574505729</c:v>
                </c:pt>
                <c:pt idx="883">
                  <c:v>3.6628720163419937</c:v>
                </c:pt>
                <c:pt idx="884">
                  <c:v>3.6739309572040333</c:v>
                </c:pt>
                <c:pt idx="885">
                  <c:v>3.7164594926154986</c:v>
                </c:pt>
                <c:pt idx="886">
                  <c:v>3.6092713915193166</c:v>
                </c:pt>
                <c:pt idx="887">
                  <c:v>3.5683363240049477</c:v>
                </c:pt>
                <c:pt idx="888">
                  <c:v>3.5430789822793658</c:v>
                </c:pt>
                <c:pt idx="889">
                  <c:v>3.6124816969539837</c:v>
                </c:pt>
                <c:pt idx="890">
                  <c:v>3.6287210148003659</c:v>
                </c:pt>
                <c:pt idx="891">
                  <c:v>3.5285385385431121</c:v>
                </c:pt>
                <c:pt idx="892">
                  <c:v>3.5490610219513914</c:v>
                </c:pt>
                <c:pt idx="893">
                  <c:v>3.6318562474147966</c:v>
                </c:pt>
                <c:pt idx="894">
                  <c:v>3.6515163967861999</c:v>
                </c:pt>
                <c:pt idx="895">
                  <c:v>3.6591617276176489</c:v>
                </c:pt>
                <c:pt idx="896">
                  <c:v>3.6552703977613676</c:v>
                </c:pt>
                <c:pt idx="897">
                  <c:v>3.612280686474068</c:v>
                </c:pt>
                <c:pt idx="898">
                  <c:v>3.5902227804996247</c:v>
                </c:pt>
                <c:pt idx="899">
                  <c:v>3.620845829686167</c:v>
                </c:pt>
                <c:pt idx="900">
                  <c:v>3.6066447767062013</c:v>
                </c:pt>
                <c:pt idx="901">
                  <c:v>3.5273483228968638</c:v>
                </c:pt>
                <c:pt idx="902">
                  <c:v>3.4101237427771429</c:v>
                </c:pt>
                <c:pt idx="903">
                  <c:v>3.3318194128650531</c:v>
                </c:pt>
                <c:pt idx="904">
                  <c:v>3.39877146483671</c:v>
                </c:pt>
                <c:pt idx="905">
                  <c:v>3.4369251167915964</c:v>
                </c:pt>
                <c:pt idx="906">
                  <c:v>3.4277455314377692</c:v>
                </c:pt>
                <c:pt idx="907">
                  <c:v>3.346629892560252</c:v>
                </c:pt>
                <c:pt idx="908">
                  <c:v>3.2550092846575973</c:v>
                </c:pt>
                <c:pt idx="909">
                  <c:v>3.3524460026518526</c:v>
                </c:pt>
                <c:pt idx="910">
                  <c:v>3.2903092996483139</c:v>
                </c:pt>
                <c:pt idx="911">
                  <c:v>3.2583516143634697</c:v>
                </c:pt>
                <c:pt idx="912">
                  <c:v>3.2118184264055896</c:v>
                </c:pt>
                <c:pt idx="913">
                  <c:v>3.1574750649369139</c:v>
                </c:pt>
                <c:pt idx="914">
                  <c:v>3.1704554745037634</c:v>
                </c:pt>
                <c:pt idx="915">
                  <c:v>3.2652216449744005</c:v>
                </c:pt>
                <c:pt idx="916">
                  <c:v>3.3247985729962837</c:v>
                </c:pt>
                <c:pt idx="917">
                  <c:v>3.3947767280760393</c:v>
                </c:pt>
                <c:pt idx="918">
                  <c:v>3.4978755796669039</c:v>
                </c:pt>
                <c:pt idx="919">
                  <c:v>3.5028118279367608</c:v>
                </c:pt>
                <c:pt idx="920">
                  <c:v>3.4874592645618745</c:v>
                </c:pt>
                <c:pt idx="921">
                  <c:v>3.4904651931732542</c:v>
                </c:pt>
                <c:pt idx="922">
                  <c:v>3.5105139355278068</c:v>
                </c:pt>
                <c:pt idx="923">
                  <c:v>3.4645172866174803</c:v>
                </c:pt>
                <c:pt idx="924">
                  <c:v>3.4276692085500704</c:v>
                </c:pt>
                <c:pt idx="925">
                  <c:v>3.5202605630565009</c:v>
                </c:pt>
                <c:pt idx="926">
                  <c:v>3.5330937152320012</c:v>
                </c:pt>
                <c:pt idx="927">
                  <c:v>3.3985267092088214</c:v>
                </c:pt>
                <c:pt idx="928">
                  <c:v>3.4726571103512049</c:v>
                </c:pt>
                <c:pt idx="929">
                  <c:v>3.5500387459336942</c:v>
                </c:pt>
                <c:pt idx="930">
                  <c:v>3.5837982965156279</c:v>
                </c:pt>
                <c:pt idx="931">
                  <c:v>3.5876179054195689</c:v>
                </c:pt>
                <c:pt idx="932">
                  <c:v>3.6201991579075647</c:v>
                </c:pt>
                <c:pt idx="933">
                  <c:v>3.658301023390043</c:v>
                </c:pt>
                <c:pt idx="934">
                  <c:v>3.6607711424658622</c:v>
                </c:pt>
                <c:pt idx="935">
                  <c:v>3.6558424661512858</c:v>
                </c:pt>
                <c:pt idx="936">
                  <c:v>3.6550586717757456</c:v>
                </c:pt>
                <c:pt idx="937">
                  <c:v>3.6769692021967897</c:v>
                </c:pt>
                <c:pt idx="938">
                  <c:v>3.6941011232122545</c:v>
                </c:pt>
                <c:pt idx="939">
                  <c:v>3.7577548776908944</c:v>
                </c:pt>
                <c:pt idx="940">
                  <c:v>3.8019540663993965</c:v>
                </c:pt>
                <c:pt idx="941">
                  <c:v>3.8277175731524293</c:v>
                </c:pt>
                <c:pt idx="942">
                  <c:v>3.8007930839401682</c:v>
                </c:pt>
                <c:pt idx="943">
                  <c:v>3.8088164576887129</c:v>
                </c:pt>
                <c:pt idx="944">
                  <c:v>3.7646214748343829</c:v>
                </c:pt>
                <c:pt idx="945">
                  <c:v>3.7132193684208108</c:v>
                </c:pt>
                <c:pt idx="946">
                  <c:v>3.7321753340725006</c:v>
                </c:pt>
                <c:pt idx="947">
                  <c:v>3.6968695825454194</c:v>
                </c:pt>
                <c:pt idx="948">
                  <c:v>3.6675631461187073</c:v>
                </c:pt>
                <c:pt idx="949">
                  <c:v>3.7442161906117324</c:v>
                </c:pt>
                <c:pt idx="950">
                  <c:v>3.7323244525339523</c:v>
                </c:pt>
                <c:pt idx="951">
                  <c:v>3.77403005821184</c:v>
                </c:pt>
                <c:pt idx="952">
                  <c:v>3.8286473337133815</c:v>
                </c:pt>
                <c:pt idx="953">
                  <c:v>3.8626058086448976</c:v>
                </c:pt>
                <c:pt idx="954">
                  <c:v>3.8315202093615239</c:v>
                </c:pt>
                <c:pt idx="955">
                  <c:v>3.8272332127282969</c:v>
                </c:pt>
                <c:pt idx="956">
                  <c:v>3.8251533447705821</c:v>
                </c:pt>
                <c:pt idx="957">
                  <c:v>3.8093063273428927</c:v>
                </c:pt>
                <c:pt idx="958">
                  <c:v>3.8215338093485984</c:v>
                </c:pt>
                <c:pt idx="959">
                  <c:v>3.8233848706572355</c:v>
                </c:pt>
                <c:pt idx="960">
                  <c:v>3.8391498717525137</c:v>
                </c:pt>
                <c:pt idx="961">
                  <c:v>3.8726781869484235</c:v>
                </c:pt>
                <c:pt idx="962">
                  <c:v>3.8199440082032168</c:v>
                </c:pt>
                <c:pt idx="963">
                  <c:v>3.7162999762653635</c:v>
                </c:pt>
                <c:pt idx="964">
                  <c:v>3.7130339460078483</c:v>
                </c:pt>
                <c:pt idx="965">
                  <c:v>3.6809747878479047</c:v>
                </c:pt>
                <c:pt idx="966">
                  <c:v>3.609801174592814</c:v>
                </c:pt>
                <c:pt idx="967">
                  <c:v>3.6182177266817006</c:v>
                </c:pt>
                <c:pt idx="968">
                  <c:v>3.6698270874166607</c:v>
                </c:pt>
                <c:pt idx="969">
                  <c:v>3.6816082726687021</c:v>
                </c:pt>
                <c:pt idx="970">
                  <c:v>3.6234594893698189</c:v>
                </c:pt>
                <c:pt idx="971">
                  <c:v>3.6009347937001008</c:v>
                </c:pt>
                <c:pt idx="972">
                  <c:v>3.6351989608970121</c:v>
                </c:pt>
                <c:pt idx="973">
                  <c:v>3.7399323349683202</c:v>
                </c:pt>
                <c:pt idx="974">
                  <c:v>3.7834765801221621</c:v>
                </c:pt>
                <c:pt idx="975">
                  <c:v>3.7957385919107849</c:v>
                </c:pt>
                <c:pt idx="976">
                  <c:v>3.7911449292145312</c:v>
                </c:pt>
                <c:pt idx="977">
                  <c:v>3.8213361961721501</c:v>
                </c:pt>
                <c:pt idx="978">
                  <c:v>3.8013802328097355</c:v>
                </c:pt>
                <c:pt idx="979">
                  <c:v>3.7458164961405034</c:v>
                </c:pt>
                <c:pt idx="980">
                  <c:v>3.7519732649671038</c:v>
                </c:pt>
                <c:pt idx="981">
                  <c:v>3.752798554786652</c:v>
                </c:pt>
                <c:pt idx="982">
                  <c:v>3.8129598920509342</c:v>
                </c:pt>
                <c:pt idx="983">
                  <c:v>3.8087524960995349</c:v>
                </c:pt>
                <c:pt idx="984">
                  <c:v>3.8442184045638101</c:v>
                </c:pt>
                <c:pt idx="985">
                  <c:v>3.8766851435392113</c:v>
                </c:pt>
                <c:pt idx="986">
                  <c:v>3.8941485696886455</c:v>
                </c:pt>
                <c:pt idx="987">
                  <c:v>3.9638420707150428</c:v>
                </c:pt>
                <c:pt idx="988">
                  <c:v>3.993505167584789</c:v>
                </c:pt>
                <c:pt idx="989">
                  <c:v>4.0680371599979388</c:v>
                </c:pt>
                <c:pt idx="990">
                  <c:v>4.0844718313480985</c:v>
                </c:pt>
                <c:pt idx="991">
                  <c:v>4.1002236115552817</c:v>
                </c:pt>
                <c:pt idx="992">
                  <c:v>4.1295911078381149</c:v>
                </c:pt>
                <c:pt idx="993">
                  <c:v>4.166039582647735</c:v>
                </c:pt>
                <c:pt idx="994">
                  <c:v>4.1680412531495641</c:v>
                </c:pt>
                <c:pt idx="995">
                  <c:v>4.2211323268183643</c:v>
                </c:pt>
                <c:pt idx="996">
                  <c:v>4.2282186582989221</c:v>
                </c:pt>
                <c:pt idx="997">
                  <c:v>4.2655379311474784</c:v>
                </c:pt>
                <c:pt idx="998">
                  <c:v>4.2730621491456846</c:v>
                </c:pt>
                <c:pt idx="999">
                  <c:v>4.307383734198944</c:v>
                </c:pt>
                <c:pt idx="1000">
                  <c:v>4.1863328131559943</c:v>
                </c:pt>
                <c:pt idx="1001">
                  <c:v>4.1867090865127619</c:v>
                </c:pt>
                <c:pt idx="1002">
                  <c:v>4.2133053642235305</c:v>
                </c:pt>
                <c:pt idx="1003">
                  <c:v>4.2358117681911525</c:v>
                </c:pt>
                <c:pt idx="1004">
                  <c:v>4.2677451565179174</c:v>
                </c:pt>
                <c:pt idx="1005">
                  <c:v>4.2665790115718218</c:v>
                </c:pt>
                <c:pt idx="1006">
                  <c:v>4.2610366231841423</c:v>
                </c:pt>
                <c:pt idx="1007">
                  <c:v>4.2078118851533297</c:v>
                </c:pt>
                <c:pt idx="1008">
                  <c:v>4.2688422988092798</c:v>
                </c:pt>
                <c:pt idx="1009">
                  <c:v>4.3264932932577462</c:v>
                </c:pt>
                <c:pt idx="1010">
                  <c:v>4.326695225501977</c:v>
                </c:pt>
                <c:pt idx="1011">
                  <c:v>4.3121115167870689</c:v>
                </c:pt>
                <c:pt idx="1012">
                  <c:v>4.3230716210766342</c:v>
                </c:pt>
                <c:pt idx="1013">
                  <c:v>4.2386401768714039</c:v>
                </c:pt>
                <c:pt idx="1014">
                  <c:v>4.3111345855385288</c:v>
                </c:pt>
                <c:pt idx="1015">
                  <c:v>4.3905661401985512</c:v>
                </c:pt>
                <c:pt idx="1016">
                  <c:v>4.3350174093369143</c:v>
                </c:pt>
                <c:pt idx="1017">
                  <c:v>4.3225015405491485</c:v>
                </c:pt>
                <c:pt idx="1018">
                  <c:v>4.2483640083641614</c:v>
                </c:pt>
                <c:pt idx="1019">
                  <c:v>4.3109497217801662</c:v>
                </c:pt>
                <c:pt idx="1020">
                  <c:v>4.2425520610976104</c:v>
                </c:pt>
                <c:pt idx="1021">
                  <c:v>4.2660888027010113</c:v>
                </c:pt>
                <c:pt idx="1022">
                  <c:v>4.2520348881861958</c:v>
                </c:pt>
                <c:pt idx="1023">
                  <c:v>4.343124521230564</c:v>
                </c:pt>
                <c:pt idx="1024">
                  <c:v>4.4009032823901189</c:v>
                </c:pt>
                <c:pt idx="1025">
                  <c:v>4.3913766713712823</c:v>
                </c:pt>
                <c:pt idx="1026">
                  <c:v>4.4009749926825386</c:v>
                </c:pt>
                <c:pt idx="1027">
                  <c:v>4.3974794892921523</c:v>
                </c:pt>
                <c:pt idx="1028">
                  <c:v>4.3757887770561199</c:v>
                </c:pt>
                <c:pt idx="1029">
                  <c:v>4.3303379231420234</c:v>
                </c:pt>
                <c:pt idx="1030">
                  <c:v>4.2717764187716067</c:v>
                </c:pt>
                <c:pt idx="1031">
                  <c:v>4.3030464942281315</c:v>
                </c:pt>
                <c:pt idx="1032">
                  <c:v>4.3392691595467401</c:v>
                </c:pt>
                <c:pt idx="1033">
                  <c:v>4.2676931386238515</c:v>
                </c:pt>
                <c:pt idx="1034">
                  <c:v>4.2467737181591101</c:v>
                </c:pt>
                <c:pt idx="1035">
                  <c:v>4.2835215445482993</c:v>
                </c:pt>
                <c:pt idx="1036">
                  <c:v>4.2160912715920347</c:v>
                </c:pt>
                <c:pt idx="1037">
                  <c:v>4.1976875180783519</c:v>
                </c:pt>
                <c:pt idx="1038">
                  <c:v>4.2439054184200575</c:v>
                </c:pt>
                <c:pt idx="1039">
                  <c:v>4.2344390959449543</c:v>
                </c:pt>
                <c:pt idx="1040">
                  <c:v>4.2422637208330753</c:v>
                </c:pt>
                <c:pt idx="1041">
                  <c:v>4.2506117359830649</c:v>
                </c:pt>
                <c:pt idx="1042">
                  <c:v>4.2116656160769814</c:v>
                </c:pt>
                <c:pt idx="1043">
                  <c:v>4.1846025217310103</c:v>
                </c:pt>
                <c:pt idx="1044">
                  <c:v>4.1409128526543624</c:v>
                </c:pt>
                <c:pt idx="1045">
                  <c:v>4.0218549445239029</c:v>
                </c:pt>
                <c:pt idx="1046">
                  <c:v>4.0283950049312445</c:v>
                </c:pt>
                <c:pt idx="1047">
                  <c:v>3.9486405748532394</c:v>
                </c:pt>
                <c:pt idx="1048">
                  <c:v>4.0196688355967245</c:v>
                </c:pt>
                <c:pt idx="1049">
                  <c:v>4.0495463330753445</c:v>
                </c:pt>
                <c:pt idx="1050">
                  <c:v>4.1533304720586672</c:v>
                </c:pt>
                <c:pt idx="1051">
                  <c:v>4.2277867659087418</c:v>
                </c:pt>
                <c:pt idx="1052">
                  <c:v>4.2125535616193508</c:v>
                </c:pt>
                <c:pt idx="1053">
                  <c:v>4.225027047342917</c:v>
                </c:pt>
                <c:pt idx="1054">
                  <c:v>4.1600693589139732</c:v>
                </c:pt>
                <c:pt idx="1055">
                  <c:v>4.2030932779307992</c:v>
                </c:pt>
                <c:pt idx="1056">
                  <c:v>4.2644487636242614</c:v>
                </c:pt>
                <c:pt idx="1057">
                  <c:v>4.2341083094694802</c:v>
                </c:pt>
                <c:pt idx="1058">
                  <c:v>4.2622381272389314</c:v>
                </c:pt>
                <c:pt idx="1059">
                  <c:v>4.2538602471953508</c:v>
                </c:pt>
                <c:pt idx="1060">
                  <c:v>4.3533943746776282</c:v>
                </c:pt>
                <c:pt idx="1061">
                  <c:v>4.4009160975508355</c:v>
                </c:pt>
                <c:pt idx="1062">
                  <c:v>4.4097688657156109</c:v>
                </c:pt>
                <c:pt idx="1063">
                  <c:v>4.4486206421060661</c:v>
                </c:pt>
                <c:pt idx="1064">
                  <c:v>4.4390799313221789</c:v>
                </c:pt>
                <c:pt idx="1065">
                  <c:v>4.4654305478239227</c:v>
                </c:pt>
                <c:pt idx="1066">
                  <c:v>4.4817182937662485</c:v>
                </c:pt>
                <c:pt idx="1067">
                  <c:v>4.4887866152515379</c:v>
                </c:pt>
                <c:pt idx="1068">
                  <c:v>4.4536955590275564</c:v>
                </c:pt>
                <c:pt idx="1069">
                  <c:v>4.4873446625903179</c:v>
                </c:pt>
                <c:pt idx="1070">
                  <c:v>4.4637059674528903</c:v>
                </c:pt>
                <c:pt idx="1071">
                  <c:v>4.4609969561219289</c:v>
                </c:pt>
                <c:pt idx="1072">
                  <c:v>4.4982018489885247</c:v>
                </c:pt>
                <c:pt idx="1073">
                  <c:v>4.5383947684290691</c:v>
                </c:pt>
                <c:pt idx="1074">
                  <c:v>4.4533203104535</c:v>
                </c:pt>
                <c:pt idx="1075">
                  <c:v>4.505269967396706</c:v>
                </c:pt>
                <c:pt idx="1076">
                  <c:v>4.5096550177348815</c:v>
                </c:pt>
                <c:pt idx="1077">
                  <c:v>4.5119078795033545</c:v>
                </c:pt>
                <c:pt idx="1078">
                  <c:v>4.5719568699264315</c:v>
                </c:pt>
                <c:pt idx="1079">
                  <c:v>4.6143871708303053</c:v>
                </c:pt>
                <c:pt idx="1080">
                  <c:v>4.6156165141944721</c:v>
                </c:pt>
                <c:pt idx="1081">
                  <c:v>4.5778345431485565</c:v>
                </c:pt>
                <c:pt idx="1082">
                  <c:v>4.5856220023664855</c:v>
                </c:pt>
                <c:pt idx="1083">
                  <c:v>4.5778236913680717</c:v>
                </c:pt>
                <c:pt idx="1084">
                  <c:v>4.5529126386270153</c:v>
                </c:pt>
                <c:pt idx="1085">
                  <c:v>4.5055501181514899</c:v>
                </c:pt>
                <c:pt idx="1086">
                  <c:v>4.4381382940767757</c:v>
                </c:pt>
                <c:pt idx="1087">
                  <c:v>4.5647128490262956</c:v>
                </c:pt>
                <c:pt idx="1088">
                  <c:v>4.5866866182408446</c:v>
                </c:pt>
                <c:pt idx="1089">
                  <c:v>4.6792904524770185</c:v>
                </c:pt>
                <c:pt idx="1090">
                  <c:v>4.7378409018942369</c:v>
                </c:pt>
                <c:pt idx="1091">
                  <c:v>4.744143049759753</c:v>
                </c:pt>
                <c:pt idx="1092">
                  <c:v>4.7941348819899972</c:v>
                </c:pt>
                <c:pt idx="1093">
                  <c:v>4.7650761742735499</c:v>
                </c:pt>
                <c:pt idx="1094">
                  <c:v>4.7831531401597074</c:v>
                </c:pt>
                <c:pt idx="1095">
                  <c:v>4.7816790299647449</c:v>
                </c:pt>
                <c:pt idx="1096">
                  <c:v>4.7828623850874141</c:v>
                </c:pt>
                <c:pt idx="1097">
                  <c:v>4.8248017386772606</c:v>
                </c:pt>
                <c:pt idx="1098">
                  <c:v>4.7850970054108366</c:v>
                </c:pt>
                <c:pt idx="1099">
                  <c:v>4.8234994274083807</c:v>
                </c:pt>
                <c:pt idx="1100">
                  <c:v>4.8244419628848112</c:v>
                </c:pt>
                <c:pt idx="1101">
                  <c:v>4.8304232553621436</c:v>
                </c:pt>
                <c:pt idx="1102">
                  <c:v>4.8437451044738582</c:v>
                </c:pt>
                <c:pt idx="1103">
                  <c:v>4.8581259470082694</c:v>
                </c:pt>
                <c:pt idx="1104">
                  <c:v>4.8225075426324286</c:v>
                </c:pt>
                <c:pt idx="1105">
                  <c:v>4.8030195885117459</c:v>
                </c:pt>
                <c:pt idx="1106">
                  <c:v>4.8402403210932832</c:v>
                </c:pt>
                <c:pt idx="1107">
                  <c:v>4.9162021161942366</c:v>
                </c:pt>
                <c:pt idx="1108">
                  <c:v>4.9419540348698829</c:v>
                </c:pt>
                <c:pt idx="1109">
                  <c:v>4.9062932055746815</c:v>
                </c:pt>
                <c:pt idx="1110">
                  <c:v>4.9330132531971813</c:v>
                </c:pt>
                <c:pt idx="1111">
                  <c:v>4.9453190477321307</c:v>
                </c:pt>
                <c:pt idx="1112">
                  <c:v>4.9192506318354603</c:v>
                </c:pt>
                <c:pt idx="1113">
                  <c:v>4.9232041258323065</c:v>
                </c:pt>
                <c:pt idx="1114">
                  <c:v>4.8551500362287534</c:v>
                </c:pt>
                <c:pt idx="1115">
                  <c:v>4.8333250513559864</c:v>
                </c:pt>
                <c:pt idx="1116">
                  <c:v>4.805876899564792</c:v>
                </c:pt>
                <c:pt idx="1117">
                  <c:v>4.7987967420114028</c:v>
                </c:pt>
                <c:pt idx="1118">
                  <c:v>4.7481222196714672</c:v>
                </c:pt>
                <c:pt idx="1119">
                  <c:v>4.7852746789710165</c:v>
                </c:pt>
                <c:pt idx="1120">
                  <c:v>4.7335051221859281</c:v>
                </c:pt>
                <c:pt idx="1121">
                  <c:v>4.7765833927537216</c:v>
                </c:pt>
                <c:pt idx="1122">
                  <c:v>4.7738743163054851</c:v>
                </c:pt>
                <c:pt idx="1123">
                  <c:v>4.7175469548963029</c:v>
                </c:pt>
                <c:pt idx="1124">
                  <c:v>4.8139438174028024</c:v>
                </c:pt>
                <c:pt idx="1125">
                  <c:v>4.8196043024480826</c:v>
                </c:pt>
                <c:pt idx="1126">
                  <c:v>4.8306630800933084</c:v>
                </c:pt>
                <c:pt idx="1127">
                  <c:v>4.8136534632143837</c:v>
                </c:pt>
                <c:pt idx="1128">
                  <c:v>4.7761802074144111</c:v>
                </c:pt>
                <c:pt idx="1129">
                  <c:v>4.7301283223193638</c:v>
                </c:pt>
                <c:pt idx="1130">
                  <c:v>4.6390023991592964</c:v>
                </c:pt>
                <c:pt idx="1131">
                  <c:v>4.6864117949861672</c:v>
                </c:pt>
                <c:pt idx="1132">
                  <c:v>4.9480529081600606</c:v>
                </c:pt>
                <c:pt idx="1133">
                  <c:v>5.0120509414958354</c:v>
                </c:pt>
                <c:pt idx="1134">
                  <c:v>4.9935233622940718</c:v>
                </c:pt>
                <c:pt idx="1135">
                  <c:v>4.9891958925424946</c:v>
                </c:pt>
                <c:pt idx="1136">
                  <c:v>5.0506792336960897</c:v>
                </c:pt>
                <c:pt idx="1137">
                  <c:v>5.0362075470039187</c:v>
                </c:pt>
                <c:pt idx="1138">
                  <c:v>5.0675597830107932</c:v>
                </c:pt>
                <c:pt idx="1139">
                  <c:v>4.9906238406344672</c:v>
                </c:pt>
                <c:pt idx="1140">
                  <c:v>5.0114155024893918</c:v>
                </c:pt>
                <c:pt idx="1141">
                  <c:v>5.042430398244095</c:v>
                </c:pt>
                <c:pt idx="1142">
                  <c:v>5.0071775642633556</c:v>
                </c:pt>
                <c:pt idx="1143">
                  <c:v>4.9592981865014787</c:v>
                </c:pt>
                <c:pt idx="1144">
                  <c:v>4.9088034799859832</c:v>
                </c:pt>
                <c:pt idx="1145">
                  <c:v>4.9027208642896829</c:v>
                </c:pt>
                <c:pt idx="1146">
                  <c:v>5.0079672404854536</c:v>
                </c:pt>
                <c:pt idx="1147">
                  <c:v>4.9438265533439392</c:v>
                </c:pt>
                <c:pt idx="1148">
                  <c:v>4.9290671510455315</c:v>
                </c:pt>
                <c:pt idx="1149">
                  <c:v>4.8836849771927247</c:v>
                </c:pt>
                <c:pt idx="1150">
                  <c:v>4.9859165170582349</c:v>
                </c:pt>
                <c:pt idx="1151">
                  <c:v>4.9719415982241744</c:v>
                </c:pt>
                <c:pt idx="1152">
                  <c:v>4.9812547603736137</c:v>
                </c:pt>
                <c:pt idx="1153">
                  <c:v>5.0060246895171536</c:v>
                </c:pt>
                <c:pt idx="1154">
                  <c:v>5.0746205715462134</c:v>
                </c:pt>
                <c:pt idx="1155">
                  <c:v>5.0134975373074475</c:v>
                </c:pt>
                <c:pt idx="1156">
                  <c:v>4.9901909001516245</c:v>
                </c:pt>
                <c:pt idx="1157">
                  <c:v>4.9941483498953909</c:v>
                </c:pt>
                <c:pt idx="1158">
                  <c:v>5.0068999730957708</c:v>
                </c:pt>
                <c:pt idx="1159">
                  <c:v>4.938539207932088</c:v>
                </c:pt>
                <c:pt idx="1160">
                  <c:v>4.9438162088725406</c:v>
                </c:pt>
                <c:pt idx="1161">
                  <c:v>4.950296680610025</c:v>
                </c:pt>
                <c:pt idx="1162">
                  <c:v>4.8640982855999937</c:v>
                </c:pt>
                <c:pt idx="1163">
                  <c:v>4.8456529257442185</c:v>
                </c:pt>
                <c:pt idx="1164">
                  <c:v>4.8103791025868059</c:v>
                </c:pt>
                <c:pt idx="1165">
                  <c:v>4.6952585718770186</c:v>
                </c:pt>
                <c:pt idx="1166">
                  <c:v>4.9033495803278235</c:v>
                </c:pt>
                <c:pt idx="1167">
                  <c:v>4.9970289562041952</c:v>
                </c:pt>
                <c:pt idx="1168">
                  <c:v>4.9891503473042569</c:v>
                </c:pt>
                <c:pt idx="1169">
                  <c:v>5.0617657189756455</c:v>
                </c:pt>
                <c:pt idx="1170">
                  <c:v>5.1009931927454151</c:v>
                </c:pt>
                <c:pt idx="1171">
                  <c:v>5.1088792389777904</c:v>
                </c:pt>
                <c:pt idx="1172">
                  <c:v>5.1565715081365235</c:v>
                </c:pt>
                <c:pt idx="1173">
                  <c:v>5.1151241124111602</c:v>
                </c:pt>
                <c:pt idx="1174">
                  <c:v>5.1672644759207973</c:v>
                </c:pt>
                <c:pt idx="1175">
                  <c:v>5.2406624703031595</c:v>
                </c:pt>
                <c:pt idx="1176">
                  <c:v>5.2774557597154779</c:v>
                </c:pt>
                <c:pt idx="1177">
                  <c:v>5.2969816651268298</c:v>
                </c:pt>
                <c:pt idx="1178">
                  <c:v>5.2841685120970165</c:v>
                </c:pt>
                <c:pt idx="1179">
                  <c:v>5.2930590795468442</c:v>
                </c:pt>
                <c:pt idx="1180">
                  <c:v>5.3618182413700337</c:v>
                </c:pt>
                <c:pt idx="1181">
                  <c:v>5.3493158420717224</c:v>
                </c:pt>
                <c:pt idx="1182">
                  <c:v>5.3874474336599389</c:v>
                </c:pt>
                <c:pt idx="1183">
                  <c:v>5.3584308756694758</c:v>
                </c:pt>
                <c:pt idx="1184">
                  <c:v>5.3913921001426024</c:v>
                </c:pt>
                <c:pt idx="1185">
                  <c:v>5.4540416896532617</c:v>
                </c:pt>
                <c:pt idx="1186">
                  <c:v>5.417116491276011</c:v>
                </c:pt>
                <c:pt idx="1187">
                  <c:v>5.3907998272808042</c:v>
                </c:pt>
                <c:pt idx="1188">
                  <c:v>5.448106602734752</c:v>
                </c:pt>
                <c:pt idx="1189">
                  <c:v>5.3793301571314762</c:v>
                </c:pt>
                <c:pt idx="1190">
                  <c:v>5.3854658918215277</c:v>
                </c:pt>
                <c:pt idx="1191">
                  <c:v>5.4634523975274734</c:v>
                </c:pt>
                <c:pt idx="1192">
                  <c:v>5.4584813477750158</c:v>
                </c:pt>
                <c:pt idx="1193">
                  <c:v>5.427791277288919</c:v>
                </c:pt>
                <c:pt idx="1194">
                  <c:v>5.4295354153989042</c:v>
                </c:pt>
                <c:pt idx="1195">
                  <c:v>5.4617258213648787</c:v>
                </c:pt>
                <c:pt idx="1196">
                  <c:v>5.3948802735434631</c:v>
                </c:pt>
                <c:pt idx="1197">
                  <c:v>5.4346801853567035</c:v>
                </c:pt>
                <c:pt idx="1198">
                  <c:v>5.4062184072159303</c:v>
                </c:pt>
                <c:pt idx="1199">
                  <c:v>5.2572043104780901</c:v>
                </c:pt>
                <c:pt idx="1200">
                  <c:v>5.3066757552701711</c:v>
                </c:pt>
                <c:pt idx="1201">
                  <c:v>5.3491948976981041</c:v>
                </c:pt>
                <c:pt idx="1202">
                  <c:v>5.3370159556375238</c:v>
                </c:pt>
                <c:pt idx="1203">
                  <c:v>5.348012818873725</c:v>
                </c:pt>
                <c:pt idx="1204">
                  <c:v>5.3371877585072482</c:v>
                </c:pt>
                <c:pt idx="1205">
                  <c:v>5.2945501935957706</c:v>
                </c:pt>
                <c:pt idx="1206">
                  <c:v>5.3172845860625193</c:v>
                </c:pt>
                <c:pt idx="1207">
                  <c:v>5.3103450732633082</c:v>
                </c:pt>
                <c:pt idx="1208">
                  <c:v>5.3347608860262374</c:v>
                </c:pt>
                <c:pt idx="1209">
                  <c:v>5.2273323321597811</c:v>
                </c:pt>
                <c:pt idx="1210">
                  <c:v>5.1670941147860603</c:v>
                </c:pt>
                <c:pt idx="1211">
                  <c:v>5.1186259310146136</c:v>
                </c:pt>
                <c:pt idx="1212">
                  <c:v>5.1610418602924533</c:v>
                </c:pt>
                <c:pt idx="1213">
                  <c:v>5.2674225100118806</c:v>
                </c:pt>
                <c:pt idx="1214">
                  <c:v>5.3527790489898193</c:v>
                </c:pt>
                <c:pt idx="1215">
                  <c:v>5.4319791440025629</c:v>
                </c:pt>
                <c:pt idx="1216">
                  <c:v>5.401033320781722</c:v>
                </c:pt>
                <c:pt idx="1217">
                  <c:v>5.4169814873123068</c:v>
                </c:pt>
                <c:pt idx="1218">
                  <c:v>5.3343258633536941</c:v>
                </c:pt>
                <c:pt idx="1219">
                  <c:v>5.2501846805705306</c:v>
                </c:pt>
                <c:pt idx="1220">
                  <c:v>5.3156598899498837</c:v>
                </c:pt>
                <c:pt idx="1221">
                  <c:v>5.2514073559643624</c:v>
                </c:pt>
                <c:pt idx="1222">
                  <c:v>5.3066653574750369</c:v>
                </c:pt>
                <c:pt idx="1223">
                  <c:v>5.2607658467688401</c:v>
                </c:pt>
                <c:pt idx="1224">
                  <c:v>5.2557798356046055</c:v>
                </c:pt>
                <c:pt idx="1225">
                  <c:v>5.2164973663916605</c:v>
                </c:pt>
                <c:pt idx="1226">
                  <c:v>5.1069259649631853</c:v>
                </c:pt>
                <c:pt idx="1227">
                  <c:v>5.000655266834225</c:v>
                </c:pt>
                <c:pt idx="1228">
                  <c:v>4.9146490606980269</c:v>
                </c:pt>
                <c:pt idx="1229">
                  <c:v>4.5925967496299025</c:v>
                </c:pt>
                <c:pt idx="1230">
                  <c:v>4.5020156465439474</c:v>
                </c:pt>
                <c:pt idx="1231">
                  <c:v>4.571070215880539</c:v>
                </c:pt>
                <c:pt idx="1232">
                  <c:v>4.8098772399758456</c:v>
                </c:pt>
                <c:pt idx="1233">
                  <c:v>4.8103806568231198</c:v>
                </c:pt>
                <c:pt idx="1234">
                  <c:v>4.5930225715195769</c:v>
                </c:pt>
                <c:pt idx="1235">
                  <c:v>4.4064872818545249</c:v>
                </c:pt>
                <c:pt idx="1236">
                  <c:v>4.1122985309473368</c:v>
                </c:pt>
                <c:pt idx="1237">
                  <c:v>4.0266680338768612</c:v>
                </c:pt>
                <c:pt idx="1238">
                  <c:v>3.7779074829615222</c:v>
                </c:pt>
                <c:pt idx="1239">
                  <c:v>3.2615072322771672</c:v>
                </c:pt>
                <c:pt idx="1240">
                  <c:v>3.164298107877701</c:v>
                </c:pt>
                <c:pt idx="1241">
                  <c:v>2.9258880827379459</c:v>
                </c:pt>
                <c:pt idx="1242">
                  <c:v>3.2929913990028861</c:v>
                </c:pt>
                <c:pt idx="1243">
                  <c:v>3.4759547260971058</c:v>
                </c:pt>
                <c:pt idx="1244">
                  <c:v>3.5238294879016068</c:v>
                </c:pt>
                <c:pt idx="1245">
                  <c:v>3.6556844061185192</c:v>
                </c:pt>
                <c:pt idx="1246">
                  <c:v>3.8051504093515804</c:v>
                </c:pt>
                <c:pt idx="1247">
                  <c:v>3.9807063214578493</c:v>
                </c:pt>
                <c:pt idx="1248">
                  <c:v>4.1121846027709603</c:v>
                </c:pt>
                <c:pt idx="1249">
                  <c:v>4.2544025507852483</c:v>
                </c:pt>
                <c:pt idx="1250">
                  <c:v>3.791631318107644</c:v>
                </c:pt>
                <c:pt idx="1251">
                  <c:v>3.9522293493137535</c:v>
                </c:pt>
                <c:pt idx="1252">
                  <c:v>4.0040316768137991</c:v>
                </c:pt>
                <c:pt idx="1253">
                  <c:v>3.980306035839821</c:v>
                </c:pt>
                <c:pt idx="1254">
                  <c:v>3.8662246165366807</c:v>
                </c:pt>
                <c:pt idx="1255">
                  <c:v>3.9632531771222621</c:v>
                </c:pt>
                <c:pt idx="1256">
                  <c:v>3.9816191732316515</c:v>
                </c:pt>
                <c:pt idx="1257">
                  <c:v>4.0197096721066856</c:v>
                </c:pt>
                <c:pt idx="1258">
                  <c:v>4.1164595143485956</c:v>
                </c:pt>
                <c:pt idx="1259">
                  <c:v>4.2162769992250801</c:v>
                </c:pt>
                <c:pt idx="1260">
                  <c:v>4.2087931630493669</c:v>
                </c:pt>
                <c:pt idx="1261">
                  <c:v>4.1959107424685964</c:v>
                </c:pt>
                <c:pt idx="1262">
                  <c:v>4.2837371391460461</c:v>
                </c:pt>
                <c:pt idx="1263">
                  <c:v>4.4221449558920431</c:v>
                </c:pt>
                <c:pt idx="1264">
                  <c:v>4.4327481854130371</c:v>
                </c:pt>
                <c:pt idx="1265">
                  <c:v>4.5195567977044933</c:v>
                </c:pt>
                <c:pt idx="1266">
                  <c:v>4.5306257051292684</c:v>
                </c:pt>
                <c:pt idx="1267">
                  <c:v>4.4344723628002738</c:v>
                </c:pt>
                <c:pt idx="1268">
                  <c:v>4.2954218812176013</c:v>
                </c:pt>
                <c:pt idx="1269">
                  <c:v>4.3196645095755501</c:v>
                </c:pt>
                <c:pt idx="1270">
                  <c:v>4.206576189295034</c:v>
                </c:pt>
                <c:pt idx="1271">
                  <c:v>4.3491202762068921</c:v>
                </c:pt>
                <c:pt idx="1272">
                  <c:v>4.4317536438333693</c:v>
                </c:pt>
                <c:pt idx="1273">
                  <c:v>4.5509238389451321</c:v>
                </c:pt>
                <c:pt idx="1274">
                  <c:v>4.5963194187727749</c:v>
                </c:pt>
                <c:pt idx="1275">
                  <c:v>4.5854308409474847</c:v>
                </c:pt>
                <c:pt idx="1276">
                  <c:v>4.3823714724655725</c:v>
                </c:pt>
                <c:pt idx="1277">
                  <c:v>4.4723074015220199</c:v>
                </c:pt>
                <c:pt idx="1278">
                  <c:v>4.3595589196599533</c:v>
                </c:pt>
                <c:pt idx="1279">
                  <c:v>4.4158093028365935</c:v>
                </c:pt>
                <c:pt idx="1280">
                  <c:v>4.4159017530801439</c:v>
                </c:pt>
                <c:pt idx="1281">
                  <c:v>4.0799132293793887</c:v>
                </c:pt>
                <c:pt idx="1282">
                  <c:v>3.7105796938114972</c:v>
                </c:pt>
                <c:pt idx="1283">
                  <c:v>4.0408073762671002</c:v>
                </c:pt>
                <c:pt idx="1284">
                  <c:v>4.0165397342388758</c:v>
                </c:pt>
                <c:pt idx="1285">
                  <c:v>4.0006172937190927</c:v>
                </c:pt>
                <c:pt idx="1286">
                  <c:v>3.983297827731251</c:v>
                </c:pt>
                <c:pt idx="1287">
                  <c:v>4.1116302483755449</c:v>
                </c:pt>
                <c:pt idx="1288">
                  <c:v>4.2420479603182129</c:v>
                </c:pt>
                <c:pt idx="1289">
                  <c:v>4.2923273303580336</c:v>
                </c:pt>
                <c:pt idx="1290">
                  <c:v>4.3276209348063643</c:v>
                </c:pt>
                <c:pt idx="1291">
                  <c:v>4.4861641631664355</c:v>
                </c:pt>
                <c:pt idx="1292">
                  <c:v>4.467919290834625</c:v>
                </c:pt>
                <c:pt idx="1293">
                  <c:v>4.6189753413133534</c:v>
                </c:pt>
                <c:pt idx="1294">
                  <c:v>4.688463556563458</c:v>
                </c:pt>
                <c:pt idx="1295">
                  <c:v>4.6116755891130179</c:v>
                </c:pt>
                <c:pt idx="1296">
                  <c:v>4.6871845817125042</c:v>
                </c:pt>
                <c:pt idx="1297">
                  <c:v>4.6167538858436608</c:v>
                </c:pt>
                <c:pt idx="1298">
                  <c:v>4.5030637585656974</c:v>
                </c:pt>
                <c:pt idx="1299">
                  <c:v>4.5620182989618527</c:v>
                </c:pt>
                <c:pt idx="1300">
                  <c:v>4.551342506018047</c:v>
                </c:pt>
                <c:pt idx="1301">
                  <c:v>4.6219661876313154</c:v>
                </c:pt>
                <c:pt idx="1302">
                  <c:v>4.7060200269199814</c:v>
                </c:pt>
                <c:pt idx="1303">
                  <c:v>4.7034295574818872</c:v>
                </c:pt>
                <c:pt idx="1304">
                  <c:v>4.6270178931770145</c:v>
                </c:pt>
                <c:pt idx="1305">
                  <c:v>4.6724955715048733</c:v>
                </c:pt>
                <c:pt idx="1306">
                  <c:v>4.5733014248307473</c:v>
                </c:pt>
                <c:pt idx="1307">
                  <c:v>4.5418816800120165</c:v>
                </c:pt>
                <c:pt idx="1308">
                  <c:v>4.548332531704057</c:v>
                </c:pt>
                <c:pt idx="1309">
                  <c:v>4.4900455568296209</c:v>
                </c:pt>
                <c:pt idx="1310">
                  <c:v>4.5298058207356844</c:v>
                </c:pt>
                <c:pt idx="1311">
                  <c:v>4.5170887377922737</c:v>
                </c:pt>
                <c:pt idx="1312">
                  <c:v>4.5874879469384053</c:v>
                </c:pt>
                <c:pt idx="1313">
                  <c:v>4.4476070327180999</c:v>
                </c:pt>
                <c:pt idx="1314">
                  <c:v>4.3155018141790267</c:v>
                </c:pt>
                <c:pt idx="1315">
                  <c:v>4.2198601638964579</c:v>
                </c:pt>
                <c:pt idx="1316">
                  <c:v>3.9708211208699637</c:v>
                </c:pt>
                <c:pt idx="1317">
                  <c:v>4.1711800085591397</c:v>
                </c:pt>
                <c:pt idx="1318">
                  <c:v>4.1656680437943239</c:v>
                </c:pt>
                <c:pt idx="1319">
                  <c:v>4.2723897311206667</c:v>
                </c:pt>
                <c:pt idx="1320">
                  <c:v>4.3013784345928983</c:v>
                </c:pt>
                <c:pt idx="1321">
                  <c:v>4.2789057901241057</c:v>
                </c:pt>
                <c:pt idx="1322">
                  <c:v>4.2359549514379502</c:v>
                </c:pt>
                <c:pt idx="1323">
                  <c:v>4.3596727765109735</c:v>
                </c:pt>
                <c:pt idx="1324">
                  <c:v>4.4009673771390094</c:v>
                </c:pt>
                <c:pt idx="1325">
                  <c:v>4.3775059133472123</c:v>
                </c:pt>
                <c:pt idx="1326">
                  <c:v>4.3615339097495713</c:v>
                </c:pt>
                <c:pt idx="1327">
                  <c:v>4.1674223494604536</c:v>
                </c:pt>
                <c:pt idx="1328">
                  <c:v>4.2043202285774166</c:v>
                </c:pt>
                <c:pt idx="1329">
                  <c:v>4.3503465734294977</c:v>
                </c:pt>
                <c:pt idx="1330">
                  <c:v>4.2912036048702928</c:v>
                </c:pt>
                <c:pt idx="1331">
                  <c:v>4.2980134775045533</c:v>
                </c:pt>
                <c:pt idx="1332">
                  <c:v>4.3213707184349666</c:v>
                </c:pt>
                <c:pt idx="1333">
                  <c:v>4.3579444479242291</c:v>
                </c:pt>
                <c:pt idx="1334">
                  <c:v>4.3023682107395445</c:v>
                </c:pt>
                <c:pt idx="1335">
                  <c:v>4.1266897678847787</c:v>
                </c:pt>
                <c:pt idx="1336">
                  <c:v>4.1988178038246984</c:v>
                </c:pt>
                <c:pt idx="1337">
                  <c:v>4.055738800096294</c:v>
                </c:pt>
                <c:pt idx="1338">
                  <c:v>4.1181903723141753</c:v>
                </c:pt>
                <c:pt idx="1339">
                  <c:v>4.05605123678236</c:v>
                </c:pt>
                <c:pt idx="1340">
                  <c:v>4.22823343087724</c:v>
                </c:pt>
                <c:pt idx="1341">
                  <c:v>4.2214718899159802</c:v>
                </c:pt>
                <c:pt idx="1342">
                  <c:v>4.1216711469963325</c:v>
                </c:pt>
                <c:pt idx="1343">
                  <c:v>4.1081898669868853</c:v>
                </c:pt>
                <c:pt idx="1344">
                  <c:v>4.0609610155900295</c:v>
                </c:pt>
                <c:pt idx="1345">
                  <c:v>4.0435851378763656</c:v>
                </c:pt>
                <c:pt idx="1346">
                  <c:v>4.0985199724487984</c:v>
                </c:pt>
                <c:pt idx="1347">
                  <c:v>4.1546680107595702</c:v>
                </c:pt>
                <c:pt idx="1348">
                  <c:v>4.1047330175763781</c:v>
                </c:pt>
                <c:pt idx="1349">
                  <c:v>4.0466886202278065</c:v>
                </c:pt>
                <c:pt idx="1350">
                  <c:v>4.0868114206274608</c:v>
                </c:pt>
                <c:pt idx="1351">
                  <c:v>4.1607066275819582</c:v>
                </c:pt>
                <c:pt idx="1352">
                  <c:v>4.1895563051489138</c:v>
                </c:pt>
                <c:pt idx="1353">
                  <c:v>4.2048570842945532</c:v>
                </c:pt>
                <c:pt idx="1354">
                  <c:v>4.3312117079053785</c:v>
                </c:pt>
                <c:pt idx="1355">
                  <c:v>4.3553625593262808</c:v>
                </c:pt>
                <c:pt idx="1356">
                  <c:v>4.296072202672292</c:v>
                </c:pt>
                <c:pt idx="1357">
                  <c:v>4.1754658367179225</c:v>
                </c:pt>
                <c:pt idx="1358">
                  <c:v>4.2837528299957004</c:v>
                </c:pt>
                <c:pt idx="1359">
                  <c:v>4.2906982425314499</c:v>
                </c:pt>
                <c:pt idx="1360">
                  <c:v>4.2847572170026016</c:v>
                </c:pt>
                <c:pt idx="1361">
                  <c:v>4.2622155968342064</c:v>
                </c:pt>
                <c:pt idx="1362">
                  <c:v>4.2536904652218119</c:v>
                </c:pt>
                <c:pt idx="1363">
                  <c:v>4.2990335227842928</c:v>
                </c:pt>
                <c:pt idx="1364">
                  <c:v>4.2998136984625548</c:v>
                </c:pt>
                <c:pt idx="1365">
                  <c:v>4.3149500844751634</c:v>
                </c:pt>
                <c:pt idx="1366">
                  <c:v>4.2977178549834809</c:v>
                </c:pt>
                <c:pt idx="1367">
                  <c:v>4.2896123811173164</c:v>
                </c:pt>
                <c:pt idx="1368">
                  <c:v>4.1818340939466667</c:v>
                </c:pt>
                <c:pt idx="1369">
                  <c:v>4.1719732389869693</c:v>
                </c:pt>
                <c:pt idx="1370">
                  <c:v>4.1087830536731929</c:v>
                </c:pt>
                <c:pt idx="1371">
                  <c:v>4.0638275116227938</c:v>
                </c:pt>
                <c:pt idx="1372">
                  <c:v>4.1570572613118353</c:v>
                </c:pt>
                <c:pt idx="1373">
                  <c:v>4.1397761398582968</c:v>
                </c:pt>
                <c:pt idx="1374">
                  <c:v>4.1718060140373154</c:v>
                </c:pt>
                <c:pt idx="1375">
                  <c:v>4.2262929842079098</c:v>
                </c:pt>
                <c:pt idx="1376">
                  <c:v>4.3066745003955642</c:v>
                </c:pt>
                <c:pt idx="1377">
                  <c:v>4.2532533322718926</c:v>
                </c:pt>
                <c:pt idx="1378">
                  <c:v>4.2763446489694532</c:v>
                </c:pt>
                <c:pt idx="1379">
                  <c:v>4.2197572973272539</c:v>
                </c:pt>
                <c:pt idx="1380">
                  <c:v>4.2704567726553337</c:v>
                </c:pt>
                <c:pt idx="1381">
                  <c:v>4.1570546451963706</c:v>
                </c:pt>
                <c:pt idx="1382">
                  <c:v>4.1718804923452435</c:v>
                </c:pt>
                <c:pt idx="1383">
                  <c:v>4.2205025005127244</c:v>
                </c:pt>
                <c:pt idx="1384">
                  <c:v>4.2104670359856797</c:v>
                </c:pt>
                <c:pt idx="1385">
                  <c:v>4.2016226612098686</c:v>
                </c:pt>
                <c:pt idx="1386">
                  <c:v>4.1308003444262233</c:v>
                </c:pt>
                <c:pt idx="1387">
                  <c:v>4.0575608920129351</c:v>
                </c:pt>
                <c:pt idx="1388">
                  <c:v>4.1884369844144418</c:v>
                </c:pt>
                <c:pt idx="1389">
                  <c:v>4.1699893224975222</c:v>
                </c:pt>
                <c:pt idx="1390">
                  <c:v>4.1703866562252836</c:v>
                </c:pt>
                <c:pt idx="1391">
                  <c:v>4.3098499171896592</c:v>
                </c:pt>
                <c:pt idx="1392">
                  <c:v>4.3767238103575865</c:v>
                </c:pt>
                <c:pt idx="1393">
                  <c:v>4.5128487495266816</c:v>
                </c:pt>
                <c:pt idx="1394">
                  <c:v>4.7271297529638758</c:v>
                </c:pt>
                <c:pt idx="1395">
                  <c:v>5.2828185083034427</c:v>
                </c:pt>
                <c:pt idx="1396">
                  <c:v>5.7837815116170512</c:v>
                </c:pt>
                <c:pt idx="1397">
                  <c:v>5.1605667822386208</c:v>
                </c:pt>
                <c:pt idx="1398">
                  <c:v>5.235539882482108</c:v>
                </c:pt>
                <c:pt idx="1399">
                  <c:v>5.0189495194806231</c:v>
                </c:pt>
                <c:pt idx="1400">
                  <c:v>5.1651131479870633</c:v>
                </c:pt>
                <c:pt idx="1401">
                  <c:v>5.0997625390873349</c:v>
                </c:pt>
                <c:pt idx="1402">
                  <c:v>5.152288808497933</c:v>
                </c:pt>
                <c:pt idx="1403">
                  <c:v>5.128841232027324</c:v>
                </c:pt>
                <c:pt idx="1404">
                  <c:v>5.2736020018581886</c:v>
                </c:pt>
                <c:pt idx="1405">
                  <c:v>5.3557773432720728</c:v>
                </c:pt>
                <c:pt idx="1406">
                  <c:v>5.4281976508944503</c:v>
                </c:pt>
                <c:pt idx="1407">
                  <c:v>5.4506237552617289</c:v>
                </c:pt>
                <c:pt idx="1408">
                  <c:v>5.4584889989856205</c:v>
                </c:pt>
                <c:pt idx="1409">
                  <c:v>5.6146289465576729</c:v>
                </c:pt>
                <c:pt idx="1410">
                  <c:v>5.8067081134530287</c:v>
                </c:pt>
                <c:pt idx="1411">
                  <c:v>5.6514456364414549</c:v>
                </c:pt>
                <c:pt idx="1412">
                  <c:v>5.6261573248464956</c:v>
                </c:pt>
                <c:pt idx="1413">
                  <c:v>5.7506104343231019</c:v>
                </c:pt>
                <c:pt idx="1414">
                  <c:v>5.5845464186877187</c:v>
                </c:pt>
                <c:pt idx="1415">
                  <c:v>5.7303338750854413</c:v>
                </c:pt>
                <c:pt idx="1416">
                  <c:v>5.842772952503501</c:v>
                </c:pt>
                <c:pt idx="1417">
                  <c:v>5.8765510034817323</c:v>
                </c:pt>
                <c:pt idx="1418">
                  <c:v>6.0341671111611115</c:v>
                </c:pt>
                <c:pt idx="1419">
                  <c:v>6.0295970106775654</c:v>
                </c:pt>
                <c:pt idx="1420">
                  <c:v>6.1838498641959347</c:v>
                </c:pt>
                <c:pt idx="1421">
                  <c:v>6.1788297174446232</c:v>
                </c:pt>
                <c:pt idx="1422">
                  <c:v>6.2426028629273462</c:v>
                </c:pt>
                <c:pt idx="1423">
                  <c:v>6.058608124156903</c:v>
                </c:pt>
                <c:pt idx="1424">
                  <c:v>5.9859873038561009</c:v>
                </c:pt>
                <c:pt idx="1425">
                  <c:v>5.8666432000343587</c:v>
                </c:pt>
                <c:pt idx="1426">
                  <c:v>6.0205401888735333</c:v>
                </c:pt>
                <c:pt idx="1427">
                  <c:v>6.181746357368068</c:v>
                </c:pt>
                <c:pt idx="1428">
                  <c:v>6.2355699349028901</c:v>
                </c:pt>
                <c:pt idx="1429">
                  <c:v>6.0183968124271292</c:v>
                </c:pt>
                <c:pt idx="1430">
                  <c:v>6.2016635436694134</c:v>
                </c:pt>
                <c:pt idx="1431">
                  <c:v>6.1659417792559443</c:v>
                </c:pt>
                <c:pt idx="1432">
                  <c:v>6.23569950095081</c:v>
                </c:pt>
                <c:pt idx="1433">
                  <c:v>6.3100539737683228</c:v>
                </c:pt>
                <c:pt idx="1434">
                  <c:v>6.3922610818530794</c:v>
                </c:pt>
                <c:pt idx="1435">
                  <c:v>6.4970984655806197</c:v>
                </c:pt>
                <c:pt idx="1436">
                  <c:v>6.5416324510498356</c:v>
                </c:pt>
                <c:pt idx="1437">
                  <c:v>6.4550489180132082</c:v>
                </c:pt>
                <c:pt idx="1438">
                  <c:v>6.5708359821294611</c:v>
                </c:pt>
                <c:pt idx="1439">
                  <c:v>6.5873087382997717</c:v>
                </c:pt>
                <c:pt idx="1440">
                  <c:v>6.6195381340531751</c:v>
                </c:pt>
                <c:pt idx="1441">
                  <c:v>6.6241572172463368</c:v>
                </c:pt>
                <c:pt idx="1442">
                  <c:v>6.6958499032348708</c:v>
                </c:pt>
                <c:pt idx="1443">
                  <c:v>6.8135168044789962</c:v>
                </c:pt>
                <c:pt idx="1444">
                  <c:v>6.6946256869692418</c:v>
                </c:pt>
                <c:pt idx="1445">
                  <c:v>6.7297498602010775</c:v>
                </c:pt>
                <c:pt idx="1446">
                  <c:v>6.3851162720689398</c:v>
                </c:pt>
                <c:pt idx="1447">
                  <c:v>6.3961029524434281</c:v>
                </c:pt>
                <c:pt idx="1448">
                  <c:v>6.3823442756551154</c:v>
                </c:pt>
                <c:pt idx="1449">
                  <c:v>6.4877473288839642</c:v>
                </c:pt>
                <c:pt idx="1450">
                  <c:v>6.1034738804057014</c:v>
                </c:pt>
                <c:pt idx="1451">
                  <c:v>6.1451134424290554</c:v>
                </c:pt>
                <c:pt idx="1452">
                  <c:v>5.960242480852413</c:v>
                </c:pt>
                <c:pt idx="1453">
                  <c:v>6.0535490156179081</c:v>
                </c:pt>
                <c:pt idx="1454">
                  <c:v>6.1292136390094338</c:v>
                </c:pt>
                <c:pt idx="1455">
                  <c:v>6.0331887488259976</c:v>
                </c:pt>
                <c:pt idx="1456">
                  <c:v>5.9172117498982173</c:v>
                </c:pt>
                <c:pt idx="1457">
                  <c:v>5.8315585583970337</c:v>
                </c:pt>
                <c:pt idx="1458">
                  <c:v>5.5781702435029317</c:v>
                </c:pt>
                <c:pt idx="1459">
                  <c:v>5.5726193795410808</c:v>
                </c:pt>
                <c:pt idx="1460">
                  <c:v>5.7712750226070808</c:v>
                </c:pt>
                <c:pt idx="1461">
                  <c:v>5.7510582132330663</c:v>
                </c:pt>
                <c:pt idx="1462">
                  <c:v>5.7760533923736483</c:v>
                </c:pt>
                <c:pt idx="1463">
                  <c:v>5.6236824888652457</c:v>
                </c:pt>
                <c:pt idx="1464">
                  <c:v>5.6640121161205714</c:v>
                </c:pt>
                <c:pt idx="1465">
                  <c:v>5.976251101748784</c:v>
                </c:pt>
                <c:pt idx="1466">
                  <c:v>5.9720939550573746</c:v>
                </c:pt>
                <c:pt idx="1467">
                  <c:v>5.9997646417016188</c:v>
                </c:pt>
                <c:pt idx="1468">
                  <c:v>5.9915579369621508</c:v>
                </c:pt>
                <c:pt idx="1469">
                  <c:v>6.1000784109179254</c:v>
                </c:pt>
                <c:pt idx="1470">
                  <c:v>6.0627036561457919</c:v>
                </c:pt>
                <c:pt idx="1471">
                  <c:v>6.0248103283894698</c:v>
                </c:pt>
                <c:pt idx="1472">
                  <c:v>6.0756433992435523</c:v>
                </c:pt>
                <c:pt idx="1473">
                  <c:v>6.1325819883207986</c:v>
                </c:pt>
                <c:pt idx="1474">
                  <c:v>6.1263187241163868</c:v>
                </c:pt>
                <c:pt idx="1475">
                  <c:v>6.2205262652807827</c:v>
                </c:pt>
                <c:pt idx="1476">
                  <c:v>6.3041488890460995</c:v>
                </c:pt>
                <c:pt idx="1477">
                  <c:v>6.3521595943884783</c:v>
                </c:pt>
                <c:pt idx="1478">
                  <c:v>6.49181356471024</c:v>
                </c:pt>
                <c:pt idx="1479">
                  <c:v>6.4828007306888802</c:v>
                </c:pt>
                <c:pt idx="1480">
                  <c:v>6.5208976851889133</c:v>
                </c:pt>
                <c:pt idx="1481">
                  <c:v>6.4182387884548939</c:v>
                </c:pt>
                <c:pt idx="1482">
                  <c:v>6.4436139084057844</c:v>
                </c:pt>
                <c:pt idx="1483">
                  <c:v>6.5819365937334924</c:v>
                </c:pt>
                <c:pt idx="1484">
                  <c:v>6.438625570613639</c:v>
                </c:pt>
                <c:pt idx="1485">
                  <c:v>6.5912396504689603</c:v>
                </c:pt>
                <c:pt idx="1486">
                  <c:v>6.6754405702997657</c:v>
                </c:pt>
                <c:pt idx="1487">
                  <c:v>6.6599744344459646</c:v>
                </c:pt>
                <c:pt idx="1488">
                  <c:v>6.7097916224217657</c:v>
                </c:pt>
                <c:pt idx="1489">
                  <c:v>6.6664813386485617</c:v>
                </c:pt>
                <c:pt idx="1490">
                  <c:v>6.7545741676823239</c:v>
                </c:pt>
                <c:pt idx="1491">
                  <c:v>6.72826270642115</c:v>
                </c:pt>
                <c:pt idx="1492">
                  <c:v>6.5422501526905732</c:v>
                </c:pt>
                <c:pt idx="1493">
                  <c:v>6.6056131829456382</c:v>
                </c:pt>
                <c:pt idx="1494">
                  <c:v>6.7322647010032748</c:v>
                </c:pt>
                <c:pt idx="1495">
                  <c:v>6.7233945298425777</c:v>
                </c:pt>
                <c:pt idx="1496">
                  <c:v>6.833474027436881</c:v>
                </c:pt>
                <c:pt idx="1497">
                  <c:v>6.8247074815003543</c:v>
                </c:pt>
                <c:pt idx="1498">
                  <c:v>6.949042382429564</c:v>
                </c:pt>
                <c:pt idx="1499">
                  <c:v>7.0022428740140796</c:v>
                </c:pt>
                <c:pt idx="1500">
                  <c:v>7.0447771369622467</c:v>
                </c:pt>
                <c:pt idx="1501">
                  <c:v>6.9957153464973327</c:v>
                </c:pt>
                <c:pt idx="1502">
                  <c:v>7.1173958109959221</c:v>
                </c:pt>
                <c:pt idx="1503">
                  <c:v>7.20471850171187</c:v>
                </c:pt>
                <c:pt idx="1504">
                  <c:v>7.2529918595947143</c:v>
                </c:pt>
                <c:pt idx="1505">
                  <c:v>7.2141466161735792</c:v>
                </c:pt>
                <c:pt idx="1506">
                  <c:v>7.2432403962763114</c:v>
                </c:pt>
                <c:pt idx="1507">
                  <c:v>7.1347004447840829</c:v>
                </c:pt>
                <c:pt idx="1508">
                  <c:v>6.8791626725962303</c:v>
                </c:pt>
                <c:pt idx="1509">
                  <c:v>6.8877420793042461</c:v>
                </c:pt>
                <c:pt idx="1510">
                  <c:v>7.0913353970391926</c:v>
                </c:pt>
                <c:pt idx="1511">
                  <c:v>7.0332972046688838</c:v>
                </c:pt>
                <c:pt idx="1512">
                  <c:v>6.9034523768635374</c:v>
                </c:pt>
                <c:pt idx="1513">
                  <c:v>6.8177919250297574</c:v>
                </c:pt>
                <c:pt idx="1514">
                  <c:v>7.0121421913005211</c:v>
                </c:pt>
                <c:pt idx="1515">
                  <c:v>7.0459373800688665</c:v>
                </c:pt>
                <c:pt idx="1516">
                  <c:v>7.0710875769845192</c:v>
                </c:pt>
                <c:pt idx="1517">
                  <c:v>6.1484878382124668</c:v>
                </c:pt>
                <c:pt idx="1518">
                  <c:v>6.2609148570224553</c:v>
                </c:pt>
                <c:pt idx="1519">
                  <c:v>6.4644875485192497</c:v>
                </c:pt>
                <c:pt idx="1520">
                  <c:v>6.6793947236587883</c:v>
                </c:pt>
                <c:pt idx="1521">
                  <c:v>6.6874381255563184</c:v>
                </c:pt>
                <c:pt idx="1522">
                  <c:v>6.8097774309308585</c:v>
                </c:pt>
                <c:pt idx="1523">
                  <c:v>6.8667779834194755</c:v>
                </c:pt>
                <c:pt idx="1524">
                  <c:v>6.7924766938728194</c:v>
                </c:pt>
                <c:pt idx="1525">
                  <c:v>6.8989744914464675</c:v>
                </c:pt>
                <c:pt idx="1526">
                  <c:v>6.910768497167683</c:v>
                </c:pt>
                <c:pt idx="1527">
                  <c:v>7.003933697190309</c:v>
                </c:pt>
                <c:pt idx="1528">
                  <c:v>7.0373090027415053</c:v>
                </c:pt>
                <c:pt idx="1529">
                  <c:v>7.1040049634634999</c:v>
                </c:pt>
                <c:pt idx="1530">
                  <c:v>7.0767422398646485</c:v>
                </c:pt>
                <c:pt idx="1531">
                  <c:v>7.0735482715439844</c:v>
                </c:pt>
                <c:pt idx="1532">
                  <c:v>7.0155390806266853</c:v>
                </c:pt>
                <c:pt idx="1533">
                  <c:v>7.1605985118061497</c:v>
                </c:pt>
                <c:pt idx="1534">
                  <c:v>7.233570110545986</c:v>
                </c:pt>
                <c:pt idx="1535">
                  <c:v>7.4580372247449001</c:v>
                </c:pt>
                <c:pt idx="1536">
                  <c:v>7.5565645656635034</c:v>
                </c:pt>
                <c:pt idx="1537">
                  <c:v>7.7028270784547939</c:v>
                </c:pt>
                <c:pt idx="1538">
                  <c:v>7.6545269018682269</c:v>
                </c:pt>
                <c:pt idx="1539">
                  <c:v>7.7479944852740399</c:v>
                </c:pt>
                <c:pt idx="1540">
                  <c:v>7.7330858428022529</c:v>
                </c:pt>
                <c:pt idx="1541">
                  <c:v>7.7490582712660476</c:v>
                </c:pt>
                <c:pt idx="1542">
                  <c:v>7.7861605723788934</c:v>
                </c:pt>
                <c:pt idx="1543">
                  <c:v>7.830195108152302</c:v>
                </c:pt>
                <c:pt idx="1544">
                  <c:v>7.9304211679460126</c:v>
                </c:pt>
                <c:pt idx="1545">
                  <c:v>8.0583422121904924</c:v>
                </c:pt>
                <c:pt idx="1546">
                  <c:v>7.9869248541082918</c:v>
                </c:pt>
                <c:pt idx="1547">
                  <c:v>7.8818848006124798</c:v>
                </c:pt>
                <c:pt idx="1548">
                  <c:v>7.7848187215965501</c:v>
                </c:pt>
                <c:pt idx="1549">
                  <c:v>7.8497355538815077</c:v>
                </c:pt>
                <c:pt idx="1550">
                  <c:v>7.903306363533031</c:v>
                </c:pt>
                <c:pt idx="1551">
                  <c:v>7.9008934543187399</c:v>
                </c:pt>
                <c:pt idx="1552">
                  <c:v>8.0697941206707018</c:v>
                </c:pt>
                <c:pt idx="1553">
                  <c:v>7.9801321722880543</c:v>
                </c:pt>
                <c:pt idx="1554">
                  <c:v>8.0750697133731961</c:v>
                </c:pt>
                <c:pt idx="1555">
                  <c:v>8.1549008402062118</c:v>
                </c:pt>
                <c:pt idx="1556">
                  <c:v>8.1946695251136887</c:v>
                </c:pt>
                <c:pt idx="1557">
                  <c:v>8.2688195214119844</c:v>
                </c:pt>
                <c:pt idx="1558">
                  <c:v>8.3603075696337203</c:v>
                </c:pt>
                <c:pt idx="1559">
                  <c:v>8.2860867985339155</c:v>
                </c:pt>
                <c:pt idx="1560">
                  <c:v>8.3522027178460476</c:v>
                </c:pt>
                <c:pt idx="1561">
                  <c:v>8.3676775433985071</c:v>
                </c:pt>
                <c:pt idx="1562">
                  <c:v>8.254551131708018</c:v>
                </c:pt>
                <c:pt idx="1563">
                  <c:v>8.3458672188839689</c:v>
                </c:pt>
                <c:pt idx="1564">
                  <c:v>8.3059635710988946</c:v>
                </c:pt>
                <c:pt idx="1565">
                  <c:v>8.2379877017776213</c:v>
                </c:pt>
                <c:pt idx="1566">
                  <c:v>8.0478165910769803</c:v>
                </c:pt>
                <c:pt idx="1567">
                  <c:v>7.9990559734839426</c:v>
                </c:pt>
                <c:pt idx="1568">
                  <c:v>8.1736667614326937</c:v>
                </c:pt>
                <c:pt idx="1569">
                  <c:v>8.401978634710316</c:v>
                </c:pt>
                <c:pt idx="1570">
                  <c:v>8.4605258893288333</c:v>
                </c:pt>
                <c:pt idx="1571">
                  <c:v>8.447242749019269</c:v>
                </c:pt>
                <c:pt idx="1572">
                  <c:v>8.5174540210882252</c:v>
                </c:pt>
                <c:pt idx="1573">
                  <c:v>8.6817298894790902</c:v>
                </c:pt>
                <c:pt idx="1574">
                  <c:v>8.7088399308056204</c:v>
                </c:pt>
                <c:pt idx="1575">
                  <c:v>8.7330637911144233</c:v>
                </c:pt>
                <c:pt idx="1576">
                  <c:v>8.7655016776508798</c:v>
                </c:pt>
                <c:pt idx="1577">
                  <c:v>8.646554890754917</c:v>
                </c:pt>
                <c:pt idx="1578">
                  <c:v>8.8185481538337722</c:v>
                </c:pt>
                <c:pt idx="1579">
                  <c:v>8.9078605559715971</c:v>
                </c:pt>
                <c:pt idx="1580">
                  <c:v>8.9527602280013241</c:v>
                </c:pt>
                <c:pt idx="1581">
                  <c:v>8.9522608429243924</c:v>
                </c:pt>
                <c:pt idx="1582">
                  <c:v>8.9324984323152385</c:v>
                </c:pt>
                <c:pt idx="1583">
                  <c:v>9.0861690045084806</c:v>
                </c:pt>
                <c:pt idx="1584">
                  <c:v>8.9534862887570039</c:v>
                </c:pt>
                <c:pt idx="1585">
                  <c:v>9.0893697987331699</c:v>
                </c:pt>
                <c:pt idx="1586">
                  <c:v>9.1331717792432894</c:v>
                </c:pt>
                <c:pt idx="1587">
                  <c:v>9.1590756812627845</c:v>
                </c:pt>
                <c:pt idx="1588">
                  <c:v>9.3296541195606721</c:v>
                </c:pt>
                <c:pt idx="1589">
                  <c:v>9.349959970701379</c:v>
                </c:pt>
                <c:pt idx="1590">
                  <c:v>9.3812052716628482</c:v>
                </c:pt>
                <c:pt idx="1591">
                  <c:v>9.4620404229852788</c:v>
                </c:pt>
                <c:pt idx="1592">
                  <c:v>9.561730059346278</c:v>
                </c:pt>
                <c:pt idx="1593">
                  <c:v>9.7011429527567721</c:v>
                </c:pt>
                <c:pt idx="1594">
                  <c:v>9.7087852433721586</c:v>
                </c:pt>
                <c:pt idx="1595">
                  <c:v>9.7155457008592006</c:v>
                </c:pt>
                <c:pt idx="1596">
                  <c:v>9.5751483761760756</c:v>
                </c:pt>
                <c:pt idx="1597">
                  <c:v>9.7706106677656663</c:v>
                </c:pt>
                <c:pt idx="1598">
                  <c:v>9.9574526007042916</c:v>
                </c:pt>
                <c:pt idx="1599">
                  <c:v>10.039962968012299</c:v>
                </c:pt>
                <c:pt idx="1600">
                  <c:v>10.115330499958942</c:v>
                </c:pt>
                <c:pt idx="1601">
                  <c:v>10.112548121964004</c:v>
                </c:pt>
                <c:pt idx="1602">
                  <c:v>10.203693360164603</c:v>
                </c:pt>
                <c:pt idx="1603">
                  <c:v>10.388112290295304</c:v>
                </c:pt>
                <c:pt idx="1604">
                  <c:v>10.365913615177151</c:v>
                </c:pt>
                <c:pt idx="1605">
                  <c:v>10.338735470502478</c:v>
                </c:pt>
                <c:pt idx="1606">
                  <c:v>10.092962625972454</c:v>
                </c:pt>
                <c:pt idx="1607">
                  <c:v>10.172611622657955</c:v>
                </c:pt>
                <c:pt idx="1608">
                  <c:v>10.24926402022867</c:v>
                </c:pt>
                <c:pt idx="1609">
                  <c:v>10.385238254993357</c:v>
                </c:pt>
                <c:pt idx="1610">
                  <c:v>10.439760945095429</c:v>
                </c:pt>
                <c:pt idx="1611">
                  <c:v>10.454985419297511</c:v>
                </c:pt>
                <c:pt idx="1612">
                  <c:v>10.445233099930748</c:v>
                </c:pt>
                <c:pt idx="1613">
                  <c:v>10.465898732809251</c:v>
                </c:pt>
                <c:pt idx="1614">
                  <c:v>10.587664474617313</c:v>
                </c:pt>
                <c:pt idx="1615">
                  <c:v>10.186715249990218</c:v>
                </c:pt>
                <c:pt idx="1616">
                  <c:v>10.15244970470877</c:v>
                </c:pt>
                <c:pt idx="1617">
                  <c:v>10.118736994911419</c:v>
                </c:pt>
                <c:pt idx="1618">
                  <c:v>10.225309393706945</c:v>
                </c:pt>
                <c:pt idx="1619">
                  <c:v>10.132258336382458</c:v>
                </c:pt>
                <c:pt idx="1620">
                  <c:v>9.9208373243626706</c:v>
                </c:pt>
                <c:pt idx="1621">
                  <c:v>10.022552877946115</c:v>
                </c:pt>
                <c:pt idx="1622">
                  <c:v>10.182103938021129</c:v>
                </c:pt>
                <c:pt idx="1623">
                  <c:v>10.352484217516142</c:v>
                </c:pt>
                <c:pt idx="1624">
                  <c:v>10.260143079951378</c:v>
                </c:pt>
                <c:pt idx="1625">
                  <c:v>10.300461801550581</c:v>
                </c:pt>
                <c:pt idx="1626">
                  <c:v>10.423047524459914</c:v>
                </c:pt>
                <c:pt idx="1627">
                  <c:v>10.417751488426626</c:v>
                </c:pt>
                <c:pt idx="1628">
                  <c:v>10.419286597774436</c:v>
                </c:pt>
                <c:pt idx="1629">
                  <c:v>10.598855912574104</c:v>
                </c:pt>
                <c:pt idx="1630">
                  <c:v>10.613800752857914</c:v>
                </c:pt>
                <c:pt idx="1631">
                  <c:v>10.426789080705673</c:v>
                </c:pt>
                <c:pt idx="1632">
                  <c:v>10.362786233970651</c:v>
                </c:pt>
                <c:pt idx="1633">
                  <c:v>10.308867304515916</c:v>
                </c:pt>
                <c:pt idx="1634">
                  <c:v>10.205232577678879</c:v>
                </c:pt>
                <c:pt idx="1635">
                  <c:v>10.405095169849664</c:v>
                </c:pt>
                <c:pt idx="1636">
                  <c:v>10.279777464243823</c:v>
                </c:pt>
                <c:pt idx="1637">
                  <c:v>10.329952420332274</c:v>
                </c:pt>
                <c:pt idx="1638">
                  <c:v>10.444591716992282</c:v>
                </c:pt>
                <c:pt idx="1639">
                  <c:v>10.417511752190453</c:v>
                </c:pt>
                <c:pt idx="1640">
                  <c:v>10.393180760511216</c:v>
                </c:pt>
                <c:pt idx="1641">
                  <c:v>10.448889821892161</c:v>
                </c:pt>
                <c:pt idx="1642">
                  <c:v>10.440739389195175</c:v>
                </c:pt>
                <c:pt idx="1643">
                  <c:v>10.412368117736696</c:v>
                </c:pt>
                <c:pt idx="1644">
                  <c:v>10.48879058761705</c:v>
                </c:pt>
                <c:pt idx="1645">
                  <c:v>10.372994834577057</c:v>
                </c:pt>
                <c:pt idx="1646">
                  <c:v>10.252025351071561</c:v>
                </c:pt>
                <c:pt idx="1647">
                  <c:v>10.450245640921933</c:v>
                </c:pt>
                <c:pt idx="1648">
                  <c:v>10.661377372543548</c:v>
                </c:pt>
                <c:pt idx="1649">
                  <c:v>10.719924974221785</c:v>
                </c:pt>
                <c:pt idx="1650">
                  <c:v>10.791486607138587</c:v>
                </c:pt>
                <c:pt idx="1651">
                  <c:v>10.841712361451474</c:v>
                </c:pt>
                <c:pt idx="1652">
                  <c:v>10.925296394593511</c:v>
                </c:pt>
                <c:pt idx="1653">
                  <c:v>10.970267065453111</c:v>
                </c:pt>
                <c:pt idx="1654">
                  <c:v>10.854092621400339</c:v>
                </c:pt>
                <c:pt idx="1655">
                  <c:v>10.78514038568575</c:v>
                </c:pt>
                <c:pt idx="1656">
                  <c:v>10.959640118149215</c:v>
                </c:pt>
                <c:pt idx="1657">
                  <c:v>11.070829252508661</c:v>
                </c:pt>
                <c:pt idx="1658">
                  <c:v>11.092893465742771</c:v>
                </c:pt>
                <c:pt idx="1659">
                  <c:v>11.226336797830069</c:v>
                </c:pt>
                <c:pt idx="1660">
                  <c:v>11.24247532314371</c:v>
                </c:pt>
                <c:pt idx="1661">
                  <c:v>11.240465134765445</c:v>
                </c:pt>
                <c:pt idx="1662">
                  <c:v>11.283566538722777</c:v>
                </c:pt>
                <c:pt idx="1663">
                  <c:v>11.345650846343192</c:v>
                </c:pt>
                <c:pt idx="1664">
                  <c:v>11.294759274070074</c:v>
                </c:pt>
                <c:pt idx="1665">
                  <c:v>11.36106886578734</c:v>
                </c:pt>
                <c:pt idx="1666">
                  <c:v>11.463855253042027</c:v>
                </c:pt>
                <c:pt idx="1667">
                  <c:v>11.500147344763413</c:v>
                </c:pt>
                <c:pt idx="1668">
                  <c:v>11.439248972785824</c:v>
                </c:pt>
                <c:pt idx="1669">
                  <c:v>11.218843154762412</c:v>
                </c:pt>
                <c:pt idx="1670">
                  <c:v>11.163952337811613</c:v>
                </c:pt>
                <c:pt idx="1671">
                  <c:v>10.614656480560384</c:v>
                </c:pt>
                <c:pt idx="1672">
                  <c:v>10.80491280272042</c:v>
                </c:pt>
                <c:pt idx="1673">
                  <c:v>10.941696206932116</c:v>
                </c:pt>
                <c:pt idx="1674">
                  <c:v>10.800305483762529</c:v>
                </c:pt>
                <c:pt idx="1675">
                  <c:v>10.950373188939876</c:v>
                </c:pt>
                <c:pt idx="1676">
                  <c:v>11.087604412558592</c:v>
                </c:pt>
                <c:pt idx="1677">
                  <c:v>11.08474494090888</c:v>
                </c:pt>
                <c:pt idx="1678">
                  <c:v>11.039338606778875</c:v>
                </c:pt>
                <c:pt idx="1679">
                  <c:v>10.974681613245261</c:v>
                </c:pt>
                <c:pt idx="1680">
                  <c:v>10.799620916916437</c:v>
                </c:pt>
                <c:pt idx="1681">
                  <c:v>10.992973032353273</c:v>
                </c:pt>
                <c:pt idx="1682">
                  <c:v>11.0747904154436</c:v>
                </c:pt>
                <c:pt idx="1683">
                  <c:v>10.972894378103685</c:v>
                </c:pt>
                <c:pt idx="1684">
                  <c:v>10.849836096347078</c:v>
                </c:pt>
                <c:pt idx="1685">
                  <c:v>10.595730839475275</c:v>
                </c:pt>
                <c:pt idx="1686">
                  <c:v>10.455699926373711</c:v>
                </c:pt>
                <c:pt idx="1687">
                  <c:v>10.504337214063908</c:v>
                </c:pt>
                <c:pt idx="1688">
                  <c:v>10.350769979729879</c:v>
                </c:pt>
                <c:pt idx="1689">
                  <c:v>10.378457343139944</c:v>
                </c:pt>
                <c:pt idx="1690">
                  <c:v>10.539070919969099</c:v>
                </c:pt>
                <c:pt idx="1691">
                  <c:v>10.778556087420853</c:v>
                </c:pt>
                <c:pt idx="1692">
                  <c:v>10.768433420258505</c:v>
                </c:pt>
                <c:pt idx="1693">
                  <c:v>10.720968416292205</c:v>
                </c:pt>
                <c:pt idx="1694">
                  <c:v>10.838605694186239</c:v>
                </c:pt>
                <c:pt idx="1695">
                  <c:v>10.963487216722807</c:v>
                </c:pt>
                <c:pt idx="1696">
                  <c:v>10.880500458483093</c:v>
                </c:pt>
                <c:pt idx="1697">
                  <c:v>10.924465901297189</c:v>
                </c:pt>
                <c:pt idx="1698">
                  <c:v>10.858870626714413</c:v>
                </c:pt>
                <c:pt idx="1699">
                  <c:v>10.93579018064969</c:v>
                </c:pt>
                <c:pt idx="1700">
                  <c:v>11.103676774827598</c:v>
                </c:pt>
                <c:pt idx="1701">
                  <c:v>11.111010642730605</c:v>
                </c:pt>
                <c:pt idx="1702">
                  <c:v>11.057327246904098</c:v>
                </c:pt>
                <c:pt idx="1703">
                  <c:v>11.243154143431866</c:v>
                </c:pt>
                <c:pt idx="1704">
                  <c:v>11.334574424251411</c:v>
                </c:pt>
                <c:pt idx="1705">
                  <c:v>11.507878733873088</c:v>
                </c:pt>
                <c:pt idx="1706">
                  <c:v>11.562882202934682</c:v>
                </c:pt>
                <c:pt idx="1707">
                  <c:v>11.671525031695172</c:v>
                </c:pt>
                <c:pt idx="1708">
                  <c:v>11.704694799229472</c:v>
                </c:pt>
                <c:pt idx="1709">
                  <c:v>11.681027800794052</c:v>
                </c:pt>
                <c:pt idx="1710">
                  <c:v>11.866887167981382</c:v>
                </c:pt>
                <c:pt idx="1711">
                  <c:v>11.909126265234461</c:v>
                </c:pt>
                <c:pt idx="1712">
                  <c:v>12.016674955148206</c:v>
                </c:pt>
                <c:pt idx="1713">
                  <c:v>12.129084830267432</c:v>
                </c:pt>
                <c:pt idx="1714">
                  <c:v>12.192813813623232</c:v>
                </c:pt>
                <c:pt idx="1715">
                  <c:v>12.107235217734354</c:v>
                </c:pt>
                <c:pt idx="1716">
                  <c:v>12.044222250742134</c:v>
                </c:pt>
                <c:pt idx="1717">
                  <c:v>11.914773248639658</c:v>
                </c:pt>
                <c:pt idx="1718">
                  <c:v>11.860352915139694</c:v>
                </c:pt>
                <c:pt idx="1719">
                  <c:v>12.066918617562996</c:v>
                </c:pt>
                <c:pt idx="1720">
                  <c:v>11.923632901620984</c:v>
                </c:pt>
                <c:pt idx="1721">
                  <c:v>12.129250047646092</c:v>
                </c:pt>
                <c:pt idx="1722">
                  <c:v>12.198217422853485</c:v>
                </c:pt>
                <c:pt idx="1723">
                  <c:v>12.158228789551268</c:v>
                </c:pt>
                <c:pt idx="1724">
                  <c:v>12.232200729884152</c:v>
                </c:pt>
                <c:pt idx="1725">
                  <c:v>12.41022977119577</c:v>
                </c:pt>
                <c:pt idx="1726">
                  <c:v>12.419283234814928</c:v>
                </c:pt>
                <c:pt idx="1727">
                  <c:v>12.443719309077172</c:v>
                </c:pt>
                <c:pt idx="1728">
                  <c:v>12.372251348193167</c:v>
                </c:pt>
                <c:pt idx="1729">
                  <c:v>12.374684769705711</c:v>
                </c:pt>
                <c:pt idx="1730">
                  <c:v>12.56745291182407</c:v>
                </c:pt>
                <c:pt idx="1731">
                  <c:v>12.601941142064952</c:v>
                </c:pt>
                <c:pt idx="1732">
                  <c:v>12.601429517895633</c:v>
                </c:pt>
                <c:pt idx="1733">
                  <c:v>12.621471348495724</c:v>
                </c:pt>
                <c:pt idx="1734">
                  <c:v>12.236135912153014</c:v>
                </c:pt>
                <c:pt idx="1735">
                  <c:v>11.953612617642966</c:v>
                </c:pt>
                <c:pt idx="1736">
                  <c:v>11.847494433355685</c:v>
                </c:pt>
                <c:pt idx="1737">
                  <c:v>11.985250455685032</c:v>
                </c:pt>
                <c:pt idx="1738">
                  <c:v>12.405135085637255</c:v>
                </c:pt>
                <c:pt idx="1739">
                  <c:v>12.292007652603539</c:v>
                </c:pt>
                <c:pt idx="1740">
                  <c:v>12.601089502113503</c:v>
                </c:pt>
                <c:pt idx="1741">
                  <c:v>12.528958325896417</c:v>
                </c:pt>
                <c:pt idx="1742">
                  <c:v>12.426805108552642</c:v>
                </c:pt>
                <c:pt idx="1743">
                  <c:v>12.412516701706098</c:v>
                </c:pt>
                <c:pt idx="1744">
                  <c:v>12.383903540051779</c:v>
                </c:pt>
                <c:pt idx="1745">
                  <c:v>12.10336087043118</c:v>
                </c:pt>
                <c:pt idx="1746">
                  <c:v>12.324888121941912</c:v>
                </c:pt>
                <c:pt idx="1747">
                  <c:v>11.969263145675583</c:v>
                </c:pt>
                <c:pt idx="1748">
                  <c:v>11.540127386381711</c:v>
                </c:pt>
                <c:pt idx="1749">
                  <c:v>10.747019873600934</c:v>
                </c:pt>
                <c:pt idx="1750">
                  <c:v>11.32051600054449</c:v>
                </c:pt>
                <c:pt idx="1751">
                  <c:v>11.568532413801986</c:v>
                </c:pt>
                <c:pt idx="1752">
                  <c:v>11.385036993881926</c:v>
                </c:pt>
                <c:pt idx="1753">
                  <c:v>11.606739176100174</c:v>
                </c:pt>
                <c:pt idx="1754">
                  <c:v>11.733907153267875</c:v>
                </c:pt>
                <c:pt idx="1755">
                  <c:v>11.578000570457791</c:v>
                </c:pt>
                <c:pt idx="1756">
                  <c:v>11.754363338248579</c:v>
                </c:pt>
                <c:pt idx="1757">
                  <c:v>11.53980144345152</c:v>
                </c:pt>
                <c:pt idx="1758">
                  <c:v>11.144915317669431</c:v>
                </c:pt>
                <c:pt idx="1759">
                  <c:v>11.453180139314663</c:v>
                </c:pt>
                <c:pt idx="1760">
                  <c:v>11.888165052315262</c:v>
                </c:pt>
                <c:pt idx="1761">
                  <c:v>11.67141408307883</c:v>
                </c:pt>
                <c:pt idx="1762">
                  <c:v>11.789079294548339</c:v>
                </c:pt>
                <c:pt idx="1763">
                  <c:v>11.741722787885246</c:v>
                </c:pt>
                <c:pt idx="1764">
                  <c:v>11.748378612113116</c:v>
                </c:pt>
                <c:pt idx="1765">
                  <c:v>11.677065544019809</c:v>
                </c:pt>
                <c:pt idx="1766">
                  <c:v>11.93986842311141</c:v>
                </c:pt>
                <c:pt idx="1767">
                  <c:v>11.891163505198593</c:v>
                </c:pt>
                <c:pt idx="1768">
                  <c:v>12.042162438024937</c:v>
                </c:pt>
                <c:pt idx="1769">
                  <c:v>12.016167924307215</c:v>
                </c:pt>
                <c:pt idx="1770">
                  <c:v>12.02344580380805</c:v>
                </c:pt>
                <c:pt idx="1771">
                  <c:v>11.860362343763041</c:v>
                </c:pt>
                <c:pt idx="1772">
                  <c:v>11.967829337691297</c:v>
                </c:pt>
                <c:pt idx="1773">
                  <c:v>12.210691718973786</c:v>
                </c:pt>
                <c:pt idx="1774">
                  <c:v>12.1902838633593</c:v>
                </c:pt>
                <c:pt idx="1775">
                  <c:v>12.367340914419851</c:v>
                </c:pt>
                <c:pt idx="1776">
                  <c:v>12.51090536867229</c:v>
                </c:pt>
                <c:pt idx="1777">
                  <c:v>12.529613750271583</c:v>
                </c:pt>
                <c:pt idx="1778">
                  <c:v>12.542142803075604</c:v>
                </c:pt>
                <c:pt idx="1779">
                  <c:v>12.713432494582399</c:v>
                </c:pt>
                <c:pt idx="1780">
                  <c:v>12.790415826397734</c:v>
                </c:pt>
                <c:pt idx="1781">
                  <c:v>12.573897645327401</c:v>
                </c:pt>
                <c:pt idx="1782">
                  <c:v>12.539534237202938</c:v>
                </c:pt>
                <c:pt idx="1783">
                  <c:v>12.459457767788864</c:v>
                </c:pt>
                <c:pt idx="1784">
                  <c:v>12.373910021435721</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6">
                  <c:v>0</c:v>
                </c:pt>
                <c:pt idx="1817">
                  <c:v>0</c:v>
                </c:pt>
                <c:pt idx="1818">
                  <c:v>0</c:v>
                </c:pt>
                <c:pt idx="1819">
                  <c:v>0</c:v>
                </c:pt>
                <c:pt idx="1820">
                  <c:v>0</c:v>
                </c:pt>
                <c:pt idx="1821">
                  <c:v>0</c:v>
                </c:pt>
                <c:pt idx="1822">
                  <c:v>0</c:v>
                </c:pt>
                <c:pt idx="1823">
                  <c:v>0</c:v>
                </c:pt>
                <c:pt idx="1824">
                  <c:v>0</c:v>
                </c:pt>
                <c:pt idx="1825">
                  <c:v>0</c:v>
                </c:pt>
                <c:pt idx="1826">
                  <c:v>0</c:v>
                </c:pt>
                <c:pt idx="1827">
                  <c:v>0</c:v>
                </c:pt>
                <c:pt idx="1828">
                  <c:v>0</c:v>
                </c:pt>
                <c:pt idx="1829">
                  <c:v>0</c:v>
                </c:pt>
                <c:pt idx="1830">
                  <c:v>0</c:v>
                </c:pt>
                <c:pt idx="1831">
                  <c:v>0</c:v>
                </c:pt>
                <c:pt idx="1832">
                  <c:v>0</c:v>
                </c:pt>
                <c:pt idx="1833">
                  <c:v>0</c:v>
                </c:pt>
                <c:pt idx="1834">
                  <c:v>0</c:v>
                </c:pt>
                <c:pt idx="1835">
                  <c:v>0</c:v>
                </c:pt>
                <c:pt idx="1836">
                  <c:v>0</c:v>
                </c:pt>
                <c:pt idx="1837">
                  <c:v>0</c:v>
                </c:pt>
                <c:pt idx="1838">
                  <c:v>0</c:v>
                </c:pt>
                <c:pt idx="1839">
                  <c:v>0</c:v>
                </c:pt>
                <c:pt idx="1840">
                  <c:v>0</c:v>
                </c:pt>
                <c:pt idx="1841">
                  <c:v>0</c:v>
                </c:pt>
                <c:pt idx="1842">
                  <c:v>0</c:v>
                </c:pt>
                <c:pt idx="1843">
                  <c:v>0</c:v>
                </c:pt>
                <c:pt idx="1844">
                  <c:v>0</c:v>
                </c:pt>
                <c:pt idx="1845">
                  <c:v>0</c:v>
                </c:pt>
                <c:pt idx="1846">
                  <c:v>0</c:v>
                </c:pt>
                <c:pt idx="1847">
                  <c:v>0</c:v>
                </c:pt>
                <c:pt idx="1848">
                  <c:v>0</c:v>
                </c:pt>
                <c:pt idx="1849">
                  <c:v>0</c:v>
                </c:pt>
                <c:pt idx="1850">
                  <c:v>0</c:v>
                </c:pt>
                <c:pt idx="1851">
                  <c:v>0</c:v>
                </c:pt>
                <c:pt idx="1852">
                  <c:v>0</c:v>
                </c:pt>
                <c:pt idx="1853">
                  <c:v>0</c:v>
                </c:pt>
                <c:pt idx="1854">
                  <c:v>0</c:v>
                </c:pt>
                <c:pt idx="1855">
                  <c:v>0</c:v>
                </c:pt>
                <c:pt idx="1856">
                  <c:v>0</c:v>
                </c:pt>
                <c:pt idx="1857">
                  <c:v>0</c:v>
                </c:pt>
                <c:pt idx="1858">
                  <c:v>0</c:v>
                </c:pt>
                <c:pt idx="1859">
                  <c:v>0</c:v>
                </c:pt>
                <c:pt idx="1860">
                  <c:v>0</c:v>
                </c:pt>
                <c:pt idx="1861">
                  <c:v>0</c:v>
                </c:pt>
                <c:pt idx="1862">
                  <c:v>0</c:v>
                </c:pt>
                <c:pt idx="1863">
                  <c:v>0</c:v>
                </c:pt>
                <c:pt idx="1864">
                  <c:v>0</c:v>
                </c:pt>
                <c:pt idx="1865">
                  <c:v>0</c:v>
                </c:pt>
                <c:pt idx="1866">
                  <c:v>0</c:v>
                </c:pt>
                <c:pt idx="1867">
                  <c:v>0</c:v>
                </c:pt>
                <c:pt idx="1868">
                  <c:v>0</c:v>
                </c:pt>
                <c:pt idx="1869">
                  <c:v>0</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0</c:v>
                </c:pt>
                <c:pt idx="1891">
                  <c:v>0</c:v>
                </c:pt>
                <c:pt idx="1892">
                  <c:v>0</c:v>
                </c:pt>
                <c:pt idx="1893">
                  <c:v>0</c:v>
                </c:pt>
                <c:pt idx="1894">
                  <c:v>0</c:v>
                </c:pt>
                <c:pt idx="1895">
                  <c:v>0</c:v>
                </c:pt>
                <c:pt idx="1896">
                  <c:v>0</c:v>
                </c:pt>
                <c:pt idx="1897">
                  <c:v>0</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0</c:v>
                </c:pt>
                <c:pt idx="1915">
                  <c:v>0</c:v>
                </c:pt>
                <c:pt idx="1916">
                  <c:v>0</c:v>
                </c:pt>
                <c:pt idx="1917">
                  <c:v>0</c:v>
                </c:pt>
                <c:pt idx="1918">
                  <c:v>0</c:v>
                </c:pt>
                <c:pt idx="1919">
                  <c:v>0</c:v>
                </c:pt>
                <c:pt idx="1920">
                  <c:v>0</c:v>
                </c:pt>
                <c:pt idx="1921">
                  <c:v>0</c:v>
                </c:pt>
                <c:pt idx="1922">
                  <c:v>0</c:v>
                </c:pt>
                <c:pt idx="1923">
                  <c:v>0</c:v>
                </c:pt>
                <c:pt idx="1924">
                  <c:v>0</c:v>
                </c:pt>
                <c:pt idx="1925">
                  <c:v>0</c:v>
                </c:pt>
                <c:pt idx="1926">
                  <c:v>0</c:v>
                </c:pt>
                <c:pt idx="1927">
                  <c:v>0</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0</c:v>
                </c:pt>
                <c:pt idx="1942">
                  <c:v>0</c:v>
                </c:pt>
                <c:pt idx="1943">
                  <c:v>0</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0</c:v>
                </c:pt>
                <c:pt idx="2035">
                  <c:v>0</c:v>
                </c:pt>
                <c:pt idx="2036">
                  <c:v>0</c:v>
                </c:pt>
                <c:pt idx="2037">
                  <c:v>0</c:v>
                </c:pt>
                <c:pt idx="2038">
                  <c:v>0</c:v>
                </c:pt>
                <c:pt idx="2039">
                  <c:v>0</c:v>
                </c:pt>
                <c:pt idx="2040">
                  <c:v>0</c:v>
                </c:pt>
                <c:pt idx="2041">
                  <c:v>0</c:v>
                </c:pt>
                <c:pt idx="2042">
                  <c:v>0</c:v>
                </c:pt>
                <c:pt idx="2043">
                  <c:v>0</c:v>
                </c:pt>
                <c:pt idx="2044">
                  <c:v>0</c:v>
                </c:pt>
                <c:pt idx="2045">
                  <c:v>0</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0</c:v>
                </c:pt>
                <c:pt idx="2059">
                  <c:v>0</c:v>
                </c:pt>
                <c:pt idx="2060">
                  <c:v>0</c:v>
                </c:pt>
                <c:pt idx="2061">
                  <c:v>0</c:v>
                </c:pt>
                <c:pt idx="2062">
                  <c:v>0</c:v>
                </c:pt>
                <c:pt idx="2063">
                  <c:v>0</c:v>
                </c:pt>
                <c:pt idx="2064">
                  <c:v>0</c:v>
                </c:pt>
                <c:pt idx="2065">
                  <c:v>0</c:v>
                </c:pt>
                <c:pt idx="2066">
                  <c:v>0</c:v>
                </c:pt>
                <c:pt idx="2067">
                  <c:v>0</c:v>
                </c:pt>
                <c:pt idx="2068">
                  <c:v>0</c:v>
                </c:pt>
                <c:pt idx="2069">
                  <c:v>0</c:v>
                </c:pt>
                <c:pt idx="2070">
                  <c:v>0</c:v>
                </c:pt>
                <c:pt idx="2071">
                  <c:v>0</c:v>
                </c:pt>
                <c:pt idx="2072">
                  <c:v>0</c:v>
                </c:pt>
                <c:pt idx="2073">
                  <c:v>0</c:v>
                </c:pt>
                <c:pt idx="2074">
                  <c:v>0</c:v>
                </c:pt>
                <c:pt idx="2075">
                  <c:v>0</c:v>
                </c:pt>
                <c:pt idx="2076">
                  <c:v>0</c:v>
                </c:pt>
                <c:pt idx="2077">
                  <c:v>0</c:v>
                </c:pt>
                <c:pt idx="2078">
                  <c:v>0</c:v>
                </c:pt>
                <c:pt idx="2079">
                  <c:v>0</c:v>
                </c:pt>
                <c:pt idx="2080">
                  <c:v>0</c:v>
                </c:pt>
                <c:pt idx="2081">
                  <c:v>0</c:v>
                </c:pt>
                <c:pt idx="2082">
                  <c:v>0</c:v>
                </c:pt>
                <c:pt idx="2083">
                  <c:v>0</c:v>
                </c:pt>
                <c:pt idx="2084">
                  <c:v>0</c:v>
                </c:pt>
                <c:pt idx="2085">
                  <c:v>0</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0</c:v>
                </c:pt>
                <c:pt idx="2102">
                  <c:v>0</c:v>
                </c:pt>
                <c:pt idx="2103">
                  <c:v>0</c:v>
                </c:pt>
                <c:pt idx="2104">
                  <c:v>0</c:v>
                </c:pt>
                <c:pt idx="2105">
                  <c:v>0</c:v>
                </c:pt>
                <c:pt idx="2106">
                  <c:v>0</c:v>
                </c:pt>
                <c:pt idx="2107">
                  <c:v>0</c:v>
                </c:pt>
                <c:pt idx="2108">
                  <c:v>0</c:v>
                </c:pt>
                <c:pt idx="2109">
                  <c:v>0</c:v>
                </c:pt>
                <c:pt idx="2110">
                  <c:v>0</c:v>
                </c:pt>
                <c:pt idx="2111">
                  <c:v>0</c:v>
                </c:pt>
                <c:pt idx="2112">
                  <c:v>0</c:v>
                </c:pt>
                <c:pt idx="2113">
                  <c:v>0</c:v>
                </c:pt>
                <c:pt idx="2114">
                  <c:v>0</c:v>
                </c:pt>
                <c:pt idx="2115">
                  <c:v>0</c:v>
                </c:pt>
                <c:pt idx="2116">
                  <c:v>0</c:v>
                </c:pt>
                <c:pt idx="2117">
                  <c:v>0</c:v>
                </c:pt>
                <c:pt idx="2118">
                  <c:v>0</c:v>
                </c:pt>
                <c:pt idx="2119">
                  <c:v>0</c:v>
                </c:pt>
                <c:pt idx="2120">
                  <c:v>0</c:v>
                </c:pt>
                <c:pt idx="2121">
                  <c:v>0</c:v>
                </c:pt>
                <c:pt idx="2122">
                  <c:v>0</c:v>
                </c:pt>
                <c:pt idx="2123">
                  <c:v>0</c:v>
                </c:pt>
                <c:pt idx="2124">
                  <c:v>0</c:v>
                </c:pt>
                <c:pt idx="2125">
                  <c:v>0</c:v>
                </c:pt>
                <c:pt idx="2126">
                  <c:v>0</c:v>
                </c:pt>
                <c:pt idx="2127">
                  <c:v>0</c:v>
                </c:pt>
                <c:pt idx="2128">
                  <c:v>0</c:v>
                </c:pt>
                <c:pt idx="2129">
                  <c:v>0</c:v>
                </c:pt>
                <c:pt idx="2130">
                  <c:v>0</c:v>
                </c:pt>
                <c:pt idx="2131">
                  <c:v>0</c:v>
                </c:pt>
                <c:pt idx="2132">
                  <c:v>0</c:v>
                </c:pt>
                <c:pt idx="2133">
                  <c:v>0</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c:v>
                </c:pt>
                <c:pt idx="2173">
                  <c:v>0</c:v>
                </c:pt>
                <c:pt idx="2174">
                  <c:v>0</c:v>
                </c:pt>
                <c:pt idx="2175">
                  <c:v>0</c:v>
                </c:pt>
                <c:pt idx="2176">
                  <c:v>0</c:v>
                </c:pt>
                <c:pt idx="2177">
                  <c:v>0</c:v>
                </c:pt>
                <c:pt idx="2178">
                  <c:v>0</c:v>
                </c:pt>
                <c:pt idx="2179">
                  <c:v>0</c:v>
                </c:pt>
                <c:pt idx="2180">
                  <c:v>0</c:v>
                </c:pt>
                <c:pt idx="2181">
                  <c:v>0</c:v>
                </c:pt>
                <c:pt idx="2182">
                  <c:v>0</c:v>
                </c:pt>
                <c:pt idx="2183">
                  <c:v>0</c:v>
                </c:pt>
                <c:pt idx="2184">
                  <c:v>0</c:v>
                </c:pt>
                <c:pt idx="2185">
                  <c:v>0</c:v>
                </c:pt>
                <c:pt idx="2186">
                  <c:v>0</c:v>
                </c:pt>
                <c:pt idx="2187">
                  <c:v>0</c:v>
                </c:pt>
                <c:pt idx="2188">
                  <c:v>0</c:v>
                </c:pt>
                <c:pt idx="2189">
                  <c:v>0</c:v>
                </c:pt>
                <c:pt idx="2190">
                  <c:v>0</c:v>
                </c:pt>
                <c:pt idx="2191">
                  <c:v>0</c:v>
                </c:pt>
                <c:pt idx="2192">
                  <c:v>0</c:v>
                </c:pt>
                <c:pt idx="2193">
                  <c:v>0</c:v>
                </c:pt>
                <c:pt idx="2194">
                  <c:v>0</c:v>
                </c:pt>
                <c:pt idx="2195">
                  <c:v>0</c:v>
                </c:pt>
                <c:pt idx="2196">
                  <c:v>0</c:v>
                </c:pt>
                <c:pt idx="2197">
                  <c:v>0</c:v>
                </c:pt>
                <c:pt idx="2198">
                  <c:v>0</c:v>
                </c:pt>
                <c:pt idx="2199">
                  <c:v>0</c:v>
                </c:pt>
                <c:pt idx="2200">
                  <c:v>0</c:v>
                </c:pt>
                <c:pt idx="2201">
                  <c:v>0</c:v>
                </c:pt>
                <c:pt idx="2202">
                  <c:v>0</c:v>
                </c:pt>
                <c:pt idx="2203">
                  <c:v>0</c:v>
                </c:pt>
                <c:pt idx="2204">
                  <c:v>0</c:v>
                </c:pt>
                <c:pt idx="2205">
                  <c:v>0</c:v>
                </c:pt>
                <c:pt idx="2206">
                  <c:v>0</c:v>
                </c:pt>
                <c:pt idx="2207">
                  <c:v>0</c:v>
                </c:pt>
                <c:pt idx="2208">
                  <c:v>0</c:v>
                </c:pt>
                <c:pt idx="2209">
                  <c:v>0</c:v>
                </c:pt>
                <c:pt idx="2210">
                  <c:v>0</c:v>
                </c:pt>
                <c:pt idx="2211">
                  <c:v>0</c:v>
                </c:pt>
                <c:pt idx="2212">
                  <c:v>0</c:v>
                </c:pt>
                <c:pt idx="2213">
                  <c:v>0</c:v>
                </c:pt>
                <c:pt idx="2214">
                  <c:v>0</c:v>
                </c:pt>
                <c:pt idx="2215">
                  <c:v>0</c:v>
                </c:pt>
                <c:pt idx="2216">
                  <c:v>0</c:v>
                </c:pt>
                <c:pt idx="2217">
                  <c:v>0</c:v>
                </c:pt>
                <c:pt idx="2218">
                  <c:v>0</c:v>
                </c:pt>
                <c:pt idx="2219">
                  <c:v>0</c:v>
                </c:pt>
                <c:pt idx="2220">
                  <c:v>0</c:v>
                </c:pt>
                <c:pt idx="2221">
                  <c:v>0</c:v>
                </c:pt>
                <c:pt idx="2222">
                  <c:v>0</c:v>
                </c:pt>
                <c:pt idx="2223">
                  <c:v>0</c:v>
                </c:pt>
                <c:pt idx="2224">
                  <c:v>0</c:v>
                </c:pt>
                <c:pt idx="2225">
                  <c:v>0</c:v>
                </c:pt>
                <c:pt idx="2226">
                  <c:v>0</c:v>
                </c:pt>
                <c:pt idx="2227">
                  <c:v>0</c:v>
                </c:pt>
                <c:pt idx="2228">
                  <c:v>0</c:v>
                </c:pt>
                <c:pt idx="2229">
                  <c:v>0</c:v>
                </c:pt>
                <c:pt idx="2230">
                  <c:v>0</c:v>
                </c:pt>
                <c:pt idx="2231">
                  <c:v>0</c:v>
                </c:pt>
                <c:pt idx="2232">
                  <c:v>0</c:v>
                </c:pt>
                <c:pt idx="2233">
                  <c:v>0</c:v>
                </c:pt>
                <c:pt idx="2234">
                  <c:v>0</c:v>
                </c:pt>
                <c:pt idx="2235">
                  <c:v>0</c:v>
                </c:pt>
                <c:pt idx="2236">
                  <c:v>0</c:v>
                </c:pt>
                <c:pt idx="2237">
                  <c:v>0</c:v>
                </c:pt>
                <c:pt idx="2238">
                  <c:v>0</c:v>
                </c:pt>
                <c:pt idx="2239">
                  <c:v>0</c:v>
                </c:pt>
                <c:pt idx="2240">
                  <c:v>0</c:v>
                </c:pt>
                <c:pt idx="2241">
                  <c:v>0</c:v>
                </c:pt>
                <c:pt idx="2242">
                  <c:v>0</c:v>
                </c:pt>
                <c:pt idx="2243">
                  <c:v>0</c:v>
                </c:pt>
                <c:pt idx="2244">
                  <c:v>0</c:v>
                </c:pt>
                <c:pt idx="2245">
                  <c:v>0</c:v>
                </c:pt>
                <c:pt idx="2246">
                  <c:v>0</c:v>
                </c:pt>
                <c:pt idx="2247">
                  <c:v>0</c:v>
                </c:pt>
                <c:pt idx="2248">
                  <c:v>0</c:v>
                </c:pt>
                <c:pt idx="2249">
                  <c:v>0</c:v>
                </c:pt>
                <c:pt idx="2250">
                  <c:v>0</c:v>
                </c:pt>
                <c:pt idx="2251">
                  <c:v>0</c:v>
                </c:pt>
                <c:pt idx="2252">
                  <c:v>0</c:v>
                </c:pt>
                <c:pt idx="2253">
                  <c:v>0</c:v>
                </c:pt>
                <c:pt idx="2254">
                  <c:v>0</c:v>
                </c:pt>
                <c:pt idx="2255">
                  <c:v>0</c:v>
                </c:pt>
                <c:pt idx="2256">
                  <c:v>0</c:v>
                </c:pt>
                <c:pt idx="2257">
                  <c:v>0</c:v>
                </c:pt>
                <c:pt idx="2258">
                  <c:v>0</c:v>
                </c:pt>
                <c:pt idx="2259">
                  <c:v>0</c:v>
                </c:pt>
                <c:pt idx="2260">
                  <c:v>0</c:v>
                </c:pt>
                <c:pt idx="2261">
                  <c:v>0</c:v>
                </c:pt>
                <c:pt idx="2262">
                  <c:v>0</c:v>
                </c:pt>
                <c:pt idx="2263">
                  <c:v>0</c:v>
                </c:pt>
                <c:pt idx="2264">
                  <c:v>0</c:v>
                </c:pt>
                <c:pt idx="2265">
                  <c:v>0</c:v>
                </c:pt>
                <c:pt idx="2266">
                  <c:v>0</c:v>
                </c:pt>
                <c:pt idx="2267">
                  <c:v>0</c:v>
                </c:pt>
                <c:pt idx="2268">
                  <c:v>0</c:v>
                </c:pt>
                <c:pt idx="2269">
                  <c:v>0</c:v>
                </c:pt>
                <c:pt idx="2270">
                  <c:v>0</c:v>
                </c:pt>
                <c:pt idx="2271">
                  <c:v>0</c:v>
                </c:pt>
                <c:pt idx="2272">
                  <c:v>0</c:v>
                </c:pt>
                <c:pt idx="2273">
                  <c:v>0</c:v>
                </c:pt>
                <c:pt idx="2274">
                  <c:v>0</c:v>
                </c:pt>
                <c:pt idx="2275">
                  <c:v>0</c:v>
                </c:pt>
                <c:pt idx="2276">
                  <c:v>0</c:v>
                </c:pt>
                <c:pt idx="2277">
                  <c:v>0</c:v>
                </c:pt>
                <c:pt idx="2278">
                  <c:v>0</c:v>
                </c:pt>
                <c:pt idx="2279">
                  <c:v>0</c:v>
                </c:pt>
                <c:pt idx="2280">
                  <c:v>0</c:v>
                </c:pt>
                <c:pt idx="2281">
                  <c:v>0</c:v>
                </c:pt>
                <c:pt idx="2282">
                  <c:v>0</c:v>
                </c:pt>
                <c:pt idx="2283">
                  <c:v>0</c:v>
                </c:pt>
                <c:pt idx="2284">
                  <c:v>0</c:v>
                </c:pt>
                <c:pt idx="2285">
                  <c:v>0</c:v>
                </c:pt>
                <c:pt idx="2286">
                  <c:v>0</c:v>
                </c:pt>
                <c:pt idx="2287">
                  <c:v>0</c:v>
                </c:pt>
                <c:pt idx="2288">
                  <c:v>0</c:v>
                </c:pt>
                <c:pt idx="2289">
                  <c:v>0</c:v>
                </c:pt>
                <c:pt idx="2290">
                  <c:v>0</c:v>
                </c:pt>
                <c:pt idx="2291">
                  <c:v>0</c:v>
                </c:pt>
                <c:pt idx="2292">
                  <c:v>0</c:v>
                </c:pt>
                <c:pt idx="2293">
                  <c:v>0</c:v>
                </c:pt>
                <c:pt idx="2294">
                  <c:v>0</c:v>
                </c:pt>
                <c:pt idx="2295">
                  <c:v>0</c:v>
                </c:pt>
                <c:pt idx="2296">
                  <c:v>0</c:v>
                </c:pt>
                <c:pt idx="2297">
                  <c:v>0</c:v>
                </c:pt>
                <c:pt idx="2298">
                  <c:v>0</c:v>
                </c:pt>
                <c:pt idx="2299">
                  <c:v>0</c:v>
                </c:pt>
                <c:pt idx="2300">
                  <c:v>0</c:v>
                </c:pt>
                <c:pt idx="2301">
                  <c:v>0</c:v>
                </c:pt>
                <c:pt idx="2302">
                  <c:v>0</c:v>
                </c:pt>
                <c:pt idx="2303">
                  <c:v>0</c:v>
                </c:pt>
                <c:pt idx="2304">
                  <c:v>0</c:v>
                </c:pt>
                <c:pt idx="2305">
                  <c:v>0</c:v>
                </c:pt>
                <c:pt idx="2306">
                  <c:v>0</c:v>
                </c:pt>
                <c:pt idx="2307">
                  <c:v>0</c:v>
                </c:pt>
                <c:pt idx="2308">
                  <c:v>0</c:v>
                </c:pt>
                <c:pt idx="2309">
                  <c:v>0</c:v>
                </c:pt>
                <c:pt idx="2310">
                  <c:v>0</c:v>
                </c:pt>
                <c:pt idx="2311">
                  <c:v>0</c:v>
                </c:pt>
                <c:pt idx="2312">
                  <c:v>0</c:v>
                </c:pt>
                <c:pt idx="2313">
                  <c:v>0</c:v>
                </c:pt>
                <c:pt idx="2314">
                  <c:v>0</c:v>
                </c:pt>
                <c:pt idx="2315">
                  <c:v>0</c:v>
                </c:pt>
                <c:pt idx="2316">
                  <c:v>0</c:v>
                </c:pt>
                <c:pt idx="2317">
                  <c:v>0</c:v>
                </c:pt>
                <c:pt idx="2318">
                  <c:v>0</c:v>
                </c:pt>
                <c:pt idx="2319">
                  <c:v>0</c:v>
                </c:pt>
                <c:pt idx="2320">
                  <c:v>0</c:v>
                </c:pt>
                <c:pt idx="2321">
                  <c:v>0</c:v>
                </c:pt>
                <c:pt idx="2322">
                  <c:v>0</c:v>
                </c:pt>
                <c:pt idx="2323">
                  <c:v>0</c:v>
                </c:pt>
                <c:pt idx="2324">
                  <c:v>0</c:v>
                </c:pt>
                <c:pt idx="2325">
                  <c:v>0</c:v>
                </c:pt>
                <c:pt idx="2326">
                  <c:v>0</c:v>
                </c:pt>
                <c:pt idx="2327">
                  <c:v>0</c:v>
                </c:pt>
                <c:pt idx="2328">
                  <c:v>0</c:v>
                </c:pt>
                <c:pt idx="2329">
                  <c:v>0</c:v>
                </c:pt>
                <c:pt idx="2330">
                  <c:v>0</c:v>
                </c:pt>
                <c:pt idx="2331">
                  <c:v>0</c:v>
                </c:pt>
                <c:pt idx="2332">
                  <c:v>0</c:v>
                </c:pt>
                <c:pt idx="2333">
                  <c:v>0</c:v>
                </c:pt>
                <c:pt idx="2334">
                  <c:v>0</c:v>
                </c:pt>
                <c:pt idx="2335">
                  <c:v>0</c:v>
                </c:pt>
                <c:pt idx="2336">
                  <c:v>0</c:v>
                </c:pt>
                <c:pt idx="2337">
                  <c:v>0</c:v>
                </c:pt>
                <c:pt idx="2338">
                  <c:v>0</c:v>
                </c:pt>
                <c:pt idx="2339">
                  <c:v>0</c:v>
                </c:pt>
                <c:pt idx="2340">
                  <c:v>0</c:v>
                </c:pt>
                <c:pt idx="2341">
                  <c:v>0</c:v>
                </c:pt>
                <c:pt idx="2342">
                  <c:v>0</c:v>
                </c:pt>
                <c:pt idx="2343">
                  <c:v>0</c:v>
                </c:pt>
                <c:pt idx="2344">
                  <c:v>0</c:v>
                </c:pt>
                <c:pt idx="2345">
                  <c:v>0</c:v>
                </c:pt>
                <c:pt idx="2346">
                  <c:v>0</c:v>
                </c:pt>
                <c:pt idx="2347">
                  <c:v>0</c:v>
                </c:pt>
                <c:pt idx="2348">
                  <c:v>0</c:v>
                </c:pt>
                <c:pt idx="2349">
                  <c:v>0</c:v>
                </c:pt>
                <c:pt idx="2350">
                  <c:v>0</c:v>
                </c:pt>
                <c:pt idx="2351">
                  <c:v>0</c:v>
                </c:pt>
                <c:pt idx="2352">
                  <c:v>0</c:v>
                </c:pt>
                <c:pt idx="2353">
                  <c:v>0</c:v>
                </c:pt>
                <c:pt idx="2354">
                  <c:v>0</c:v>
                </c:pt>
                <c:pt idx="2355">
                  <c:v>0</c:v>
                </c:pt>
                <c:pt idx="2356">
                  <c:v>0</c:v>
                </c:pt>
                <c:pt idx="2357">
                  <c:v>0</c:v>
                </c:pt>
                <c:pt idx="2358">
                  <c:v>0</c:v>
                </c:pt>
                <c:pt idx="2359">
                  <c:v>0</c:v>
                </c:pt>
                <c:pt idx="2360">
                  <c:v>0</c:v>
                </c:pt>
                <c:pt idx="2361">
                  <c:v>0</c:v>
                </c:pt>
                <c:pt idx="2362">
                  <c:v>0</c:v>
                </c:pt>
                <c:pt idx="2363">
                  <c:v>0</c:v>
                </c:pt>
                <c:pt idx="2364">
                  <c:v>0</c:v>
                </c:pt>
                <c:pt idx="2365">
                  <c:v>0</c:v>
                </c:pt>
                <c:pt idx="2366">
                  <c:v>0</c:v>
                </c:pt>
                <c:pt idx="2367">
                  <c:v>0</c:v>
                </c:pt>
                <c:pt idx="2368">
                  <c:v>0</c:v>
                </c:pt>
                <c:pt idx="2369">
                  <c:v>0</c:v>
                </c:pt>
                <c:pt idx="2370">
                  <c:v>0</c:v>
                </c:pt>
                <c:pt idx="2371">
                  <c:v>0</c:v>
                </c:pt>
                <c:pt idx="2372">
                  <c:v>0</c:v>
                </c:pt>
                <c:pt idx="2373">
                  <c:v>0</c:v>
                </c:pt>
                <c:pt idx="2374">
                  <c:v>0</c:v>
                </c:pt>
                <c:pt idx="2375">
                  <c:v>0</c:v>
                </c:pt>
                <c:pt idx="2376">
                  <c:v>0</c:v>
                </c:pt>
                <c:pt idx="2377">
                  <c:v>0</c:v>
                </c:pt>
                <c:pt idx="2378">
                  <c:v>0</c:v>
                </c:pt>
                <c:pt idx="2379">
                  <c:v>0</c:v>
                </c:pt>
                <c:pt idx="2380">
                  <c:v>0</c:v>
                </c:pt>
                <c:pt idx="2381">
                  <c:v>0</c:v>
                </c:pt>
                <c:pt idx="2382">
                  <c:v>0</c:v>
                </c:pt>
                <c:pt idx="2383">
                  <c:v>0</c:v>
                </c:pt>
                <c:pt idx="2384">
                  <c:v>0</c:v>
                </c:pt>
                <c:pt idx="2385">
                  <c:v>0</c:v>
                </c:pt>
                <c:pt idx="2386">
                  <c:v>0</c:v>
                </c:pt>
                <c:pt idx="2387">
                  <c:v>0</c:v>
                </c:pt>
                <c:pt idx="2388">
                  <c:v>0</c:v>
                </c:pt>
                <c:pt idx="2389">
                  <c:v>0</c:v>
                </c:pt>
                <c:pt idx="2390">
                  <c:v>0</c:v>
                </c:pt>
                <c:pt idx="2391">
                  <c:v>0</c:v>
                </c:pt>
                <c:pt idx="2392">
                  <c:v>0</c:v>
                </c:pt>
                <c:pt idx="2393">
                  <c:v>0</c:v>
                </c:pt>
                <c:pt idx="2394">
                  <c:v>0</c:v>
                </c:pt>
                <c:pt idx="2395">
                  <c:v>0</c:v>
                </c:pt>
                <c:pt idx="2396">
                  <c:v>0</c:v>
                </c:pt>
                <c:pt idx="2397">
                  <c:v>0</c:v>
                </c:pt>
                <c:pt idx="2398">
                  <c:v>0</c:v>
                </c:pt>
                <c:pt idx="2399">
                  <c:v>0</c:v>
                </c:pt>
                <c:pt idx="2400">
                  <c:v>0</c:v>
                </c:pt>
                <c:pt idx="2401">
                  <c:v>0</c:v>
                </c:pt>
                <c:pt idx="2402">
                  <c:v>0</c:v>
                </c:pt>
                <c:pt idx="2403">
                  <c:v>0</c:v>
                </c:pt>
                <c:pt idx="2404">
                  <c:v>0</c:v>
                </c:pt>
                <c:pt idx="2405">
                  <c:v>0</c:v>
                </c:pt>
                <c:pt idx="2406">
                  <c:v>0</c:v>
                </c:pt>
                <c:pt idx="2407">
                  <c:v>0</c:v>
                </c:pt>
                <c:pt idx="2408">
                  <c:v>0</c:v>
                </c:pt>
                <c:pt idx="2409">
                  <c:v>0</c:v>
                </c:pt>
                <c:pt idx="2410">
                  <c:v>0</c:v>
                </c:pt>
                <c:pt idx="2411">
                  <c:v>0</c:v>
                </c:pt>
                <c:pt idx="2412">
                  <c:v>0</c:v>
                </c:pt>
                <c:pt idx="2413">
                  <c:v>0</c:v>
                </c:pt>
                <c:pt idx="2414">
                  <c:v>0</c:v>
                </c:pt>
                <c:pt idx="2415">
                  <c:v>0</c:v>
                </c:pt>
                <c:pt idx="2416">
                  <c:v>0</c:v>
                </c:pt>
                <c:pt idx="2417">
                  <c:v>0</c:v>
                </c:pt>
                <c:pt idx="2418">
                  <c:v>0</c:v>
                </c:pt>
                <c:pt idx="2419">
                  <c:v>0</c:v>
                </c:pt>
                <c:pt idx="2420">
                  <c:v>0</c:v>
                </c:pt>
                <c:pt idx="2421">
                  <c:v>0</c:v>
                </c:pt>
                <c:pt idx="2422">
                  <c:v>0</c:v>
                </c:pt>
                <c:pt idx="2423">
                  <c:v>0</c:v>
                </c:pt>
                <c:pt idx="2424">
                  <c:v>0</c:v>
                </c:pt>
                <c:pt idx="2425">
                  <c:v>0</c:v>
                </c:pt>
                <c:pt idx="2426">
                  <c:v>0</c:v>
                </c:pt>
                <c:pt idx="2427">
                  <c:v>0</c:v>
                </c:pt>
                <c:pt idx="2428">
                  <c:v>0</c:v>
                </c:pt>
                <c:pt idx="2429">
                  <c:v>0</c:v>
                </c:pt>
                <c:pt idx="2430">
                  <c:v>0</c:v>
                </c:pt>
                <c:pt idx="2431">
                  <c:v>0</c:v>
                </c:pt>
                <c:pt idx="2432">
                  <c:v>0</c:v>
                </c:pt>
                <c:pt idx="2433">
                  <c:v>0</c:v>
                </c:pt>
                <c:pt idx="2434">
                  <c:v>0</c:v>
                </c:pt>
                <c:pt idx="2435">
                  <c:v>0</c:v>
                </c:pt>
                <c:pt idx="2436">
                  <c:v>0</c:v>
                </c:pt>
                <c:pt idx="2437">
                  <c:v>0</c:v>
                </c:pt>
                <c:pt idx="2438">
                  <c:v>0</c:v>
                </c:pt>
                <c:pt idx="2439">
                  <c:v>0</c:v>
                </c:pt>
                <c:pt idx="2440">
                  <c:v>0</c:v>
                </c:pt>
                <c:pt idx="2441">
                  <c:v>0</c:v>
                </c:pt>
                <c:pt idx="2442">
                  <c:v>0</c:v>
                </c:pt>
                <c:pt idx="2443">
                  <c:v>0</c:v>
                </c:pt>
                <c:pt idx="2444">
                  <c:v>0</c:v>
                </c:pt>
                <c:pt idx="2445">
                  <c:v>0</c:v>
                </c:pt>
                <c:pt idx="2446">
                  <c:v>0</c:v>
                </c:pt>
                <c:pt idx="2447">
                  <c:v>0</c:v>
                </c:pt>
                <c:pt idx="2448">
                  <c:v>0</c:v>
                </c:pt>
                <c:pt idx="2449">
                  <c:v>0</c:v>
                </c:pt>
                <c:pt idx="2450">
                  <c:v>0</c:v>
                </c:pt>
                <c:pt idx="2451">
                  <c:v>0</c:v>
                </c:pt>
                <c:pt idx="2452">
                  <c:v>0</c:v>
                </c:pt>
                <c:pt idx="2453">
                  <c:v>0</c:v>
                </c:pt>
                <c:pt idx="2454">
                  <c:v>0</c:v>
                </c:pt>
                <c:pt idx="2455">
                  <c:v>0</c:v>
                </c:pt>
                <c:pt idx="2456">
                  <c:v>0</c:v>
                </c:pt>
                <c:pt idx="2457">
                  <c:v>0</c:v>
                </c:pt>
                <c:pt idx="2458">
                  <c:v>0</c:v>
                </c:pt>
                <c:pt idx="2459">
                  <c:v>0</c:v>
                </c:pt>
                <c:pt idx="2460">
                  <c:v>0</c:v>
                </c:pt>
                <c:pt idx="2461">
                  <c:v>0</c:v>
                </c:pt>
                <c:pt idx="2462">
                  <c:v>0</c:v>
                </c:pt>
                <c:pt idx="2463">
                  <c:v>0</c:v>
                </c:pt>
                <c:pt idx="2464">
                  <c:v>0</c:v>
                </c:pt>
                <c:pt idx="2465">
                  <c:v>0</c:v>
                </c:pt>
                <c:pt idx="2466">
                  <c:v>0</c:v>
                </c:pt>
                <c:pt idx="2467">
                  <c:v>0</c:v>
                </c:pt>
                <c:pt idx="2468">
                  <c:v>0</c:v>
                </c:pt>
                <c:pt idx="2469">
                  <c:v>0</c:v>
                </c:pt>
                <c:pt idx="2470">
                  <c:v>0</c:v>
                </c:pt>
                <c:pt idx="2471">
                  <c:v>0</c:v>
                </c:pt>
                <c:pt idx="2472">
                  <c:v>0</c:v>
                </c:pt>
                <c:pt idx="2473">
                  <c:v>0</c:v>
                </c:pt>
                <c:pt idx="2474">
                  <c:v>0</c:v>
                </c:pt>
                <c:pt idx="2475">
                  <c:v>0</c:v>
                </c:pt>
                <c:pt idx="2476">
                  <c:v>0</c:v>
                </c:pt>
                <c:pt idx="2477">
                  <c:v>0</c:v>
                </c:pt>
                <c:pt idx="2478">
                  <c:v>0</c:v>
                </c:pt>
                <c:pt idx="2479">
                  <c:v>0</c:v>
                </c:pt>
                <c:pt idx="2480">
                  <c:v>0</c:v>
                </c:pt>
                <c:pt idx="2481">
                  <c:v>0</c:v>
                </c:pt>
                <c:pt idx="2482">
                  <c:v>0</c:v>
                </c:pt>
                <c:pt idx="2483">
                  <c:v>0</c:v>
                </c:pt>
                <c:pt idx="2484">
                  <c:v>0</c:v>
                </c:pt>
                <c:pt idx="2485">
                  <c:v>0</c:v>
                </c:pt>
                <c:pt idx="2486">
                  <c:v>0</c:v>
                </c:pt>
                <c:pt idx="2487">
                  <c:v>0</c:v>
                </c:pt>
                <c:pt idx="2488">
                  <c:v>0</c:v>
                </c:pt>
                <c:pt idx="2489">
                  <c:v>0</c:v>
                </c:pt>
                <c:pt idx="2490">
                  <c:v>0</c:v>
                </c:pt>
                <c:pt idx="2491">
                  <c:v>0</c:v>
                </c:pt>
                <c:pt idx="2492">
                  <c:v>0</c:v>
                </c:pt>
                <c:pt idx="2493">
                  <c:v>0</c:v>
                </c:pt>
                <c:pt idx="2494">
                  <c:v>0</c:v>
                </c:pt>
                <c:pt idx="2495">
                  <c:v>0</c:v>
                </c:pt>
                <c:pt idx="2496">
                  <c:v>0</c:v>
                </c:pt>
                <c:pt idx="2497">
                  <c:v>0</c:v>
                </c:pt>
                <c:pt idx="2498">
                  <c:v>0</c:v>
                </c:pt>
                <c:pt idx="2499">
                  <c:v>0</c:v>
                </c:pt>
                <c:pt idx="2500">
                  <c:v>0</c:v>
                </c:pt>
                <c:pt idx="2501">
                  <c:v>0</c:v>
                </c:pt>
                <c:pt idx="2502">
                  <c:v>0</c:v>
                </c:pt>
                <c:pt idx="2503">
                  <c:v>0</c:v>
                </c:pt>
                <c:pt idx="2504">
                  <c:v>0</c:v>
                </c:pt>
                <c:pt idx="2505">
                  <c:v>0</c:v>
                </c:pt>
                <c:pt idx="2506">
                  <c:v>0</c:v>
                </c:pt>
                <c:pt idx="2507">
                  <c:v>0</c:v>
                </c:pt>
                <c:pt idx="2508">
                  <c:v>0</c:v>
                </c:pt>
                <c:pt idx="2509">
                  <c:v>0</c:v>
                </c:pt>
                <c:pt idx="2510">
                  <c:v>0</c:v>
                </c:pt>
                <c:pt idx="2511">
                  <c:v>0</c:v>
                </c:pt>
                <c:pt idx="2512">
                  <c:v>0</c:v>
                </c:pt>
                <c:pt idx="2513">
                  <c:v>0</c:v>
                </c:pt>
                <c:pt idx="2514">
                  <c:v>0</c:v>
                </c:pt>
                <c:pt idx="2515">
                  <c:v>0</c:v>
                </c:pt>
                <c:pt idx="2516">
                  <c:v>0</c:v>
                </c:pt>
                <c:pt idx="2517">
                  <c:v>0</c:v>
                </c:pt>
                <c:pt idx="2518">
                  <c:v>0</c:v>
                </c:pt>
                <c:pt idx="2519">
                  <c:v>0</c:v>
                </c:pt>
                <c:pt idx="2520">
                  <c:v>0</c:v>
                </c:pt>
                <c:pt idx="2521">
                  <c:v>0</c:v>
                </c:pt>
                <c:pt idx="2522">
                  <c:v>0</c:v>
                </c:pt>
                <c:pt idx="2523">
                  <c:v>0</c:v>
                </c:pt>
                <c:pt idx="2524">
                  <c:v>0</c:v>
                </c:pt>
                <c:pt idx="2525">
                  <c:v>0</c:v>
                </c:pt>
                <c:pt idx="2526">
                  <c:v>0</c:v>
                </c:pt>
                <c:pt idx="2527">
                  <c:v>0</c:v>
                </c:pt>
                <c:pt idx="2528">
                  <c:v>0</c:v>
                </c:pt>
                <c:pt idx="2529">
                  <c:v>0</c:v>
                </c:pt>
                <c:pt idx="2530">
                  <c:v>0</c:v>
                </c:pt>
                <c:pt idx="2531">
                  <c:v>0</c:v>
                </c:pt>
                <c:pt idx="2532">
                  <c:v>0</c:v>
                </c:pt>
                <c:pt idx="2533">
                  <c:v>0</c:v>
                </c:pt>
                <c:pt idx="2534">
                  <c:v>0</c:v>
                </c:pt>
                <c:pt idx="2535">
                  <c:v>0</c:v>
                </c:pt>
                <c:pt idx="2536">
                  <c:v>0</c:v>
                </c:pt>
                <c:pt idx="2537">
                  <c:v>0</c:v>
                </c:pt>
                <c:pt idx="2538">
                  <c:v>0</c:v>
                </c:pt>
                <c:pt idx="2539">
                  <c:v>0</c:v>
                </c:pt>
                <c:pt idx="2540">
                  <c:v>0</c:v>
                </c:pt>
                <c:pt idx="2541">
                  <c:v>0</c:v>
                </c:pt>
                <c:pt idx="2542">
                  <c:v>0</c:v>
                </c:pt>
                <c:pt idx="2543">
                  <c:v>0</c:v>
                </c:pt>
                <c:pt idx="2544">
                  <c:v>0</c:v>
                </c:pt>
                <c:pt idx="2545">
                  <c:v>0</c:v>
                </c:pt>
                <c:pt idx="2546">
                  <c:v>0</c:v>
                </c:pt>
                <c:pt idx="2547">
                  <c:v>0</c:v>
                </c:pt>
                <c:pt idx="2548">
                  <c:v>0</c:v>
                </c:pt>
                <c:pt idx="2549">
                  <c:v>0</c:v>
                </c:pt>
                <c:pt idx="2550">
                  <c:v>0</c:v>
                </c:pt>
                <c:pt idx="2551">
                  <c:v>0</c:v>
                </c:pt>
                <c:pt idx="2552">
                  <c:v>0</c:v>
                </c:pt>
                <c:pt idx="2553">
                  <c:v>0</c:v>
                </c:pt>
                <c:pt idx="2554">
                  <c:v>0</c:v>
                </c:pt>
                <c:pt idx="2555">
                  <c:v>0</c:v>
                </c:pt>
                <c:pt idx="2556">
                  <c:v>0</c:v>
                </c:pt>
                <c:pt idx="2557">
                  <c:v>0</c:v>
                </c:pt>
                <c:pt idx="2558">
                  <c:v>0</c:v>
                </c:pt>
                <c:pt idx="2559">
                  <c:v>0</c:v>
                </c:pt>
                <c:pt idx="2560">
                  <c:v>0</c:v>
                </c:pt>
                <c:pt idx="2561">
                  <c:v>0</c:v>
                </c:pt>
                <c:pt idx="2562">
                  <c:v>0</c:v>
                </c:pt>
                <c:pt idx="2563">
                  <c:v>0</c:v>
                </c:pt>
                <c:pt idx="2564">
                  <c:v>0</c:v>
                </c:pt>
                <c:pt idx="2565">
                  <c:v>0</c:v>
                </c:pt>
                <c:pt idx="2566">
                  <c:v>0</c:v>
                </c:pt>
                <c:pt idx="2567">
                  <c:v>0</c:v>
                </c:pt>
                <c:pt idx="2568">
                  <c:v>0</c:v>
                </c:pt>
                <c:pt idx="2569">
                  <c:v>0</c:v>
                </c:pt>
                <c:pt idx="2570">
                  <c:v>0</c:v>
                </c:pt>
                <c:pt idx="2571">
                  <c:v>0</c:v>
                </c:pt>
                <c:pt idx="2572">
                  <c:v>0</c:v>
                </c:pt>
                <c:pt idx="2573">
                  <c:v>0</c:v>
                </c:pt>
                <c:pt idx="2574">
                  <c:v>0</c:v>
                </c:pt>
                <c:pt idx="2575">
                  <c:v>0</c:v>
                </c:pt>
                <c:pt idx="2576">
                  <c:v>0</c:v>
                </c:pt>
                <c:pt idx="2577">
                  <c:v>0</c:v>
                </c:pt>
                <c:pt idx="2578">
                  <c:v>0</c:v>
                </c:pt>
                <c:pt idx="2579">
                  <c:v>0</c:v>
                </c:pt>
                <c:pt idx="2580">
                  <c:v>0</c:v>
                </c:pt>
                <c:pt idx="2581">
                  <c:v>0</c:v>
                </c:pt>
                <c:pt idx="2582">
                  <c:v>0</c:v>
                </c:pt>
                <c:pt idx="2583">
                  <c:v>0</c:v>
                </c:pt>
                <c:pt idx="2584">
                  <c:v>0</c:v>
                </c:pt>
                <c:pt idx="2585">
                  <c:v>0</c:v>
                </c:pt>
                <c:pt idx="2586">
                  <c:v>0</c:v>
                </c:pt>
                <c:pt idx="2587">
                  <c:v>0</c:v>
                </c:pt>
                <c:pt idx="2588">
                  <c:v>0</c:v>
                </c:pt>
                <c:pt idx="2589">
                  <c:v>0</c:v>
                </c:pt>
                <c:pt idx="2590">
                  <c:v>0</c:v>
                </c:pt>
                <c:pt idx="2591">
                  <c:v>0</c:v>
                </c:pt>
                <c:pt idx="2592">
                  <c:v>0</c:v>
                </c:pt>
                <c:pt idx="2593">
                  <c:v>0</c:v>
                </c:pt>
                <c:pt idx="2594">
                  <c:v>0</c:v>
                </c:pt>
                <c:pt idx="2595">
                  <c:v>0</c:v>
                </c:pt>
                <c:pt idx="2596">
                  <c:v>0</c:v>
                </c:pt>
                <c:pt idx="2597">
                  <c:v>0</c:v>
                </c:pt>
                <c:pt idx="2598">
                  <c:v>0</c:v>
                </c:pt>
                <c:pt idx="2599">
                  <c:v>0</c:v>
                </c:pt>
                <c:pt idx="2600">
                  <c:v>0</c:v>
                </c:pt>
                <c:pt idx="2601">
                  <c:v>0</c:v>
                </c:pt>
                <c:pt idx="2602">
                  <c:v>0</c:v>
                </c:pt>
                <c:pt idx="2603">
                  <c:v>0</c:v>
                </c:pt>
                <c:pt idx="2604">
                  <c:v>0</c:v>
                </c:pt>
                <c:pt idx="2605">
                  <c:v>0</c:v>
                </c:pt>
                <c:pt idx="2606">
                  <c:v>0</c:v>
                </c:pt>
                <c:pt idx="2607">
                  <c:v>0</c:v>
                </c:pt>
                <c:pt idx="2608">
                  <c:v>0</c:v>
                </c:pt>
                <c:pt idx="2609">
                  <c:v>0</c:v>
                </c:pt>
                <c:pt idx="2610">
                  <c:v>0</c:v>
                </c:pt>
                <c:pt idx="2611">
                  <c:v>0</c:v>
                </c:pt>
                <c:pt idx="2612">
                  <c:v>0</c:v>
                </c:pt>
                <c:pt idx="2613">
                  <c:v>0</c:v>
                </c:pt>
                <c:pt idx="2614">
                  <c:v>0</c:v>
                </c:pt>
                <c:pt idx="2615">
                  <c:v>0</c:v>
                </c:pt>
                <c:pt idx="2616">
                  <c:v>0</c:v>
                </c:pt>
                <c:pt idx="2617">
                  <c:v>0</c:v>
                </c:pt>
                <c:pt idx="2618">
                  <c:v>0</c:v>
                </c:pt>
                <c:pt idx="2619">
                  <c:v>0</c:v>
                </c:pt>
                <c:pt idx="2620">
                  <c:v>0</c:v>
                </c:pt>
                <c:pt idx="2621">
                  <c:v>0</c:v>
                </c:pt>
                <c:pt idx="2622">
                  <c:v>0</c:v>
                </c:pt>
                <c:pt idx="2623">
                  <c:v>0</c:v>
                </c:pt>
                <c:pt idx="2624">
                  <c:v>0</c:v>
                </c:pt>
                <c:pt idx="2625">
                  <c:v>0</c:v>
                </c:pt>
                <c:pt idx="2626">
                  <c:v>0</c:v>
                </c:pt>
                <c:pt idx="2627">
                  <c:v>0</c:v>
                </c:pt>
                <c:pt idx="2628">
                  <c:v>0</c:v>
                </c:pt>
                <c:pt idx="2629">
                  <c:v>0</c:v>
                </c:pt>
                <c:pt idx="2630">
                  <c:v>0</c:v>
                </c:pt>
                <c:pt idx="2631">
                  <c:v>0</c:v>
                </c:pt>
                <c:pt idx="2632">
                  <c:v>0</c:v>
                </c:pt>
                <c:pt idx="2633">
                  <c:v>0</c:v>
                </c:pt>
                <c:pt idx="2634">
                  <c:v>0</c:v>
                </c:pt>
                <c:pt idx="2635">
                  <c:v>0</c:v>
                </c:pt>
                <c:pt idx="2636">
                  <c:v>0</c:v>
                </c:pt>
                <c:pt idx="2637">
                  <c:v>0</c:v>
                </c:pt>
                <c:pt idx="2638">
                  <c:v>0</c:v>
                </c:pt>
                <c:pt idx="2639">
                  <c:v>0</c:v>
                </c:pt>
                <c:pt idx="2640">
                  <c:v>0</c:v>
                </c:pt>
                <c:pt idx="2641">
                  <c:v>0</c:v>
                </c:pt>
                <c:pt idx="2642">
                  <c:v>0</c:v>
                </c:pt>
                <c:pt idx="2643">
                  <c:v>0</c:v>
                </c:pt>
                <c:pt idx="2644">
                  <c:v>0</c:v>
                </c:pt>
                <c:pt idx="2645">
                  <c:v>0</c:v>
                </c:pt>
                <c:pt idx="2646">
                  <c:v>0</c:v>
                </c:pt>
                <c:pt idx="2647">
                  <c:v>0</c:v>
                </c:pt>
                <c:pt idx="2648">
                  <c:v>0</c:v>
                </c:pt>
                <c:pt idx="2649">
                  <c:v>0</c:v>
                </c:pt>
                <c:pt idx="2650">
                  <c:v>0</c:v>
                </c:pt>
                <c:pt idx="2651">
                  <c:v>0</c:v>
                </c:pt>
                <c:pt idx="2652">
                  <c:v>0</c:v>
                </c:pt>
                <c:pt idx="2653">
                  <c:v>0</c:v>
                </c:pt>
                <c:pt idx="2654">
                  <c:v>0</c:v>
                </c:pt>
                <c:pt idx="2655">
                  <c:v>0</c:v>
                </c:pt>
                <c:pt idx="2656">
                  <c:v>0</c:v>
                </c:pt>
                <c:pt idx="2657">
                  <c:v>0</c:v>
                </c:pt>
                <c:pt idx="2658">
                  <c:v>0</c:v>
                </c:pt>
                <c:pt idx="2659">
                  <c:v>0</c:v>
                </c:pt>
                <c:pt idx="2660">
                  <c:v>0</c:v>
                </c:pt>
                <c:pt idx="2661">
                  <c:v>0</c:v>
                </c:pt>
                <c:pt idx="2662">
                  <c:v>0</c:v>
                </c:pt>
                <c:pt idx="2663">
                  <c:v>0</c:v>
                </c:pt>
                <c:pt idx="2664">
                  <c:v>0</c:v>
                </c:pt>
                <c:pt idx="2665">
                  <c:v>0</c:v>
                </c:pt>
                <c:pt idx="2666">
                  <c:v>0</c:v>
                </c:pt>
                <c:pt idx="2667">
                  <c:v>0</c:v>
                </c:pt>
                <c:pt idx="2668">
                  <c:v>0</c:v>
                </c:pt>
                <c:pt idx="2669">
                  <c:v>0</c:v>
                </c:pt>
                <c:pt idx="2670">
                  <c:v>0</c:v>
                </c:pt>
                <c:pt idx="2671">
                  <c:v>0</c:v>
                </c:pt>
                <c:pt idx="2672">
                  <c:v>0</c:v>
                </c:pt>
                <c:pt idx="2673">
                  <c:v>0</c:v>
                </c:pt>
                <c:pt idx="2674">
                  <c:v>0</c:v>
                </c:pt>
                <c:pt idx="2675">
                  <c:v>0</c:v>
                </c:pt>
                <c:pt idx="2676">
                  <c:v>0</c:v>
                </c:pt>
                <c:pt idx="2677">
                  <c:v>0</c:v>
                </c:pt>
                <c:pt idx="2678">
                  <c:v>0</c:v>
                </c:pt>
                <c:pt idx="2679">
                  <c:v>0</c:v>
                </c:pt>
                <c:pt idx="2680">
                  <c:v>0</c:v>
                </c:pt>
                <c:pt idx="2681">
                  <c:v>0</c:v>
                </c:pt>
                <c:pt idx="2682">
                  <c:v>0</c:v>
                </c:pt>
                <c:pt idx="2683">
                  <c:v>0</c:v>
                </c:pt>
                <c:pt idx="2684">
                  <c:v>0</c:v>
                </c:pt>
                <c:pt idx="2685">
                  <c:v>0</c:v>
                </c:pt>
                <c:pt idx="2686">
                  <c:v>0</c:v>
                </c:pt>
                <c:pt idx="2687">
                  <c:v>0</c:v>
                </c:pt>
                <c:pt idx="2688">
                  <c:v>0</c:v>
                </c:pt>
                <c:pt idx="2689">
                  <c:v>0</c:v>
                </c:pt>
                <c:pt idx="2690">
                  <c:v>0</c:v>
                </c:pt>
                <c:pt idx="2691">
                  <c:v>0</c:v>
                </c:pt>
                <c:pt idx="2692">
                  <c:v>0</c:v>
                </c:pt>
                <c:pt idx="2693">
                  <c:v>0</c:v>
                </c:pt>
                <c:pt idx="2694">
                  <c:v>0</c:v>
                </c:pt>
                <c:pt idx="2695">
                  <c:v>0</c:v>
                </c:pt>
                <c:pt idx="2696">
                  <c:v>0</c:v>
                </c:pt>
                <c:pt idx="2697">
                  <c:v>0</c:v>
                </c:pt>
                <c:pt idx="2698">
                  <c:v>0</c:v>
                </c:pt>
                <c:pt idx="2699">
                  <c:v>0</c:v>
                </c:pt>
                <c:pt idx="2700">
                  <c:v>0</c:v>
                </c:pt>
                <c:pt idx="2701">
                  <c:v>0</c:v>
                </c:pt>
                <c:pt idx="2702">
                  <c:v>0</c:v>
                </c:pt>
                <c:pt idx="2703">
                  <c:v>0</c:v>
                </c:pt>
                <c:pt idx="2704">
                  <c:v>0</c:v>
                </c:pt>
                <c:pt idx="2705">
                  <c:v>0</c:v>
                </c:pt>
                <c:pt idx="2706">
                  <c:v>0</c:v>
                </c:pt>
                <c:pt idx="2707">
                  <c:v>0</c:v>
                </c:pt>
                <c:pt idx="2708">
                  <c:v>0</c:v>
                </c:pt>
                <c:pt idx="2709">
                  <c:v>0</c:v>
                </c:pt>
                <c:pt idx="2710">
                  <c:v>0</c:v>
                </c:pt>
                <c:pt idx="2711">
                  <c:v>0</c:v>
                </c:pt>
                <c:pt idx="2712">
                  <c:v>0</c:v>
                </c:pt>
                <c:pt idx="2713">
                  <c:v>0</c:v>
                </c:pt>
                <c:pt idx="2714">
                  <c:v>0</c:v>
                </c:pt>
                <c:pt idx="2715">
                  <c:v>0</c:v>
                </c:pt>
                <c:pt idx="2716">
                  <c:v>0</c:v>
                </c:pt>
                <c:pt idx="2717">
                  <c:v>0</c:v>
                </c:pt>
                <c:pt idx="2718">
                  <c:v>0</c:v>
                </c:pt>
                <c:pt idx="2719">
                  <c:v>0</c:v>
                </c:pt>
                <c:pt idx="2720">
                  <c:v>0</c:v>
                </c:pt>
                <c:pt idx="2721">
                  <c:v>0</c:v>
                </c:pt>
                <c:pt idx="2722">
                  <c:v>0</c:v>
                </c:pt>
                <c:pt idx="2723">
                  <c:v>0</c:v>
                </c:pt>
                <c:pt idx="2724">
                  <c:v>0</c:v>
                </c:pt>
                <c:pt idx="2725">
                  <c:v>0</c:v>
                </c:pt>
                <c:pt idx="2726">
                  <c:v>0</c:v>
                </c:pt>
                <c:pt idx="2727">
                  <c:v>0</c:v>
                </c:pt>
                <c:pt idx="2728">
                  <c:v>0</c:v>
                </c:pt>
                <c:pt idx="2729">
                  <c:v>0</c:v>
                </c:pt>
                <c:pt idx="2730">
                  <c:v>0</c:v>
                </c:pt>
                <c:pt idx="2731">
                  <c:v>0</c:v>
                </c:pt>
                <c:pt idx="2732">
                  <c:v>0</c:v>
                </c:pt>
                <c:pt idx="2733">
                  <c:v>0</c:v>
                </c:pt>
                <c:pt idx="2734">
                  <c:v>0</c:v>
                </c:pt>
                <c:pt idx="2735">
                  <c:v>0</c:v>
                </c:pt>
                <c:pt idx="2736">
                  <c:v>0</c:v>
                </c:pt>
                <c:pt idx="2737">
                  <c:v>0</c:v>
                </c:pt>
                <c:pt idx="2738">
                  <c:v>0</c:v>
                </c:pt>
                <c:pt idx="2739">
                  <c:v>0</c:v>
                </c:pt>
                <c:pt idx="2740">
                  <c:v>0</c:v>
                </c:pt>
                <c:pt idx="2741">
                  <c:v>0</c:v>
                </c:pt>
                <c:pt idx="2742">
                  <c:v>0</c:v>
                </c:pt>
                <c:pt idx="2743">
                  <c:v>0</c:v>
                </c:pt>
                <c:pt idx="2744">
                  <c:v>0</c:v>
                </c:pt>
                <c:pt idx="2745">
                  <c:v>0</c:v>
                </c:pt>
                <c:pt idx="2746">
                  <c:v>0</c:v>
                </c:pt>
                <c:pt idx="2747">
                  <c:v>0</c:v>
                </c:pt>
                <c:pt idx="2748">
                  <c:v>0</c:v>
                </c:pt>
                <c:pt idx="2749">
                  <c:v>0</c:v>
                </c:pt>
                <c:pt idx="2750">
                  <c:v>0</c:v>
                </c:pt>
                <c:pt idx="2751">
                  <c:v>0</c:v>
                </c:pt>
                <c:pt idx="2752">
                  <c:v>0</c:v>
                </c:pt>
                <c:pt idx="2753">
                  <c:v>0</c:v>
                </c:pt>
                <c:pt idx="2754">
                  <c:v>0</c:v>
                </c:pt>
                <c:pt idx="2755">
                  <c:v>0</c:v>
                </c:pt>
                <c:pt idx="2756">
                  <c:v>0</c:v>
                </c:pt>
                <c:pt idx="2757">
                  <c:v>0</c:v>
                </c:pt>
                <c:pt idx="2758">
                  <c:v>0</c:v>
                </c:pt>
                <c:pt idx="2759">
                  <c:v>0</c:v>
                </c:pt>
                <c:pt idx="2760">
                  <c:v>0</c:v>
                </c:pt>
                <c:pt idx="2761">
                  <c:v>0</c:v>
                </c:pt>
                <c:pt idx="2762">
                  <c:v>0</c:v>
                </c:pt>
                <c:pt idx="2763">
                  <c:v>0</c:v>
                </c:pt>
                <c:pt idx="2764">
                  <c:v>0</c:v>
                </c:pt>
                <c:pt idx="2765">
                  <c:v>0</c:v>
                </c:pt>
                <c:pt idx="2766">
                  <c:v>0</c:v>
                </c:pt>
                <c:pt idx="2767">
                  <c:v>0</c:v>
                </c:pt>
                <c:pt idx="2768">
                  <c:v>0</c:v>
                </c:pt>
                <c:pt idx="2769">
                  <c:v>0</c:v>
                </c:pt>
                <c:pt idx="2770">
                  <c:v>0</c:v>
                </c:pt>
                <c:pt idx="2771">
                  <c:v>0</c:v>
                </c:pt>
                <c:pt idx="2772">
                  <c:v>0</c:v>
                </c:pt>
                <c:pt idx="2773">
                  <c:v>0</c:v>
                </c:pt>
                <c:pt idx="2774">
                  <c:v>0</c:v>
                </c:pt>
                <c:pt idx="2775">
                  <c:v>0</c:v>
                </c:pt>
                <c:pt idx="2776">
                  <c:v>0</c:v>
                </c:pt>
                <c:pt idx="2777">
                  <c:v>0</c:v>
                </c:pt>
                <c:pt idx="2778">
                  <c:v>0</c:v>
                </c:pt>
                <c:pt idx="2779">
                  <c:v>0</c:v>
                </c:pt>
                <c:pt idx="2780">
                  <c:v>0</c:v>
                </c:pt>
                <c:pt idx="2781">
                  <c:v>0</c:v>
                </c:pt>
                <c:pt idx="2782">
                  <c:v>0</c:v>
                </c:pt>
                <c:pt idx="2783">
                  <c:v>0</c:v>
                </c:pt>
                <c:pt idx="2784">
                  <c:v>0</c:v>
                </c:pt>
                <c:pt idx="2785">
                  <c:v>0</c:v>
                </c:pt>
                <c:pt idx="2786">
                  <c:v>0</c:v>
                </c:pt>
                <c:pt idx="2787">
                  <c:v>0</c:v>
                </c:pt>
                <c:pt idx="2788">
                  <c:v>0</c:v>
                </c:pt>
                <c:pt idx="2789">
                  <c:v>0</c:v>
                </c:pt>
                <c:pt idx="2790">
                  <c:v>0</c:v>
                </c:pt>
                <c:pt idx="2791">
                  <c:v>0</c:v>
                </c:pt>
                <c:pt idx="2792">
                  <c:v>0</c:v>
                </c:pt>
                <c:pt idx="2793">
                  <c:v>0</c:v>
                </c:pt>
                <c:pt idx="2794">
                  <c:v>0</c:v>
                </c:pt>
                <c:pt idx="2795">
                  <c:v>0</c:v>
                </c:pt>
                <c:pt idx="2796">
                  <c:v>0</c:v>
                </c:pt>
                <c:pt idx="2797">
                  <c:v>0</c:v>
                </c:pt>
                <c:pt idx="2798">
                  <c:v>0</c:v>
                </c:pt>
                <c:pt idx="2799">
                  <c:v>0</c:v>
                </c:pt>
                <c:pt idx="2800">
                  <c:v>0</c:v>
                </c:pt>
                <c:pt idx="2801">
                  <c:v>0</c:v>
                </c:pt>
                <c:pt idx="2802">
                  <c:v>0</c:v>
                </c:pt>
                <c:pt idx="2803">
                  <c:v>0</c:v>
                </c:pt>
                <c:pt idx="2804">
                  <c:v>0</c:v>
                </c:pt>
                <c:pt idx="2805">
                  <c:v>0</c:v>
                </c:pt>
                <c:pt idx="2806">
                  <c:v>0</c:v>
                </c:pt>
                <c:pt idx="2807">
                  <c:v>0</c:v>
                </c:pt>
                <c:pt idx="2808">
                  <c:v>0</c:v>
                </c:pt>
                <c:pt idx="2809">
                  <c:v>0</c:v>
                </c:pt>
                <c:pt idx="2810">
                  <c:v>0</c:v>
                </c:pt>
                <c:pt idx="2811">
                  <c:v>0</c:v>
                </c:pt>
                <c:pt idx="2812">
                  <c:v>0</c:v>
                </c:pt>
                <c:pt idx="2813">
                  <c:v>0</c:v>
                </c:pt>
                <c:pt idx="2814">
                  <c:v>0</c:v>
                </c:pt>
                <c:pt idx="2815">
                  <c:v>0</c:v>
                </c:pt>
                <c:pt idx="2816">
                  <c:v>0</c:v>
                </c:pt>
                <c:pt idx="2817">
                  <c:v>0</c:v>
                </c:pt>
                <c:pt idx="2818">
                  <c:v>0</c:v>
                </c:pt>
                <c:pt idx="2819">
                  <c:v>0</c:v>
                </c:pt>
                <c:pt idx="2820">
                  <c:v>0</c:v>
                </c:pt>
                <c:pt idx="2821">
                  <c:v>0</c:v>
                </c:pt>
                <c:pt idx="2822">
                  <c:v>0</c:v>
                </c:pt>
                <c:pt idx="2823">
                  <c:v>0</c:v>
                </c:pt>
                <c:pt idx="2824">
                  <c:v>0</c:v>
                </c:pt>
                <c:pt idx="2825">
                  <c:v>0</c:v>
                </c:pt>
                <c:pt idx="2826">
                  <c:v>0</c:v>
                </c:pt>
                <c:pt idx="2827">
                  <c:v>0</c:v>
                </c:pt>
                <c:pt idx="2828">
                  <c:v>0</c:v>
                </c:pt>
                <c:pt idx="2829">
                  <c:v>0</c:v>
                </c:pt>
                <c:pt idx="2830">
                  <c:v>0</c:v>
                </c:pt>
                <c:pt idx="2831">
                  <c:v>0</c:v>
                </c:pt>
                <c:pt idx="2832">
                  <c:v>0</c:v>
                </c:pt>
                <c:pt idx="2833">
                  <c:v>0</c:v>
                </c:pt>
                <c:pt idx="2834">
                  <c:v>0</c:v>
                </c:pt>
                <c:pt idx="2835">
                  <c:v>0</c:v>
                </c:pt>
                <c:pt idx="2836">
                  <c:v>0</c:v>
                </c:pt>
                <c:pt idx="2837">
                  <c:v>0</c:v>
                </c:pt>
                <c:pt idx="2838">
                  <c:v>0</c:v>
                </c:pt>
                <c:pt idx="2839">
                  <c:v>0</c:v>
                </c:pt>
                <c:pt idx="2840">
                  <c:v>0</c:v>
                </c:pt>
                <c:pt idx="2841">
                  <c:v>0</c:v>
                </c:pt>
                <c:pt idx="2842">
                  <c:v>0</c:v>
                </c:pt>
                <c:pt idx="2843">
                  <c:v>0</c:v>
                </c:pt>
                <c:pt idx="2844">
                  <c:v>0</c:v>
                </c:pt>
                <c:pt idx="2845">
                  <c:v>0</c:v>
                </c:pt>
                <c:pt idx="2846">
                  <c:v>0</c:v>
                </c:pt>
                <c:pt idx="2847">
                  <c:v>0</c:v>
                </c:pt>
                <c:pt idx="2848">
                  <c:v>0</c:v>
                </c:pt>
                <c:pt idx="2849">
                  <c:v>0</c:v>
                </c:pt>
                <c:pt idx="2850">
                  <c:v>0</c:v>
                </c:pt>
                <c:pt idx="2851">
                  <c:v>0</c:v>
                </c:pt>
                <c:pt idx="2852">
                  <c:v>0</c:v>
                </c:pt>
                <c:pt idx="2853">
                  <c:v>0</c:v>
                </c:pt>
                <c:pt idx="2854">
                  <c:v>0</c:v>
                </c:pt>
                <c:pt idx="2855">
                  <c:v>0</c:v>
                </c:pt>
                <c:pt idx="2856">
                  <c:v>0</c:v>
                </c:pt>
                <c:pt idx="2857">
                  <c:v>0</c:v>
                </c:pt>
                <c:pt idx="2858">
                  <c:v>0</c:v>
                </c:pt>
                <c:pt idx="2859">
                  <c:v>0</c:v>
                </c:pt>
                <c:pt idx="2860">
                  <c:v>0</c:v>
                </c:pt>
                <c:pt idx="2861">
                  <c:v>0</c:v>
                </c:pt>
                <c:pt idx="2862">
                  <c:v>0</c:v>
                </c:pt>
                <c:pt idx="2863">
                  <c:v>0</c:v>
                </c:pt>
                <c:pt idx="2864">
                  <c:v>0</c:v>
                </c:pt>
                <c:pt idx="2865">
                  <c:v>0</c:v>
                </c:pt>
                <c:pt idx="2866">
                  <c:v>0</c:v>
                </c:pt>
                <c:pt idx="2867">
                  <c:v>0</c:v>
                </c:pt>
                <c:pt idx="2868">
                  <c:v>0</c:v>
                </c:pt>
                <c:pt idx="2869">
                  <c:v>0</c:v>
                </c:pt>
                <c:pt idx="2870">
                  <c:v>0</c:v>
                </c:pt>
                <c:pt idx="2871">
                  <c:v>0</c:v>
                </c:pt>
                <c:pt idx="2872">
                  <c:v>0</c:v>
                </c:pt>
                <c:pt idx="2873">
                  <c:v>0</c:v>
                </c:pt>
                <c:pt idx="2874">
                  <c:v>0</c:v>
                </c:pt>
                <c:pt idx="2875">
                  <c:v>0</c:v>
                </c:pt>
                <c:pt idx="2876">
                  <c:v>0</c:v>
                </c:pt>
                <c:pt idx="2877">
                  <c:v>0</c:v>
                </c:pt>
                <c:pt idx="2878">
                  <c:v>0</c:v>
                </c:pt>
                <c:pt idx="2879">
                  <c:v>0</c:v>
                </c:pt>
                <c:pt idx="2880">
                  <c:v>0</c:v>
                </c:pt>
                <c:pt idx="2881">
                  <c:v>0</c:v>
                </c:pt>
                <c:pt idx="2882">
                  <c:v>0</c:v>
                </c:pt>
                <c:pt idx="2883">
                  <c:v>0</c:v>
                </c:pt>
                <c:pt idx="2884">
                  <c:v>0</c:v>
                </c:pt>
                <c:pt idx="2885">
                  <c:v>0</c:v>
                </c:pt>
                <c:pt idx="2886">
                  <c:v>0</c:v>
                </c:pt>
                <c:pt idx="2887">
                  <c:v>0</c:v>
                </c:pt>
                <c:pt idx="2888">
                  <c:v>0</c:v>
                </c:pt>
                <c:pt idx="2889">
                  <c:v>0</c:v>
                </c:pt>
                <c:pt idx="2890">
                  <c:v>0</c:v>
                </c:pt>
                <c:pt idx="2891">
                  <c:v>0</c:v>
                </c:pt>
                <c:pt idx="2892">
                  <c:v>0</c:v>
                </c:pt>
                <c:pt idx="2893">
                  <c:v>0</c:v>
                </c:pt>
                <c:pt idx="2894">
                  <c:v>0</c:v>
                </c:pt>
                <c:pt idx="2895">
                  <c:v>0</c:v>
                </c:pt>
                <c:pt idx="2896">
                  <c:v>0</c:v>
                </c:pt>
                <c:pt idx="2897">
                  <c:v>0</c:v>
                </c:pt>
                <c:pt idx="2898">
                  <c:v>0</c:v>
                </c:pt>
                <c:pt idx="2899">
                  <c:v>0</c:v>
                </c:pt>
                <c:pt idx="2900">
                  <c:v>0</c:v>
                </c:pt>
                <c:pt idx="2901">
                  <c:v>0</c:v>
                </c:pt>
                <c:pt idx="2902">
                  <c:v>0</c:v>
                </c:pt>
                <c:pt idx="2903">
                  <c:v>0</c:v>
                </c:pt>
                <c:pt idx="2904">
                  <c:v>0</c:v>
                </c:pt>
                <c:pt idx="2905">
                  <c:v>0</c:v>
                </c:pt>
                <c:pt idx="2906">
                  <c:v>0</c:v>
                </c:pt>
                <c:pt idx="2907">
                  <c:v>0</c:v>
                </c:pt>
                <c:pt idx="2908">
                  <c:v>0</c:v>
                </c:pt>
                <c:pt idx="2909">
                  <c:v>0</c:v>
                </c:pt>
                <c:pt idx="2910">
                  <c:v>0</c:v>
                </c:pt>
                <c:pt idx="2911">
                  <c:v>0</c:v>
                </c:pt>
                <c:pt idx="2912">
                  <c:v>0</c:v>
                </c:pt>
                <c:pt idx="2913">
                  <c:v>0</c:v>
                </c:pt>
                <c:pt idx="2914">
                  <c:v>0</c:v>
                </c:pt>
                <c:pt idx="2915">
                  <c:v>0</c:v>
                </c:pt>
                <c:pt idx="2916">
                  <c:v>0</c:v>
                </c:pt>
                <c:pt idx="2917">
                  <c:v>0</c:v>
                </c:pt>
                <c:pt idx="2918">
                  <c:v>0</c:v>
                </c:pt>
                <c:pt idx="2919">
                  <c:v>0</c:v>
                </c:pt>
                <c:pt idx="2920">
                  <c:v>0</c:v>
                </c:pt>
                <c:pt idx="2921">
                  <c:v>0</c:v>
                </c:pt>
                <c:pt idx="2922">
                  <c:v>0</c:v>
                </c:pt>
                <c:pt idx="2923">
                  <c:v>0</c:v>
                </c:pt>
                <c:pt idx="2924">
                  <c:v>0</c:v>
                </c:pt>
                <c:pt idx="2925">
                  <c:v>0</c:v>
                </c:pt>
                <c:pt idx="2926">
                  <c:v>0</c:v>
                </c:pt>
                <c:pt idx="2927">
                  <c:v>0</c:v>
                </c:pt>
                <c:pt idx="2928">
                  <c:v>0</c:v>
                </c:pt>
                <c:pt idx="2929">
                  <c:v>0</c:v>
                </c:pt>
                <c:pt idx="2930">
                  <c:v>0</c:v>
                </c:pt>
                <c:pt idx="2931">
                  <c:v>0</c:v>
                </c:pt>
                <c:pt idx="2932">
                  <c:v>0</c:v>
                </c:pt>
                <c:pt idx="2933">
                  <c:v>0</c:v>
                </c:pt>
                <c:pt idx="2934">
                  <c:v>0</c:v>
                </c:pt>
                <c:pt idx="2935">
                  <c:v>0</c:v>
                </c:pt>
                <c:pt idx="2936">
                  <c:v>0</c:v>
                </c:pt>
                <c:pt idx="2937">
                  <c:v>0</c:v>
                </c:pt>
                <c:pt idx="2938">
                  <c:v>0</c:v>
                </c:pt>
                <c:pt idx="2939">
                  <c:v>0</c:v>
                </c:pt>
                <c:pt idx="2940">
                  <c:v>0</c:v>
                </c:pt>
                <c:pt idx="2941">
                  <c:v>0</c:v>
                </c:pt>
                <c:pt idx="2942">
                  <c:v>0</c:v>
                </c:pt>
                <c:pt idx="2943">
                  <c:v>0</c:v>
                </c:pt>
                <c:pt idx="2944">
                  <c:v>0</c:v>
                </c:pt>
                <c:pt idx="2945">
                  <c:v>0</c:v>
                </c:pt>
                <c:pt idx="2946">
                  <c:v>0</c:v>
                </c:pt>
                <c:pt idx="2947">
                  <c:v>0</c:v>
                </c:pt>
                <c:pt idx="2948">
                  <c:v>0</c:v>
                </c:pt>
                <c:pt idx="2949">
                  <c:v>0</c:v>
                </c:pt>
                <c:pt idx="2950">
                  <c:v>0</c:v>
                </c:pt>
                <c:pt idx="2951">
                  <c:v>0</c:v>
                </c:pt>
                <c:pt idx="2952">
                  <c:v>0</c:v>
                </c:pt>
                <c:pt idx="2953">
                  <c:v>0</c:v>
                </c:pt>
                <c:pt idx="2954">
                  <c:v>0</c:v>
                </c:pt>
                <c:pt idx="2955">
                  <c:v>0</c:v>
                </c:pt>
                <c:pt idx="2956">
                  <c:v>0</c:v>
                </c:pt>
                <c:pt idx="2957">
                  <c:v>0</c:v>
                </c:pt>
                <c:pt idx="2958">
                  <c:v>0</c:v>
                </c:pt>
                <c:pt idx="2959">
                  <c:v>0</c:v>
                </c:pt>
                <c:pt idx="2960">
                  <c:v>0</c:v>
                </c:pt>
                <c:pt idx="2961">
                  <c:v>0</c:v>
                </c:pt>
                <c:pt idx="2962">
                  <c:v>0</c:v>
                </c:pt>
                <c:pt idx="2963">
                  <c:v>0</c:v>
                </c:pt>
                <c:pt idx="2964">
                  <c:v>0</c:v>
                </c:pt>
                <c:pt idx="2965">
                  <c:v>0</c:v>
                </c:pt>
                <c:pt idx="2966">
                  <c:v>0</c:v>
                </c:pt>
                <c:pt idx="2967">
                  <c:v>0</c:v>
                </c:pt>
                <c:pt idx="2968">
                  <c:v>0</c:v>
                </c:pt>
                <c:pt idx="2969">
                  <c:v>0</c:v>
                </c:pt>
                <c:pt idx="2970">
                  <c:v>0</c:v>
                </c:pt>
                <c:pt idx="2971">
                  <c:v>0</c:v>
                </c:pt>
                <c:pt idx="2972">
                  <c:v>0</c:v>
                </c:pt>
                <c:pt idx="2973">
                  <c:v>0</c:v>
                </c:pt>
                <c:pt idx="2974">
                  <c:v>0</c:v>
                </c:pt>
                <c:pt idx="2975">
                  <c:v>0</c:v>
                </c:pt>
                <c:pt idx="2976">
                  <c:v>0</c:v>
                </c:pt>
                <c:pt idx="2977">
                  <c:v>0</c:v>
                </c:pt>
                <c:pt idx="2978">
                  <c:v>0</c:v>
                </c:pt>
                <c:pt idx="2979">
                  <c:v>0</c:v>
                </c:pt>
                <c:pt idx="2980">
                  <c:v>0</c:v>
                </c:pt>
                <c:pt idx="2981">
                  <c:v>0</c:v>
                </c:pt>
                <c:pt idx="2982">
                  <c:v>0</c:v>
                </c:pt>
                <c:pt idx="2983">
                  <c:v>0</c:v>
                </c:pt>
                <c:pt idx="2984">
                  <c:v>0</c:v>
                </c:pt>
                <c:pt idx="2985">
                  <c:v>0</c:v>
                </c:pt>
                <c:pt idx="2986">
                  <c:v>0</c:v>
                </c:pt>
                <c:pt idx="2987">
                  <c:v>0</c:v>
                </c:pt>
                <c:pt idx="2988">
                  <c:v>0</c:v>
                </c:pt>
                <c:pt idx="2989">
                  <c:v>0</c:v>
                </c:pt>
                <c:pt idx="2990">
                  <c:v>0</c:v>
                </c:pt>
                <c:pt idx="2991">
                  <c:v>0</c:v>
                </c:pt>
                <c:pt idx="2992">
                  <c:v>0</c:v>
                </c:pt>
                <c:pt idx="2993">
                  <c:v>0</c:v>
                </c:pt>
                <c:pt idx="2994">
                  <c:v>0</c:v>
                </c:pt>
                <c:pt idx="2995">
                  <c:v>0</c:v>
                </c:pt>
                <c:pt idx="2996">
                  <c:v>0</c:v>
                </c:pt>
                <c:pt idx="2997">
                  <c:v>0</c:v>
                </c:pt>
                <c:pt idx="2998">
                  <c:v>0</c:v>
                </c:pt>
                <c:pt idx="2999">
                  <c:v>0</c:v>
                </c:pt>
                <c:pt idx="3000">
                  <c:v>0</c:v>
                </c:pt>
                <c:pt idx="3001">
                  <c:v>0</c:v>
                </c:pt>
                <c:pt idx="3002">
                  <c:v>0</c:v>
                </c:pt>
                <c:pt idx="3003">
                  <c:v>0</c:v>
                </c:pt>
                <c:pt idx="3004">
                  <c:v>0</c:v>
                </c:pt>
                <c:pt idx="3005">
                  <c:v>0</c:v>
                </c:pt>
                <c:pt idx="3006">
                  <c:v>0</c:v>
                </c:pt>
                <c:pt idx="3007">
                  <c:v>0</c:v>
                </c:pt>
                <c:pt idx="3008">
                  <c:v>0</c:v>
                </c:pt>
                <c:pt idx="3009">
                  <c:v>0</c:v>
                </c:pt>
                <c:pt idx="3010">
                  <c:v>0</c:v>
                </c:pt>
                <c:pt idx="3011">
                  <c:v>0</c:v>
                </c:pt>
                <c:pt idx="3012">
                  <c:v>0</c:v>
                </c:pt>
                <c:pt idx="3013">
                  <c:v>0</c:v>
                </c:pt>
                <c:pt idx="3014">
                  <c:v>0</c:v>
                </c:pt>
                <c:pt idx="3015">
                  <c:v>0</c:v>
                </c:pt>
                <c:pt idx="3016">
                  <c:v>0</c:v>
                </c:pt>
                <c:pt idx="3017">
                  <c:v>0</c:v>
                </c:pt>
                <c:pt idx="3018">
                  <c:v>0</c:v>
                </c:pt>
                <c:pt idx="3019">
                  <c:v>0</c:v>
                </c:pt>
                <c:pt idx="3020">
                  <c:v>0</c:v>
                </c:pt>
                <c:pt idx="3021">
                  <c:v>0</c:v>
                </c:pt>
                <c:pt idx="3022">
                  <c:v>0</c:v>
                </c:pt>
                <c:pt idx="3023">
                  <c:v>0</c:v>
                </c:pt>
                <c:pt idx="3024">
                  <c:v>0</c:v>
                </c:pt>
                <c:pt idx="3025">
                  <c:v>0</c:v>
                </c:pt>
                <c:pt idx="3026">
                  <c:v>0</c:v>
                </c:pt>
                <c:pt idx="3027">
                  <c:v>0</c:v>
                </c:pt>
                <c:pt idx="3028">
                  <c:v>0</c:v>
                </c:pt>
                <c:pt idx="3029">
                  <c:v>0</c:v>
                </c:pt>
                <c:pt idx="3030">
                  <c:v>0</c:v>
                </c:pt>
                <c:pt idx="3031">
                  <c:v>0</c:v>
                </c:pt>
                <c:pt idx="3032">
                  <c:v>0</c:v>
                </c:pt>
                <c:pt idx="3033">
                  <c:v>0</c:v>
                </c:pt>
                <c:pt idx="3034">
                  <c:v>0</c:v>
                </c:pt>
                <c:pt idx="3035">
                  <c:v>0</c:v>
                </c:pt>
                <c:pt idx="3036">
                  <c:v>0</c:v>
                </c:pt>
                <c:pt idx="3037">
                  <c:v>0</c:v>
                </c:pt>
                <c:pt idx="3038">
                  <c:v>0</c:v>
                </c:pt>
                <c:pt idx="3039">
                  <c:v>0</c:v>
                </c:pt>
                <c:pt idx="3040">
                  <c:v>0</c:v>
                </c:pt>
                <c:pt idx="3041">
                  <c:v>0</c:v>
                </c:pt>
                <c:pt idx="3042">
                  <c:v>0</c:v>
                </c:pt>
                <c:pt idx="3043">
                  <c:v>0</c:v>
                </c:pt>
                <c:pt idx="3044">
                  <c:v>0</c:v>
                </c:pt>
                <c:pt idx="3045">
                  <c:v>0</c:v>
                </c:pt>
                <c:pt idx="3046">
                  <c:v>0</c:v>
                </c:pt>
                <c:pt idx="3047">
                  <c:v>0</c:v>
                </c:pt>
                <c:pt idx="3048">
                  <c:v>0</c:v>
                </c:pt>
                <c:pt idx="3049">
                  <c:v>0</c:v>
                </c:pt>
                <c:pt idx="3050">
                  <c:v>0</c:v>
                </c:pt>
                <c:pt idx="3051">
                  <c:v>0</c:v>
                </c:pt>
                <c:pt idx="3052">
                  <c:v>0</c:v>
                </c:pt>
                <c:pt idx="3053">
                  <c:v>0</c:v>
                </c:pt>
                <c:pt idx="3054">
                  <c:v>0</c:v>
                </c:pt>
                <c:pt idx="3055">
                  <c:v>0</c:v>
                </c:pt>
                <c:pt idx="3056">
                  <c:v>0</c:v>
                </c:pt>
                <c:pt idx="3057">
                  <c:v>0</c:v>
                </c:pt>
                <c:pt idx="3058">
                  <c:v>0</c:v>
                </c:pt>
                <c:pt idx="3059">
                  <c:v>0</c:v>
                </c:pt>
                <c:pt idx="3060">
                  <c:v>0</c:v>
                </c:pt>
                <c:pt idx="3061">
                  <c:v>0</c:v>
                </c:pt>
                <c:pt idx="3062">
                  <c:v>0</c:v>
                </c:pt>
                <c:pt idx="3063">
                  <c:v>0</c:v>
                </c:pt>
                <c:pt idx="3064">
                  <c:v>0</c:v>
                </c:pt>
                <c:pt idx="3065">
                  <c:v>0</c:v>
                </c:pt>
                <c:pt idx="3066">
                  <c:v>0</c:v>
                </c:pt>
                <c:pt idx="3067">
                  <c:v>0</c:v>
                </c:pt>
                <c:pt idx="3068">
                  <c:v>0</c:v>
                </c:pt>
                <c:pt idx="3069">
                  <c:v>0</c:v>
                </c:pt>
                <c:pt idx="3070">
                  <c:v>0</c:v>
                </c:pt>
                <c:pt idx="3071">
                  <c:v>0</c:v>
                </c:pt>
                <c:pt idx="3072">
                  <c:v>0</c:v>
                </c:pt>
                <c:pt idx="3073">
                  <c:v>0</c:v>
                </c:pt>
                <c:pt idx="3074">
                  <c:v>0</c:v>
                </c:pt>
                <c:pt idx="3075">
                  <c:v>0</c:v>
                </c:pt>
                <c:pt idx="3076">
                  <c:v>0</c:v>
                </c:pt>
                <c:pt idx="3077">
                  <c:v>0</c:v>
                </c:pt>
                <c:pt idx="3078">
                  <c:v>0</c:v>
                </c:pt>
                <c:pt idx="3079">
                  <c:v>0</c:v>
                </c:pt>
                <c:pt idx="3080">
                  <c:v>0</c:v>
                </c:pt>
                <c:pt idx="3081">
                  <c:v>0</c:v>
                </c:pt>
                <c:pt idx="3082">
                  <c:v>0</c:v>
                </c:pt>
                <c:pt idx="3083">
                  <c:v>0</c:v>
                </c:pt>
                <c:pt idx="3084">
                  <c:v>0</c:v>
                </c:pt>
                <c:pt idx="3085">
                  <c:v>0</c:v>
                </c:pt>
                <c:pt idx="3086">
                  <c:v>0</c:v>
                </c:pt>
                <c:pt idx="3087">
                  <c:v>0</c:v>
                </c:pt>
                <c:pt idx="3088">
                  <c:v>0</c:v>
                </c:pt>
                <c:pt idx="3089">
                  <c:v>0</c:v>
                </c:pt>
                <c:pt idx="3090">
                  <c:v>0</c:v>
                </c:pt>
                <c:pt idx="3091">
                  <c:v>0</c:v>
                </c:pt>
                <c:pt idx="3092">
                  <c:v>0</c:v>
                </c:pt>
                <c:pt idx="3093">
                  <c:v>0</c:v>
                </c:pt>
                <c:pt idx="3094">
                  <c:v>0</c:v>
                </c:pt>
                <c:pt idx="3095">
                  <c:v>0</c:v>
                </c:pt>
                <c:pt idx="3096">
                  <c:v>0</c:v>
                </c:pt>
                <c:pt idx="3097">
                  <c:v>0</c:v>
                </c:pt>
                <c:pt idx="3098">
                  <c:v>0</c:v>
                </c:pt>
                <c:pt idx="3099">
                  <c:v>0</c:v>
                </c:pt>
                <c:pt idx="3100">
                  <c:v>0</c:v>
                </c:pt>
                <c:pt idx="3101">
                  <c:v>0</c:v>
                </c:pt>
                <c:pt idx="3102">
                  <c:v>0</c:v>
                </c:pt>
                <c:pt idx="3103">
                  <c:v>0</c:v>
                </c:pt>
                <c:pt idx="3104">
                  <c:v>0</c:v>
                </c:pt>
                <c:pt idx="3105">
                  <c:v>0</c:v>
                </c:pt>
                <c:pt idx="3106">
                  <c:v>0</c:v>
                </c:pt>
                <c:pt idx="3107">
                  <c:v>0</c:v>
                </c:pt>
                <c:pt idx="3108">
                  <c:v>0</c:v>
                </c:pt>
                <c:pt idx="3109">
                  <c:v>0</c:v>
                </c:pt>
                <c:pt idx="3110">
                  <c:v>0</c:v>
                </c:pt>
                <c:pt idx="3111">
                  <c:v>0</c:v>
                </c:pt>
                <c:pt idx="3112">
                  <c:v>0</c:v>
                </c:pt>
                <c:pt idx="3113">
                  <c:v>0</c:v>
                </c:pt>
                <c:pt idx="3114">
                  <c:v>0</c:v>
                </c:pt>
                <c:pt idx="3115">
                  <c:v>0</c:v>
                </c:pt>
                <c:pt idx="3116">
                  <c:v>0</c:v>
                </c:pt>
                <c:pt idx="3117">
                  <c:v>0</c:v>
                </c:pt>
                <c:pt idx="3118">
                  <c:v>0</c:v>
                </c:pt>
                <c:pt idx="3119">
                  <c:v>0</c:v>
                </c:pt>
                <c:pt idx="3120">
                  <c:v>0</c:v>
                </c:pt>
                <c:pt idx="3121">
                  <c:v>0</c:v>
                </c:pt>
                <c:pt idx="3122">
                  <c:v>0</c:v>
                </c:pt>
                <c:pt idx="3123">
                  <c:v>0</c:v>
                </c:pt>
                <c:pt idx="3124">
                  <c:v>0</c:v>
                </c:pt>
                <c:pt idx="3125">
                  <c:v>0</c:v>
                </c:pt>
                <c:pt idx="3126">
                  <c:v>0</c:v>
                </c:pt>
                <c:pt idx="3127">
                  <c:v>0</c:v>
                </c:pt>
                <c:pt idx="3128">
                  <c:v>0</c:v>
                </c:pt>
                <c:pt idx="3129">
                  <c:v>0</c:v>
                </c:pt>
                <c:pt idx="3130">
                  <c:v>0</c:v>
                </c:pt>
                <c:pt idx="3131">
                  <c:v>0</c:v>
                </c:pt>
                <c:pt idx="3132">
                  <c:v>0</c:v>
                </c:pt>
                <c:pt idx="3133">
                  <c:v>0</c:v>
                </c:pt>
                <c:pt idx="3134">
                  <c:v>0</c:v>
                </c:pt>
                <c:pt idx="3135">
                  <c:v>0</c:v>
                </c:pt>
                <c:pt idx="3136">
                  <c:v>0</c:v>
                </c:pt>
                <c:pt idx="3137">
                  <c:v>0</c:v>
                </c:pt>
                <c:pt idx="3138">
                  <c:v>0</c:v>
                </c:pt>
                <c:pt idx="3139">
                  <c:v>0</c:v>
                </c:pt>
                <c:pt idx="3140">
                  <c:v>0</c:v>
                </c:pt>
                <c:pt idx="3141">
                  <c:v>0</c:v>
                </c:pt>
                <c:pt idx="3142">
                  <c:v>0</c:v>
                </c:pt>
                <c:pt idx="3143">
                  <c:v>0</c:v>
                </c:pt>
                <c:pt idx="3144">
                  <c:v>0</c:v>
                </c:pt>
                <c:pt idx="3145">
                  <c:v>0</c:v>
                </c:pt>
                <c:pt idx="3146">
                  <c:v>0</c:v>
                </c:pt>
                <c:pt idx="3147">
                  <c:v>0</c:v>
                </c:pt>
                <c:pt idx="3148">
                  <c:v>0</c:v>
                </c:pt>
                <c:pt idx="3149">
                  <c:v>0</c:v>
                </c:pt>
                <c:pt idx="3150">
                  <c:v>0</c:v>
                </c:pt>
                <c:pt idx="3151">
                  <c:v>0</c:v>
                </c:pt>
                <c:pt idx="3152">
                  <c:v>0</c:v>
                </c:pt>
                <c:pt idx="3153">
                  <c:v>0</c:v>
                </c:pt>
                <c:pt idx="3154">
                  <c:v>0</c:v>
                </c:pt>
                <c:pt idx="3155">
                  <c:v>0</c:v>
                </c:pt>
                <c:pt idx="3156">
                  <c:v>0</c:v>
                </c:pt>
                <c:pt idx="3157">
                  <c:v>0</c:v>
                </c:pt>
                <c:pt idx="3158">
                  <c:v>0</c:v>
                </c:pt>
                <c:pt idx="3159">
                  <c:v>0</c:v>
                </c:pt>
                <c:pt idx="3160">
                  <c:v>0</c:v>
                </c:pt>
                <c:pt idx="3161">
                  <c:v>0</c:v>
                </c:pt>
                <c:pt idx="3162">
                  <c:v>0</c:v>
                </c:pt>
                <c:pt idx="3163">
                  <c:v>0</c:v>
                </c:pt>
                <c:pt idx="3164">
                  <c:v>0</c:v>
                </c:pt>
                <c:pt idx="3165">
                  <c:v>0</c:v>
                </c:pt>
                <c:pt idx="3166">
                  <c:v>0</c:v>
                </c:pt>
                <c:pt idx="3167">
                  <c:v>0</c:v>
                </c:pt>
                <c:pt idx="3168">
                  <c:v>0</c:v>
                </c:pt>
                <c:pt idx="3169">
                  <c:v>0</c:v>
                </c:pt>
                <c:pt idx="3170">
                  <c:v>0</c:v>
                </c:pt>
                <c:pt idx="3171">
                  <c:v>0</c:v>
                </c:pt>
                <c:pt idx="3172">
                  <c:v>0</c:v>
                </c:pt>
                <c:pt idx="3173">
                  <c:v>0</c:v>
                </c:pt>
                <c:pt idx="3174">
                  <c:v>0</c:v>
                </c:pt>
                <c:pt idx="3175">
                  <c:v>0</c:v>
                </c:pt>
                <c:pt idx="3176">
                  <c:v>0</c:v>
                </c:pt>
                <c:pt idx="3177">
                  <c:v>0</c:v>
                </c:pt>
                <c:pt idx="3178">
                  <c:v>0</c:v>
                </c:pt>
                <c:pt idx="3179">
                  <c:v>0</c:v>
                </c:pt>
                <c:pt idx="3180">
                  <c:v>0</c:v>
                </c:pt>
                <c:pt idx="3181">
                  <c:v>0</c:v>
                </c:pt>
                <c:pt idx="3182">
                  <c:v>0</c:v>
                </c:pt>
                <c:pt idx="3183">
                  <c:v>0</c:v>
                </c:pt>
                <c:pt idx="3184">
                  <c:v>0</c:v>
                </c:pt>
                <c:pt idx="3185">
                  <c:v>0</c:v>
                </c:pt>
                <c:pt idx="3186">
                  <c:v>0</c:v>
                </c:pt>
                <c:pt idx="3187">
                  <c:v>0</c:v>
                </c:pt>
                <c:pt idx="3188">
                  <c:v>0</c:v>
                </c:pt>
                <c:pt idx="3189">
                  <c:v>0</c:v>
                </c:pt>
                <c:pt idx="3190">
                  <c:v>0</c:v>
                </c:pt>
                <c:pt idx="3191">
                  <c:v>0</c:v>
                </c:pt>
                <c:pt idx="3192">
                  <c:v>0</c:v>
                </c:pt>
                <c:pt idx="3193">
                  <c:v>0</c:v>
                </c:pt>
                <c:pt idx="3194">
                  <c:v>0</c:v>
                </c:pt>
                <c:pt idx="3195">
                  <c:v>0</c:v>
                </c:pt>
                <c:pt idx="3196">
                  <c:v>0</c:v>
                </c:pt>
                <c:pt idx="3197">
                  <c:v>0</c:v>
                </c:pt>
                <c:pt idx="3198">
                  <c:v>0</c:v>
                </c:pt>
                <c:pt idx="3199">
                  <c:v>0</c:v>
                </c:pt>
                <c:pt idx="3200">
                  <c:v>0</c:v>
                </c:pt>
                <c:pt idx="3201">
                  <c:v>0</c:v>
                </c:pt>
                <c:pt idx="3202">
                  <c:v>0</c:v>
                </c:pt>
                <c:pt idx="3203">
                  <c:v>0</c:v>
                </c:pt>
                <c:pt idx="3204">
                  <c:v>0</c:v>
                </c:pt>
                <c:pt idx="3205">
                  <c:v>0</c:v>
                </c:pt>
                <c:pt idx="3206">
                  <c:v>0</c:v>
                </c:pt>
                <c:pt idx="3207">
                  <c:v>0</c:v>
                </c:pt>
                <c:pt idx="3208">
                  <c:v>0</c:v>
                </c:pt>
                <c:pt idx="3209">
                  <c:v>0</c:v>
                </c:pt>
                <c:pt idx="3210">
                  <c:v>0</c:v>
                </c:pt>
                <c:pt idx="3211">
                  <c:v>0</c:v>
                </c:pt>
                <c:pt idx="3212">
                  <c:v>0</c:v>
                </c:pt>
                <c:pt idx="3213">
                  <c:v>0</c:v>
                </c:pt>
                <c:pt idx="3214">
                  <c:v>0</c:v>
                </c:pt>
                <c:pt idx="3215">
                  <c:v>0</c:v>
                </c:pt>
                <c:pt idx="3216">
                  <c:v>0</c:v>
                </c:pt>
                <c:pt idx="3217">
                  <c:v>0</c:v>
                </c:pt>
                <c:pt idx="3218">
                  <c:v>0</c:v>
                </c:pt>
                <c:pt idx="3219">
                  <c:v>0</c:v>
                </c:pt>
                <c:pt idx="3220">
                  <c:v>0</c:v>
                </c:pt>
                <c:pt idx="3221">
                  <c:v>0</c:v>
                </c:pt>
                <c:pt idx="3222">
                  <c:v>0</c:v>
                </c:pt>
                <c:pt idx="3223">
                  <c:v>0</c:v>
                </c:pt>
                <c:pt idx="3224">
                  <c:v>0</c:v>
                </c:pt>
                <c:pt idx="3225">
                  <c:v>0</c:v>
                </c:pt>
                <c:pt idx="3226">
                  <c:v>0</c:v>
                </c:pt>
                <c:pt idx="3227">
                  <c:v>0</c:v>
                </c:pt>
                <c:pt idx="3228">
                  <c:v>0</c:v>
                </c:pt>
                <c:pt idx="3229">
                  <c:v>0</c:v>
                </c:pt>
                <c:pt idx="3230">
                  <c:v>0</c:v>
                </c:pt>
                <c:pt idx="3231">
                  <c:v>0</c:v>
                </c:pt>
                <c:pt idx="3232">
                  <c:v>0</c:v>
                </c:pt>
                <c:pt idx="3233">
                  <c:v>0</c:v>
                </c:pt>
                <c:pt idx="3234">
                  <c:v>0</c:v>
                </c:pt>
                <c:pt idx="3235">
                  <c:v>0</c:v>
                </c:pt>
                <c:pt idx="3236">
                  <c:v>0</c:v>
                </c:pt>
                <c:pt idx="3237">
                  <c:v>0</c:v>
                </c:pt>
                <c:pt idx="3238">
                  <c:v>0</c:v>
                </c:pt>
                <c:pt idx="3239">
                  <c:v>0</c:v>
                </c:pt>
                <c:pt idx="3240">
                  <c:v>0</c:v>
                </c:pt>
                <c:pt idx="3241">
                  <c:v>0</c:v>
                </c:pt>
                <c:pt idx="3242">
                  <c:v>0</c:v>
                </c:pt>
                <c:pt idx="3243">
                  <c:v>0</c:v>
                </c:pt>
                <c:pt idx="3244">
                  <c:v>0</c:v>
                </c:pt>
                <c:pt idx="3245">
                  <c:v>0</c:v>
                </c:pt>
                <c:pt idx="3246">
                  <c:v>0</c:v>
                </c:pt>
                <c:pt idx="3247">
                  <c:v>0</c:v>
                </c:pt>
                <c:pt idx="3248">
                  <c:v>0</c:v>
                </c:pt>
                <c:pt idx="3249">
                  <c:v>0</c:v>
                </c:pt>
                <c:pt idx="3250">
                  <c:v>0</c:v>
                </c:pt>
                <c:pt idx="3251">
                  <c:v>0</c:v>
                </c:pt>
                <c:pt idx="3252">
                  <c:v>0</c:v>
                </c:pt>
                <c:pt idx="3253">
                  <c:v>0</c:v>
                </c:pt>
                <c:pt idx="3254">
                  <c:v>0</c:v>
                </c:pt>
                <c:pt idx="3255">
                  <c:v>0</c:v>
                </c:pt>
                <c:pt idx="3256">
                  <c:v>0</c:v>
                </c:pt>
                <c:pt idx="3257">
                  <c:v>0</c:v>
                </c:pt>
                <c:pt idx="3258">
                  <c:v>0</c:v>
                </c:pt>
                <c:pt idx="3259">
                  <c:v>0</c:v>
                </c:pt>
                <c:pt idx="3260">
                  <c:v>0</c:v>
                </c:pt>
                <c:pt idx="3261">
                  <c:v>0</c:v>
                </c:pt>
                <c:pt idx="3262">
                  <c:v>0</c:v>
                </c:pt>
                <c:pt idx="3263">
                  <c:v>0</c:v>
                </c:pt>
                <c:pt idx="3264">
                  <c:v>0</c:v>
                </c:pt>
                <c:pt idx="3265">
                  <c:v>0</c:v>
                </c:pt>
                <c:pt idx="3266">
                  <c:v>0</c:v>
                </c:pt>
                <c:pt idx="3267">
                  <c:v>0</c:v>
                </c:pt>
                <c:pt idx="3268">
                  <c:v>0</c:v>
                </c:pt>
                <c:pt idx="3269">
                  <c:v>0</c:v>
                </c:pt>
                <c:pt idx="3270">
                  <c:v>0</c:v>
                </c:pt>
                <c:pt idx="3271">
                  <c:v>0</c:v>
                </c:pt>
                <c:pt idx="3272">
                  <c:v>0</c:v>
                </c:pt>
                <c:pt idx="3273">
                  <c:v>0</c:v>
                </c:pt>
                <c:pt idx="3274">
                  <c:v>0</c:v>
                </c:pt>
                <c:pt idx="3275">
                  <c:v>0</c:v>
                </c:pt>
                <c:pt idx="3276">
                  <c:v>0</c:v>
                </c:pt>
                <c:pt idx="3277">
                  <c:v>0</c:v>
                </c:pt>
                <c:pt idx="3278">
                  <c:v>0</c:v>
                </c:pt>
                <c:pt idx="3279">
                  <c:v>0</c:v>
                </c:pt>
                <c:pt idx="3280">
                  <c:v>0</c:v>
                </c:pt>
                <c:pt idx="3281">
                  <c:v>0</c:v>
                </c:pt>
                <c:pt idx="3282">
                  <c:v>0</c:v>
                </c:pt>
                <c:pt idx="3283">
                  <c:v>0</c:v>
                </c:pt>
                <c:pt idx="3284">
                  <c:v>0</c:v>
                </c:pt>
                <c:pt idx="3285">
                  <c:v>0</c:v>
                </c:pt>
                <c:pt idx="3286">
                  <c:v>0</c:v>
                </c:pt>
                <c:pt idx="3287">
                  <c:v>0</c:v>
                </c:pt>
                <c:pt idx="3288">
                  <c:v>0</c:v>
                </c:pt>
                <c:pt idx="3289">
                  <c:v>0</c:v>
                </c:pt>
                <c:pt idx="3290">
                  <c:v>0</c:v>
                </c:pt>
                <c:pt idx="3291">
                  <c:v>0</c:v>
                </c:pt>
                <c:pt idx="3292">
                  <c:v>0</c:v>
                </c:pt>
                <c:pt idx="3293">
                  <c:v>0</c:v>
                </c:pt>
                <c:pt idx="3294">
                  <c:v>0</c:v>
                </c:pt>
                <c:pt idx="3295">
                  <c:v>0</c:v>
                </c:pt>
                <c:pt idx="3296">
                  <c:v>0</c:v>
                </c:pt>
                <c:pt idx="3297">
                  <c:v>0</c:v>
                </c:pt>
                <c:pt idx="3298">
                  <c:v>0</c:v>
                </c:pt>
                <c:pt idx="3299">
                  <c:v>0</c:v>
                </c:pt>
                <c:pt idx="3300">
                  <c:v>0</c:v>
                </c:pt>
                <c:pt idx="3301">
                  <c:v>0</c:v>
                </c:pt>
                <c:pt idx="3302">
                  <c:v>0</c:v>
                </c:pt>
                <c:pt idx="3303">
                  <c:v>0</c:v>
                </c:pt>
                <c:pt idx="3304">
                  <c:v>0</c:v>
                </c:pt>
                <c:pt idx="3305">
                  <c:v>0</c:v>
                </c:pt>
                <c:pt idx="3306">
                  <c:v>0</c:v>
                </c:pt>
                <c:pt idx="3307">
                  <c:v>0</c:v>
                </c:pt>
                <c:pt idx="3308">
                  <c:v>0</c:v>
                </c:pt>
                <c:pt idx="3309">
                  <c:v>0</c:v>
                </c:pt>
                <c:pt idx="3310">
                  <c:v>0</c:v>
                </c:pt>
                <c:pt idx="3311">
                  <c:v>0</c:v>
                </c:pt>
                <c:pt idx="3312">
                  <c:v>0</c:v>
                </c:pt>
                <c:pt idx="3313">
                  <c:v>0</c:v>
                </c:pt>
                <c:pt idx="3314">
                  <c:v>0</c:v>
                </c:pt>
                <c:pt idx="3315">
                  <c:v>0</c:v>
                </c:pt>
                <c:pt idx="3316">
                  <c:v>0</c:v>
                </c:pt>
                <c:pt idx="3317">
                  <c:v>0</c:v>
                </c:pt>
                <c:pt idx="3318">
                  <c:v>0</c:v>
                </c:pt>
                <c:pt idx="3319">
                  <c:v>0</c:v>
                </c:pt>
                <c:pt idx="3320">
                  <c:v>0</c:v>
                </c:pt>
                <c:pt idx="3321">
                  <c:v>0</c:v>
                </c:pt>
                <c:pt idx="3322">
                  <c:v>0</c:v>
                </c:pt>
                <c:pt idx="3323">
                  <c:v>0</c:v>
                </c:pt>
                <c:pt idx="3324">
                  <c:v>0</c:v>
                </c:pt>
                <c:pt idx="3325">
                  <c:v>0</c:v>
                </c:pt>
                <c:pt idx="3326">
                  <c:v>0</c:v>
                </c:pt>
                <c:pt idx="3327">
                  <c:v>0</c:v>
                </c:pt>
                <c:pt idx="3328">
                  <c:v>0</c:v>
                </c:pt>
                <c:pt idx="3329">
                  <c:v>0</c:v>
                </c:pt>
                <c:pt idx="3330">
                  <c:v>0</c:v>
                </c:pt>
                <c:pt idx="3331">
                  <c:v>0</c:v>
                </c:pt>
                <c:pt idx="3332">
                  <c:v>0</c:v>
                </c:pt>
                <c:pt idx="3333">
                  <c:v>0</c:v>
                </c:pt>
                <c:pt idx="3334">
                  <c:v>0</c:v>
                </c:pt>
                <c:pt idx="3335">
                  <c:v>0</c:v>
                </c:pt>
                <c:pt idx="3336">
                  <c:v>0</c:v>
                </c:pt>
                <c:pt idx="3337">
                  <c:v>0</c:v>
                </c:pt>
                <c:pt idx="3338">
                  <c:v>0</c:v>
                </c:pt>
                <c:pt idx="3339">
                  <c:v>0</c:v>
                </c:pt>
                <c:pt idx="3340">
                  <c:v>0</c:v>
                </c:pt>
                <c:pt idx="3341">
                  <c:v>0</c:v>
                </c:pt>
                <c:pt idx="3342">
                  <c:v>0</c:v>
                </c:pt>
                <c:pt idx="3343">
                  <c:v>0</c:v>
                </c:pt>
                <c:pt idx="3344">
                  <c:v>0</c:v>
                </c:pt>
                <c:pt idx="3345">
                  <c:v>0</c:v>
                </c:pt>
                <c:pt idx="3346">
                  <c:v>0</c:v>
                </c:pt>
                <c:pt idx="3347">
                  <c:v>0</c:v>
                </c:pt>
                <c:pt idx="3348">
                  <c:v>0</c:v>
                </c:pt>
                <c:pt idx="3349">
                  <c:v>0</c:v>
                </c:pt>
                <c:pt idx="3350">
                  <c:v>0</c:v>
                </c:pt>
                <c:pt idx="3351">
                  <c:v>0</c:v>
                </c:pt>
                <c:pt idx="3352">
                  <c:v>0</c:v>
                </c:pt>
                <c:pt idx="3353">
                  <c:v>0</c:v>
                </c:pt>
                <c:pt idx="3354">
                  <c:v>0</c:v>
                </c:pt>
                <c:pt idx="3355">
                  <c:v>0</c:v>
                </c:pt>
                <c:pt idx="3356">
                  <c:v>0</c:v>
                </c:pt>
                <c:pt idx="3357">
                  <c:v>0</c:v>
                </c:pt>
                <c:pt idx="3358">
                  <c:v>0</c:v>
                </c:pt>
                <c:pt idx="3359">
                  <c:v>0</c:v>
                </c:pt>
                <c:pt idx="3360">
                  <c:v>0</c:v>
                </c:pt>
                <c:pt idx="3361">
                  <c:v>0</c:v>
                </c:pt>
                <c:pt idx="3362">
                  <c:v>0</c:v>
                </c:pt>
                <c:pt idx="3363">
                  <c:v>0</c:v>
                </c:pt>
                <c:pt idx="3364">
                  <c:v>0</c:v>
                </c:pt>
                <c:pt idx="3365">
                  <c:v>0</c:v>
                </c:pt>
                <c:pt idx="3366">
                  <c:v>0</c:v>
                </c:pt>
                <c:pt idx="3367">
                  <c:v>0</c:v>
                </c:pt>
                <c:pt idx="3368">
                  <c:v>0</c:v>
                </c:pt>
                <c:pt idx="3369">
                  <c:v>0</c:v>
                </c:pt>
                <c:pt idx="3370">
                  <c:v>0</c:v>
                </c:pt>
                <c:pt idx="3371">
                  <c:v>0</c:v>
                </c:pt>
                <c:pt idx="3372">
                  <c:v>0</c:v>
                </c:pt>
                <c:pt idx="3373">
                  <c:v>0</c:v>
                </c:pt>
                <c:pt idx="3374">
                  <c:v>0</c:v>
                </c:pt>
                <c:pt idx="3375">
                  <c:v>0</c:v>
                </c:pt>
                <c:pt idx="3376">
                  <c:v>0</c:v>
                </c:pt>
                <c:pt idx="3377">
                  <c:v>0</c:v>
                </c:pt>
                <c:pt idx="3378">
                  <c:v>0</c:v>
                </c:pt>
                <c:pt idx="3379">
                  <c:v>0</c:v>
                </c:pt>
                <c:pt idx="3380">
                  <c:v>0</c:v>
                </c:pt>
                <c:pt idx="3381">
                  <c:v>0</c:v>
                </c:pt>
                <c:pt idx="3382">
                  <c:v>0</c:v>
                </c:pt>
                <c:pt idx="3383">
                  <c:v>0</c:v>
                </c:pt>
                <c:pt idx="3384">
                  <c:v>0</c:v>
                </c:pt>
                <c:pt idx="3385">
                  <c:v>0</c:v>
                </c:pt>
                <c:pt idx="3386">
                  <c:v>0</c:v>
                </c:pt>
                <c:pt idx="3387">
                  <c:v>0</c:v>
                </c:pt>
                <c:pt idx="3388">
                  <c:v>0</c:v>
                </c:pt>
                <c:pt idx="3389">
                  <c:v>0</c:v>
                </c:pt>
                <c:pt idx="3390">
                  <c:v>0</c:v>
                </c:pt>
                <c:pt idx="3391">
                  <c:v>0</c:v>
                </c:pt>
                <c:pt idx="3392">
                  <c:v>0</c:v>
                </c:pt>
                <c:pt idx="3393">
                  <c:v>0</c:v>
                </c:pt>
                <c:pt idx="3394">
                  <c:v>0</c:v>
                </c:pt>
                <c:pt idx="3395">
                  <c:v>0</c:v>
                </c:pt>
                <c:pt idx="3396">
                  <c:v>0</c:v>
                </c:pt>
                <c:pt idx="3397">
                  <c:v>0</c:v>
                </c:pt>
                <c:pt idx="3398">
                  <c:v>0</c:v>
                </c:pt>
                <c:pt idx="3399">
                  <c:v>0</c:v>
                </c:pt>
                <c:pt idx="3400">
                  <c:v>0</c:v>
                </c:pt>
                <c:pt idx="3401">
                  <c:v>0</c:v>
                </c:pt>
                <c:pt idx="3402">
                  <c:v>0</c:v>
                </c:pt>
                <c:pt idx="3403">
                  <c:v>0</c:v>
                </c:pt>
                <c:pt idx="3404">
                  <c:v>0</c:v>
                </c:pt>
                <c:pt idx="3405">
                  <c:v>0</c:v>
                </c:pt>
                <c:pt idx="3406">
                  <c:v>0</c:v>
                </c:pt>
                <c:pt idx="3407">
                  <c:v>0</c:v>
                </c:pt>
                <c:pt idx="3408">
                  <c:v>0</c:v>
                </c:pt>
                <c:pt idx="3409">
                  <c:v>0</c:v>
                </c:pt>
                <c:pt idx="3410">
                  <c:v>0</c:v>
                </c:pt>
                <c:pt idx="3411">
                  <c:v>0</c:v>
                </c:pt>
                <c:pt idx="3412">
                  <c:v>0</c:v>
                </c:pt>
                <c:pt idx="3413">
                  <c:v>0</c:v>
                </c:pt>
                <c:pt idx="3414">
                  <c:v>0</c:v>
                </c:pt>
                <c:pt idx="3415">
                  <c:v>0</c:v>
                </c:pt>
                <c:pt idx="3416">
                  <c:v>0</c:v>
                </c:pt>
                <c:pt idx="3417">
                  <c:v>0</c:v>
                </c:pt>
                <c:pt idx="3418">
                  <c:v>0</c:v>
                </c:pt>
                <c:pt idx="3419">
                  <c:v>0</c:v>
                </c:pt>
                <c:pt idx="3420">
                  <c:v>0</c:v>
                </c:pt>
                <c:pt idx="3421">
                  <c:v>0</c:v>
                </c:pt>
                <c:pt idx="3422">
                  <c:v>0</c:v>
                </c:pt>
                <c:pt idx="3423">
                  <c:v>0</c:v>
                </c:pt>
                <c:pt idx="3424">
                  <c:v>0</c:v>
                </c:pt>
                <c:pt idx="3425">
                  <c:v>0</c:v>
                </c:pt>
                <c:pt idx="3426">
                  <c:v>0</c:v>
                </c:pt>
                <c:pt idx="3427">
                  <c:v>0</c:v>
                </c:pt>
                <c:pt idx="3428">
                  <c:v>0</c:v>
                </c:pt>
                <c:pt idx="3429">
                  <c:v>0</c:v>
                </c:pt>
                <c:pt idx="3430">
                  <c:v>0</c:v>
                </c:pt>
                <c:pt idx="3431">
                  <c:v>0</c:v>
                </c:pt>
                <c:pt idx="3432">
                  <c:v>0</c:v>
                </c:pt>
                <c:pt idx="3433">
                  <c:v>0</c:v>
                </c:pt>
                <c:pt idx="3434">
                  <c:v>0</c:v>
                </c:pt>
                <c:pt idx="3435">
                  <c:v>0</c:v>
                </c:pt>
                <c:pt idx="3436">
                  <c:v>0</c:v>
                </c:pt>
                <c:pt idx="3437">
                  <c:v>0</c:v>
                </c:pt>
                <c:pt idx="3438">
                  <c:v>0</c:v>
                </c:pt>
                <c:pt idx="3439">
                  <c:v>0</c:v>
                </c:pt>
                <c:pt idx="3440">
                  <c:v>0</c:v>
                </c:pt>
                <c:pt idx="3441">
                  <c:v>0</c:v>
                </c:pt>
                <c:pt idx="3442">
                  <c:v>0</c:v>
                </c:pt>
                <c:pt idx="3443">
                  <c:v>0</c:v>
                </c:pt>
                <c:pt idx="3444">
                  <c:v>0</c:v>
                </c:pt>
                <c:pt idx="3445">
                  <c:v>0</c:v>
                </c:pt>
                <c:pt idx="3446">
                  <c:v>0</c:v>
                </c:pt>
                <c:pt idx="3447">
                  <c:v>0</c:v>
                </c:pt>
                <c:pt idx="3448">
                  <c:v>0</c:v>
                </c:pt>
                <c:pt idx="3449">
                  <c:v>0</c:v>
                </c:pt>
                <c:pt idx="3450">
                  <c:v>0</c:v>
                </c:pt>
                <c:pt idx="3451">
                  <c:v>0</c:v>
                </c:pt>
                <c:pt idx="3452">
                  <c:v>0</c:v>
                </c:pt>
                <c:pt idx="3453">
                  <c:v>0</c:v>
                </c:pt>
                <c:pt idx="3454">
                  <c:v>0</c:v>
                </c:pt>
                <c:pt idx="3455">
                  <c:v>0</c:v>
                </c:pt>
                <c:pt idx="3456">
                  <c:v>0</c:v>
                </c:pt>
                <c:pt idx="3457">
                  <c:v>0</c:v>
                </c:pt>
                <c:pt idx="3458">
                  <c:v>0</c:v>
                </c:pt>
                <c:pt idx="3459">
                  <c:v>0</c:v>
                </c:pt>
                <c:pt idx="3460">
                  <c:v>0</c:v>
                </c:pt>
                <c:pt idx="3461">
                  <c:v>0</c:v>
                </c:pt>
                <c:pt idx="3462">
                  <c:v>0</c:v>
                </c:pt>
                <c:pt idx="3463">
                  <c:v>0</c:v>
                </c:pt>
                <c:pt idx="3464">
                  <c:v>0</c:v>
                </c:pt>
                <c:pt idx="3465">
                  <c:v>0</c:v>
                </c:pt>
                <c:pt idx="3466">
                  <c:v>0</c:v>
                </c:pt>
                <c:pt idx="3467">
                  <c:v>0</c:v>
                </c:pt>
                <c:pt idx="3468">
                  <c:v>0</c:v>
                </c:pt>
                <c:pt idx="3469">
                  <c:v>0</c:v>
                </c:pt>
                <c:pt idx="3470">
                  <c:v>0</c:v>
                </c:pt>
                <c:pt idx="3471">
                  <c:v>0</c:v>
                </c:pt>
                <c:pt idx="3472">
                  <c:v>0</c:v>
                </c:pt>
                <c:pt idx="3473">
                  <c:v>0</c:v>
                </c:pt>
                <c:pt idx="3474">
                  <c:v>0</c:v>
                </c:pt>
                <c:pt idx="3475">
                  <c:v>0</c:v>
                </c:pt>
                <c:pt idx="3476">
                  <c:v>0</c:v>
                </c:pt>
                <c:pt idx="3477">
                  <c:v>0</c:v>
                </c:pt>
                <c:pt idx="3478">
                  <c:v>0</c:v>
                </c:pt>
                <c:pt idx="3479">
                  <c:v>0</c:v>
                </c:pt>
                <c:pt idx="3480">
                  <c:v>0</c:v>
                </c:pt>
                <c:pt idx="3481">
                  <c:v>0</c:v>
                </c:pt>
                <c:pt idx="3482">
                  <c:v>0</c:v>
                </c:pt>
                <c:pt idx="3483">
                  <c:v>0</c:v>
                </c:pt>
                <c:pt idx="3484">
                  <c:v>0</c:v>
                </c:pt>
                <c:pt idx="3485">
                  <c:v>0</c:v>
                </c:pt>
                <c:pt idx="3486">
                  <c:v>0</c:v>
                </c:pt>
                <c:pt idx="3487">
                  <c:v>0</c:v>
                </c:pt>
                <c:pt idx="3488">
                  <c:v>0</c:v>
                </c:pt>
                <c:pt idx="3489">
                  <c:v>0</c:v>
                </c:pt>
                <c:pt idx="3490">
                  <c:v>0</c:v>
                </c:pt>
                <c:pt idx="3491">
                  <c:v>0</c:v>
                </c:pt>
                <c:pt idx="3492">
                  <c:v>0</c:v>
                </c:pt>
                <c:pt idx="3493">
                  <c:v>0</c:v>
                </c:pt>
                <c:pt idx="3494">
                  <c:v>0</c:v>
                </c:pt>
                <c:pt idx="3495">
                  <c:v>0</c:v>
                </c:pt>
                <c:pt idx="3496">
                  <c:v>0</c:v>
                </c:pt>
                <c:pt idx="3497">
                  <c:v>0</c:v>
                </c:pt>
                <c:pt idx="3498">
                  <c:v>0</c:v>
                </c:pt>
                <c:pt idx="3499">
                  <c:v>0</c:v>
                </c:pt>
                <c:pt idx="3500">
                  <c:v>0</c:v>
                </c:pt>
                <c:pt idx="3501">
                  <c:v>0</c:v>
                </c:pt>
                <c:pt idx="3502">
                  <c:v>0</c:v>
                </c:pt>
                <c:pt idx="3503">
                  <c:v>0</c:v>
                </c:pt>
                <c:pt idx="3504">
                  <c:v>0</c:v>
                </c:pt>
                <c:pt idx="3505">
                  <c:v>0</c:v>
                </c:pt>
                <c:pt idx="3506">
                  <c:v>0</c:v>
                </c:pt>
                <c:pt idx="3507">
                  <c:v>0</c:v>
                </c:pt>
                <c:pt idx="3508">
                  <c:v>0</c:v>
                </c:pt>
                <c:pt idx="3509">
                  <c:v>0</c:v>
                </c:pt>
                <c:pt idx="3510">
                  <c:v>0</c:v>
                </c:pt>
                <c:pt idx="3511">
                  <c:v>0</c:v>
                </c:pt>
                <c:pt idx="3512">
                  <c:v>0</c:v>
                </c:pt>
                <c:pt idx="3513">
                  <c:v>0</c:v>
                </c:pt>
                <c:pt idx="3514">
                  <c:v>0</c:v>
                </c:pt>
                <c:pt idx="3515">
                  <c:v>0</c:v>
                </c:pt>
                <c:pt idx="3516">
                  <c:v>0</c:v>
                </c:pt>
                <c:pt idx="3517">
                  <c:v>0</c:v>
                </c:pt>
                <c:pt idx="3518">
                  <c:v>0</c:v>
                </c:pt>
                <c:pt idx="3519">
                  <c:v>0</c:v>
                </c:pt>
                <c:pt idx="3520">
                  <c:v>0</c:v>
                </c:pt>
                <c:pt idx="3521">
                  <c:v>0</c:v>
                </c:pt>
                <c:pt idx="3522">
                  <c:v>0</c:v>
                </c:pt>
                <c:pt idx="3523">
                  <c:v>0</c:v>
                </c:pt>
                <c:pt idx="3524">
                  <c:v>0</c:v>
                </c:pt>
                <c:pt idx="3525">
                  <c:v>0</c:v>
                </c:pt>
                <c:pt idx="3526">
                  <c:v>0</c:v>
                </c:pt>
                <c:pt idx="3527">
                  <c:v>0</c:v>
                </c:pt>
                <c:pt idx="3528">
                  <c:v>0</c:v>
                </c:pt>
                <c:pt idx="3529">
                  <c:v>0</c:v>
                </c:pt>
                <c:pt idx="3530">
                  <c:v>0</c:v>
                </c:pt>
                <c:pt idx="3531">
                  <c:v>0</c:v>
                </c:pt>
                <c:pt idx="3532">
                  <c:v>0</c:v>
                </c:pt>
                <c:pt idx="3533">
                  <c:v>0</c:v>
                </c:pt>
                <c:pt idx="3534">
                  <c:v>0</c:v>
                </c:pt>
                <c:pt idx="3535">
                  <c:v>0</c:v>
                </c:pt>
                <c:pt idx="3536">
                  <c:v>0</c:v>
                </c:pt>
                <c:pt idx="3537">
                  <c:v>0</c:v>
                </c:pt>
                <c:pt idx="3538">
                  <c:v>0</c:v>
                </c:pt>
                <c:pt idx="3539">
                  <c:v>0</c:v>
                </c:pt>
                <c:pt idx="3540">
                  <c:v>0</c:v>
                </c:pt>
                <c:pt idx="3541">
                  <c:v>0</c:v>
                </c:pt>
                <c:pt idx="3542">
                  <c:v>0</c:v>
                </c:pt>
                <c:pt idx="3543">
                  <c:v>0</c:v>
                </c:pt>
                <c:pt idx="3544">
                  <c:v>0</c:v>
                </c:pt>
                <c:pt idx="3545">
                  <c:v>0</c:v>
                </c:pt>
                <c:pt idx="3546">
                  <c:v>0</c:v>
                </c:pt>
                <c:pt idx="3547">
                  <c:v>0</c:v>
                </c:pt>
                <c:pt idx="3548">
                  <c:v>0</c:v>
                </c:pt>
                <c:pt idx="3549">
                  <c:v>0</c:v>
                </c:pt>
                <c:pt idx="3550">
                  <c:v>0</c:v>
                </c:pt>
                <c:pt idx="3551">
                  <c:v>0</c:v>
                </c:pt>
                <c:pt idx="3552">
                  <c:v>0</c:v>
                </c:pt>
                <c:pt idx="3553">
                  <c:v>0</c:v>
                </c:pt>
                <c:pt idx="3554">
                  <c:v>0</c:v>
                </c:pt>
                <c:pt idx="3555">
                  <c:v>0</c:v>
                </c:pt>
                <c:pt idx="3556">
                  <c:v>0</c:v>
                </c:pt>
                <c:pt idx="3557">
                  <c:v>0</c:v>
                </c:pt>
                <c:pt idx="3558">
                  <c:v>0</c:v>
                </c:pt>
                <c:pt idx="3559">
                  <c:v>0</c:v>
                </c:pt>
                <c:pt idx="3560">
                  <c:v>0</c:v>
                </c:pt>
                <c:pt idx="3561">
                  <c:v>0</c:v>
                </c:pt>
                <c:pt idx="3562">
                  <c:v>0</c:v>
                </c:pt>
                <c:pt idx="3563">
                  <c:v>0</c:v>
                </c:pt>
                <c:pt idx="3564">
                  <c:v>0</c:v>
                </c:pt>
                <c:pt idx="3565">
                  <c:v>0</c:v>
                </c:pt>
                <c:pt idx="3566">
                  <c:v>0</c:v>
                </c:pt>
                <c:pt idx="3567">
                  <c:v>0</c:v>
                </c:pt>
                <c:pt idx="3568">
                  <c:v>0</c:v>
                </c:pt>
                <c:pt idx="3569">
                  <c:v>0</c:v>
                </c:pt>
                <c:pt idx="3570">
                  <c:v>0</c:v>
                </c:pt>
                <c:pt idx="3571">
                  <c:v>0</c:v>
                </c:pt>
                <c:pt idx="3572">
                  <c:v>0</c:v>
                </c:pt>
                <c:pt idx="3573">
                  <c:v>0</c:v>
                </c:pt>
                <c:pt idx="3574">
                  <c:v>0</c:v>
                </c:pt>
                <c:pt idx="3575">
                  <c:v>0</c:v>
                </c:pt>
                <c:pt idx="3576">
                  <c:v>0</c:v>
                </c:pt>
                <c:pt idx="3577">
                  <c:v>0</c:v>
                </c:pt>
                <c:pt idx="3578">
                  <c:v>0</c:v>
                </c:pt>
                <c:pt idx="3579">
                  <c:v>0</c:v>
                </c:pt>
                <c:pt idx="3580">
                  <c:v>0</c:v>
                </c:pt>
                <c:pt idx="3581">
                  <c:v>0</c:v>
                </c:pt>
                <c:pt idx="3582">
                  <c:v>0</c:v>
                </c:pt>
                <c:pt idx="3583">
                  <c:v>0</c:v>
                </c:pt>
                <c:pt idx="3584">
                  <c:v>0</c:v>
                </c:pt>
                <c:pt idx="3585">
                  <c:v>0</c:v>
                </c:pt>
                <c:pt idx="3586">
                  <c:v>0</c:v>
                </c:pt>
                <c:pt idx="3587">
                  <c:v>0</c:v>
                </c:pt>
                <c:pt idx="3588">
                  <c:v>0</c:v>
                </c:pt>
                <c:pt idx="3589">
                  <c:v>0</c:v>
                </c:pt>
                <c:pt idx="3590">
                  <c:v>0</c:v>
                </c:pt>
                <c:pt idx="3591">
                  <c:v>0</c:v>
                </c:pt>
                <c:pt idx="3592">
                  <c:v>0</c:v>
                </c:pt>
                <c:pt idx="3593">
                  <c:v>0</c:v>
                </c:pt>
                <c:pt idx="3594">
                  <c:v>0</c:v>
                </c:pt>
                <c:pt idx="3595">
                  <c:v>0</c:v>
                </c:pt>
                <c:pt idx="3596">
                  <c:v>0</c:v>
                </c:pt>
                <c:pt idx="3597">
                  <c:v>0</c:v>
                </c:pt>
                <c:pt idx="3598">
                  <c:v>0</c:v>
                </c:pt>
                <c:pt idx="3599">
                  <c:v>0</c:v>
                </c:pt>
                <c:pt idx="3600">
                  <c:v>0</c:v>
                </c:pt>
                <c:pt idx="3601">
                  <c:v>0</c:v>
                </c:pt>
                <c:pt idx="3602">
                  <c:v>0</c:v>
                </c:pt>
                <c:pt idx="3603">
                  <c:v>0</c:v>
                </c:pt>
                <c:pt idx="3604">
                  <c:v>0</c:v>
                </c:pt>
                <c:pt idx="3605">
                  <c:v>0</c:v>
                </c:pt>
                <c:pt idx="3606">
                  <c:v>0</c:v>
                </c:pt>
                <c:pt idx="3607">
                  <c:v>0</c:v>
                </c:pt>
                <c:pt idx="3608">
                  <c:v>0</c:v>
                </c:pt>
                <c:pt idx="3609">
                  <c:v>0</c:v>
                </c:pt>
                <c:pt idx="3610">
                  <c:v>0</c:v>
                </c:pt>
                <c:pt idx="3611">
                  <c:v>0</c:v>
                </c:pt>
                <c:pt idx="3612">
                  <c:v>0</c:v>
                </c:pt>
                <c:pt idx="3613">
                  <c:v>0</c:v>
                </c:pt>
                <c:pt idx="3614">
                  <c:v>0</c:v>
                </c:pt>
                <c:pt idx="3615">
                  <c:v>0</c:v>
                </c:pt>
                <c:pt idx="3616">
                  <c:v>0</c:v>
                </c:pt>
                <c:pt idx="3617">
                  <c:v>0</c:v>
                </c:pt>
                <c:pt idx="3618">
                  <c:v>0</c:v>
                </c:pt>
                <c:pt idx="3619">
                  <c:v>0</c:v>
                </c:pt>
                <c:pt idx="3620">
                  <c:v>0</c:v>
                </c:pt>
                <c:pt idx="3621">
                  <c:v>0</c:v>
                </c:pt>
                <c:pt idx="3622">
                  <c:v>0</c:v>
                </c:pt>
                <c:pt idx="3623">
                  <c:v>0</c:v>
                </c:pt>
                <c:pt idx="3624">
                  <c:v>0</c:v>
                </c:pt>
                <c:pt idx="3625">
                  <c:v>0</c:v>
                </c:pt>
                <c:pt idx="3626">
                  <c:v>0</c:v>
                </c:pt>
                <c:pt idx="3627">
                  <c:v>0</c:v>
                </c:pt>
                <c:pt idx="3628">
                  <c:v>0</c:v>
                </c:pt>
                <c:pt idx="3629">
                  <c:v>0</c:v>
                </c:pt>
                <c:pt idx="3630">
                  <c:v>0</c:v>
                </c:pt>
                <c:pt idx="3631">
                  <c:v>0</c:v>
                </c:pt>
                <c:pt idx="3632">
                  <c:v>0</c:v>
                </c:pt>
                <c:pt idx="3633">
                  <c:v>0</c:v>
                </c:pt>
                <c:pt idx="3634">
                  <c:v>0</c:v>
                </c:pt>
                <c:pt idx="3635">
                  <c:v>0</c:v>
                </c:pt>
                <c:pt idx="3636">
                  <c:v>0</c:v>
                </c:pt>
                <c:pt idx="3637">
                  <c:v>0</c:v>
                </c:pt>
                <c:pt idx="3638">
                  <c:v>0</c:v>
                </c:pt>
                <c:pt idx="3639">
                  <c:v>0</c:v>
                </c:pt>
                <c:pt idx="3640">
                  <c:v>0</c:v>
                </c:pt>
                <c:pt idx="3641">
                  <c:v>0</c:v>
                </c:pt>
                <c:pt idx="3642">
                  <c:v>0</c:v>
                </c:pt>
                <c:pt idx="3643">
                  <c:v>0</c:v>
                </c:pt>
                <c:pt idx="3644">
                  <c:v>0</c:v>
                </c:pt>
                <c:pt idx="3645">
                  <c:v>0</c:v>
                </c:pt>
                <c:pt idx="3646">
                  <c:v>0</c:v>
                </c:pt>
                <c:pt idx="3647">
                  <c:v>0</c:v>
                </c:pt>
                <c:pt idx="3648">
                  <c:v>0</c:v>
                </c:pt>
                <c:pt idx="3649">
                  <c:v>0</c:v>
                </c:pt>
                <c:pt idx="3650">
                  <c:v>0</c:v>
                </c:pt>
                <c:pt idx="3651">
                  <c:v>0</c:v>
                </c:pt>
                <c:pt idx="3652">
                  <c:v>0</c:v>
                </c:pt>
                <c:pt idx="3653">
                  <c:v>0</c:v>
                </c:pt>
                <c:pt idx="3654">
                  <c:v>0</c:v>
                </c:pt>
                <c:pt idx="3655">
                  <c:v>0</c:v>
                </c:pt>
                <c:pt idx="3656">
                  <c:v>0</c:v>
                </c:pt>
                <c:pt idx="3657">
                  <c:v>0</c:v>
                </c:pt>
                <c:pt idx="3658">
                  <c:v>0</c:v>
                </c:pt>
                <c:pt idx="3659">
                  <c:v>0</c:v>
                </c:pt>
                <c:pt idx="3660">
                  <c:v>0</c:v>
                </c:pt>
                <c:pt idx="3661">
                  <c:v>0</c:v>
                </c:pt>
                <c:pt idx="3662">
                  <c:v>0</c:v>
                </c:pt>
                <c:pt idx="3663">
                  <c:v>0</c:v>
                </c:pt>
                <c:pt idx="3664">
                  <c:v>0</c:v>
                </c:pt>
                <c:pt idx="3665">
                  <c:v>0</c:v>
                </c:pt>
                <c:pt idx="3666">
                  <c:v>0</c:v>
                </c:pt>
                <c:pt idx="3667">
                  <c:v>0</c:v>
                </c:pt>
                <c:pt idx="3668">
                  <c:v>0</c:v>
                </c:pt>
                <c:pt idx="3669">
                  <c:v>0</c:v>
                </c:pt>
                <c:pt idx="3670">
                  <c:v>0</c:v>
                </c:pt>
                <c:pt idx="3671">
                  <c:v>0</c:v>
                </c:pt>
                <c:pt idx="3672">
                  <c:v>0</c:v>
                </c:pt>
                <c:pt idx="3673">
                  <c:v>0</c:v>
                </c:pt>
                <c:pt idx="3674">
                  <c:v>0</c:v>
                </c:pt>
                <c:pt idx="3675">
                  <c:v>0</c:v>
                </c:pt>
                <c:pt idx="3676">
                  <c:v>0</c:v>
                </c:pt>
                <c:pt idx="3677">
                  <c:v>0</c:v>
                </c:pt>
                <c:pt idx="3678">
                  <c:v>0</c:v>
                </c:pt>
                <c:pt idx="3679">
                  <c:v>0</c:v>
                </c:pt>
                <c:pt idx="3680">
                  <c:v>0</c:v>
                </c:pt>
                <c:pt idx="3681">
                  <c:v>0</c:v>
                </c:pt>
                <c:pt idx="3682">
                  <c:v>0</c:v>
                </c:pt>
                <c:pt idx="3683">
                  <c:v>0</c:v>
                </c:pt>
                <c:pt idx="3684">
                  <c:v>0</c:v>
                </c:pt>
                <c:pt idx="3685">
                  <c:v>0</c:v>
                </c:pt>
                <c:pt idx="3686">
                  <c:v>0</c:v>
                </c:pt>
                <c:pt idx="3687">
                  <c:v>0</c:v>
                </c:pt>
                <c:pt idx="3688">
                  <c:v>0</c:v>
                </c:pt>
                <c:pt idx="3689">
                  <c:v>0</c:v>
                </c:pt>
                <c:pt idx="3690">
                  <c:v>0</c:v>
                </c:pt>
                <c:pt idx="3691">
                  <c:v>0</c:v>
                </c:pt>
                <c:pt idx="3692">
                  <c:v>0</c:v>
                </c:pt>
                <c:pt idx="3693">
                  <c:v>0</c:v>
                </c:pt>
                <c:pt idx="3694">
                  <c:v>0</c:v>
                </c:pt>
                <c:pt idx="3695">
                  <c:v>0</c:v>
                </c:pt>
                <c:pt idx="3696">
                  <c:v>0</c:v>
                </c:pt>
                <c:pt idx="3697">
                  <c:v>0</c:v>
                </c:pt>
                <c:pt idx="3698">
                  <c:v>0</c:v>
                </c:pt>
                <c:pt idx="3699">
                  <c:v>0</c:v>
                </c:pt>
                <c:pt idx="3700">
                  <c:v>0</c:v>
                </c:pt>
                <c:pt idx="3701">
                  <c:v>0</c:v>
                </c:pt>
                <c:pt idx="3702">
                  <c:v>0</c:v>
                </c:pt>
                <c:pt idx="3703">
                  <c:v>0</c:v>
                </c:pt>
                <c:pt idx="3704">
                  <c:v>0</c:v>
                </c:pt>
                <c:pt idx="3705">
                  <c:v>0</c:v>
                </c:pt>
                <c:pt idx="3706">
                  <c:v>0</c:v>
                </c:pt>
                <c:pt idx="3707">
                  <c:v>0</c:v>
                </c:pt>
                <c:pt idx="3708">
                  <c:v>0</c:v>
                </c:pt>
                <c:pt idx="3709">
                  <c:v>0</c:v>
                </c:pt>
                <c:pt idx="3710">
                  <c:v>0</c:v>
                </c:pt>
                <c:pt idx="3711">
                  <c:v>0</c:v>
                </c:pt>
                <c:pt idx="3712">
                  <c:v>0</c:v>
                </c:pt>
                <c:pt idx="3713">
                  <c:v>0</c:v>
                </c:pt>
                <c:pt idx="3714">
                  <c:v>0</c:v>
                </c:pt>
                <c:pt idx="3715">
                  <c:v>0</c:v>
                </c:pt>
                <c:pt idx="3716">
                  <c:v>0</c:v>
                </c:pt>
                <c:pt idx="3717">
                  <c:v>0</c:v>
                </c:pt>
                <c:pt idx="3718">
                  <c:v>0</c:v>
                </c:pt>
                <c:pt idx="3719">
                  <c:v>0</c:v>
                </c:pt>
                <c:pt idx="3720">
                  <c:v>0</c:v>
                </c:pt>
                <c:pt idx="3721">
                  <c:v>0</c:v>
                </c:pt>
                <c:pt idx="3722">
                  <c:v>0</c:v>
                </c:pt>
                <c:pt idx="3723">
                  <c:v>0</c:v>
                </c:pt>
                <c:pt idx="3724">
                  <c:v>0</c:v>
                </c:pt>
                <c:pt idx="3725">
                  <c:v>0</c:v>
                </c:pt>
                <c:pt idx="3726">
                  <c:v>0</c:v>
                </c:pt>
                <c:pt idx="3727">
                  <c:v>0</c:v>
                </c:pt>
                <c:pt idx="3728">
                  <c:v>0</c:v>
                </c:pt>
                <c:pt idx="3729">
                  <c:v>0</c:v>
                </c:pt>
                <c:pt idx="3730">
                  <c:v>0</c:v>
                </c:pt>
                <c:pt idx="3731">
                  <c:v>0</c:v>
                </c:pt>
                <c:pt idx="3732">
                  <c:v>0</c:v>
                </c:pt>
                <c:pt idx="3733">
                  <c:v>0</c:v>
                </c:pt>
                <c:pt idx="3734">
                  <c:v>0</c:v>
                </c:pt>
                <c:pt idx="3735">
                  <c:v>0</c:v>
                </c:pt>
                <c:pt idx="3736">
                  <c:v>0</c:v>
                </c:pt>
                <c:pt idx="3737">
                  <c:v>0</c:v>
                </c:pt>
                <c:pt idx="3738">
                  <c:v>0</c:v>
                </c:pt>
                <c:pt idx="3739">
                  <c:v>0</c:v>
                </c:pt>
                <c:pt idx="3740">
                  <c:v>0</c:v>
                </c:pt>
                <c:pt idx="3741">
                  <c:v>0</c:v>
                </c:pt>
                <c:pt idx="3742">
                  <c:v>0</c:v>
                </c:pt>
                <c:pt idx="3743">
                  <c:v>0</c:v>
                </c:pt>
                <c:pt idx="3744">
                  <c:v>0</c:v>
                </c:pt>
                <c:pt idx="3745">
                  <c:v>0</c:v>
                </c:pt>
                <c:pt idx="3746">
                  <c:v>0</c:v>
                </c:pt>
                <c:pt idx="3747">
                  <c:v>0</c:v>
                </c:pt>
                <c:pt idx="3748">
                  <c:v>0</c:v>
                </c:pt>
                <c:pt idx="3749">
                  <c:v>0</c:v>
                </c:pt>
                <c:pt idx="3750">
                  <c:v>0</c:v>
                </c:pt>
                <c:pt idx="3751">
                  <c:v>0</c:v>
                </c:pt>
                <c:pt idx="3752">
                  <c:v>0</c:v>
                </c:pt>
                <c:pt idx="3753">
                  <c:v>0</c:v>
                </c:pt>
                <c:pt idx="3754">
                  <c:v>0</c:v>
                </c:pt>
                <c:pt idx="3755">
                  <c:v>0</c:v>
                </c:pt>
                <c:pt idx="3756">
                  <c:v>0</c:v>
                </c:pt>
                <c:pt idx="3757">
                  <c:v>0</c:v>
                </c:pt>
                <c:pt idx="3758">
                  <c:v>0</c:v>
                </c:pt>
                <c:pt idx="3759">
                  <c:v>0</c:v>
                </c:pt>
                <c:pt idx="3760">
                  <c:v>0</c:v>
                </c:pt>
                <c:pt idx="3761">
                  <c:v>0</c:v>
                </c:pt>
                <c:pt idx="3762">
                  <c:v>0</c:v>
                </c:pt>
                <c:pt idx="3763">
                  <c:v>0</c:v>
                </c:pt>
                <c:pt idx="3764">
                  <c:v>0</c:v>
                </c:pt>
                <c:pt idx="3765">
                  <c:v>0</c:v>
                </c:pt>
                <c:pt idx="3766">
                  <c:v>0</c:v>
                </c:pt>
                <c:pt idx="3767">
                  <c:v>0</c:v>
                </c:pt>
                <c:pt idx="3768">
                  <c:v>0</c:v>
                </c:pt>
                <c:pt idx="3769">
                  <c:v>0</c:v>
                </c:pt>
                <c:pt idx="3770">
                  <c:v>0</c:v>
                </c:pt>
                <c:pt idx="3771">
                  <c:v>0</c:v>
                </c:pt>
                <c:pt idx="3772">
                  <c:v>0</c:v>
                </c:pt>
                <c:pt idx="3773">
                  <c:v>0</c:v>
                </c:pt>
                <c:pt idx="3774">
                  <c:v>0</c:v>
                </c:pt>
                <c:pt idx="3775">
                  <c:v>0</c:v>
                </c:pt>
                <c:pt idx="3776">
                  <c:v>0</c:v>
                </c:pt>
                <c:pt idx="3777">
                  <c:v>0</c:v>
                </c:pt>
                <c:pt idx="3778">
                  <c:v>0</c:v>
                </c:pt>
                <c:pt idx="3779">
                  <c:v>0</c:v>
                </c:pt>
                <c:pt idx="3780">
                  <c:v>0</c:v>
                </c:pt>
                <c:pt idx="3781">
                  <c:v>0</c:v>
                </c:pt>
                <c:pt idx="3782">
                  <c:v>0</c:v>
                </c:pt>
                <c:pt idx="3783">
                  <c:v>0</c:v>
                </c:pt>
                <c:pt idx="3784">
                  <c:v>0</c:v>
                </c:pt>
                <c:pt idx="3785">
                  <c:v>0</c:v>
                </c:pt>
                <c:pt idx="3786">
                  <c:v>0</c:v>
                </c:pt>
                <c:pt idx="3787">
                  <c:v>0</c:v>
                </c:pt>
                <c:pt idx="3788">
                  <c:v>0</c:v>
                </c:pt>
                <c:pt idx="3789">
                  <c:v>0</c:v>
                </c:pt>
                <c:pt idx="3790">
                  <c:v>0</c:v>
                </c:pt>
                <c:pt idx="3791">
                  <c:v>0</c:v>
                </c:pt>
                <c:pt idx="3792">
                  <c:v>0</c:v>
                </c:pt>
                <c:pt idx="3793">
                  <c:v>0</c:v>
                </c:pt>
                <c:pt idx="3794">
                  <c:v>0</c:v>
                </c:pt>
                <c:pt idx="3795">
                  <c:v>0</c:v>
                </c:pt>
                <c:pt idx="3796">
                  <c:v>0</c:v>
                </c:pt>
                <c:pt idx="3797">
                  <c:v>0</c:v>
                </c:pt>
                <c:pt idx="3798">
                  <c:v>0</c:v>
                </c:pt>
                <c:pt idx="3799">
                  <c:v>0</c:v>
                </c:pt>
                <c:pt idx="3800">
                  <c:v>0</c:v>
                </c:pt>
                <c:pt idx="3801">
                  <c:v>0</c:v>
                </c:pt>
                <c:pt idx="3802">
                  <c:v>0</c:v>
                </c:pt>
                <c:pt idx="3803">
                  <c:v>0</c:v>
                </c:pt>
                <c:pt idx="3804">
                  <c:v>0</c:v>
                </c:pt>
                <c:pt idx="3805">
                  <c:v>0</c:v>
                </c:pt>
                <c:pt idx="3806">
                  <c:v>0</c:v>
                </c:pt>
                <c:pt idx="3807">
                  <c:v>0</c:v>
                </c:pt>
                <c:pt idx="3808">
                  <c:v>0</c:v>
                </c:pt>
                <c:pt idx="3809">
                  <c:v>0</c:v>
                </c:pt>
                <c:pt idx="3810">
                  <c:v>0</c:v>
                </c:pt>
                <c:pt idx="3811">
                  <c:v>0</c:v>
                </c:pt>
                <c:pt idx="3812">
                  <c:v>0</c:v>
                </c:pt>
                <c:pt idx="3813">
                  <c:v>0</c:v>
                </c:pt>
                <c:pt idx="3814">
                  <c:v>0</c:v>
                </c:pt>
                <c:pt idx="3815">
                  <c:v>0</c:v>
                </c:pt>
                <c:pt idx="3816">
                  <c:v>0</c:v>
                </c:pt>
                <c:pt idx="3817">
                  <c:v>0</c:v>
                </c:pt>
                <c:pt idx="3818">
                  <c:v>0</c:v>
                </c:pt>
                <c:pt idx="3819">
                  <c:v>0</c:v>
                </c:pt>
                <c:pt idx="3820">
                  <c:v>0</c:v>
                </c:pt>
                <c:pt idx="3821">
                  <c:v>0</c:v>
                </c:pt>
                <c:pt idx="3822">
                  <c:v>0</c:v>
                </c:pt>
                <c:pt idx="3823">
                  <c:v>0</c:v>
                </c:pt>
                <c:pt idx="3824">
                  <c:v>0</c:v>
                </c:pt>
                <c:pt idx="3825">
                  <c:v>0</c:v>
                </c:pt>
                <c:pt idx="3826">
                  <c:v>0</c:v>
                </c:pt>
                <c:pt idx="3827">
                  <c:v>0</c:v>
                </c:pt>
                <c:pt idx="3828">
                  <c:v>0</c:v>
                </c:pt>
                <c:pt idx="3829">
                  <c:v>0</c:v>
                </c:pt>
                <c:pt idx="3830">
                  <c:v>0</c:v>
                </c:pt>
                <c:pt idx="3831">
                  <c:v>0</c:v>
                </c:pt>
                <c:pt idx="3832">
                  <c:v>0</c:v>
                </c:pt>
                <c:pt idx="3833">
                  <c:v>0</c:v>
                </c:pt>
                <c:pt idx="3834">
                  <c:v>0</c:v>
                </c:pt>
                <c:pt idx="3835">
                  <c:v>0</c:v>
                </c:pt>
                <c:pt idx="3836">
                  <c:v>0</c:v>
                </c:pt>
                <c:pt idx="3837">
                  <c:v>0</c:v>
                </c:pt>
                <c:pt idx="3838">
                  <c:v>0</c:v>
                </c:pt>
                <c:pt idx="3839">
                  <c:v>0</c:v>
                </c:pt>
                <c:pt idx="3840">
                  <c:v>0</c:v>
                </c:pt>
                <c:pt idx="3841">
                  <c:v>0</c:v>
                </c:pt>
                <c:pt idx="3842">
                  <c:v>0</c:v>
                </c:pt>
                <c:pt idx="3843">
                  <c:v>0</c:v>
                </c:pt>
                <c:pt idx="3844">
                  <c:v>0</c:v>
                </c:pt>
                <c:pt idx="3845">
                  <c:v>0</c:v>
                </c:pt>
                <c:pt idx="3846">
                  <c:v>0</c:v>
                </c:pt>
                <c:pt idx="3847">
                  <c:v>0</c:v>
                </c:pt>
                <c:pt idx="3848">
                  <c:v>0</c:v>
                </c:pt>
                <c:pt idx="3849">
                  <c:v>0</c:v>
                </c:pt>
                <c:pt idx="3850">
                  <c:v>0</c:v>
                </c:pt>
                <c:pt idx="3851">
                  <c:v>0</c:v>
                </c:pt>
                <c:pt idx="3852">
                  <c:v>0</c:v>
                </c:pt>
                <c:pt idx="3853">
                  <c:v>0</c:v>
                </c:pt>
                <c:pt idx="3854">
                  <c:v>0</c:v>
                </c:pt>
                <c:pt idx="3855">
                  <c:v>0</c:v>
                </c:pt>
                <c:pt idx="3856">
                  <c:v>0</c:v>
                </c:pt>
                <c:pt idx="3857">
                  <c:v>0</c:v>
                </c:pt>
                <c:pt idx="3858">
                  <c:v>0</c:v>
                </c:pt>
                <c:pt idx="3859">
                  <c:v>0</c:v>
                </c:pt>
                <c:pt idx="3860">
                  <c:v>0</c:v>
                </c:pt>
                <c:pt idx="3861">
                  <c:v>0</c:v>
                </c:pt>
                <c:pt idx="3862">
                  <c:v>0</c:v>
                </c:pt>
                <c:pt idx="3863">
                  <c:v>0</c:v>
                </c:pt>
                <c:pt idx="3864">
                  <c:v>0</c:v>
                </c:pt>
                <c:pt idx="3865">
                  <c:v>0</c:v>
                </c:pt>
                <c:pt idx="3866">
                  <c:v>0</c:v>
                </c:pt>
                <c:pt idx="3867">
                  <c:v>0</c:v>
                </c:pt>
                <c:pt idx="3868">
                  <c:v>0</c:v>
                </c:pt>
                <c:pt idx="3869">
                  <c:v>0</c:v>
                </c:pt>
                <c:pt idx="3870">
                  <c:v>0</c:v>
                </c:pt>
                <c:pt idx="3871">
                  <c:v>0</c:v>
                </c:pt>
                <c:pt idx="3872">
                  <c:v>0</c:v>
                </c:pt>
                <c:pt idx="3873">
                  <c:v>0</c:v>
                </c:pt>
                <c:pt idx="3874">
                  <c:v>0</c:v>
                </c:pt>
                <c:pt idx="3875">
                  <c:v>0</c:v>
                </c:pt>
                <c:pt idx="3876">
                  <c:v>0</c:v>
                </c:pt>
                <c:pt idx="3877">
                  <c:v>0</c:v>
                </c:pt>
                <c:pt idx="3878">
                  <c:v>0</c:v>
                </c:pt>
                <c:pt idx="3879">
                  <c:v>0</c:v>
                </c:pt>
                <c:pt idx="3880">
                  <c:v>0</c:v>
                </c:pt>
                <c:pt idx="3881">
                  <c:v>0</c:v>
                </c:pt>
                <c:pt idx="3882">
                  <c:v>0</c:v>
                </c:pt>
                <c:pt idx="3883">
                  <c:v>0</c:v>
                </c:pt>
                <c:pt idx="3884">
                  <c:v>0</c:v>
                </c:pt>
                <c:pt idx="3885">
                  <c:v>0</c:v>
                </c:pt>
                <c:pt idx="3886">
                  <c:v>0</c:v>
                </c:pt>
                <c:pt idx="3887">
                  <c:v>0</c:v>
                </c:pt>
                <c:pt idx="3888">
                  <c:v>0</c:v>
                </c:pt>
                <c:pt idx="3889">
                  <c:v>0</c:v>
                </c:pt>
                <c:pt idx="3890">
                  <c:v>0</c:v>
                </c:pt>
                <c:pt idx="3891">
                  <c:v>0</c:v>
                </c:pt>
                <c:pt idx="3892">
                  <c:v>0</c:v>
                </c:pt>
                <c:pt idx="3893">
                  <c:v>0</c:v>
                </c:pt>
                <c:pt idx="3894">
                  <c:v>0</c:v>
                </c:pt>
                <c:pt idx="3895">
                  <c:v>0</c:v>
                </c:pt>
                <c:pt idx="3896">
                  <c:v>0</c:v>
                </c:pt>
                <c:pt idx="3897">
                  <c:v>0</c:v>
                </c:pt>
                <c:pt idx="3898">
                  <c:v>0</c:v>
                </c:pt>
                <c:pt idx="3899">
                  <c:v>0</c:v>
                </c:pt>
                <c:pt idx="3900">
                  <c:v>0</c:v>
                </c:pt>
                <c:pt idx="3901">
                  <c:v>0</c:v>
                </c:pt>
                <c:pt idx="3902">
                  <c:v>0</c:v>
                </c:pt>
                <c:pt idx="3903">
                  <c:v>0</c:v>
                </c:pt>
                <c:pt idx="3904">
                  <c:v>0</c:v>
                </c:pt>
                <c:pt idx="3905">
                  <c:v>0</c:v>
                </c:pt>
                <c:pt idx="3906">
                  <c:v>0</c:v>
                </c:pt>
                <c:pt idx="3907">
                  <c:v>0</c:v>
                </c:pt>
                <c:pt idx="3908">
                  <c:v>0</c:v>
                </c:pt>
                <c:pt idx="3909">
                  <c:v>0</c:v>
                </c:pt>
                <c:pt idx="3910">
                  <c:v>0</c:v>
                </c:pt>
                <c:pt idx="3911">
                  <c:v>0</c:v>
                </c:pt>
                <c:pt idx="3912">
                  <c:v>0</c:v>
                </c:pt>
                <c:pt idx="3913">
                  <c:v>0</c:v>
                </c:pt>
                <c:pt idx="3914">
                  <c:v>0</c:v>
                </c:pt>
                <c:pt idx="3915">
                  <c:v>0</c:v>
                </c:pt>
                <c:pt idx="3916">
                  <c:v>0</c:v>
                </c:pt>
                <c:pt idx="3917">
                  <c:v>0</c:v>
                </c:pt>
                <c:pt idx="3918">
                  <c:v>0</c:v>
                </c:pt>
                <c:pt idx="3919">
                  <c:v>0</c:v>
                </c:pt>
                <c:pt idx="3920">
                  <c:v>0</c:v>
                </c:pt>
                <c:pt idx="3921">
                  <c:v>0</c:v>
                </c:pt>
                <c:pt idx="3922">
                  <c:v>0</c:v>
                </c:pt>
                <c:pt idx="3923">
                  <c:v>0</c:v>
                </c:pt>
                <c:pt idx="3924">
                  <c:v>0</c:v>
                </c:pt>
                <c:pt idx="3925">
                  <c:v>0</c:v>
                </c:pt>
                <c:pt idx="3926">
                  <c:v>0</c:v>
                </c:pt>
                <c:pt idx="3927">
                  <c:v>0</c:v>
                </c:pt>
                <c:pt idx="3928">
                  <c:v>0</c:v>
                </c:pt>
                <c:pt idx="3929">
                  <c:v>0</c:v>
                </c:pt>
                <c:pt idx="3930">
                  <c:v>0</c:v>
                </c:pt>
                <c:pt idx="3931">
                  <c:v>0</c:v>
                </c:pt>
                <c:pt idx="3932">
                  <c:v>0</c:v>
                </c:pt>
                <c:pt idx="3933">
                  <c:v>0</c:v>
                </c:pt>
                <c:pt idx="3934">
                  <c:v>0</c:v>
                </c:pt>
                <c:pt idx="3935">
                  <c:v>0</c:v>
                </c:pt>
                <c:pt idx="3936">
                  <c:v>0</c:v>
                </c:pt>
                <c:pt idx="3937">
                  <c:v>0</c:v>
                </c:pt>
                <c:pt idx="3938">
                  <c:v>0</c:v>
                </c:pt>
                <c:pt idx="3939">
                  <c:v>0</c:v>
                </c:pt>
                <c:pt idx="3940">
                  <c:v>0</c:v>
                </c:pt>
                <c:pt idx="3941">
                  <c:v>0</c:v>
                </c:pt>
                <c:pt idx="3942">
                  <c:v>0</c:v>
                </c:pt>
                <c:pt idx="3943">
                  <c:v>0</c:v>
                </c:pt>
                <c:pt idx="3944">
                  <c:v>0</c:v>
                </c:pt>
                <c:pt idx="3945">
                  <c:v>0</c:v>
                </c:pt>
                <c:pt idx="3946">
                  <c:v>0</c:v>
                </c:pt>
                <c:pt idx="3947">
                  <c:v>0</c:v>
                </c:pt>
                <c:pt idx="3948">
                  <c:v>0</c:v>
                </c:pt>
                <c:pt idx="3949">
                  <c:v>0</c:v>
                </c:pt>
                <c:pt idx="3950">
                  <c:v>0</c:v>
                </c:pt>
                <c:pt idx="3951">
                  <c:v>0</c:v>
                </c:pt>
                <c:pt idx="3952">
                  <c:v>0</c:v>
                </c:pt>
                <c:pt idx="3953">
                  <c:v>0</c:v>
                </c:pt>
                <c:pt idx="3954">
                  <c:v>0</c:v>
                </c:pt>
                <c:pt idx="3955">
                  <c:v>0</c:v>
                </c:pt>
                <c:pt idx="3956">
                  <c:v>0</c:v>
                </c:pt>
                <c:pt idx="3957">
                  <c:v>0</c:v>
                </c:pt>
                <c:pt idx="3958">
                  <c:v>0</c:v>
                </c:pt>
                <c:pt idx="3959">
                  <c:v>0</c:v>
                </c:pt>
                <c:pt idx="3960">
                  <c:v>0</c:v>
                </c:pt>
                <c:pt idx="3961">
                  <c:v>0</c:v>
                </c:pt>
                <c:pt idx="3962">
                  <c:v>0</c:v>
                </c:pt>
                <c:pt idx="3963">
                  <c:v>0</c:v>
                </c:pt>
                <c:pt idx="3964">
                  <c:v>0</c:v>
                </c:pt>
                <c:pt idx="3965">
                  <c:v>0</c:v>
                </c:pt>
                <c:pt idx="3966">
                  <c:v>0</c:v>
                </c:pt>
                <c:pt idx="3967">
                  <c:v>0</c:v>
                </c:pt>
                <c:pt idx="3968">
                  <c:v>0</c:v>
                </c:pt>
                <c:pt idx="3969">
                  <c:v>0</c:v>
                </c:pt>
                <c:pt idx="3970">
                  <c:v>0</c:v>
                </c:pt>
                <c:pt idx="3971">
                  <c:v>0</c:v>
                </c:pt>
                <c:pt idx="3972">
                  <c:v>0</c:v>
                </c:pt>
                <c:pt idx="3973">
                  <c:v>0</c:v>
                </c:pt>
                <c:pt idx="3974">
                  <c:v>0</c:v>
                </c:pt>
                <c:pt idx="3975">
                  <c:v>0</c:v>
                </c:pt>
                <c:pt idx="3976">
                  <c:v>0</c:v>
                </c:pt>
                <c:pt idx="3977">
                  <c:v>0</c:v>
                </c:pt>
                <c:pt idx="3978">
                  <c:v>0</c:v>
                </c:pt>
                <c:pt idx="3979">
                  <c:v>0</c:v>
                </c:pt>
                <c:pt idx="3980">
                  <c:v>0</c:v>
                </c:pt>
                <c:pt idx="3981">
                  <c:v>0</c:v>
                </c:pt>
                <c:pt idx="3982">
                  <c:v>0</c:v>
                </c:pt>
                <c:pt idx="3983">
                  <c:v>0</c:v>
                </c:pt>
                <c:pt idx="3984">
                  <c:v>0</c:v>
                </c:pt>
                <c:pt idx="3985">
                  <c:v>0</c:v>
                </c:pt>
                <c:pt idx="3986">
                  <c:v>0</c:v>
                </c:pt>
                <c:pt idx="3987">
                  <c:v>0</c:v>
                </c:pt>
                <c:pt idx="3988">
                  <c:v>0</c:v>
                </c:pt>
                <c:pt idx="3989">
                  <c:v>0</c:v>
                </c:pt>
                <c:pt idx="3990">
                  <c:v>0</c:v>
                </c:pt>
                <c:pt idx="3991">
                  <c:v>0</c:v>
                </c:pt>
                <c:pt idx="3992">
                  <c:v>0</c:v>
                </c:pt>
                <c:pt idx="3993">
                  <c:v>0</c:v>
                </c:pt>
                <c:pt idx="3994">
                  <c:v>0</c:v>
                </c:pt>
                <c:pt idx="3995">
                  <c:v>0</c:v>
                </c:pt>
                <c:pt idx="3996">
                  <c:v>0</c:v>
                </c:pt>
                <c:pt idx="3997">
                  <c:v>0</c:v>
                </c:pt>
                <c:pt idx="3998">
                  <c:v>0</c:v>
                </c:pt>
                <c:pt idx="3999">
                  <c:v>0</c:v>
                </c:pt>
                <c:pt idx="4000">
                  <c:v>0</c:v>
                </c:pt>
                <c:pt idx="4001">
                  <c:v>0</c:v>
                </c:pt>
                <c:pt idx="4002">
                  <c:v>0</c:v>
                </c:pt>
                <c:pt idx="4003">
                  <c:v>0</c:v>
                </c:pt>
                <c:pt idx="4004">
                  <c:v>0</c:v>
                </c:pt>
                <c:pt idx="4005">
                  <c:v>0</c:v>
                </c:pt>
                <c:pt idx="4006">
                  <c:v>0</c:v>
                </c:pt>
                <c:pt idx="4007">
                  <c:v>0</c:v>
                </c:pt>
                <c:pt idx="4008">
                  <c:v>0</c:v>
                </c:pt>
                <c:pt idx="4009">
                  <c:v>0</c:v>
                </c:pt>
                <c:pt idx="4010">
                  <c:v>0</c:v>
                </c:pt>
                <c:pt idx="4011">
                  <c:v>0</c:v>
                </c:pt>
                <c:pt idx="4012">
                  <c:v>0</c:v>
                </c:pt>
                <c:pt idx="4013">
                  <c:v>0</c:v>
                </c:pt>
                <c:pt idx="4014">
                  <c:v>0</c:v>
                </c:pt>
                <c:pt idx="4015">
                  <c:v>0</c:v>
                </c:pt>
                <c:pt idx="4016">
                  <c:v>0</c:v>
                </c:pt>
                <c:pt idx="4017">
                  <c:v>0</c:v>
                </c:pt>
                <c:pt idx="4018">
                  <c:v>0</c:v>
                </c:pt>
                <c:pt idx="4019">
                  <c:v>0</c:v>
                </c:pt>
                <c:pt idx="4020">
                  <c:v>0</c:v>
                </c:pt>
                <c:pt idx="4021">
                  <c:v>0</c:v>
                </c:pt>
                <c:pt idx="4022">
                  <c:v>0</c:v>
                </c:pt>
                <c:pt idx="4023">
                  <c:v>0</c:v>
                </c:pt>
                <c:pt idx="4024">
                  <c:v>0</c:v>
                </c:pt>
                <c:pt idx="4025">
                  <c:v>0</c:v>
                </c:pt>
                <c:pt idx="4026">
                  <c:v>0</c:v>
                </c:pt>
                <c:pt idx="4027">
                  <c:v>0</c:v>
                </c:pt>
                <c:pt idx="4028">
                  <c:v>0</c:v>
                </c:pt>
                <c:pt idx="4029">
                  <c:v>0</c:v>
                </c:pt>
                <c:pt idx="4030">
                  <c:v>0</c:v>
                </c:pt>
                <c:pt idx="4031">
                  <c:v>0</c:v>
                </c:pt>
                <c:pt idx="4032">
                  <c:v>0</c:v>
                </c:pt>
                <c:pt idx="4033">
                  <c:v>0</c:v>
                </c:pt>
                <c:pt idx="4034">
                  <c:v>0</c:v>
                </c:pt>
                <c:pt idx="4035">
                  <c:v>0</c:v>
                </c:pt>
                <c:pt idx="4036">
                  <c:v>0</c:v>
                </c:pt>
                <c:pt idx="4037">
                  <c:v>0</c:v>
                </c:pt>
                <c:pt idx="4038">
                  <c:v>0</c:v>
                </c:pt>
                <c:pt idx="4039">
                  <c:v>0</c:v>
                </c:pt>
                <c:pt idx="4040">
                  <c:v>0</c:v>
                </c:pt>
                <c:pt idx="4041">
                  <c:v>0</c:v>
                </c:pt>
                <c:pt idx="4042">
                  <c:v>0</c:v>
                </c:pt>
                <c:pt idx="4043">
                  <c:v>0</c:v>
                </c:pt>
                <c:pt idx="4044">
                  <c:v>0</c:v>
                </c:pt>
                <c:pt idx="4045">
                  <c:v>0</c:v>
                </c:pt>
                <c:pt idx="4046">
                  <c:v>0</c:v>
                </c:pt>
                <c:pt idx="4047">
                  <c:v>0</c:v>
                </c:pt>
                <c:pt idx="4048">
                  <c:v>0</c:v>
                </c:pt>
                <c:pt idx="4049">
                  <c:v>0</c:v>
                </c:pt>
                <c:pt idx="4050">
                  <c:v>0</c:v>
                </c:pt>
                <c:pt idx="4051">
                  <c:v>0</c:v>
                </c:pt>
                <c:pt idx="4052">
                  <c:v>0</c:v>
                </c:pt>
                <c:pt idx="4053">
                  <c:v>0</c:v>
                </c:pt>
                <c:pt idx="4054">
                  <c:v>0</c:v>
                </c:pt>
                <c:pt idx="4055">
                  <c:v>0</c:v>
                </c:pt>
                <c:pt idx="4056">
                  <c:v>0</c:v>
                </c:pt>
                <c:pt idx="4057">
                  <c:v>0</c:v>
                </c:pt>
                <c:pt idx="4058">
                  <c:v>0</c:v>
                </c:pt>
                <c:pt idx="4059">
                  <c:v>0</c:v>
                </c:pt>
                <c:pt idx="4060">
                  <c:v>0</c:v>
                </c:pt>
                <c:pt idx="4061">
                  <c:v>0</c:v>
                </c:pt>
                <c:pt idx="4062">
                  <c:v>0</c:v>
                </c:pt>
                <c:pt idx="4063">
                  <c:v>0</c:v>
                </c:pt>
                <c:pt idx="4064">
                  <c:v>0</c:v>
                </c:pt>
                <c:pt idx="4065">
                  <c:v>0</c:v>
                </c:pt>
                <c:pt idx="4066">
                  <c:v>0</c:v>
                </c:pt>
                <c:pt idx="4067">
                  <c:v>0</c:v>
                </c:pt>
                <c:pt idx="4068">
                  <c:v>0</c:v>
                </c:pt>
                <c:pt idx="4069">
                  <c:v>0</c:v>
                </c:pt>
                <c:pt idx="4070">
                  <c:v>0</c:v>
                </c:pt>
                <c:pt idx="4071">
                  <c:v>0</c:v>
                </c:pt>
                <c:pt idx="4072">
                  <c:v>0</c:v>
                </c:pt>
                <c:pt idx="4073">
                  <c:v>0</c:v>
                </c:pt>
                <c:pt idx="4074">
                  <c:v>0</c:v>
                </c:pt>
                <c:pt idx="4075">
                  <c:v>0</c:v>
                </c:pt>
                <c:pt idx="4076">
                  <c:v>0</c:v>
                </c:pt>
                <c:pt idx="4077">
                  <c:v>0</c:v>
                </c:pt>
                <c:pt idx="4078">
                  <c:v>0</c:v>
                </c:pt>
                <c:pt idx="4079">
                  <c:v>0</c:v>
                </c:pt>
                <c:pt idx="4080">
                  <c:v>0</c:v>
                </c:pt>
                <c:pt idx="4081">
                  <c:v>0</c:v>
                </c:pt>
                <c:pt idx="4082">
                  <c:v>0</c:v>
                </c:pt>
                <c:pt idx="4083">
                  <c:v>0</c:v>
                </c:pt>
                <c:pt idx="4084">
                  <c:v>0</c:v>
                </c:pt>
                <c:pt idx="4085">
                  <c:v>0</c:v>
                </c:pt>
                <c:pt idx="4086">
                  <c:v>0</c:v>
                </c:pt>
                <c:pt idx="4087">
                  <c:v>0</c:v>
                </c:pt>
                <c:pt idx="4088">
                  <c:v>0</c:v>
                </c:pt>
                <c:pt idx="4089">
                  <c:v>0</c:v>
                </c:pt>
                <c:pt idx="4090">
                  <c:v>0</c:v>
                </c:pt>
                <c:pt idx="4091">
                  <c:v>0</c:v>
                </c:pt>
                <c:pt idx="4092">
                  <c:v>0</c:v>
                </c:pt>
                <c:pt idx="4093">
                  <c:v>0</c:v>
                </c:pt>
                <c:pt idx="4094">
                  <c:v>0</c:v>
                </c:pt>
                <c:pt idx="4095">
                  <c:v>0</c:v>
                </c:pt>
                <c:pt idx="4096">
                  <c:v>0</c:v>
                </c:pt>
                <c:pt idx="4097">
                  <c:v>0</c:v>
                </c:pt>
                <c:pt idx="4098">
                  <c:v>0</c:v>
                </c:pt>
                <c:pt idx="4099">
                  <c:v>0</c:v>
                </c:pt>
                <c:pt idx="4100">
                  <c:v>0</c:v>
                </c:pt>
                <c:pt idx="4101">
                  <c:v>0</c:v>
                </c:pt>
                <c:pt idx="4102">
                  <c:v>0</c:v>
                </c:pt>
                <c:pt idx="4103">
                  <c:v>0</c:v>
                </c:pt>
                <c:pt idx="4104">
                  <c:v>0</c:v>
                </c:pt>
                <c:pt idx="4105">
                  <c:v>0</c:v>
                </c:pt>
                <c:pt idx="4106">
                  <c:v>0</c:v>
                </c:pt>
                <c:pt idx="4107">
                  <c:v>0</c:v>
                </c:pt>
                <c:pt idx="4108">
                  <c:v>0</c:v>
                </c:pt>
                <c:pt idx="4109">
                  <c:v>0</c:v>
                </c:pt>
                <c:pt idx="4110">
                  <c:v>0</c:v>
                </c:pt>
                <c:pt idx="4111">
                  <c:v>0</c:v>
                </c:pt>
                <c:pt idx="4112">
                  <c:v>0</c:v>
                </c:pt>
                <c:pt idx="4113">
                  <c:v>0</c:v>
                </c:pt>
                <c:pt idx="4114">
                  <c:v>0</c:v>
                </c:pt>
                <c:pt idx="4115">
                  <c:v>0</c:v>
                </c:pt>
                <c:pt idx="4116">
                  <c:v>0</c:v>
                </c:pt>
                <c:pt idx="4117">
                  <c:v>0</c:v>
                </c:pt>
                <c:pt idx="4118">
                  <c:v>0</c:v>
                </c:pt>
                <c:pt idx="4119">
                  <c:v>0</c:v>
                </c:pt>
                <c:pt idx="4120">
                  <c:v>0</c:v>
                </c:pt>
                <c:pt idx="4121">
                  <c:v>0</c:v>
                </c:pt>
                <c:pt idx="4122">
                  <c:v>0</c:v>
                </c:pt>
                <c:pt idx="4123">
                  <c:v>0</c:v>
                </c:pt>
                <c:pt idx="4124">
                  <c:v>0</c:v>
                </c:pt>
                <c:pt idx="4125">
                  <c:v>0</c:v>
                </c:pt>
                <c:pt idx="4126">
                  <c:v>0</c:v>
                </c:pt>
                <c:pt idx="4127">
                  <c:v>0</c:v>
                </c:pt>
                <c:pt idx="4128">
                  <c:v>0</c:v>
                </c:pt>
                <c:pt idx="4129">
                  <c:v>0</c:v>
                </c:pt>
                <c:pt idx="4130">
                  <c:v>0</c:v>
                </c:pt>
                <c:pt idx="4131">
                  <c:v>0</c:v>
                </c:pt>
                <c:pt idx="4132">
                  <c:v>0</c:v>
                </c:pt>
                <c:pt idx="4133">
                  <c:v>0</c:v>
                </c:pt>
                <c:pt idx="4134">
                  <c:v>0</c:v>
                </c:pt>
                <c:pt idx="4135">
                  <c:v>0</c:v>
                </c:pt>
                <c:pt idx="4136">
                  <c:v>0</c:v>
                </c:pt>
                <c:pt idx="4137">
                  <c:v>0</c:v>
                </c:pt>
                <c:pt idx="4138">
                  <c:v>0</c:v>
                </c:pt>
                <c:pt idx="4139">
                  <c:v>0</c:v>
                </c:pt>
                <c:pt idx="4140">
                  <c:v>0</c:v>
                </c:pt>
                <c:pt idx="4141">
                  <c:v>0</c:v>
                </c:pt>
                <c:pt idx="4142">
                  <c:v>0</c:v>
                </c:pt>
                <c:pt idx="4143">
                  <c:v>0</c:v>
                </c:pt>
                <c:pt idx="4144">
                  <c:v>0</c:v>
                </c:pt>
                <c:pt idx="4145">
                  <c:v>0</c:v>
                </c:pt>
                <c:pt idx="4146">
                  <c:v>0</c:v>
                </c:pt>
                <c:pt idx="4147">
                  <c:v>0</c:v>
                </c:pt>
                <c:pt idx="4148">
                  <c:v>0</c:v>
                </c:pt>
                <c:pt idx="4149">
                  <c:v>0</c:v>
                </c:pt>
                <c:pt idx="4150">
                  <c:v>0</c:v>
                </c:pt>
                <c:pt idx="4151">
                  <c:v>0</c:v>
                </c:pt>
                <c:pt idx="4152">
                  <c:v>0</c:v>
                </c:pt>
                <c:pt idx="4153">
                  <c:v>0</c:v>
                </c:pt>
                <c:pt idx="4154">
                  <c:v>0</c:v>
                </c:pt>
                <c:pt idx="4155">
                  <c:v>0</c:v>
                </c:pt>
                <c:pt idx="4156">
                  <c:v>0</c:v>
                </c:pt>
                <c:pt idx="4157">
                  <c:v>0</c:v>
                </c:pt>
                <c:pt idx="4158">
                  <c:v>0</c:v>
                </c:pt>
                <c:pt idx="4159">
                  <c:v>0</c:v>
                </c:pt>
                <c:pt idx="4160">
                  <c:v>0</c:v>
                </c:pt>
                <c:pt idx="4161">
                  <c:v>0</c:v>
                </c:pt>
                <c:pt idx="4162">
                  <c:v>0</c:v>
                </c:pt>
                <c:pt idx="4163">
                  <c:v>0</c:v>
                </c:pt>
                <c:pt idx="4164">
                  <c:v>0</c:v>
                </c:pt>
                <c:pt idx="4165">
                  <c:v>0</c:v>
                </c:pt>
                <c:pt idx="4166">
                  <c:v>0</c:v>
                </c:pt>
                <c:pt idx="4167">
                  <c:v>0</c:v>
                </c:pt>
                <c:pt idx="4168">
                  <c:v>0</c:v>
                </c:pt>
                <c:pt idx="4169">
                  <c:v>0</c:v>
                </c:pt>
                <c:pt idx="4170">
                  <c:v>0</c:v>
                </c:pt>
                <c:pt idx="4171">
                  <c:v>0</c:v>
                </c:pt>
                <c:pt idx="4172">
                  <c:v>0</c:v>
                </c:pt>
                <c:pt idx="4173">
                  <c:v>0</c:v>
                </c:pt>
                <c:pt idx="4174">
                  <c:v>0</c:v>
                </c:pt>
                <c:pt idx="4175">
                  <c:v>0</c:v>
                </c:pt>
                <c:pt idx="4176">
                  <c:v>0</c:v>
                </c:pt>
                <c:pt idx="4177">
                  <c:v>0</c:v>
                </c:pt>
                <c:pt idx="4178">
                  <c:v>0</c:v>
                </c:pt>
                <c:pt idx="4179">
                  <c:v>0</c:v>
                </c:pt>
                <c:pt idx="4180">
                  <c:v>0</c:v>
                </c:pt>
                <c:pt idx="4181">
                  <c:v>0</c:v>
                </c:pt>
                <c:pt idx="4182">
                  <c:v>0</c:v>
                </c:pt>
                <c:pt idx="4183">
                  <c:v>0</c:v>
                </c:pt>
                <c:pt idx="4184">
                  <c:v>0</c:v>
                </c:pt>
                <c:pt idx="4185">
                  <c:v>0</c:v>
                </c:pt>
                <c:pt idx="4186">
                  <c:v>0</c:v>
                </c:pt>
                <c:pt idx="4187">
                  <c:v>0</c:v>
                </c:pt>
                <c:pt idx="4188">
                  <c:v>0</c:v>
                </c:pt>
                <c:pt idx="4189">
                  <c:v>0</c:v>
                </c:pt>
                <c:pt idx="4190">
                  <c:v>0</c:v>
                </c:pt>
                <c:pt idx="4191">
                  <c:v>0</c:v>
                </c:pt>
                <c:pt idx="4192">
                  <c:v>0</c:v>
                </c:pt>
                <c:pt idx="4193">
                  <c:v>0</c:v>
                </c:pt>
                <c:pt idx="4194">
                  <c:v>0</c:v>
                </c:pt>
                <c:pt idx="4195">
                  <c:v>0</c:v>
                </c:pt>
                <c:pt idx="4196">
                  <c:v>0</c:v>
                </c:pt>
                <c:pt idx="4197">
                  <c:v>0</c:v>
                </c:pt>
                <c:pt idx="4198">
                  <c:v>0</c:v>
                </c:pt>
                <c:pt idx="4199">
                  <c:v>0</c:v>
                </c:pt>
                <c:pt idx="4200">
                  <c:v>0</c:v>
                </c:pt>
                <c:pt idx="4201">
                  <c:v>0</c:v>
                </c:pt>
                <c:pt idx="4202">
                  <c:v>0</c:v>
                </c:pt>
                <c:pt idx="4203">
                  <c:v>0</c:v>
                </c:pt>
                <c:pt idx="4204">
                  <c:v>0</c:v>
                </c:pt>
                <c:pt idx="4205">
                  <c:v>0</c:v>
                </c:pt>
                <c:pt idx="4206">
                  <c:v>0</c:v>
                </c:pt>
                <c:pt idx="4207">
                  <c:v>0</c:v>
                </c:pt>
                <c:pt idx="4208">
                  <c:v>0</c:v>
                </c:pt>
                <c:pt idx="4209">
                  <c:v>0</c:v>
                </c:pt>
                <c:pt idx="4210">
                  <c:v>0</c:v>
                </c:pt>
                <c:pt idx="4211">
                  <c:v>0</c:v>
                </c:pt>
                <c:pt idx="4212">
                  <c:v>0</c:v>
                </c:pt>
                <c:pt idx="4213">
                  <c:v>0</c:v>
                </c:pt>
                <c:pt idx="4214">
                  <c:v>0</c:v>
                </c:pt>
                <c:pt idx="4215">
                  <c:v>0</c:v>
                </c:pt>
                <c:pt idx="4216">
                  <c:v>0</c:v>
                </c:pt>
                <c:pt idx="4217">
                  <c:v>0</c:v>
                </c:pt>
                <c:pt idx="4218">
                  <c:v>0</c:v>
                </c:pt>
                <c:pt idx="4219">
                  <c:v>0</c:v>
                </c:pt>
                <c:pt idx="4220">
                  <c:v>0</c:v>
                </c:pt>
                <c:pt idx="4221">
                  <c:v>0</c:v>
                </c:pt>
                <c:pt idx="4222">
                  <c:v>0</c:v>
                </c:pt>
                <c:pt idx="4223">
                  <c:v>0</c:v>
                </c:pt>
                <c:pt idx="4224">
                  <c:v>0</c:v>
                </c:pt>
                <c:pt idx="4225">
                  <c:v>0</c:v>
                </c:pt>
                <c:pt idx="4226">
                  <c:v>0</c:v>
                </c:pt>
                <c:pt idx="4227">
                  <c:v>0</c:v>
                </c:pt>
                <c:pt idx="4228">
                  <c:v>0</c:v>
                </c:pt>
                <c:pt idx="4229">
                  <c:v>0</c:v>
                </c:pt>
                <c:pt idx="4230">
                  <c:v>0</c:v>
                </c:pt>
                <c:pt idx="4231">
                  <c:v>0</c:v>
                </c:pt>
                <c:pt idx="4232">
                  <c:v>0</c:v>
                </c:pt>
                <c:pt idx="4233">
                  <c:v>0</c:v>
                </c:pt>
                <c:pt idx="4234">
                  <c:v>0</c:v>
                </c:pt>
                <c:pt idx="4235">
                  <c:v>0</c:v>
                </c:pt>
                <c:pt idx="4236">
                  <c:v>0</c:v>
                </c:pt>
                <c:pt idx="4237">
                  <c:v>0</c:v>
                </c:pt>
                <c:pt idx="4238">
                  <c:v>0</c:v>
                </c:pt>
                <c:pt idx="4239">
                  <c:v>0</c:v>
                </c:pt>
                <c:pt idx="4240">
                  <c:v>0</c:v>
                </c:pt>
                <c:pt idx="4241">
                  <c:v>0</c:v>
                </c:pt>
                <c:pt idx="4242">
                  <c:v>0</c:v>
                </c:pt>
                <c:pt idx="4243">
                  <c:v>0</c:v>
                </c:pt>
                <c:pt idx="4244">
                  <c:v>0</c:v>
                </c:pt>
                <c:pt idx="4245">
                  <c:v>0</c:v>
                </c:pt>
                <c:pt idx="4246">
                  <c:v>0</c:v>
                </c:pt>
                <c:pt idx="4247">
                  <c:v>0</c:v>
                </c:pt>
                <c:pt idx="4248">
                  <c:v>0</c:v>
                </c:pt>
                <c:pt idx="4249">
                  <c:v>0</c:v>
                </c:pt>
                <c:pt idx="4250">
                  <c:v>0</c:v>
                </c:pt>
                <c:pt idx="4251">
                  <c:v>0</c:v>
                </c:pt>
                <c:pt idx="4252">
                  <c:v>0</c:v>
                </c:pt>
                <c:pt idx="4253">
                  <c:v>0</c:v>
                </c:pt>
                <c:pt idx="4254">
                  <c:v>0</c:v>
                </c:pt>
                <c:pt idx="4255">
                  <c:v>0</c:v>
                </c:pt>
                <c:pt idx="4256">
                  <c:v>0</c:v>
                </c:pt>
                <c:pt idx="4257">
                  <c:v>0</c:v>
                </c:pt>
                <c:pt idx="4258">
                  <c:v>0</c:v>
                </c:pt>
                <c:pt idx="4259">
                  <c:v>0</c:v>
                </c:pt>
                <c:pt idx="4260">
                  <c:v>0</c:v>
                </c:pt>
                <c:pt idx="4261">
                  <c:v>0</c:v>
                </c:pt>
                <c:pt idx="4262">
                  <c:v>0</c:v>
                </c:pt>
                <c:pt idx="4263">
                  <c:v>0</c:v>
                </c:pt>
                <c:pt idx="4264">
                  <c:v>0</c:v>
                </c:pt>
                <c:pt idx="4265">
                  <c:v>0</c:v>
                </c:pt>
                <c:pt idx="4266">
                  <c:v>0</c:v>
                </c:pt>
                <c:pt idx="4267">
                  <c:v>0</c:v>
                </c:pt>
                <c:pt idx="4268">
                  <c:v>0</c:v>
                </c:pt>
                <c:pt idx="4269">
                  <c:v>0</c:v>
                </c:pt>
                <c:pt idx="4270">
                  <c:v>0</c:v>
                </c:pt>
                <c:pt idx="4271">
                  <c:v>0</c:v>
                </c:pt>
                <c:pt idx="4272">
                  <c:v>0</c:v>
                </c:pt>
                <c:pt idx="4273">
                  <c:v>0</c:v>
                </c:pt>
                <c:pt idx="4274">
                  <c:v>0</c:v>
                </c:pt>
                <c:pt idx="4275">
                  <c:v>0</c:v>
                </c:pt>
                <c:pt idx="4276">
                  <c:v>0</c:v>
                </c:pt>
                <c:pt idx="4277">
                  <c:v>0</c:v>
                </c:pt>
                <c:pt idx="4278">
                  <c:v>0</c:v>
                </c:pt>
                <c:pt idx="4279">
                  <c:v>0</c:v>
                </c:pt>
                <c:pt idx="4280">
                  <c:v>0</c:v>
                </c:pt>
                <c:pt idx="4281">
                  <c:v>0</c:v>
                </c:pt>
                <c:pt idx="4282">
                  <c:v>0</c:v>
                </c:pt>
                <c:pt idx="4283">
                  <c:v>0</c:v>
                </c:pt>
                <c:pt idx="4284">
                  <c:v>0</c:v>
                </c:pt>
                <c:pt idx="4285">
                  <c:v>0</c:v>
                </c:pt>
                <c:pt idx="4286">
                  <c:v>0</c:v>
                </c:pt>
                <c:pt idx="4287">
                  <c:v>0</c:v>
                </c:pt>
                <c:pt idx="4288">
                  <c:v>0</c:v>
                </c:pt>
                <c:pt idx="4289">
                  <c:v>0</c:v>
                </c:pt>
                <c:pt idx="4290">
                  <c:v>0</c:v>
                </c:pt>
                <c:pt idx="4291">
                  <c:v>0</c:v>
                </c:pt>
                <c:pt idx="4292">
                  <c:v>0</c:v>
                </c:pt>
                <c:pt idx="4293">
                  <c:v>0</c:v>
                </c:pt>
                <c:pt idx="4294">
                  <c:v>0</c:v>
                </c:pt>
                <c:pt idx="4295">
                  <c:v>0</c:v>
                </c:pt>
                <c:pt idx="4296">
                  <c:v>0</c:v>
                </c:pt>
                <c:pt idx="4297">
                  <c:v>0</c:v>
                </c:pt>
                <c:pt idx="4298">
                  <c:v>0</c:v>
                </c:pt>
                <c:pt idx="4299">
                  <c:v>0</c:v>
                </c:pt>
                <c:pt idx="4300">
                  <c:v>0</c:v>
                </c:pt>
                <c:pt idx="4301">
                  <c:v>0</c:v>
                </c:pt>
                <c:pt idx="4302">
                  <c:v>0</c:v>
                </c:pt>
                <c:pt idx="4303">
                  <c:v>0</c:v>
                </c:pt>
                <c:pt idx="4304">
                  <c:v>0</c:v>
                </c:pt>
                <c:pt idx="4305">
                  <c:v>0</c:v>
                </c:pt>
                <c:pt idx="4306">
                  <c:v>0</c:v>
                </c:pt>
                <c:pt idx="4307">
                  <c:v>0</c:v>
                </c:pt>
                <c:pt idx="4308">
                  <c:v>0</c:v>
                </c:pt>
                <c:pt idx="4309">
                  <c:v>0</c:v>
                </c:pt>
                <c:pt idx="4310">
                  <c:v>0</c:v>
                </c:pt>
                <c:pt idx="4311">
                  <c:v>0</c:v>
                </c:pt>
                <c:pt idx="4312">
                  <c:v>0</c:v>
                </c:pt>
                <c:pt idx="4313">
                  <c:v>0</c:v>
                </c:pt>
                <c:pt idx="4314">
                  <c:v>0</c:v>
                </c:pt>
                <c:pt idx="4315">
                  <c:v>0</c:v>
                </c:pt>
                <c:pt idx="4316">
                  <c:v>0</c:v>
                </c:pt>
                <c:pt idx="4317">
                  <c:v>0</c:v>
                </c:pt>
                <c:pt idx="4318">
                  <c:v>0</c:v>
                </c:pt>
                <c:pt idx="4319">
                  <c:v>0</c:v>
                </c:pt>
                <c:pt idx="4320">
                  <c:v>0</c:v>
                </c:pt>
                <c:pt idx="4321">
                  <c:v>0</c:v>
                </c:pt>
                <c:pt idx="4322">
                  <c:v>0</c:v>
                </c:pt>
                <c:pt idx="4323">
                  <c:v>0</c:v>
                </c:pt>
                <c:pt idx="4324">
                  <c:v>0</c:v>
                </c:pt>
                <c:pt idx="4325">
                  <c:v>0</c:v>
                </c:pt>
                <c:pt idx="4326">
                  <c:v>0</c:v>
                </c:pt>
                <c:pt idx="4327">
                  <c:v>0</c:v>
                </c:pt>
                <c:pt idx="4328">
                  <c:v>0</c:v>
                </c:pt>
                <c:pt idx="4329">
                  <c:v>0</c:v>
                </c:pt>
                <c:pt idx="4330">
                  <c:v>0</c:v>
                </c:pt>
                <c:pt idx="4331">
                  <c:v>0</c:v>
                </c:pt>
                <c:pt idx="4332">
                  <c:v>0</c:v>
                </c:pt>
                <c:pt idx="4333">
                  <c:v>0</c:v>
                </c:pt>
                <c:pt idx="4334">
                  <c:v>0</c:v>
                </c:pt>
                <c:pt idx="4335">
                  <c:v>0</c:v>
                </c:pt>
                <c:pt idx="4336">
                  <c:v>0</c:v>
                </c:pt>
                <c:pt idx="4337">
                  <c:v>0</c:v>
                </c:pt>
                <c:pt idx="4338">
                  <c:v>0</c:v>
                </c:pt>
                <c:pt idx="4339">
                  <c:v>0</c:v>
                </c:pt>
                <c:pt idx="4340">
                  <c:v>0</c:v>
                </c:pt>
                <c:pt idx="4341">
                  <c:v>0</c:v>
                </c:pt>
                <c:pt idx="4342">
                  <c:v>0</c:v>
                </c:pt>
                <c:pt idx="4343">
                  <c:v>0</c:v>
                </c:pt>
                <c:pt idx="4344">
                  <c:v>0</c:v>
                </c:pt>
                <c:pt idx="4345">
                  <c:v>0</c:v>
                </c:pt>
                <c:pt idx="4346">
                  <c:v>0</c:v>
                </c:pt>
                <c:pt idx="4347">
                  <c:v>0</c:v>
                </c:pt>
                <c:pt idx="4348">
                  <c:v>0</c:v>
                </c:pt>
                <c:pt idx="4349">
                  <c:v>0</c:v>
                </c:pt>
                <c:pt idx="4350">
                  <c:v>0</c:v>
                </c:pt>
                <c:pt idx="4351">
                  <c:v>0</c:v>
                </c:pt>
                <c:pt idx="4352">
                  <c:v>0</c:v>
                </c:pt>
                <c:pt idx="4353">
                  <c:v>0</c:v>
                </c:pt>
                <c:pt idx="4354">
                  <c:v>0</c:v>
                </c:pt>
                <c:pt idx="4355">
                  <c:v>0</c:v>
                </c:pt>
                <c:pt idx="4356">
                  <c:v>0</c:v>
                </c:pt>
                <c:pt idx="4357">
                  <c:v>0</c:v>
                </c:pt>
                <c:pt idx="4358">
                  <c:v>0</c:v>
                </c:pt>
                <c:pt idx="4359">
                  <c:v>0</c:v>
                </c:pt>
                <c:pt idx="4360">
                  <c:v>0</c:v>
                </c:pt>
                <c:pt idx="4361">
                  <c:v>0</c:v>
                </c:pt>
                <c:pt idx="4362">
                  <c:v>0</c:v>
                </c:pt>
                <c:pt idx="4363">
                  <c:v>0</c:v>
                </c:pt>
                <c:pt idx="4364">
                  <c:v>0</c:v>
                </c:pt>
                <c:pt idx="4365">
                  <c:v>0</c:v>
                </c:pt>
                <c:pt idx="4366">
                  <c:v>0</c:v>
                </c:pt>
                <c:pt idx="4367">
                  <c:v>0</c:v>
                </c:pt>
                <c:pt idx="4368">
                  <c:v>0</c:v>
                </c:pt>
                <c:pt idx="4369">
                  <c:v>0</c:v>
                </c:pt>
                <c:pt idx="4370">
                  <c:v>0</c:v>
                </c:pt>
                <c:pt idx="4371">
                  <c:v>0</c:v>
                </c:pt>
                <c:pt idx="4372">
                  <c:v>0</c:v>
                </c:pt>
                <c:pt idx="4373">
                  <c:v>0</c:v>
                </c:pt>
                <c:pt idx="4374">
                  <c:v>0</c:v>
                </c:pt>
                <c:pt idx="4375">
                  <c:v>0</c:v>
                </c:pt>
                <c:pt idx="4376">
                  <c:v>0</c:v>
                </c:pt>
                <c:pt idx="4377">
                  <c:v>0</c:v>
                </c:pt>
                <c:pt idx="4378">
                  <c:v>0</c:v>
                </c:pt>
                <c:pt idx="4379">
                  <c:v>0</c:v>
                </c:pt>
                <c:pt idx="4380">
                  <c:v>0</c:v>
                </c:pt>
                <c:pt idx="4381">
                  <c:v>0</c:v>
                </c:pt>
                <c:pt idx="4382">
                  <c:v>0</c:v>
                </c:pt>
                <c:pt idx="4383">
                  <c:v>0</c:v>
                </c:pt>
                <c:pt idx="4384">
                  <c:v>0</c:v>
                </c:pt>
                <c:pt idx="4385">
                  <c:v>0</c:v>
                </c:pt>
                <c:pt idx="4386">
                  <c:v>0</c:v>
                </c:pt>
                <c:pt idx="4387">
                  <c:v>0</c:v>
                </c:pt>
                <c:pt idx="4388">
                  <c:v>0</c:v>
                </c:pt>
                <c:pt idx="4389">
                  <c:v>0</c:v>
                </c:pt>
                <c:pt idx="4390">
                  <c:v>0</c:v>
                </c:pt>
                <c:pt idx="4391">
                  <c:v>0</c:v>
                </c:pt>
                <c:pt idx="4392">
                  <c:v>0</c:v>
                </c:pt>
                <c:pt idx="4393">
                  <c:v>0</c:v>
                </c:pt>
                <c:pt idx="4394">
                  <c:v>0</c:v>
                </c:pt>
                <c:pt idx="4395">
                  <c:v>0</c:v>
                </c:pt>
                <c:pt idx="4396">
                  <c:v>0</c:v>
                </c:pt>
                <c:pt idx="4397">
                  <c:v>0</c:v>
                </c:pt>
                <c:pt idx="4398">
                  <c:v>0</c:v>
                </c:pt>
                <c:pt idx="4399">
                  <c:v>0</c:v>
                </c:pt>
                <c:pt idx="4400">
                  <c:v>0</c:v>
                </c:pt>
                <c:pt idx="4401">
                  <c:v>0</c:v>
                </c:pt>
                <c:pt idx="4402">
                  <c:v>0</c:v>
                </c:pt>
                <c:pt idx="4403">
                  <c:v>0</c:v>
                </c:pt>
                <c:pt idx="4404">
                  <c:v>0</c:v>
                </c:pt>
                <c:pt idx="4405">
                  <c:v>0</c:v>
                </c:pt>
                <c:pt idx="4406">
                  <c:v>0</c:v>
                </c:pt>
                <c:pt idx="4407">
                  <c:v>0</c:v>
                </c:pt>
                <c:pt idx="4408">
                  <c:v>0</c:v>
                </c:pt>
                <c:pt idx="4409">
                  <c:v>0</c:v>
                </c:pt>
                <c:pt idx="4410">
                  <c:v>0</c:v>
                </c:pt>
                <c:pt idx="4411">
                  <c:v>0</c:v>
                </c:pt>
                <c:pt idx="4412">
                  <c:v>0</c:v>
                </c:pt>
                <c:pt idx="4413">
                  <c:v>0</c:v>
                </c:pt>
                <c:pt idx="4414">
                  <c:v>0</c:v>
                </c:pt>
                <c:pt idx="4415">
                  <c:v>0</c:v>
                </c:pt>
                <c:pt idx="4416">
                  <c:v>0</c:v>
                </c:pt>
                <c:pt idx="4417">
                  <c:v>0</c:v>
                </c:pt>
                <c:pt idx="4418">
                  <c:v>0</c:v>
                </c:pt>
                <c:pt idx="4419">
                  <c:v>0</c:v>
                </c:pt>
                <c:pt idx="4420">
                  <c:v>0</c:v>
                </c:pt>
                <c:pt idx="4421">
                  <c:v>0</c:v>
                </c:pt>
                <c:pt idx="4422">
                  <c:v>0</c:v>
                </c:pt>
                <c:pt idx="4423">
                  <c:v>0</c:v>
                </c:pt>
                <c:pt idx="4424">
                  <c:v>0</c:v>
                </c:pt>
                <c:pt idx="4425">
                  <c:v>0</c:v>
                </c:pt>
                <c:pt idx="4426">
                  <c:v>0</c:v>
                </c:pt>
                <c:pt idx="4427">
                  <c:v>0</c:v>
                </c:pt>
                <c:pt idx="4428">
                  <c:v>0</c:v>
                </c:pt>
                <c:pt idx="4429">
                  <c:v>0</c:v>
                </c:pt>
                <c:pt idx="4430">
                  <c:v>0</c:v>
                </c:pt>
                <c:pt idx="4431">
                  <c:v>0</c:v>
                </c:pt>
                <c:pt idx="4432">
                  <c:v>0</c:v>
                </c:pt>
                <c:pt idx="4433">
                  <c:v>0</c:v>
                </c:pt>
                <c:pt idx="4434">
                  <c:v>0</c:v>
                </c:pt>
                <c:pt idx="4435">
                  <c:v>0</c:v>
                </c:pt>
                <c:pt idx="4436">
                  <c:v>0</c:v>
                </c:pt>
                <c:pt idx="4437">
                  <c:v>0</c:v>
                </c:pt>
                <c:pt idx="4438">
                  <c:v>0</c:v>
                </c:pt>
                <c:pt idx="4439">
                  <c:v>0</c:v>
                </c:pt>
                <c:pt idx="4440">
                  <c:v>0</c:v>
                </c:pt>
                <c:pt idx="4441">
                  <c:v>0</c:v>
                </c:pt>
                <c:pt idx="4442">
                  <c:v>0</c:v>
                </c:pt>
                <c:pt idx="4443">
                  <c:v>0</c:v>
                </c:pt>
                <c:pt idx="4444">
                  <c:v>0</c:v>
                </c:pt>
                <c:pt idx="4445">
                  <c:v>0</c:v>
                </c:pt>
                <c:pt idx="4446">
                  <c:v>0</c:v>
                </c:pt>
                <c:pt idx="4447">
                  <c:v>0</c:v>
                </c:pt>
                <c:pt idx="4448">
                  <c:v>0</c:v>
                </c:pt>
                <c:pt idx="4449">
                  <c:v>0</c:v>
                </c:pt>
                <c:pt idx="4450">
                  <c:v>0</c:v>
                </c:pt>
                <c:pt idx="4451">
                  <c:v>0</c:v>
                </c:pt>
                <c:pt idx="4452">
                  <c:v>0</c:v>
                </c:pt>
                <c:pt idx="4453">
                  <c:v>0</c:v>
                </c:pt>
                <c:pt idx="4454">
                  <c:v>0</c:v>
                </c:pt>
                <c:pt idx="4455">
                  <c:v>0</c:v>
                </c:pt>
                <c:pt idx="4456">
                  <c:v>0</c:v>
                </c:pt>
                <c:pt idx="4457">
                  <c:v>0</c:v>
                </c:pt>
                <c:pt idx="4458">
                  <c:v>0</c:v>
                </c:pt>
                <c:pt idx="4459">
                  <c:v>0</c:v>
                </c:pt>
                <c:pt idx="4460">
                  <c:v>0</c:v>
                </c:pt>
                <c:pt idx="4461">
                  <c:v>0</c:v>
                </c:pt>
                <c:pt idx="4462">
                  <c:v>0</c:v>
                </c:pt>
                <c:pt idx="4463">
                  <c:v>0</c:v>
                </c:pt>
                <c:pt idx="4464">
                  <c:v>0</c:v>
                </c:pt>
                <c:pt idx="4465">
                  <c:v>0</c:v>
                </c:pt>
                <c:pt idx="4466">
                  <c:v>0</c:v>
                </c:pt>
                <c:pt idx="4467">
                  <c:v>0</c:v>
                </c:pt>
                <c:pt idx="4468">
                  <c:v>0</c:v>
                </c:pt>
                <c:pt idx="4469">
                  <c:v>0</c:v>
                </c:pt>
                <c:pt idx="4470">
                  <c:v>0</c:v>
                </c:pt>
                <c:pt idx="4471">
                  <c:v>0</c:v>
                </c:pt>
                <c:pt idx="4472">
                  <c:v>0</c:v>
                </c:pt>
                <c:pt idx="4473">
                  <c:v>0</c:v>
                </c:pt>
                <c:pt idx="4474">
                  <c:v>0</c:v>
                </c:pt>
                <c:pt idx="4475">
                  <c:v>0</c:v>
                </c:pt>
                <c:pt idx="4476">
                  <c:v>0</c:v>
                </c:pt>
                <c:pt idx="4477">
                  <c:v>0</c:v>
                </c:pt>
                <c:pt idx="4478">
                  <c:v>0</c:v>
                </c:pt>
                <c:pt idx="4479">
                  <c:v>0</c:v>
                </c:pt>
                <c:pt idx="4480">
                  <c:v>0</c:v>
                </c:pt>
                <c:pt idx="4481">
                  <c:v>0</c:v>
                </c:pt>
                <c:pt idx="4482">
                  <c:v>0</c:v>
                </c:pt>
                <c:pt idx="4483">
                  <c:v>0</c:v>
                </c:pt>
                <c:pt idx="4484">
                  <c:v>0</c:v>
                </c:pt>
                <c:pt idx="4485">
                  <c:v>0</c:v>
                </c:pt>
                <c:pt idx="4486">
                  <c:v>0</c:v>
                </c:pt>
                <c:pt idx="4487">
                  <c:v>0</c:v>
                </c:pt>
                <c:pt idx="4488">
                  <c:v>0</c:v>
                </c:pt>
                <c:pt idx="4489">
                  <c:v>0</c:v>
                </c:pt>
                <c:pt idx="4490">
                  <c:v>0</c:v>
                </c:pt>
                <c:pt idx="4491">
                  <c:v>0</c:v>
                </c:pt>
                <c:pt idx="4492">
                  <c:v>0</c:v>
                </c:pt>
                <c:pt idx="4493">
                  <c:v>0</c:v>
                </c:pt>
                <c:pt idx="4494">
                  <c:v>0</c:v>
                </c:pt>
                <c:pt idx="4495">
                  <c:v>0</c:v>
                </c:pt>
                <c:pt idx="4496">
                  <c:v>0</c:v>
                </c:pt>
                <c:pt idx="4497">
                  <c:v>0</c:v>
                </c:pt>
                <c:pt idx="4498">
                  <c:v>0</c:v>
                </c:pt>
                <c:pt idx="4499">
                  <c:v>0</c:v>
                </c:pt>
                <c:pt idx="4500">
                  <c:v>0</c:v>
                </c:pt>
                <c:pt idx="4501">
                  <c:v>0</c:v>
                </c:pt>
                <c:pt idx="4502">
                  <c:v>0</c:v>
                </c:pt>
                <c:pt idx="4503">
                  <c:v>0</c:v>
                </c:pt>
                <c:pt idx="4504">
                  <c:v>0</c:v>
                </c:pt>
                <c:pt idx="4505">
                  <c:v>0</c:v>
                </c:pt>
                <c:pt idx="4506">
                  <c:v>0</c:v>
                </c:pt>
                <c:pt idx="4507">
                  <c:v>0</c:v>
                </c:pt>
                <c:pt idx="4508">
                  <c:v>0</c:v>
                </c:pt>
                <c:pt idx="4509">
                  <c:v>0</c:v>
                </c:pt>
                <c:pt idx="4510">
                  <c:v>0</c:v>
                </c:pt>
                <c:pt idx="4511">
                  <c:v>0</c:v>
                </c:pt>
                <c:pt idx="4512">
                  <c:v>0</c:v>
                </c:pt>
                <c:pt idx="4513">
                  <c:v>0</c:v>
                </c:pt>
                <c:pt idx="4514">
                  <c:v>0</c:v>
                </c:pt>
                <c:pt idx="4515">
                  <c:v>0</c:v>
                </c:pt>
                <c:pt idx="4516">
                  <c:v>0</c:v>
                </c:pt>
                <c:pt idx="4517">
                  <c:v>0</c:v>
                </c:pt>
                <c:pt idx="4518">
                  <c:v>0</c:v>
                </c:pt>
                <c:pt idx="4519">
                  <c:v>0</c:v>
                </c:pt>
                <c:pt idx="4520">
                  <c:v>0</c:v>
                </c:pt>
                <c:pt idx="4521">
                  <c:v>0</c:v>
                </c:pt>
                <c:pt idx="4522">
                  <c:v>0</c:v>
                </c:pt>
                <c:pt idx="4523">
                  <c:v>0</c:v>
                </c:pt>
                <c:pt idx="4524">
                  <c:v>0</c:v>
                </c:pt>
                <c:pt idx="4525">
                  <c:v>0</c:v>
                </c:pt>
                <c:pt idx="4526">
                  <c:v>0</c:v>
                </c:pt>
                <c:pt idx="4527">
                  <c:v>0</c:v>
                </c:pt>
                <c:pt idx="4528">
                  <c:v>0</c:v>
                </c:pt>
                <c:pt idx="4529">
                  <c:v>0</c:v>
                </c:pt>
                <c:pt idx="4530">
                  <c:v>0</c:v>
                </c:pt>
                <c:pt idx="4531">
                  <c:v>0</c:v>
                </c:pt>
                <c:pt idx="4532">
                  <c:v>0</c:v>
                </c:pt>
                <c:pt idx="4533">
                  <c:v>0</c:v>
                </c:pt>
                <c:pt idx="4534">
                  <c:v>0</c:v>
                </c:pt>
                <c:pt idx="4535">
                  <c:v>0</c:v>
                </c:pt>
                <c:pt idx="4536">
                  <c:v>0</c:v>
                </c:pt>
                <c:pt idx="4537">
                  <c:v>0</c:v>
                </c:pt>
                <c:pt idx="4538">
                  <c:v>0</c:v>
                </c:pt>
                <c:pt idx="4539">
                  <c:v>0</c:v>
                </c:pt>
                <c:pt idx="4540">
                  <c:v>0</c:v>
                </c:pt>
                <c:pt idx="4541">
                  <c:v>0</c:v>
                </c:pt>
                <c:pt idx="4542">
                  <c:v>0</c:v>
                </c:pt>
                <c:pt idx="4543">
                  <c:v>0</c:v>
                </c:pt>
                <c:pt idx="4544">
                  <c:v>0</c:v>
                </c:pt>
                <c:pt idx="4545">
                  <c:v>0</c:v>
                </c:pt>
                <c:pt idx="4546">
                  <c:v>0</c:v>
                </c:pt>
                <c:pt idx="4547">
                  <c:v>0</c:v>
                </c:pt>
                <c:pt idx="4548">
                  <c:v>0</c:v>
                </c:pt>
                <c:pt idx="4549">
                  <c:v>0</c:v>
                </c:pt>
                <c:pt idx="4550">
                  <c:v>0</c:v>
                </c:pt>
                <c:pt idx="4551">
                  <c:v>0</c:v>
                </c:pt>
                <c:pt idx="4552">
                  <c:v>0</c:v>
                </c:pt>
                <c:pt idx="4553">
                  <c:v>0</c:v>
                </c:pt>
                <c:pt idx="4554">
                  <c:v>0</c:v>
                </c:pt>
                <c:pt idx="4555">
                  <c:v>0</c:v>
                </c:pt>
                <c:pt idx="4556">
                  <c:v>0</c:v>
                </c:pt>
                <c:pt idx="4557">
                  <c:v>0</c:v>
                </c:pt>
                <c:pt idx="4558">
                  <c:v>0</c:v>
                </c:pt>
                <c:pt idx="4559">
                  <c:v>0</c:v>
                </c:pt>
                <c:pt idx="4560">
                  <c:v>0</c:v>
                </c:pt>
                <c:pt idx="4561">
                  <c:v>0</c:v>
                </c:pt>
                <c:pt idx="4562">
                  <c:v>0</c:v>
                </c:pt>
                <c:pt idx="4563">
                  <c:v>0</c:v>
                </c:pt>
                <c:pt idx="4564">
                  <c:v>0</c:v>
                </c:pt>
                <c:pt idx="4565">
                  <c:v>0</c:v>
                </c:pt>
                <c:pt idx="4566">
                  <c:v>0</c:v>
                </c:pt>
                <c:pt idx="4567">
                  <c:v>0</c:v>
                </c:pt>
                <c:pt idx="4568">
                  <c:v>0</c:v>
                </c:pt>
                <c:pt idx="4569">
                  <c:v>0</c:v>
                </c:pt>
                <c:pt idx="4570">
                  <c:v>0</c:v>
                </c:pt>
                <c:pt idx="4571">
                  <c:v>0</c:v>
                </c:pt>
                <c:pt idx="4572">
                  <c:v>0</c:v>
                </c:pt>
                <c:pt idx="4573">
                  <c:v>0</c:v>
                </c:pt>
                <c:pt idx="4574">
                  <c:v>0</c:v>
                </c:pt>
                <c:pt idx="4575">
                  <c:v>0</c:v>
                </c:pt>
                <c:pt idx="4576">
                  <c:v>0</c:v>
                </c:pt>
                <c:pt idx="4577">
                  <c:v>0</c:v>
                </c:pt>
                <c:pt idx="4578">
                  <c:v>0</c:v>
                </c:pt>
                <c:pt idx="4579">
                  <c:v>0</c:v>
                </c:pt>
                <c:pt idx="4580">
                  <c:v>0</c:v>
                </c:pt>
                <c:pt idx="4581">
                  <c:v>0</c:v>
                </c:pt>
                <c:pt idx="4582">
                  <c:v>0</c:v>
                </c:pt>
                <c:pt idx="4583">
                  <c:v>0</c:v>
                </c:pt>
                <c:pt idx="4584">
                  <c:v>0</c:v>
                </c:pt>
                <c:pt idx="4585">
                  <c:v>0</c:v>
                </c:pt>
                <c:pt idx="4586">
                  <c:v>0</c:v>
                </c:pt>
                <c:pt idx="4587">
                  <c:v>0</c:v>
                </c:pt>
                <c:pt idx="4588">
                  <c:v>0</c:v>
                </c:pt>
                <c:pt idx="4589">
                  <c:v>0</c:v>
                </c:pt>
                <c:pt idx="4590">
                  <c:v>0</c:v>
                </c:pt>
                <c:pt idx="4591">
                  <c:v>0</c:v>
                </c:pt>
                <c:pt idx="4592">
                  <c:v>0</c:v>
                </c:pt>
                <c:pt idx="4593">
                  <c:v>0</c:v>
                </c:pt>
                <c:pt idx="4594">
                  <c:v>0</c:v>
                </c:pt>
                <c:pt idx="4595">
                  <c:v>0</c:v>
                </c:pt>
                <c:pt idx="4596">
                  <c:v>0</c:v>
                </c:pt>
                <c:pt idx="4597">
                  <c:v>0</c:v>
                </c:pt>
                <c:pt idx="4598">
                  <c:v>0</c:v>
                </c:pt>
                <c:pt idx="4599">
                  <c:v>0</c:v>
                </c:pt>
                <c:pt idx="4600">
                  <c:v>0</c:v>
                </c:pt>
                <c:pt idx="4601">
                  <c:v>0</c:v>
                </c:pt>
                <c:pt idx="4602">
                  <c:v>0</c:v>
                </c:pt>
                <c:pt idx="4603">
                  <c:v>0</c:v>
                </c:pt>
                <c:pt idx="4604">
                  <c:v>0</c:v>
                </c:pt>
                <c:pt idx="4605">
                  <c:v>0</c:v>
                </c:pt>
                <c:pt idx="4606">
                  <c:v>0</c:v>
                </c:pt>
                <c:pt idx="4607">
                  <c:v>0</c:v>
                </c:pt>
                <c:pt idx="4608">
                  <c:v>0</c:v>
                </c:pt>
                <c:pt idx="4609">
                  <c:v>0</c:v>
                </c:pt>
                <c:pt idx="4610">
                  <c:v>0</c:v>
                </c:pt>
                <c:pt idx="4611">
                  <c:v>0</c:v>
                </c:pt>
                <c:pt idx="4612">
                  <c:v>0</c:v>
                </c:pt>
                <c:pt idx="4613">
                  <c:v>0</c:v>
                </c:pt>
                <c:pt idx="4614">
                  <c:v>0</c:v>
                </c:pt>
                <c:pt idx="4615">
                  <c:v>0</c:v>
                </c:pt>
                <c:pt idx="4616">
                  <c:v>0</c:v>
                </c:pt>
                <c:pt idx="4617">
                  <c:v>0</c:v>
                </c:pt>
                <c:pt idx="4618">
                  <c:v>0</c:v>
                </c:pt>
                <c:pt idx="4619">
                  <c:v>0</c:v>
                </c:pt>
                <c:pt idx="4620">
                  <c:v>0</c:v>
                </c:pt>
                <c:pt idx="4621">
                  <c:v>0</c:v>
                </c:pt>
                <c:pt idx="4622">
                  <c:v>0</c:v>
                </c:pt>
                <c:pt idx="4623">
                  <c:v>0</c:v>
                </c:pt>
                <c:pt idx="4624">
                  <c:v>0</c:v>
                </c:pt>
                <c:pt idx="4625">
                  <c:v>0</c:v>
                </c:pt>
                <c:pt idx="4626">
                  <c:v>0</c:v>
                </c:pt>
                <c:pt idx="4627">
                  <c:v>0</c:v>
                </c:pt>
                <c:pt idx="4628">
                  <c:v>0</c:v>
                </c:pt>
                <c:pt idx="4629">
                  <c:v>0</c:v>
                </c:pt>
                <c:pt idx="4630">
                  <c:v>0</c:v>
                </c:pt>
                <c:pt idx="4631">
                  <c:v>0</c:v>
                </c:pt>
                <c:pt idx="4632">
                  <c:v>0</c:v>
                </c:pt>
                <c:pt idx="4633">
                  <c:v>0</c:v>
                </c:pt>
                <c:pt idx="4634">
                  <c:v>0</c:v>
                </c:pt>
                <c:pt idx="4635">
                  <c:v>0</c:v>
                </c:pt>
                <c:pt idx="4636">
                  <c:v>0</c:v>
                </c:pt>
                <c:pt idx="4637">
                  <c:v>0</c:v>
                </c:pt>
                <c:pt idx="4638">
                  <c:v>0</c:v>
                </c:pt>
                <c:pt idx="4639">
                  <c:v>0</c:v>
                </c:pt>
                <c:pt idx="4640">
                  <c:v>0</c:v>
                </c:pt>
                <c:pt idx="4641">
                  <c:v>0</c:v>
                </c:pt>
                <c:pt idx="4642">
                  <c:v>0</c:v>
                </c:pt>
                <c:pt idx="4643">
                  <c:v>0</c:v>
                </c:pt>
                <c:pt idx="4644">
                  <c:v>0</c:v>
                </c:pt>
                <c:pt idx="4645">
                  <c:v>0</c:v>
                </c:pt>
                <c:pt idx="4646">
                  <c:v>0</c:v>
                </c:pt>
                <c:pt idx="4647">
                  <c:v>0</c:v>
                </c:pt>
                <c:pt idx="4648">
                  <c:v>0</c:v>
                </c:pt>
                <c:pt idx="4649">
                  <c:v>0</c:v>
                </c:pt>
                <c:pt idx="4650">
                  <c:v>0</c:v>
                </c:pt>
                <c:pt idx="4651">
                  <c:v>0</c:v>
                </c:pt>
                <c:pt idx="4652">
                  <c:v>0</c:v>
                </c:pt>
                <c:pt idx="4653">
                  <c:v>0</c:v>
                </c:pt>
                <c:pt idx="4654">
                  <c:v>0</c:v>
                </c:pt>
                <c:pt idx="4655">
                  <c:v>0</c:v>
                </c:pt>
                <c:pt idx="4656">
                  <c:v>0</c:v>
                </c:pt>
                <c:pt idx="4657">
                  <c:v>0</c:v>
                </c:pt>
                <c:pt idx="4658">
                  <c:v>0</c:v>
                </c:pt>
                <c:pt idx="4659">
                  <c:v>0</c:v>
                </c:pt>
                <c:pt idx="4660">
                  <c:v>0</c:v>
                </c:pt>
                <c:pt idx="4661">
                  <c:v>0</c:v>
                </c:pt>
                <c:pt idx="4662">
                  <c:v>0</c:v>
                </c:pt>
                <c:pt idx="4663">
                  <c:v>0</c:v>
                </c:pt>
                <c:pt idx="4664">
                  <c:v>0</c:v>
                </c:pt>
                <c:pt idx="4665">
                  <c:v>0</c:v>
                </c:pt>
                <c:pt idx="4666">
                  <c:v>0</c:v>
                </c:pt>
                <c:pt idx="4667">
                  <c:v>0</c:v>
                </c:pt>
                <c:pt idx="4668">
                  <c:v>0</c:v>
                </c:pt>
                <c:pt idx="4669">
                  <c:v>0</c:v>
                </c:pt>
                <c:pt idx="4670">
                  <c:v>0</c:v>
                </c:pt>
                <c:pt idx="4671">
                  <c:v>0</c:v>
                </c:pt>
                <c:pt idx="4672">
                  <c:v>0</c:v>
                </c:pt>
                <c:pt idx="4673">
                  <c:v>0</c:v>
                </c:pt>
                <c:pt idx="4674">
                  <c:v>0</c:v>
                </c:pt>
                <c:pt idx="4675">
                  <c:v>0</c:v>
                </c:pt>
                <c:pt idx="4676">
                  <c:v>0</c:v>
                </c:pt>
                <c:pt idx="4677">
                  <c:v>0</c:v>
                </c:pt>
                <c:pt idx="4678">
                  <c:v>0</c:v>
                </c:pt>
                <c:pt idx="4679">
                  <c:v>0</c:v>
                </c:pt>
                <c:pt idx="4680">
                  <c:v>0</c:v>
                </c:pt>
                <c:pt idx="4681">
                  <c:v>0</c:v>
                </c:pt>
                <c:pt idx="4682">
                  <c:v>0</c:v>
                </c:pt>
                <c:pt idx="4683">
                  <c:v>0</c:v>
                </c:pt>
                <c:pt idx="4684">
                  <c:v>0</c:v>
                </c:pt>
                <c:pt idx="4685">
                  <c:v>0</c:v>
                </c:pt>
                <c:pt idx="4686">
                  <c:v>0</c:v>
                </c:pt>
                <c:pt idx="4687">
                  <c:v>0</c:v>
                </c:pt>
                <c:pt idx="4688">
                  <c:v>0</c:v>
                </c:pt>
                <c:pt idx="4689">
                  <c:v>0</c:v>
                </c:pt>
                <c:pt idx="4690">
                  <c:v>0</c:v>
                </c:pt>
                <c:pt idx="4691">
                  <c:v>0</c:v>
                </c:pt>
                <c:pt idx="4692">
                  <c:v>0</c:v>
                </c:pt>
                <c:pt idx="4693">
                  <c:v>0</c:v>
                </c:pt>
                <c:pt idx="4694">
                  <c:v>0</c:v>
                </c:pt>
                <c:pt idx="4695">
                  <c:v>0</c:v>
                </c:pt>
                <c:pt idx="4696">
                  <c:v>0</c:v>
                </c:pt>
                <c:pt idx="4697">
                  <c:v>0</c:v>
                </c:pt>
                <c:pt idx="4698">
                  <c:v>0</c:v>
                </c:pt>
                <c:pt idx="4699">
                  <c:v>0</c:v>
                </c:pt>
                <c:pt idx="4700">
                  <c:v>0</c:v>
                </c:pt>
                <c:pt idx="4701">
                  <c:v>0</c:v>
                </c:pt>
                <c:pt idx="4702">
                  <c:v>0</c:v>
                </c:pt>
                <c:pt idx="4703">
                  <c:v>0</c:v>
                </c:pt>
                <c:pt idx="4704">
                  <c:v>0</c:v>
                </c:pt>
                <c:pt idx="4705">
                  <c:v>0</c:v>
                </c:pt>
                <c:pt idx="4706">
                  <c:v>0</c:v>
                </c:pt>
                <c:pt idx="4707">
                  <c:v>0</c:v>
                </c:pt>
                <c:pt idx="4708">
                  <c:v>0</c:v>
                </c:pt>
                <c:pt idx="4709">
                  <c:v>0</c:v>
                </c:pt>
                <c:pt idx="4710">
                  <c:v>0</c:v>
                </c:pt>
                <c:pt idx="4711">
                  <c:v>0</c:v>
                </c:pt>
                <c:pt idx="4712">
                  <c:v>0</c:v>
                </c:pt>
                <c:pt idx="4713">
                  <c:v>0</c:v>
                </c:pt>
                <c:pt idx="4714">
                  <c:v>0</c:v>
                </c:pt>
                <c:pt idx="4715">
                  <c:v>0</c:v>
                </c:pt>
                <c:pt idx="4716">
                  <c:v>0</c:v>
                </c:pt>
                <c:pt idx="4717">
                  <c:v>0</c:v>
                </c:pt>
                <c:pt idx="4718">
                  <c:v>0</c:v>
                </c:pt>
                <c:pt idx="4719">
                  <c:v>0</c:v>
                </c:pt>
                <c:pt idx="4720">
                  <c:v>0</c:v>
                </c:pt>
                <c:pt idx="4721">
                  <c:v>0</c:v>
                </c:pt>
                <c:pt idx="4722">
                  <c:v>0</c:v>
                </c:pt>
                <c:pt idx="4723">
                  <c:v>0</c:v>
                </c:pt>
                <c:pt idx="4724">
                  <c:v>0</c:v>
                </c:pt>
                <c:pt idx="4725">
                  <c:v>0</c:v>
                </c:pt>
                <c:pt idx="4726">
                  <c:v>0</c:v>
                </c:pt>
                <c:pt idx="4727">
                  <c:v>0</c:v>
                </c:pt>
                <c:pt idx="4728">
                  <c:v>0</c:v>
                </c:pt>
                <c:pt idx="4729">
                  <c:v>0</c:v>
                </c:pt>
                <c:pt idx="4730">
                  <c:v>0</c:v>
                </c:pt>
                <c:pt idx="4731">
                  <c:v>0</c:v>
                </c:pt>
                <c:pt idx="4732">
                  <c:v>0</c:v>
                </c:pt>
                <c:pt idx="4733">
                  <c:v>0</c:v>
                </c:pt>
                <c:pt idx="4734">
                  <c:v>0</c:v>
                </c:pt>
                <c:pt idx="4735">
                  <c:v>0</c:v>
                </c:pt>
                <c:pt idx="4736">
                  <c:v>0</c:v>
                </c:pt>
                <c:pt idx="4737">
                  <c:v>0</c:v>
                </c:pt>
                <c:pt idx="4738">
                  <c:v>0</c:v>
                </c:pt>
                <c:pt idx="4739">
                  <c:v>0</c:v>
                </c:pt>
                <c:pt idx="4740">
                  <c:v>0</c:v>
                </c:pt>
                <c:pt idx="4741">
                  <c:v>0</c:v>
                </c:pt>
                <c:pt idx="4742">
                  <c:v>0</c:v>
                </c:pt>
                <c:pt idx="4743">
                  <c:v>0</c:v>
                </c:pt>
                <c:pt idx="4744">
                  <c:v>0</c:v>
                </c:pt>
                <c:pt idx="4745">
                  <c:v>0</c:v>
                </c:pt>
                <c:pt idx="4746">
                  <c:v>0</c:v>
                </c:pt>
                <c:pt idx="4747">
                  <c:v>0</c:v>
                </c:pt>
                <c:pt idx="4748">
                  <c:v>0</c:v>
                </c:pt>
                <c:pt idx="4749">
                  <c:v>0</c:v>
                </c:pt>
                <c:pt idx="4750">
                  <c:v>0</c:v>
                </c:pt>
                <c:pt idx="4751">
                  <c:v>0</c:v>
                </c:pt>
                <c:pt idx="4752">
                  <c:v>0</c:v>
                </c:pt>
                <c:pt idx="4753">
                  <c:v>0</c:v>
                </c:pt>
                <c:pt idx="4754">
                  <c:v>0</c:v>
                </c:pt>
                <c:pt idx="4755">
                  <c:v>0</c:v>
                </c:pt>
                <c:pt idx="4756">
                  <c:v>0</c:v>
                </c:pt>
                <c:pt idx="4757">
                  <c:v>0</c:v>
                </c:pt>
                <c:pt idx="4758">
                  <c:v>0</c:v>
                </c:pt>
                <c:pt idx="4759">
                  <c:v>0</c:v>
                </c:pt>
                <c:pt idx="4760">
                  <c:v>0</c:v>
                </c:pt>
                <c:pt idx="4761">
                  <c:v>0</c:v>
                </c:pt>
                <c:pt idx="4762">
                  <c:v>0</c:v>
                </c:pt>
                <c:pt idx="4763">
                  <c:v>0</c:v>
                </c:pt>
                <c:pt idx="4764">
                  <c:v>0</c:v>
                </c:pt>
                <c:pt idx="4765">
                  <c:v>0</c:v>
                </c:pt>
                <c:pt idx="4766">
                  <c:v>0</c:v>
                </c:pt>
                <c:pt idx="4767">
                  <c:v>0</c:v>
                </c:pt>
                <c:pt idx="4768">
                  <c:v>0</c:v>
                </c:pt>
                <c:pt idx="4769">
                  <c:v>0</c:v>
                </c:pt>
                <c:pt idx="4770">
                  <c:v>0</c:v>
                </c:pt>
                <c:pt idx="4771">
                  <c:v>0</c:v>
                </c:pt>
                <c:pt idx="4772">
                  <c:v>0</c:v>
                </c:pt>
                <c:pt idx="4773">
                  <c:v>0</c:v>
                </c:pt>
                <c:pt idx="4774">
                  <c:v>0</c:v>
                </c:pt>
                <c:pt idx="4775">
                  <c:v>0</c:v>
                </c:pt>
                <c:pt idx="4776">
                  <c:v>0</c:v>
                </c:pt>
                <c:pt idx="4777">
                  <c:v>0</c:v>
                </c:pt>
                <c:pt idx="4778">
                  <c:v>0</c:v>
                </c:pt>
                <c:pt idx="4779">
                  <c:v>0</c:v>
                </c:pt>
                <c:pt idx="4780">
                  <c:v>0</c:v>
                </c:pt>
                <c:pt idx="4781">
                  <c:v>0</c:v>
                </c:pt>
                <c:pt idx="4782">
                  <c:v>0</c:v>
                </c:pt>
                <c:pt idx="4783">
                  <c:v>0</c:v>
                </c:pt>
                <c:pt idx="4784">
                  <c:v>0</c:v>
                </c:pt>
                <c:pt idx="4785">
                  <c:v>0</c:v>
                </c:pt>
                <c:pt idx="4786">
                  <c:v>0</c:v>
                </c:pt>
                <c:pt idx="4787">
                  <c:v>0</c:v>
                </c:pt>
                <c:pt idx="4788">
                  <c:v>0</c:v>
                </c:pt>
                <c:pt idx="4789">
                  <c:v>0</c:v>
                </c:pt>
                <c:pt idx="4790">
                  <c:v>0</c:v>
                </c:pt>
                <c:pt idx="4791">
                  <c:v>0</c:v>
                </c:pt>
                <c:pt idx="4792">
                  <c:v>0</c:v>
                </c:pt>
                <c:pt idx="4793">
                  <c:v>0</c:v>
                </c:pt>
                <c:pt idx="4794">
                  <c:v>0</c:v>
                </c:pt>
                <c:pt idx="4795">
                  <c:v>0</c:v>
                </c:pt>
                <c:pt idx="4796">
                  <c:v>0</c:v>
                </c:pt>
                <c:pt idx="4797">
                  <c:v>0</c:v>
                </c:pt>
                <c:pt idx="4798">
                  <c:v>0</c:v>
                </c:pt>
                <c:pt idx="4799">
                  <c:v>0</c:v>
                </c:pt>
                <c:pt idx="4800">
                  <c:v>0</c:v>
                </c:pt>
                <c:pt idx="4801">
                  <c:v>0</c:v>
                </c:pt>
                <c:pt idx="4802">
                  <c:v>0</c:v>
                </c:pt>
                <c:pt idx="4803">
                  <c:v>0</c:v>
                </c:pt>
                <c:pt idx="4804">
                  <c:v>0</c:v>
                </c:pt>
                <c:pt idx="4805">
                  <c:v>0</c:v>
                </c:pt>
                <c:pt idx="4806">
                  <c:v>0</c:v>
                </c:pt>
                <c:pt idx="4807">
                  <c:v>0</c:v>
                </c:pt>
                <c:pt idx="4808">
                  <c:v>0</c:v>
                </c:pt>
                <c:pt idx="4809">
                  <c:v>0</c:v>
                </c:pt>
                <c:pt idx="4810">
                  <c:v>0</c:v>
                </c:pt>
                <c:pt idx="4811">
                  <c:v>0</c:v>
                </c:pt>
                <c:pt idx="4812">
                  <c:v>0</c:v>
                </c:pt>
                <c:pt idx="4813">
                  <c:v>0</c:v>
                </c:pt>
                <c:pt idx="4814">
                  <c:v>0</c:v>
                </c:pt>
                <c:pt idx="4815">
                  <c:v>0</c:v>
                </c:pt>
                <c:pt idx="4816">
                  <c:v>0</c:v>
                </c:pt>
                <c:pt idx="4817">
                  <c:v>0</c:v>
                </c:pt>
                <c:pt idx="4818">
                  <c:v>0</c:v>
                </c:pt>
                <c:pt idx="4819">
                  <c:v>0</c:v>
                </c:pt>
                <c:pt idx="4820">
                  <c:v>0</c:v>
                </c:pt>
                <c:pt idx="4821">
                  <c:v>0</c:v>
                </c:pt>
                <c:pt idx="4822">
                  <c:v>0</c:v>
                </c:pt>
                <c:pt idx="4823">
                  <c:v>0</c:v>
                </c:pt>
                <c:pt idx="4824">
                  <c:v>0</c:v>
                </c:pt>
                <c:pt idx="4825">
                  <c:v>0</c:v>
                </c:pt>
                <c:pt idx="4826">
                  <c:v>0</c:v>
                </c:pt>
                <c:pt idx="4827">
                  <c:v>0</c:v>
                </c:pt>
                <c:pt idx="4828">
                  <c:v>0</c:v>
                </c:pt>
                <c:pt idx="4829">
                  <c:v>0</c:v>
                </c:pt>
                <c:pt idx="4830">
                  <c:v>0</c:v>
                </c:pt>
                <c:pt idx="4831">
                  <c:v>0</c:v>
                </c:pt>
                <c:pt idx="4832">
                  <c:v>0</c:v>
                </c:pt>
                <c:pt idx="4833">
                  <c:v>0</c:v>
                </c:pt>
                <c:pt idx="4834">
                  <c:v>0</c:v>
                </c:pt>
                <c:pt idx="4835">
                  <c:v>0</c:v>
                </c:pt>
                <c:pt idx="4836">
                  <c:v>0</c:v>
                </c:pt>
              </c:numCache>
            </c:numRef>
          </c:val>
          <c:smooth val="0"/>
        </c:ser>
        <c:ser>
          <c:idx val="3"/>
          <c:order val="3"/>
          <c:tx>
            <c:strRef>
              <c:f>微盘_2018!$O$13</c:f>
              <c:strCache>
                <c:ptCount val="1"/>
                <c:pt idx="0">
                  <c:v>万得微盘股指数</c:v>
                </c:pt>
              </c:strCache>
            </c:strRef>
          </c:tx>
          <c:spPr>
            <a:ln w="28575" cap="rnd">
              <a:solidFill>
                <a:schemeClr val="tx2"/>
              </a:solidFill>
              <a:round/>
            </a:ln>
            <a:effectLst/>
          </c:spPr>
          <c:marker>
            <c:symbol val="none"/>
          </c:marker>
          <c:cat>
            <c:numRef>
              <c:f>微盘_2018!$A$14:$A$10002</c:f>
              <c:numCache>
                <c:formatCode>yyyy/mm/dd</c:formatCode>
                <c:ptCount val="9989"/>
                <c:pt idx="0">
                  <c:v>43462</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43507</c:v>
                </c:pt>
                <c:pt idx="25">
                  <c:v>43508</c:v>
                </c:pt>
                <c:pt idx="26">
                  <c:v>43509</c:v>
                </c:pt>
                <c:pt idx="27">
                  <c:v>43510</c:v>
                </c:pt>
                <c:pt idx="28">
                  <c:v>43511</c:v>
                </c:pt>
                <c:pt idx="29">
                  <c:v>43514</c:v>
                </c:pt>
                <c:pt idx="30">
                  <c:v>43515</c:v>
                </c:pt>
                <c:pt idx="31">
                  <c:v>43516</c:v>
                </c:pt>
                <c:pt idx="32">
                  <c:v>43517</c:v>
                </c:pt>
                <c:pt idx="33">
                  <c:v>43518</c:v>
                </c:pt>
                <c:pt idx="34">
                  <c:v>43521</c:v>
                </c:pt>
                <c:pt idx="35">
                  <c:v>43522</c:v>
                </c:pt>
                <c:pt idx="36">
                  <c:v>43523</c:v>
                </c:pt>
                <c:pt idx="37">
                  <c:v>43524</c:v>
                </c:pt>
                <c:pt idx="38">
                  <c:v>43525</c:v>
                </c:pt>
                <c:pt idx="39">
                  <c:v>43528</c:v>
                </c:pt>
                <c:pt idx="40">
                  <c:v>43529</c:v>
                </c:pt>
                <c:pt idx="41">
                  <c:v>43530</c:v>
                </c:pt>
                <c:pt idx="42">
                  <c:v>43531</c:v>
                </c:pt>
                <c:pt idx="43">
                  <c:v>43532</c:v>
                </c:pt>
                <c:pt idx="44">
                  <c:v>43535</c:v>
                </c:pt>
                <c:pt idx="45">
                  <c:v>43536</c:v>
                </c:pt>
                <c:pt idx="46">
                  <c:v>43537</c:v>
                </c:pt>
                <c:pt idx="47">
                  <c:v>43538</c:v>
                </c:pt>
                <c:pt idx="48">
                  <c:v>43539</c:v>
                </c:pt>
                <c:pt idx="49">
                  <c:v>43542</c:v>
                </c:pt>
                <c:pt idx="50">
                  <c:v>43543</c:v>
                </c:pt>
                <c:pt idx="51">
                  <c:v>43544</c:v>
                </c:pt>
                <c:pt idx="52">
                  <c:v>43545</c:v>
                </c:pt>
                <c:pt idx="53">
                  <c:v>43546</c:v>
                </c:pt>
                <c:pt idx="54">
                  <c:v>43549</c:v>
                </c:pt>
                <c:pt idx="55">
                  <c:v>43550</c:v>
                </c:pt>
                <c:pt idx="56">
                  <c:v>43551</c:v>
                </c:pt>
                <c:pt idx="57">
                  <c:v>43552</c:v>
                </c:pt>
                <c:pt idx="58">
                  <c:v>43553</c:v>
                </c:pt>
                <c:pt idx="59">
                  <c:v>43556</c:v>
                </c:pt>
                <c:pt idx="60">
                  <c:v>43557</c:v>
                </c:pt>
                <c:pt idx="61">
                  <c:v>43558</c:v>
                </c:pt>
                <c:pt idx="62">
                  <c:v>43559</c:v>
                </c:pt>
                <c:pt idx="63">
                  <c:v>43563</c:v>
                </c:pt>
                <c:pt idx="64">
                  <c:v>43564</c:v>
                </c:pt>
                <c:pt idx="65">
                  <c:v>43565</c:v>
                </c:pt>
                <c:pt idx="66">
                  <c:v>43566</c:v>
                </c:pt>
                <c:pt idx="67">
                  <c:v>43567</c:v>
                </c:pt>
                <c:pt idx="68">
                  <c:v>43570</c:v>
                </c:pt>
                <c:pt idx="69">
                  <c:v>43571</c:v>
                </c:pt>
                <c:pt idx="70">
                  <c:v>43572</c:v>
                </c:pt>
                <c:pt idx="71">
                  <c:v>43573</c:v>
                </c:pt>
                <c:pt idx="72">
                  <c:v>43574</c:v>
                </c:pt>
                <c:pt idx="73">
                  <c:v>43577</c:v>
                </c:pt>
                <c:pt idx="74">
                  <c:v>43578</c:v>
                </c:pt>
                <c:pt idx="75">
                  <c:v>43579</c:v>
                </c:pt>
                <c:pt idx="76">
                  <c:v>43580</c:v>
                </c:pt>
                <c:pt idx="77">
                  <c:v>43581</c:v>
                </c:pt>
                <c:pt idx="78">
                  <c:v>43584</c:v>
                </c:pt>
                <c:pt idx="79">
                  <c:v>43585</c:v>
                </c:pt>
                <c:pt idx="80">
                  <c:v>43591</c:v>
                </c:pt>
                <c:pt idx="81">
                  <c:v>43592</c:v>
                </c:pt>
                <c:pt idx="82">
                  <c:v>43593</c:v>
                </c:pt>
                <c:pt idx="83">
                  <c:v>43594</c:v>
                </c:pt>
                <c:pt idx="84">
                  <c:v>43595</c:v>
                </c:pt>
                <c:pt idx="85">
                  <c:v>43598</c:v>
                </c:pt>
                <c:pt idx="86">
                  <c:v>43599</c:v>
                </c:pt>
                <c:pt idx="87">
                  <c:v>43600</c:v>
                </c:pt>
                <c:pt idx="88">
                  <c:v>43601</c:v>
                </c:pt>
                <c:pt idx="89">
                  <c:v>43602</c:v>
                </c:pt>
                <c:pt idx="90">
                  <c:v>43605</c:v>
                </c:pt>
                <c:pt idx="91">
                  <c:v>43606</c:v>
                </c:pt>
                <c:pt idx="92">
                  <c:v>43607</c:v>
                </c:pt>
                <c:pt idx="93">
                  <c:v>43608</c:v>
                </c:pt>
                <c:pt idx="94">
                  <c:v>43609</c:v>
                </c:pt>
                <c:pt idx="95">
                  <c:v>43612</c:v>
                </c:pt>
                <c:pt idx="96">
                  <c:v>43613</c:v>
                </c:pt>
                <c:pt idx="97">
                  <c:v>43614</c:v>
                </c:pt>
                <c:pt idx="98">
                  <c:v>43615</c:v>
                </c:pt>
                <c:pt idx="99">
                  <c:v>43616</c:v>
                </c:pt>
                <c:pt idx="100">
                  <c:v>43619</c:v>
                </c:pt>
                <c:pt idx="101">
                  <c:v>43620</c:v>
                </c:pt>
                <c:pt idx="102">
                  <c:v>43621</c:v>
                </c:pt>
                <c:pt idx="103">
                  <c:v>43622</c:v>
                </c:pt>
                <c:pt idx="104">
                  <c:v>43626</c:v>
                </c:pt>
                <c:pt idx="105">
                  <c:v>43627</c:v>
                </c:pt>
                <c:pt idx="106">
                  <c:v>43628</c:v>
                </c:pt>
                <c:pt idx="107">
                  <c:v>43629</c:v>
                </c:pt>
                <c:pt idx="108">
                  <c:v>43630</c:v>
                </c:pt>
                <c:pt idx="109">
                  <c:v>43633</c:v>
                </c:pt>
                <c:pt idx="110">
                  <c:v>43634</c:v>
                </c:pt>
                <c:pt idx="111">
                  <c:v>43635</c:v>
                </c:pt>
                <c:pt idx="112">
                  <c:v>43636</c:v>
                </c:pt>
                <c:pt idx="113">
                  <c:v>43637</c:v>
                </c:pt>
                <c:pt idx="114">
                  <c:v>43640</c:v>
                </c:pt>
                <c:pt idx="115">
                  <c:v>43641</c:v>
                </c:pt>
                <c:pt idx="116">
                  <c:v>43642</c:v>
                </c:pt>
                <c:pt idx="117">
                  <c:v>43643</c:v>
                </c:pt>
                <c:pt idx="118">
                  <c:v>43644</c:v>
                </c:pt>
                <c:pt idx="119">
                  <c:v>43647</c:v>
                </c:pt>
                <c:pt idx="120">
                  <c:v>43648</c:v>
                </c:pt>
                <c:pt idx="121">
                  <c:v>43649</c:v>
                </c:pt>
                <c:pt idx="122">
                  <c:v>43650</c:v>
                </c:pt>
                <c:pt idx="123">
                  <c:v>43651</c:v>
                </c:pt>
                <c:pt idx="124">
                  <c:v>43654</c:v>
                </c:pt>
                <c:pt idx="125">
                  <c:v>43655</c:v>
                </c:pt>
                <c:pt idx="126">
                  <c:v>43656</c:v>
                </c:pt>
                <c:pt idx="127">
                  <c:v>43657</c:v>
                </c:pt>
                <c:pt idx="128">
                  <c:v>43658</c:v>
                </c:pt>
                <c:pt idx="129">
                  <c:v>43661</c:v>
                </c:pt>
                <c:pt idx="130">
                  <c:v>43662</c:v>
                </c:pt>
                <c:pt idx="131">
                  <c:v>43663</c:v>
                </c:pt>
                <c:pt idx="132">
                  <c:v>43664</c:v>
                </c:pt>
                <c:pt idx="133">
                  <c:v>43665</c:v>
                </c:pt>
                <c:pt idx="134">
                  <c:v>43668</c:v>
                </c:pt>
                <c:pt idx="135">
                  <c:v>43669</c:v>
                </c:pt>
                <c:pt idx="136">
                  <c:v>43670</c:v>
                </c:pt>
                <c:pt idx="137">
                  <c:v>43671</c:v>
                </c:pt>
                <c:pt idx="138">
                  <c:v>43672</c:v>
                </c:pt>
                <c:pt idx="139">
                  <c:v>43675</c:v>
                </c:pt>
                <c:pt idx="140">
                  <c:v>43676</c:v>
                </c:pt>
                <c:pt idx="141">
                  <c:v>43677</c:v>
                </c:pt>
                <c:pt idx="142">
                  <c:v>43678</c:v>
                </c:pt>
                <c:pt idx="143">
                  <c:v>43679</c:v>
                </c:pt>
                <c:pt idx="144">
                  <c:v>43682</c:v>
                </c:pt>
                <c:pt idx="145">
                  <c:v>43683</c:v>
                </c:pt>
                <c:pt idx="146">
                  <c:v>43684</c:v>
                </c:pt>
                <c:pt idx="147">
                  <c:v>43685</c:v>
                </c:pt>
                <c:pt idx="148">
                  <c:v>43686</c:v>
                </c:pt>
                <c:pt idx="149">
                  <c:v>43689</c:v>
                </c:pt>
                <c:pt idx="150">
                  <c:v>43690</c:v>
                </c:pt>
                <c:pt idx="151">
                  <c:v>43691</c:v>
                </c:pt>
                <c:pt idx="152">
                  <c:v>43692</c:v>
                </c:pt>
                <c:pt idx="153">
                  <c:v>43693</c:v>
                </c:pt>
                <c:pt idx="154">
                  <c:v>43696</c:v>
                </c:pt>
                <c:pt idx="155">
                  <c:v>43697</c:v>
                </c:pt>
                <c:pt idx="156">
                  <c:v>43698</c:v>
                </c:pt>
                <c:pt idx="157">
                  <c:v>43699</c:v>
                </c:pt>
                <c:pt idx="158">
                  <c:v>43700</c:v>
                </c:pt>
                <c:pt idx="159">
                  <c:v>43703</c:v>
                </c:pt>
                <c:pt idx="160">
                  <c:v>43704</c:v>
                </c:pt>
                <c:pt idx="161">
                  <c:v>43705</c:v>
                </c:pt>
                <c:pt idx="162">
                  <c:v>43706</c:v>
                </c:pt>
                <c:pt idx="163">
                  <c:v>43707</c:v>
                </c:pt>
                <c:pt idx="164">
                  <c:v>43710</c:v>
                </c:pt>
                <c:pt idx="165">
                  <c:v>43711</c:v>
                </c:pt>
                <c:pt idx="166">
                  <c:v>43712</c:v>
                </c:pt>
                <c:pt idx="167">
                  <c:v>43713</c:v>
                </c:pt>
                <c:pt idx="168">
                  <c:v>43714</c:v>
                </c:pt>
                <c:pt idx="169">
                  <c:v>43717</c:v>
                </c:pt>
                <c:pt idx="170">
                  <c:v>43718</c:v>
                </c:pt>
                <c:pt idx="171">
                  <c:v>43719</c:v>
                </c:pt>
                <c:pt idx="172">
                  <c:v>43720</c:v>
                </c:pt>
                <c:pt idx="173">
                  <c:v>43724</c:v>
                </c:pt>
                <c:pt idx="174">
                  <c:v>43725</c:v>
                </c:pt>
                <c:pt idx="175">
                  <c:v>43726</c:v>
                </c:pt>
                <c:pt idx="176">
                  <c:v>43727</c:v>
                </c:pt>
                <c:pt idx="177">
                  <c:v>43728</c:v>
                </c:pt>
                <c:pt idx="178">
                  <c:v>43731</c:v>
                </c:pt>
                <c:pt idx="179">
                  <c:v>43732</c:v>
                </c:pt>
                <c:pt idx="180">
                  <c:v>43733</c:v>
                </c:pt>
                <c:pt idx="181">
                  <c:v>43734</c:v>
                </c:pt>
                <c:pt idx="182">
                  <c:v>43735</c:v>
                </c:pt>
                <c:pt idx="183">
                  <c:v>43738</c:v>
                </c:pt>
                <c:pt idx="184">
                  <c:v>43746</c:v>
                </c:pt>
                <c:pt idx="185">
                  <c:v>43747</c:v>
                </c:pt>
                <c:pt idx="186">
                  <c:v>43748</c:v>
                </c:pt>
                <c:pt idx="187">
                  <c:v>43749</c:v>
                </c:pt>
                <c:pt idx="188">
                  <c:v>43752</c:v>
                </c:pt>
                <c:pt idx="189">
                  <c:v>43753</c:v>
                </c:pt>
                <c:pt idx="190">
                  <c:v>43754</c:v>
                </c:pt>
                <c:pt idx="191">
                  <c:v>43755</c:v>
                </c:pt>
                <c:pt idx="192">
                  <c:v>43756</c:v>
                </c:pt>
                <c:pt idx="193">
                  <c:v>43759</c:v>
                </c:pt>
                <c:pt idx="194">
                  <c:v>43760</c:v>
                </c:pt>
                <c:pt idx="195">
                  <c:v>43761</c:v>
                </c:pt>
                <c:pt idx="196">
                  <c:v>43762</c:v>
                </c:pt>
                <c:pt idx="197">
                  <c:v>43763</c:v>
                </c:pt>
                <c:pt idx="198">
                  <c:v>43766</c:v>
                </c:pt>
                <c:pt idx="199">
                  <c:v>43767</c:v>
                </c:pt>
                <c:pt idx="200">
                  <c:v>43768</c:v>
                </c:pt>
                <c:pt idx="201">
                  <c:v>43769</c:v>
                </c:pt>
                <c:pt idx="202">
                  <c:v>43770</c:v>
                </c:pt>
                <c:pt idx="203">
                  <c:v>43773</c:v>
                </c:pt>
                <c:pt idx="204">
                  <c:v>43774</c:v>
                </c:pt>
                <c:pt idx="205">
                  <c:v>43775</c:v>
                </c:pt>
                <c:pt idx="206">
                  <c:v>43776</c:v>
                </c:pt>
                <c:pt idx="207">
                  <c:v>43777</c:v>
                </c:pt>
                <c:pt idx="208">
                  <c:v>43780</c:v>
                </c:pt>
                <c:pt idx="209">
                  <c:v>43781</c:v>
                </c:pt>
                <c:pt idx="210">
                  <c:v>43782</c:v>
                </c:pt>
                <c:pt idx="211">
                  <c:v>43783</c:v>
                </c:pt>
                <c:pt idx="212">
                  <c:v>43784</c:v>
                </c:pt>
                <c:pt idx="213">
                  <c:v>43787</c:v>
                </c:pt>
                <c:pt idx="214">
                  <c:v>43788</c:v>
                </c:pt>
                <c:pt idx="215">
                  <c:v>43789</c:v>
                </c:pt>
                <c:pt idx="216">
                  <c:v>43790</c:v>
                </c:pt>
                <c:pt idx="217">
                  <c:v>43791</c:v>
                </c:pt>
                <c:pt idx="218">
                  <c:v>43794</c:v>
                </c:pt>
                <c:pt idx="219">
                  <c:v>43795</c:v>
                </c:pt>
                <c:pt idx="220">
                  <c:v>43796</c:v>
                </c:pt>
                <c:pt idx="221">
                  <c:v>43797</c:v>
                </c:pt>
                <c:pt idx="222">
                  <c:v>43798</c:v>
                </c:pt>
                <c:pt idx="223">
                  <c:v>43801</c:v>
                </c:pt>
                <c:pt idx="224">
                  <c:v>43802</c:v>
                </c:pt>
                <c:pt idx="225">
                  <c:v>43803</c:v>
                </c:pt>
                <c:pt idx="226">
                  <c:v>43804</c:v>
                </c:pt>
                <c:pt idx="227">
                  <c:v>43805</c:v>
                </c:pt>
                <c:pt idx="228">
                  <c:v>43808</c:v>
                </c:pt>
                <c:pt idx="229">
                  <c:v>43809</c:v>
                </c:pt>
                <c:pt idx="230">
                  <c:v>43810</c:v>
                </c:pt>
                <c:pt idx="231">
                  <c:v>43811</c:v>
                </c:pt>
                <c:pt idx="232">
                  <c:v>43812</c:v>
                </c:pt>
                <c:pt idx="233">
                  <c:v>43815</c:v>
                </c:pt>
                <c:pt idx="234">
                  <c:v>43816</c:v>
                </c:pt>
                <c:pt idx="235">
                  <c:v>43817</c:v>
                </c:pt>
                <c:pt idx="236">
                  <c:v>43818</c:v>
                </c:pt>
                <c:pt idx="237">
                  <c:v>43819</c:v>
                </c:pt>
                <c:pt idx="238">
                  <c:v>43822</c:v>
                </c:pt>
                <c:pt idx="239">
                  <c:v>43823</c:v>
                </c:pt>
                <c:pt idx="240">
                  <c:v>43824</c:v>
                </c:pt>
                <c:pt idx="241">
                  <c:v>43825</c:v>
                </c:pt>
                <c:pt idx="242">
                  <c:v>43826</c:v>
                </c:pt>
                <c:pt idx="243">
                  <c:v>43829</c:v>
                </c:pt>
                <c:pt idx="244">
                  <c:v>43830</c:v>
                </c:pt>
                <c:pt idx="245">
                  <c:v>43832</c:v>
                </c:pt>
                <c:pt idx="246">
                  <c:v>43833</c:v>
                </c:pt>
                <c:pt idx="247">
                  <c:v>43836</c:v>
                </c:pt>
                <c:pt idx="248">
                  <c:v>43837</c:v>
                </c:pt>
                <c:pt idx="249">
                  <c:v>43838</c:v>
                </c:pt>
                <c:pt idx="250">
                  <c:v>43839</c:v>
                </c:pt>
                <c:pt idx="251">
                  <c:v>43840</c:v>
                </c:pt>
                <c:pt idx="252">
                  <c:v>43843</c:v>
                </c:pt>
                <c:pt idx="253">
                  <c:v>43844</c:v>
                </c:pt>
                <c:pt idx="254">
                  <c:v>43845</c:v>
                </c:pt>
                <c:pt idx="255">
                  <c:v>43846</c:v>
                </c:pt>
                <c:pt idx="256">
                  <c:v>43847</c:v>
                </c:pt>
                <c:pt idx="257">
                  <c:v>43850</c:v>
                </c:pt>
                <c:pt idx="258">
                  <c:v>43851</c:v>
                </c:pt>
                <c:pt idx="259">
                  <c:v>43852</c:v>
                </c:pt>
                <c:pt idx="260">
                  <c:v>43853</c:v>
                </c:pt>
                <c:pt idx="261">
                  <c:v>43864</c:v>
                </c:pt>
                <c:pt idx="262">
                  <c:v>43865</c:v>
                </c:pt>
                <c:pt idx="263">
                  <c:v>43866</c:v>
                </c:pt>
                <c:pt idx="264">
                  <c:v>43867</c:v>
                </c:pt>
                <c:pt idx="265">
                  <c:v>43868</c:v>
                </c:pt>
                <c:pt idx="266">
                  <c:v>43871</c:v>
                </c:pt>
                <c:pt idx="267">
                  <c:v>43872</c:v>
                </c:pt>
                <c:pt idx="268">
                  <c:v>43873</c:v>
                </c:pt>
                <c:pt idx="269">
                  <c:v>43874</c:v>
                </c:pt>
                <c:pt idx="270">
                  <c:v>43875</c:v>
                </c:pt>
                <c:pt idx="271">
                  <c:v>43878</c:v>
                </c:pt>
                <c:pt idx="272">
                  <c:v>43879</c:v>
                </c:pt>
                <c:pt idx="273">
                  <c:v>43880</c:v>
                </c:pt>
                <c:pt idx="274">
                  <c:v>43881</c:v>
                </c:pt>
                <c:pt idx="275">
                  <c:v>43882</c:v>
                </c:pt>
                <c:pt idx="276">
                  <c:v>43885</c:v>
                </c:pt>
                <c:pt idx="277">
                  <c:v>43886</c:v>
                </c:pt>
                <c:pt idx="278">
                  <c:v>43887</c:v>
                </c:pt>
                <c:pt idx="279">
                  <c:v>43888</c:v>
                </c:pt>
                <c:pt idx="280">
                  <c:v>43889</c:v>
                </c:pt>
                <c:pt idx="281">
                  <c:v>43892</c:v>
                </c:pt>
                <c:pt idx="282">
                  <c:v>43893</c:v>
                </c:pt>
                <c:pt idx="283">
                  <c:v>43894</c:v>
                </c:pt>
                <c:pt idx="284">
                  <c:v>43895</c:v>
                </c:pt>
                <c:pt idx="285">
                  <c:v>43896</c:v>
                </c:pt>
                <c:pt idx="286">
                  <c:v>43899</c:v>
                </c:pt>
                <c:pt idx="287">
                  <c:v>43900</c:v>
                </c:pt>
                <c:pt idx="288">
                  <c:v>43901</c:v>
                </c:pt>
                <c:pt idx="289">
                  <c:v>43902</c:v>
                </c:pt>
                <c:pt idx="290">
                  <c:v>43903</c:v>
                </c:pt>
                <c:pt idx="291">
                  <c:v>43906</c:v>
                </c:pt>
                <c:pt idx="292">
                  <c:v>43907</c:v>
                </c:pt>
                <c:pt idx="293">
                  <c:v>43908</c:v>
                </c:pt>
                <c:pt idx="294">
                  <c:v>43909</c:v>
                </c:pt>
                <c:pt idx="295">
                  <c:v>43910</c:v>
                </c:pt>
                <c:pt idx="296">
                  <c:v>43913</c:v>
                </c:pt>
                <c:pt idx="297">
                  <c:v>43914</c:v>
                </c:pt>
                <c:pt idx="298">
                  <c:v>43915</c:v>
                </c:pt>
                <c:pt idx="299">
                  <c:v>43916</c:v>
                </c:pt>
                <c:pt idx="300">
                  <c:v>43917</c:v>
                </c:pt>
                <c:pt idx="301">
                  <c:v>43920</c:v>
                </c:pt>
                <c:pt idx="302">
                  <c:v>43921</c:v>
                </c:pt>
                <c:pt idx="303">
                  <c:v>43922</c:v>
                </c:pt>
                <c:pt idx="304">
                  <c:v>43923</c:v>
                </c:pt>
                <c:pt idx="305">
                  <c:v>43924</c:v>
                </c:pt>
                <c:pt idx="306">
                  <c:v>43928</c:v>
                </c:pt>
                <c:pt idx="307">
                  <c:v>43929</c:v>
                </c:pt>
                <c:pt idx="308">
                  <c:v>43930</c:v>
                </c:pt>
                <c:pt idx="309">
                  <c:v>43931</c:v>
                </c:pt>
                <c:pt idx="310">
                  <c:v>43934</c:v>
                </c:pt>
                <c:pt idx="311">
                  <c:v>43935</c:v>
                </c:pt>
                <c:pt idx="312">
                  <c:v>43936</c:v>
                </c:pt>
                <c:pt idx="313">
                  <c:v>43937</c:v>
                </c:pt>
                <c:pt idx="314">
                  <c:v>43938</c:v>
                </c:pt>
                <c:pt idx="315">
                  <c:v>43941</c:v>
                </c:pt>
                <c:pt idx="316">
                  <c:v>43942</c:v>
                </c:pt>
                <c:pt idx="317">
                  <c:v>43943</c:v>
                </c:pt>
                <c:pt idx="318">
                  <c:v>43944</c:v>
                </c:pt>
                <c:pt idx="319">
                  <c:v>43945</c:v>
                </c:pt>
                <c:pt idx="320">
                  <c:v>43948</c:v>
                </c:pt>
                <c:pt idx="321">
                  <c:v>43949</c:v>
                </c:pt>
                <c:pt idx="322">
                  <c:v>43950</c:v>
                </c:pt>
                <c:pt idx="323">
                  <c:v>43951</c:v>
                </c:pt>
                <c:pt idx="324">
                  <c:v>43957</c:v>
                </c:pt>
                <c:pt idx="325">
                  <c:v>43958</c:v>
                </c:pt>
                <c:pt idx="326">
                  <c:v>43959</c:v>
                </c:pt>
                <c:pt idx="327">
                  <c:v>43962</c:v>
                </c:pt>
                <c:pt idx="328">
                  <c:v>43963</c:v>
                </c:pt>
                <c:pt idx="329">
                  <c:v>43964</c:v>
                </c:pt>
                <c:pt idx="330">
                  <c:v>43965</c:v>
                </c:pt>
                <c:pt idx="331">
                  <c:v>43966</c:v>
                </c:pt>
                <c:pt idx="332">
                  <c:v>43969</c:v>
                </c:pt>
                <c:pt idx="333">
                  <c:v>43970</c:v>
                </c:pt>
                <c:pt idx="334">
                  <c:v>43971</c:v>
                </c:pt>
                <c:pt idx="335">
                  <c:v>43972</c:v>
                </c:pt>
                <c:pt idx="336">
                  <c:v>43973</c:v>
                </c:pt>
                <c:pt idx="337">
                  <c:v>43976</c:v>
                </c:pt>
                <c:pt idx="338">
                  <c:v>43977</c:v>
                </c:pt>
                <c:pt idx="339">
                  <c:v>43978</c:v>
                </c:pt>
                <c:pt idx="340">
                  <c:v>43979</c:v>
                </c:pt>
                <c:pt idx="341">
                  <c:v>43980</c:v>
                </c:pt>
                <c:pt idx="342">
                  <c:v>43983</c:v>
                </c:pt>
                <c:pt idx="343">
                  <c:v>43984</c:v>
                </c:pt>
                <c:pt idx="344">
                  <c:v>43985</c:v>
                </c:pt>
                <c:pt idx="345">
                  <c:v>43986</c:v>
                </c:pt>
                <c:pt idx="346">
                  <c:v>43987</c:v>
                </c:pt>
                <c:pt idx="347">
                  <c:v>43990</c:v>
                </c:pt>
                <c:pt idx="348">
                  <c:v>43991</c:v>
                </c:pt>
                <c:pt idx="349">
                  <c:v>43992</c:v>
                </c:pt>
                <c:pt idx="350">
                  <c:v>43993</c:v>
                </c:pt>
                <c:pt idx="351">
                  <c:v>43994</c:v>
                </c:pt>
                <c:pt idx="352">
                  <c:v>43997</c:v>
                </c:pt>
                <c:pt idx="353">
                  <c:v>43998</c:v>
                </c:pt>
                <c:pt idx="354">
                  <c:v>43999</c:v>
                </c:pt>
                <c:pt idx="355">
                  <c:v>44000</c:v>
                </c:pt>
                <c:pt idx="356">
                  <c:v>44001</c:v>
                </c:pt>
                <c:pt idx="357">
                  <c:v>44004</c:v>
                </c:pt>
                <c:pt idx="358">
                  <c:v>44005</c:v>
                </c:pt>
                <c:pt idx="359">
                  <c:v>44006</c:v>
                </c:pt>
                <c:pt idx="360">
                  <c:v>44011</c:v>
                </c:pt>
                <c:pt idx="361">
                  <c:v>44012</c:v>
                </c:pt>
                <c:pt idx="362">
                  <c:v>44013</c:v>
                </c:pt>
                <c:pt idx="363">
                  <c:v>44014</c:v>
                </c:pt>
                <c:pt idx="364">
                  <c:v>44015</c:v>
                </c:pt>
                <c:pt idx="365">
                  <c:v>44018</c:v>
                </c:pt>
                <c:pt idx="366">
                  <c:v>44019</c:v>
                </c:pt>
                <c:pt idx="367">
                  <c:v>44020</c:v>
                </c:pt>
                <c:pt idx="368">
                  <c:v>44021</c:v>
                </c:pt>
                <c:pt idx="369">
                  <c:v>44022</c:v>
                </c:pt>
                <c:pt idx="370">
                  <c:v>44025</c:v>
                </c:pt>
                <c:pt idx="371">
                  <c:v>44026</c:v>
                </c:pt>
                <c:pt idx="372">
                  <c:v>44027</c:v>
                </c:pt>
                <c:pt idx="373">
                  <c:v>44028</c:v>
                </c:pt>
                <c:pt idx="374">
                  <c:v>44029</c:v>
                </c:pt>
                <c:pt idx="375">
                  <c:v>44032</c:v>
                </c:pt>
                <c:pt idx="376">
                  <c:v>44033</c:v>
                </c:pt>
                <c:pt idx="377">
                  <c:v>44034</c:v>
                </c:pt>
                <c:pt idx="378">
                  <c:v>44035</c:v>
                </c:pt>
                <c:pt idx="379">
                  <c:v>44036</c:v>
                </c:pt>
                <c:pt idx="380">
                  <c:v>44039</c:v>
                </c:pt>
                <c:pt idx="381">
                  <c:v>44040</c:v>
                </c:pt>
                <c:pt idx="382">
                  <c:v>44041</c:v>
                </c:pt>
                <c:pt idx="383">
                  <c:v>44042</c:v>
                </c:pt>
                <c:pt idx="384">
                  <c:v>44043</c:v>
                </c:pt>
                <c:pt idx="385">
                  <c:v>44046</c:v>
                </c:pt>
                <c:pt idx="386">
                  <c:v>44047</c:v>
                </c:pt>
                <c:pt idx="387">
                  <c:v>44048</c:v>
                </c:pt>
                <c:pt idx="388">
                  <c:v>44049</c:v>
                </c:pt>
                <c:pt idx="389">
                  <c:v>44050</c:v>
                </c:pt>
                <c:pt idx="390">
                  <c:v>44053</c:v>
                </c:pt>
                <c:pt idx="391">
                  <c:v>44054</c:v>
                </c:pt>
                <c:pt idx="392">
                  <c:v>44055</c:v>
                </c:pt>
                <c:pt idx="393">
                  <c:v>44056</c:v>
                </c:pt>
                <c:pt idx="394">
                  <c:v>44057</c:v>
                </c:pt>
                <c:pt idx="395">
                  <c:v>44060</c:v>
                </c:pt>
                <c:pt idx="396">
                  <c:v>44061</c:v>
                </c:pt>
                <c:pt idx="397">
                  <c:v>44062</c:v>
                </c:pt>
                <c:pt idx="398">
                  <c:v>44063</c:v>
                </c:pt>
                <c:pt idx="399">
                  <c:v>44064</c:v>
                </c:pt>
                <c:pt idx="400">
                  <c:v>44067</c:v>
                </c:pt>
                <c:pt idx="401">
                  <c:v>44068</c:v>
                </c:pt>
                <c:pt idx="402">
                  <c:v>44069</c:v>
                </c:pt>
                <c:pt idx="403">
                  <c:v>44070</c:v>
                </c:pt>
                <c:pt idx="404">
                  <c:v>44071</c:v>
                </c:pt>
                <c:pt idx="405">
                  <c:v>44074</c:v>
                </c:pt>
                <c:pt idx="406">
                  <c:v>44075</c:v>
                </c:pt>
                <c:pt idx="407">
                  <c:v>44076</c:v>
                </c:pt>
                <c:pt idx="408">
                  <c:v>44077</c:v>
                </c:pt>
                <c:pt idx="409">
                  <c:v>44078</c:v>
                </c:pt>
                <c:pt idx="410">
                  <c:v>44081</c:v>
                </c:pt>
                <c:pt idx="411">
                  <c:v>44082</c:v>
                </c:pt>
                <c:pt idx="412">
                  <c:v>44083</c:v>
                </c:pt>
                <c:pt idx="413">
                  <c:v>44084</c:v>
                </c:pt>
                <c:pt idx="414">
                  <c:v>44085</c:v>
                </c:pt>
                <c:pt idx="415">
                  <c:v>44088</c:v>
                </c:pt>
                <c:pt idx="416">
                  <c:v>44089</c:v>
                </c:pt>
                <c:pt idx="417">
                  <c:v>44090</c:v>
                </c:pt>
                <c:pt idx="418">
                  <c:v>44091</c:v>
                </c:pt>
                <c:pt idx="419">
                  <c:v>44092</c:v>
                </c:pt>
                <c:pt idx="420">
                  <c:v>44095</c:v>
                </c:pt>
                <c:pt idx="421">
                  <c:v>44096</c:v>
                </c:pt>
                <c:pt idx="422">
                  <c:v>44097</c:v>
                </c:pt>
                <c:pt idx="423">
                  <c:v>44098</c:v>
                </c:pt>
                <c:pt idx="424">
                  <c:v>44099</c:v>
                </c:pt>
                <c:pt idx="425">
                  <c:v>44102</c:v>
                </c:pt>
                <c:pt idx="426">
                  <c:v>44103</c:v>
                </c:pt>
                <c:pt idx="427">
                  <c:v>44104</c:v>
                </c:pt>
                <c:pt idx="428">
                  <c:v>44113</c:v>
                </c:pt>
                <c:pt idx="429">
                  <c:v>44116</c:v>
                </c:pt>
                <c:pt idx="430">
                  <c:v>44117</c:v>
                </c:pt>
                <c:pt idx="431">
                  <c:v>44118</c:v>
                </c:pt>
                <c:pt idx="432">
                  <c:v>44119</c:v>
                </c:pt>
                <c:pt idx="433">
                  <c:v>44120</c:v>
                </c:pt>
                <c:pt idx="434">
                  <c:v>44123</c:v>
                </c:pt>
                <c:pt idx="435">
                  <c:v>44124</c:v>
                </c:pt>
                <c:pt idx="436">
                  <c:v>44125</c:v>
                </c:pt>
                <c:pt idx="437">
                  <c:v>44126</c:v>
                </c:pt>
                <c:pt idx="438">
                  <c:v>44127</c:v>
                </c:pt>
                <c:pt idx="439">
                  <c:v>44130</c:v>
                </c:pt>
                <c:pt idx="440">
                  <c:v>44131</c:v>
                </c:pt>
                <c:pt idx="441">
                  <c:v>44132</c:v>
                </c:pt>
                <c:pt idx="442">
                  <c:v>44133</c:v>
                </c:pt>
                <c:pt idx="443">
                  <c:v>44134</c:v>
                </c:pt>
                <c:pt idx="444">
                  <c:v>44137</c:v>
                </c:pt>
                <c:pt idx="445">
                  <c:v>44138</c:v>
                </c:pt>
                <c:pt idx="446">
                  <c:v>44139</c:v>
                </c:pt>
                <c:pt idx="447">
                  <c:v>44140</c:v>
                </c:pt>
                <c:pt idx="448">
                  <c:v>44141</c:v>
                </c:pt>
                <c:pt idx="449">
                  <c:v>44144</c:v>
                </c:pt>
                <c:pt idx="450">
                  <c:v>44145</c:v>
                </c:pt>
                <c:pt idx="451">
                  <c:v>44146</c:v>
                </c:pt>
                <c:pt idx="452">
                  <c:v>44147</c:v>
                </c:pt>
                <c:pt idx="453">
                  <c:v>44148</c:v>
                </c:pt>
                <c:pt idx="454">
                  <c:v>44151</c:v>
                </c:pt>
                <c:pt idx="455">
                  <c:v>44152</c:v>
                </c:pt>
                <c:pt idx="456">
                  <c:v>44153</c:v>
                </c:pt>
                <c:pt idx="457">
                  <c:v>44154</c:v>
                </c:pt>
                <c:pt idx="458">
                  <c:v>44155</c:v>
                </c:pt>
                <c:pt idx="459">
                  <c:v>44158</c:v>
                </c:pt>
                <c:pt idx="460">
                  <c:v>44159</c:v>
                </c:pt>
                <c:pt idx="461">
                  <c:v>44160</c:v>
                </c:pt>
                <c:pt idx="462">
                  <c:v>44161</c:v>
                </c:pt>
                <c:pt idx="463">
                  <c:v>44162</c:v>
                </c:pt>
                <c:pt idx="464">
                  <c:v>44165</c:v>
                </c:pt>
                <c:pt idx="465">
                  <c:v>44166</c:v>
                </c:pt>
                <c:pt idx="466">
                  <c:v>44167</c:v>
                </c:pt>
                <c:pt idx="467">
                  <c:v>44168</c:v>
                </c:pt>
                <c:pt idx="468">
                  <c:v>44169</c:v>
                </c:pt>
                <c:pt idx="469">
                  <c:v>44172</c:v>
                </c:pt>
                <c:pt idx="470">
                  <c:v>44173</c:v>
                </c:pt>
                <c:pt idx="471">
                  <c:v>44174</c:v>
                </c:pt>
                <c:pt idx="472">
                  <c:v>44175</c:v>
                </c:pt>
                <c:pt idx="473">
                  <c:v>44176</c:v>
                </c:pt>
                <c:pt idx="474">
                  <c:v>44179</c:v>
                </c:pt>
                <c:pt idx="475">
                  <c:v>44180</c:v>
                </c:pt>
                <c:pt idx="476">
                  <c:v>44181</c:v>
                </c:pt>
                <c:pt idx="477">
                  <c:v>44182</c:v>
                </c:pt>
                <c:pt idx="478">
                  <c:v>44183</c:v>
                </c:pt>
                <c:pt idx="479">
                  <c:v>44186</c:v>
                </c:pt>
                <c:pt idx="480">
                  <c:v>44187</c:v>
                </c:pt>
                <c:pt idx="481">
                  <c:v>44188</c:v>
                </c:pt>
                <c:pt idx="482">
                  <c:v>44189</c:v>
                </c:pt>
                <c:pt idx="483">
                  <c:v>44190</c:v>
                </c:pt>
                <c:pt idx="484">
                  <c:v>44193</c:v>
                </c:pt>
                <c:pt idx="485">
                  <c:v>44194</c:v>
                </c:pt>
                <c:pt idx="486">
                  <c:v>44195</c:v>
                </c:pt>
                <c:pt idx="487">
                  <c:v>44196</c:v>
                </c:pt>
                <c:pt idx="488">
                  <c:v>44200</c:v>
                </c:pt>
                <c:pt idx="489">
                  <c:v>44201</c:v>
                </c:pt>
                <c:pt idx="490">
                  <c:v>44202</c:v>
                </c:pt>
                <c:pt idx="491">
                  <c:v>44203</c:v>
                </c:pt>
                <c:pt idx="492">
                  <c:v>44204</c:v>
                </c:pt>
                <c:pt idx="493">
                  <c:v>44207</c:v>
                </c:pt>
                <c:pt idx="494">
                  <c:v>44208</c:v>
                </c:pt>
                <c:pt idx="495">
                  <c:v>44209</c:v>
                </c:pt>
                <c:pt idx="496">
                  <c:v>44210</c:v>
                </c:pt>
                <c:pt idx="497">
                  <c:v>44211</c:v>
                </c:pt>
                <c:pt idx="498">
                  <c:v>44214</c:v>
                </c:pt>
                <c:pt idx="499">
                  <c:v>44215</c:v>
                </c:pt>
                <c:pt idx="500">
                  <c:v>44216</c:v>
                </c:pt>
                <c:pt idx="501">
                  <c:v>44217</c:v>
                </c:pt>
                <c:pt idx="502">
                  <c:v>44218</c:v>
                </c:pt>
                <c:pt idx="503">
                  <c:v>44221</c:v>
                </c:pt>
                <c:pt idx="504">
                  <c:v>44222</c:v>
                </c:pt>
                <c:pt idx="505">
                  <c:v>44223</c:v>
                </c:pt>
                <c:pt idx="506">
                  <c:v>44224</c:v>
                </c:pt>
                <c:pt idx="507">
                  <c:v>44225</c:v>
                </c:pt>
                <c:pt idx="508">
                  <c:v>44228</c:v>
                </c:pt>
                <c:pt idx="509">
                  <c:v>44229</c:v>
                </c:pt>
                <c:pt idx="510">
                  <c:v>44230</c:v>
                </c:pt>
                <c:pt idx="511">
                  <c:v>44231</c:v>
                </c:pt>
                <c:pt idx="512">
                  <c:v>44232</c:v>
                </c:pt>
                <c:pt idx="513">
                  <c:v>44235</c:v>
                </c:pt>
                <c:pt idx="514">
                  <c:v>44236</c:v>
                </c:pt>
                <c:pt idx="515">
                  <c:v>44237</c:v>
                </c:pt>
                <c:pt idx="516">
                  <c:v>44245</c:v>
                </c:pt>
                <c:pt idx="517">
                  <c:v>44246</c:v>
                </c:pt>
                <c:pt idx="518">
                  <c:v>44249</c:v>
                </c:pt>
                <c:pt idx="519">
                  <c:v>44250</c:v>
                </c:pt>
                <c:pt idx="520">
                  <c:v>44251</c:v>
                </c:pt>
                <c:pt idx="521">
                  <c:v>44252</c:v>
                </c:pt>
                <c:pt idx="522">
                  <c:v>44253</c:v>
                </c:pt>
                <c:pt idx="523">
                  <c:v>44256</c:v>
                </c:pt>
                <c:pt idx="524">
                  <c:v>44257</c:v>
                </c:pt>
                <c:pt idx="525">
                  <c:v>44258</c:v>
                </c:pt>
                <c:pt idx="526">
                  <c:v>44259</c:v>
                </c:pt>
                <c:pt idx="527">
                  <c:v>44260</c:v>
                </c:pt>
                <c:pt idx="528">
                  <c:v>44263</c:v>
                </c:pt>
                <c:pt idx="529">
                  <c:v>44264</c:v>
                </c:pt>
                <c:pt idx="530">
                  <c:v>44265</c:v>
                </c:pt>
                <c:pt idx="531">
                  <c:v>44266</c:v>
                </c:pt>
                <c:pt idx="532">
                  <c:v>44267</c:v>
                </c:pt>
                <c:pt idx="533">
                  <c:v>44270</c:v>
                </c:pt>
                <c:pt idx="534">
                  <c:v>44271</c:v>
                </c:pt>
                <c:pt idx="535">
                  <c:v>44272</c:v>
                </c:pt>
                <c:pt idx="536">
                  <c:v>44273</c:v>
                </c:pt>
                <c:pt idx="537">
                  <c:v>44274</c:v>
                </c:pt>
                <c:pt idx="538">
                  <c:v>44277</c:v>
                </c:pt>
                <c:pt idx="539">
                  <c:v>44278</c:v>
                </c:pt>
                <c:pt idx="540">
                  <c:v>44279</c:v>
                </c:pt>
                <c:pt idx="541">
                  <c:v>44280</c:v>
                </c:pt>
                <c:pt idx="542">
                  <c:v>44281</c:v>
                </c:pt>
                <c:pt idx="543">
                  <c:v>44284</c:v>
                </c:pt>
                <c:pt idx="544">
                  <c:v>44285</c:v>
                </c:pt>
                <c:pt idx="545">
                  <c:v>44286</c:v>
                </c:pt>
                <c:pt idx="546">
                  <c:v>44287</c:v>
                </c:pt>
                <c:pt idx="547">
                  <c:v>44288</c:v>
                </c:pt>
                <c:pt idx="548">
                  <c:v>44292</c:v>
                </c:pt>
                <c:pt idx="549">
                  <c:v>44293</c:v>
                </c:pt>
                <c:pt idx="550">
                  <c:v>44294</c:v>
                </c:pt>
                <c:pt idx="551">
                  <c:v>44295</c:v>
                </c:pt>
                <c:pt idx="552">
                  <c:v>44298</c:v>
                </c:pt>
                <c:pt idx="553">
                  <c:v>44299</c:v>
                </c:pt>
                <c:pt idx="554">
                  <c:v>44300</c:v>
                </c:pt>
                <c:pt idx="555">
                  <c:v>44301</c:v>
                </c:pt>
                <c:pt idx="556">
                  <c:v>44302</c:v>
                </c:pt>
                <c:pt idx="557">
                  <c:v>44305</c:v>
                </c:pt>
                <c:pt idx="558">
                  <c:v>44306</c:v>
                </c:pt>
                <c:pt idx="559">
                  <c:v>44307</c:v>
                </c:pt>
                <c:pt idx="560">
                  <c:v>44308</c:v>
                </c:pt>
                <c:pt idx="561">
                  <c:v>44309</c:v>
                </c:pt>
                <c:pt idx="562">
                  <c:v>44312</c:v>
                </c:pt>
                <c:pt idx="563">
                  <c:v>44313</c:v>
                </c:pt>
                <c:pt idx="564">
                  <c:v>44314</c:v>
                </c:pt>
                <c:pt idx="565">
                  <c:v>44315</c:v>
                </c:pt>
                <c:pt idx="566">
                  <c:v>44316</c:v>
                </c:pt>
                <c:pt idx="567">
                  <c:v>44322</c:v>
                </c:pt>
                <c:pt idx="568">
                  <c:v>44323</c:v>
                </c:pt>
                <c:pt idx="569">
                  <c:v>44326</c:v>
                </c:pt>
                <c:pt idx="570">
                  <c:v>44327</c:v>
                </c:pt>
                <c:pt idx="571">
                  <c:v>44328</c:v>
                </c:pt>
                <c:pt idx="572">
                  <c:v>44329</c:v>
                </c:pt>
                <c:pt idx="573">
                  <c:v>44330</c:v>
                </c:pt>
                <c:pt idx="574">
                  <c:v>44333</c:v>
                </c:pt>
                <c:pt idx="575">
                  <c:v>44334</c:v>
                </c:pt>
                <c:pt idx="576">
                  <c:v>44335</c:v>
                </c:pt>
                <c:pt idx="577">
                  <c:v>44336</c:v>
                </c:pt>
                <c:pt idx="578">
                  <c:v>44337</c:v>
                </c:pt>
                <c:pt idx="579">
                  <c:v>44340</c:v>
                </c:pt>
                <c:pt idx="580">
                  <c:v>44341</c:v>
                </c:pt>
                <c:pt idx="581">
                  <c:v>44342</c:v>
                </c:pt>
                <c:pt idx="582">
                  <c:v>44343</c:v>
                </c:pt>
                <c:pt idx="583">
                  <c:v>44344</c:v>
                </c:pt>
                <c:pt idx="584">
                  <c:v>44347</c:v>
                </c:pt>
                <c:pt idx="585">
                  <c:v>44348</c:v>
                </c:pt>
                <c:pt idx="586">
                  <c:v>44349</c:v>
                </c:pt>
                <c:pt idx="587">
                  <c:v>44350</c:v>
                </c:pt>
                <c:pt idx="588">
                  <c:v>44351</c:v>
                </c:pt>
                <c:pt idx="589">
                  <c:v>44354</c:v>
                </c:pt>
                <c:pt idx="590">
                  <c:v>44355</c:v>
                </c:pt>
                <c:pt idx="591">
                  <c:v>44356</c:v>
                </c:pt>
                <c:pt idx="592">
                  <c:v>44357</c:v>
                </c:pt>
                <c:pt idx="593">
                  <c:v>44358</c:v>
                </c:pt>
                <c:pt idx="594">
                  <c:v>44362</c:v>
                </c:pt>
                <c:pt idx="595">
                  <c:v>44363</c:v>
                </c:pt>
                <c:pt idx="596">
                  <c:v>44364</c:v>
                </c:pt>
                <c:pt idx="597">
                  <c:v>44365</c:v>
                </c:pt>
                <c:pt idx="598">
                  <c:v>44368</c:v>
                </c:pt>
                <c:pt idx="599">
                  <c:v>44369</c:v>
                </c:pt>
                <c:pt idx="600">
                  <c:v>44370</c:v>
                </c:pt>
                <c:pt idx="601">
                  <c:v>44371</c:v>
                </c:pt>
                <c:pt idx="602">
                  <c:v>44372</c:v>
                </c:pt>
                <c:pt idx="603">
                  <c:v>44375</c:v>
                </c:pt>
                <c:pt idx="604">
                  <c:v>44376</c:v>
                </c:pt>
                <c:pt idx="605">
                  <c:v>44377</c:v>
                </c:pt>
                <c:pt idx="606">
                  <c:v>44378</c:v>
                </c:pt>
                <c:pt idx="607">
                  <c:v>44379</c:v>
                </c:pt>
                <c:pt idx="608">
                  <c:v>44382</c:v>
                </c:pt>
                <c:pt idx="609">
                  <c:v>44383</c:v>
                </c:pt>
                <c:pt idx="610">
                  <c:v>44384</c:v>
                </c:pt>
                <c:pt idx="611">
                  <c:v>44385</c:v>
                </c:pt>
                <c:pt idx="612">
                  <c:v>44386</c:v>
                </c:pt>
                <c:pt idx="613">
                  <c:v>44389</c:v>
                </c:pt>
                <c:pt idx="614">
                  <c:v>44390</c:v>
                </c:pt>
                <c:pt idx="615">
                  <c:v>44391</c:v>
                </c:pt>
                <c:pt idx="616">
                  <c:v>44392</c:v>
                </c:pt>
                <c:pt idx="617">
                  <c:v>44393</c:v>
                </c:pt>
                <c:pt idx="618">
                  <c:v>44396</c:v>
                </c:pt>
                <c:pt idx="619">
                  <c:v>44397</c:v>
                </c:pt>
                <c:pt idx="620">
                  <c:v>44398</c:v>
                </c:pt>
                <c:pt idx="621">
                  <c:v>44399</c:v>
                </c:pt>
                <c:pt idx="622">
                  <c:v>44400</c:v>
                </c:pt>
                <c:pt idx="623">
                  <c:v>44403</c:v>
                </c:pt>
                <c:pt idx="624">
                  <c:v>44404</c:v>
                </c:pt>
                <c:pt idx="625">
                  <c:v>44405</c:v>
                </c:pt>
                <c:pt idx="626">
                  <c:v>44406</c:v>
                </c:pt>
                <c:pt idx="627">
                  <c:v>44407</c:v>
                </c:pt>
                <c:pt idx="628">
                  <c:v>44410</c:v>
                </c:pt>
                <c:pt idx="629">
                  <c:v>44411</c:v>
                </c:pt>
                <c:pt idx="630">
                  <c:v>44412</c:v>
                </c:pt>
                <c:pt idx="631">
                  <c:v>44413</c:v>
                </c:pt>
                <c:pt idx="632">
                  <c:v>44414</c:v>
                </c:pt>
                <c:pt idx="633">
                  <c:v>44417</c:v>
                </c:pt>
                <c:pt idx="634">
                  <c:v>44418</c:v>
                </c:pt>
                <c:pt idx="635">
                  <c:v>44419</c:v>
                </c:pt>
                <c:pt idx="636">
                  <c:v>44420</c:v>
                </c:pt>
                <c:pt idx="637">
                  <c:v>44421</c:v>
                </c:pt>
                <c:pt idx="638">
                  <c:v>44424</c:v>
                </c:pt>
                <c:pt idx="639">
                  <c:v>44425</c:v>
                </c:pt>
                <c:pt idx="640">
                  <c:v>44426</c:v>
                </c:pt>
                <c:pt idx="641">
                  <c:v>44427</c:v>
                </c:pt>
                <c:pt idx="642">
                  <c:v>44428</c:v>
                </c:pt>
                <c:pt idx="643">
                  <c:v>44431</c:v>
                </c:pt>
                <c:pt idx="644">
                  <c:v>44432</c:v>
                </c:pt>
                <c:pt idx="645">
                  <c:v>44433</c:v>
                </c:pt>
                <c:pt idx="646">
                  <c:v>44434</c:v>
                </c:pt>
                <c:pt idx="647">
                  <c:v>44435</c:v>
                </c:pt>
                <c:pt idx="648">
                  <c:v>44438</c:v>
                </c:pt>
                <c:pt idx="649">
                  <c:v>44439</c:v>
                </c:pt>
                <c:pt idx="650">
                  <c:v>44440</c:v>
                </c:pt>
                <c:pt idx="651">
                  <c:v>44441</c:v>
                </c:pt>
                <c:pt idx="652">
                  <c:v>44442</c:v>
                </c:pt>
                <c:pt idx="653">
                  <c:v>44445</c:v>
                </c:pt>
                <c:pt idx="654">
                  <c:v>44446</c:v>
                </c:pt>
                <c:pt idx="655">
                  <c:v>44447</c:v>
                </c:pt>
                <c:pt idx="656">
                  <c:v>44448</c:v>
                </c:pt>
                <c:pt idx="657">
                  <c:v>44449</c:v>
                </c:pt>
                <c:pt idx="658">
                  <c:v>44452</c:v>
                </c:pt>
                <c:pt idx="659">
                  <c:v>44453</c:v>
                </c:pt>
                <c:pt idx="660">
                  <c:v>44454</c:v>
                </c:pt>
                <c:pt idx="661">
                  <c:v>44455</c:v>
                </c:pt>
                <c:pt idx="662">
                  <c:v>44456</c:v>
                </c:pt>
                <c:pt idx="663">
                  <c:v>44461</c:v>
                </c:pt>
                <c:pt idx="664">
                  <c:v>44462</c:v>
                </c:pt>
                <c:pt idx="665">
                  <c:v>44463</c:v>
                </c:pt>
                <c:pt idx="666">
                  <c:v>44466</c:v>
                </c:pt>
                <c:pt idx="667">
                  <c:v>44467</c:v>
                </c:pt>
                <c:pt idx="668">
                  <c:v>44468</c:v>
                </c:pt>
                <c:pt idx="669">
                  <c:v>44469</c:v>
                </c:pt>
                <c:pt idx="670">
                  <c:v>44477</c:v>
                </c:pt>
                <c:pt idx="671">
                  <c:v>44480</c:v>
                </c:pt>
                <c:pt idx="672">
                  <c:v>44481</c:v>
                </c:pt>
                <c:pt idx="673">
                  <c:v>44482</c:v>
                </c:pt>
                <c:pt idx="674">
                  <c:v>44483</c:v>
                </c:pt>
                <c:pt idx="675">
                  <c:v>44484</c:v>
                </c:pt>
                <c:pt idx="676">
                  <c:v>44487</c:v>
                </c:pt>
                <c:pt idx="677">
                  <c:v>44488</c:v>
                </c:pt>
                <c:pt idx="678">
                  <c:v>44489</c:v>
                </c:pt>
                <c:pt idx="679">
                  <c:v>44490</c:v>
                </c:pt>
                <c:pt idx="680">
                  <c:v>44491</c:v>
                </c:pt>
                <c:pt idx="681">
                  <c:v>44494</c:v>
                </c:pt>
                <c:pt idx="682">
                  <c:v>44495</c:v>
                </c:pt>
                <c:pt idx="683">
                  <c:v>44496</c:v>
                </c:pt>
                <c:pt idx="684">
                  <c:v>44497</c:v>
                </c:pt>
                <c:pt idx="685">
                  <c:v>44498</c:v>
                </c:pt>
                <c:pt idx="686">
                  <c:v>44501</c:v>
                </c:pt>
                <c:pt idx="687">
                  <c:v>44502</c:v>
                </c:pt>
                <c:pt idx="688">
                  <c:v>44503</c:v>
                </c:pt>
                <c:pt idx="689">
                  <c:v>44504</c:v>
                </c:pt>
                <c:pt idx="690">
                  <c:v>44505</c:v>
                </c:pt>
                <c:pt idx="691">
                  <c:v>44508</c:v>
                </c:pt>
                <c:pt idx="692">
                  <c:v>44509</c:v>
                </c:pt>
                <c:pt idx="693">
                  <c:v>44510</c:v>
                </c:pt>
                <c:pt idx="694">
                  <c:v>44511</c:v>
                </c:pt>
                <c:pt idx="695">
                  <c:v>44512</c:v>
                </c:pt>
                <c:pt idx="696">
                  <c:v>44515</c:v>
                </c:pt>
                <c:pt idx="697">
                  <c:v>44516</c:v>
                </c:pt>
                <c:pt idx="698">
                  <c:v>44517</c:v>
                </c:pt>
                <c:pt idx="699">
                  <c:v>44518</c:v>
                </c:pt>
                <c:pt idx="700">
                  <c:v>44519</c:v>
                </c:pt>
                <c:pt idx="701">
                  <c:v>44522</c:v>
                </c:pt>
                <c:pt idx="702">
                  <c:v>44523</c:v>
                </c:pt>
                <c:pt idx="703">
                  <c:v>44524</c:v>
                </c:pt>
                <c:pt idx="704">
                  <c:v>44525</c:v>
                </c:pt>
                <c:pt idx="705">
                  <c:v>44526</c:v>
                </c:pt>
                <c:pt idx="706">
                  <c:v>44529</c:v>
                </c:pt>
                <c:pt idx="707">
                  <c:v>44530</c:v>
                </c:pt>
                <c:pt idx="708">
                  <c:v>44531</c:v>
                </c:pt>
                <c:pt idx="709">
                  <c:v>44532</c:v>
                </c:pt>
                <c:pt idx="710">
                  <c:v>44533</c:v>
                </c:pt>
                <c:pt idx="711">
                  <c:v>44536</c:v>
                </c:pt>
                <c:pt idx="712">
                  <c:v>44537</c:v>
                </c:pt>
                <c:pt idx="713">
                  <c:v>44538</c:v>
                </c:pt>
                <c:pt idx="714">
                  <c:v>44539</c:v>
                </c:pt>
                <c:pt idx="715">
                  <c:v>44540</c:v>
                </c:pt>
                <c:pt idx="716">
                  <c:v>44543</c:v>
                </c:pt>
                <c:pt idx="717">
                  <c:v>44544</c:v>
                </c:pt>
                <c:pt idx="718">
                  <c:v>44545</c:v>
                </c:pt>
                <c:pt idx="719">
                  <c:v>44546</c:v>
                </c:pt>
                <c:pt idx="720">
                  <c:v>44547</c:v>
                </c:pt>
                <c:pt idx="721">
                  <c:v>44550</c:v>
                </c:pt>
                <c:pt idx="722">
                  <c:v>44551</c:v>
                </c:pt>
                <c:pt idx="723">
                  <c:v>44552</c:v>
                </c:pt>
                <c:pt idx="724">
                  <c:v>44553</c:v>
                </c:pt>
                <c:pt idx="725">
                  <c:v>44554</c:v>
                </c:pt>
                <c:pt idx="726">
                  <c:v>44557</c:v>
                </c:pt>
                <c:pt idx="727">
                  <c:v>44558</c:v>
                </c:pt>
                <c:pt idx="728">
                  <c:v>44559</c:v>
                </c:pt>
                <c:pt idx="729">
                  <c:v>44560</c:v>
                </c:pt>
                <c:pt idx="730">
                  <c:v>44561</c:v>
                </c:pt>
                <c:pt idx="731">
                  <c:v>44565</c:v>
                </c:pt>
                <c:pt idx="732">
                  <c:v>44566</c:v>
                </c:pt>
                <c:pt idx="733">
                  <c:v>44567</c:v>
                </c:pt>
                <c:pt idx="734">
                  <c:v>44568</c:v>
                </c:pt>
                <c:pt idx="735">
                  <c:v>44571</c:v>
                </c:pt>
                <c:pt idx="736">
                  <c:v>44572</c:v>
                </c:pt>
                <c:pt idx="737">
                  <c:v>44573</c:v>
                </c:pt>
                <c:pt idx="738">
                  <c:v>44574</c:v>
                </c:pt>
                <c:pt idx="739">
                  <c:v>44575</c:v>
                </c:pt>
                <c:pt idx="740">
                  <c:v>44578</c:v>
                </c:pt>
                <c:pt idx="741">
                  <c:v>44579</c:v>
                </c:pt>
                <c:pt idx="742">
                  <c:v>44580</c:v>
                </c:pt>
                <c:pt idx="743">
                  <c:v>44581</c:v>
                </c:pt>
                <c:pt idx="744">
                  <c:v>44582</c:v>
                </c:pt>
                <c:pt idx="745">
                  <c:v>44585</c:v>
                </c:pt>
                <c:pt idx="746">
                  <c:v>44586</c:v>
                </c:pt>
                <c:pt idx="747">
                  <c:v>44587</c:v>
                </c:pt>
                <c:pt idx="748">
                  <c:v>44588</c:v>
                </c:pt>
                <c:pt idx="749">
                  <c:v>44589</c:v>
                </c:pt>
                <c:pt idx="750">
                  <c:v>44599</c:v>
                </c:pt>
                <c:pt idx="751">
                  <c:v>44600</c:v>
                </c:pt>
                <c:pt idx="752">
                  <c:v>44601</c:v>
                </c:pt>
                <c:pt idx="753">
                  <c:v>44602</c:v>
                </c:pt>
                <c:pt idx="754">
                  <c:v>44603</c:v>
                </c:pt>
                <c:pt idx="755">
                  <c:v>44606</c:v>
                </c:pt>
                <c:pt idx="756">
                  <c:v>44607</c:v>
                </c:pt>
                <c:pt idx="757">
                  <c:v>44608</c:v>
                </c:pt>
                <c:pt idx="758">
                  <c:v>44609</c:v>
                </c:pt>
                <c:pt idx="759">
                  <c:v>44610</c:v>
                </c:pt>
                <c:pt idx="760">
                  <c:v>44613</c:v>
                </c:pt>
                <c:pt idx="761">
                  <c:v>44614</c:v>
                </c:pt>
                <c:pt idx="762">
                  <c:v>44615</c:v>
                </c:pt>
                <c:pt idx="763">
                  <c:v>44616</c:v>
                </c:pt>
                <c:pt idx="764">
                  <c:v>44617</c:v>
                </c:pt>
                <c:pt idx="765">
                  <c:v>44620</c:v>
                </c:pt>
                <c:pt idx="766">
                  <c:v>44621</c:v>
                </c:pt>
                <c:pt idx="767">
                  <c:v>44622</c:v>
                </c:pt>
                <c:pt idx="768">
                  <c:v>44623</c:v>
                </c:pt>
                <c:pt idx="769">
                  <c:v>44624</c:v>
                </c:pt>
                <c:pt idx="770">
                  <c:v>44627</c:v>
                </c:pt>
                <c:pt idx="771">
                  <c:v>44628</c:v>
                </c:pt>
                <c:pt idx="772">
                  <c:v>44629</c:v>
                </c:pt>
                <c:pt idx="773">
                  <c:v>44630</c:v>
                </c:pt>
                <c:pt idx="774">
                  <c:v>44631</c:v>
                </c:pt>
                <c:pt idx="775">
                  <c:v>44634</c:v>
                </c:pt>
                <c:pt idx="776">
                  <c:v>44635</c:v>
                </c:pt>
                <c:pt idx="777">
                  <c:v>44636</c:v>
                </c:pt>
                <c:pt idx="778">
                  <c:v>44637</c:v>
                </c:pt>
                <c:pt idx="779">
                  <c:v>44638</c:v>
                </c:pt>
                <c:pt idx="780">
                  <c:v>44641</c:v>
                </c:pt>
                <c:pt idx="781">
                  <c:v>44642</c:v>
                </c:pt>
                <c:pt idx="782">
                  <c:v>44643</c:v>
                </c:pt>
                <c:pt idx="783">
                  <c:v>44644</c:v>
                </c:pt>
                <c:pt idx="784">
                  <c:v>44645</c:v>
                </c:pt>
                <c:pt idx="785">
                  <c:v>44648</c:v>
                </c:pt>
                <c:pt idx="786">
                  <c:v>44649</c:v>
                </c:pt>
                <c:pt idx="787">
                  <c:v>44650</c:v>
                </c:pt>
                <c:pt idx="788">
                  <c:v>44651</c:v>
                </c:pt>
                <c:pt idx="789">
                  <c:v>44652</c:v>
                </c:pt>
                <c:pt idx="790">
                  <c:v>44657</c:v>
                </c:pt>
                <c:pt idx="791">
                  <c:v>44658</c:v>
                </c:pt>
                <c:pt idx="792">
                  <c:v>44659</c:v>
                </c:pt>
                <c:pt idx="793">
                  <c:v>44662</c:v>
                </c:pt>
                <c:pt idx="794">
                  <c:v>44663</c:v>
                </c:pt>
                <c:pt idx="795">
                  <c:v>44664</c:v>
                </c:pt>
                <c:pt idx="796">
                  <c:v>44665</c:v>
                </c:pt>
                <c:pt idx="797">
                  <c:v>44666</c:v>
                </c:pt>
                <c:pt idx="798">
                  <c:v>44669</c:v>
                </c:pt>
                <c:pt idx="799">
                  <c:v>44670</c:v>
                </c:pt>
                <c:pt idx="800">
                  <c:v>44671</c:v>
                </c:pt>
                <c:pt idx="801">
                  <c:v>44672</c:v>
                </c:pt>
                <c:pt idx="802">
                  <c:v>44673</c:v>
                </c:pt>
                <c:pt idx="803">
                  <c:v>44676</c:v>
                </c:pt>
                <c:pt idx="804">
                  <c:v>44677</c:v>
                </c:pt>
                <c:pt idx="805">
                  <c:v>44678</c:v>
                </c:pt>
                <c:pt idx="806">
                  <c:v>44679</c:v>
                </c:pt>
                <c:pt idx="807">
                  <c:v>44680</c:v>
                </c:pt>
                <c:pt idx="808">
                  <c:v>44686</c:v>
                </c:pt>
                <c:pt idx="809">
                  <c:v>44687</c:v>
                </c:pt>
                <c:pt idx="810">
                  <c:v>44690</c:v>
                </c:pt>
                <c:pt idx="811">
                  <c:v>44691</c:v>
                </c:pt>
                <c:pt idx="812">
                  <c:v>44692</c:v>
                </c:pt>
                <c:pt idx="813">
                  <c:v>44693</c:v>
                </c:pt>
                <c:pt idx="814">
                  <c:v>44694</c:v>
                </c:pt>
                <c:pt idx="815">
                  <c:v>44697</c:v>
                </c:pt>
                <c:pt idx="816">
                  <c:v>44698</c:v>
                </c:pt>
                <c:pt idx="817">
                  <c:v>44699</c:v>
                </c:pt>
                <c:pt idx="818">
                  <c:v>44700</c:v>
                </c:pt>
                <c:pt idx="819">
                  <c:v>44701</c:v>
                </c:pt>
                <c:pt idx="820">
                  <c:v>44704</c:v>
                </c:pt>
                <c:pt idx="821">
                  <c:v>44705</c:v>
                </c:pt>
                <c:pt idx="822">
                  <c:v>44706</c:v>
                </c:pt>
                <c:pt idx="823">
                  <c:v>44707</c:v>
                </c:pt>
                <c:pt idx="824">
                  <c:v>44708</c:v>
                </c:pt>
                <c:pt idx="825">
                  <c:v>44711</c:v>
                </c:pt>
                <c:pt idx="826">
                  <c:v>44712</c:v>
                </c:pt>
                <c:pt idx="827">
                  <c:v>44713</c:v>
                </c:pt>
                <c:pt idx="828">
                  <c:v>44714</c:v>
                </c:pt>
                <c:pt idx="829">
                  <c:v>44718</c:v>
                </c:pt>
                <c:pt idx="830">
                  <c:v>44719</c:v>
                </c:pt>
                <c:pt idx="831">
                  <c:v>44720</c:v>
                </c:pt>
                <c:pt idx="832">
                  <c:v>44721</c:v>
                </c:pt>
                <c:pt idx="833">
                  <c:v>44722</c:v>
                </c:pt>
                <c:pt idx="834">
                  <c:v>44725</c:v>
                </c:pt>
                <c:pt idx="835">
                  <c:v>44726</c:v>
                </c:pt>
                <c:pt idx="836">
                  <c:v>44727</c:v>
                </c:pt>
                <c:pt idx="837">
                  <c:v>44728</c:v>
                </c:pt>
                <c:pt idx="838">
                  <c:v>44729</c:v>
                </c:pt>
                <c:pt idx="839">
                  <c:v>44732</c:v>
                </c:pt>
                <c:pt idx="840">
                  <c:v>44733</c:v>
                </c:pt>
                <c:pt idx="841">
                  <c:v>44734</c:v>
                </c:pt>
                <c:pt idx="842">
                  <c:v>44735</c:v>
                </c:pt>
                <c:pt idx="843">
                  <c:v>44736</c:v>
                </c:pt>
                <c:pt idx="844">
                  <c:v>44739</c:v>
                </c:pt>
                <c:pt idx="845">
                  <c:v>44740</c:v>
                </c:pt>
                <c:pt idx="846">
                  <c:v>44741</c:v>
                </c:pt>
                <c:pt idx="847">
                  <c:v>44742</c:v>
                </c:pt>
                <c:pt idx="848">
                  <c:v>44743</c:v>
                </c:pt>
                <c:pt idx="849">
                  <c:v>44746</c:v>
                </c:pt>
                <c:pt idx="850">
                  <c:v>44747</c:v>
                </c:pt>
                <c:pt idx="851">
                  <c:v>44748</c:v>
                </c:pt>
                <c:pt idx="852">
                  <c:v>44749</c:v>
                </c:pt>
                <c:pt idx="853">
                  <c:v>44750</c:v>
                </c:pt>
                <c:pt idx="854">
                  <c:v>44753</c:v>
                </c:pt>
                <c:pt idx="855">
                  <c:v>44754</c:v>
                </c:pt>
                <c:pt idx="856">
                  <c:v>44755</c:v>
                </c:pt>
                <c:pt idx="857">
                  <c:v>44756</c:v>
                </c:pt>
                <c:pt idx="858">
                  <c:v>44757</c:v>
                </c:pt>
                <c:pt idx="859">
                  <c:v>44760</c:v>
                </c:pt>
                <c:pt idx="860">
                  <c:v>44761</c:v>
                </c:pt>
                <c:pt idx="861">
                  <c:v>44762</c:v>
                </c:pt>
                <c:pt idx="862">
                  <c:v>44763</c:v>
                </c:pt>
                <c:pt idx="863">
                  <c:v>44764</c:v>
                </c:pt>
                <c:pt idx="864">
                  <c:v>44767</c:v>
                </c:pt>
                <c:pt idx="865">
                  <c:v>44768</c:v>
                </c:pt>
                <c:pt idx="866">
                  <c:v>44769</c:v>
                </c:pt>
                <c:pt idx="867">
                  <c:v>44770</c:v>
                </c:pt>
                <c:pt idx="868">
                  <c:v>44771</c:v>
                </c:pt>
                <c:pt idx="869">
                  <c:v>44774</c:v>
                </c:pt>
                <c:pt idx="870">
                  <c:v>44775</c:v>
                </c:pt>
                <c:pt idx="871">
                  <c:v>44776</c:v>
                </c:pt>
                <c:pt idx="872">
                  <c:v>44777</c:v>
                </c:pt>
                <c:pt idx="873">
                  <c:v>44778</c:v>
                </c:pt>
                <c:pt idx="874">
                  <c:v>44781</c:v>
                </c:pt>
                <c:pt idx="875">
                  <c:v>44782</c:v>
                </c:pt>
                <c:pt idx="876">
                  <c:v>44783</c:v>
                </c:pt>
                <c:pt idx="877">
                  <c:v>44784</c:v>
                </c:pt>
                <c:pt idx="878">
                  <c:v>44785</c:v>
                </c:pt>
                <c:pt idx="879">
                  <c:v>44788</c:v>
                </c:pt>
                <c:pt idx="880">
                  <c:v>44789</c:v>
                </c:pt>
                <c:pt idx="881">
                  <c:v>44790</c:v>
                </c:pt>
                <c:pt idx="882">
                  <c:v>44791</c:v>
                </c:pt>
                <c:pt idx="883">
                  <c:v>44792</c:v>
                </c:pt>
                <c:pt idx="884">
                  <c:v>44795</c:v>
                </c:pt>
                <c:pt idx="885">
                  <c:v>44796</c:v>
                </c:pt>
                <c:pt idx="886">
                  <c:v>44797</c:v>
                </c:pt>
                <c:pt idx="887">
                  <c:v>44798</c:v>
                </c:pt>
                <c:pt idx="888">
                  <c:v>44799</c:v>
                </c:pt>
                <c:pt idx="889">
                  <c:v>44802</c:v>
                </c:pt>
                <c:pt idx="890">
                  <c:v>44803</c:v>
                </c:pt>
                <c:pt idx="891">
                  <c:v>44804</c:v>
                </c:pt>
                <c:pt idx="892">
                  <c:v>44805</c:v>
                </c:pt>
                <c:pt idx="893">
                  <c:v>44806</c:v>
                </c:pt>
                <c:pt idx="894">
                  <c:v>44809</c:v>
                </c:pt>
                <c:pt idx="895">
                  <c:v>44810</c:v>
                </c:pt>
                <c:pt idx="896">
                  <c:v>44811</c:v>
                </c:pt>
                <c:pt idx="897">
                  <c:v>44812</c:v>
                </c:pt>
                <c:pt idx="898">
                  <c:v>44813</c:v>
                </c:pt>
                <c:pt idx="899">
                  <c:v>44817</c:v>
                </c:pt>
                <c:pt idx="900">
                  <c:v>44818</c:v>
                </c:pt>
                <c:pt idx="901">
                  <c:v>44819</c:v>
                </c:pt>
                <c:pt idx="902">
                  <c:v>44820</c:v>
                </c:pt>
                <c:pt idx="903">
                  <c:v>44823</c:v>
                </c:pt>
                <c:pt idx="904">
                  <c:v>44824</c:v>
                </c:pt>
                <c:pt idx="905">
                  <c:v>44825</c:v>
                </c:pt>
                <c:pt idx="906">
                  <c:v>44826</c:v>
                </c:pt>
                <c:pt idx="907">
                  <c:v>44827</c:v>
                </c:pt>
                <c:pt idx="908">
                  <c:v>44830</c:v>
                </c:pt>
                <c:pt idx="909">
                  <c:v>44831</c:v>
                </c:pt>
                <c:pt idx="910">
                  <c:v>44832</c:v>
                </c:pt>
                <c:pt idx="911">
                  <c:v>44833</c:v>
                </c:pt>
                <c:pt idx="912">
                  <c:v>44834</c:v>
                </c:pt>
                <c:pt idx="913">
                  <c:v>44844</c:v>
                </c:pt>
                <c:pt idx="914">
                  <c:v>44845</c:v>
                </c:pt>
                <c:pt idx="915">
                  <c:v>44846</c:v>
                </c:pt>
                <c:pt idx="916">
                  <c:v>44847</c:v>
                </c:pt>
                <c:pt idx="917">
                  <c:v>44848</c:v>
                </c:pt>
                <c:pt idx="918">
                  <c:v>44851</c:v>
                </c:pt>
                <c:pt idx="919">
                  <c:v>44852</c:v>
                </c:pt>
                <c:pt idx="920">
                  <c:v>44853</c:v>
                </c:pt>
                <c:pt idx="921">
                  <c:v>44854</c:v>
                </c:pt>
                <c:pt idx="922">
                  <c:v>44855</c:v>
                </c:pt>
                <c:pt idx="923">
                  <c:v>44858</c:v>
                </c:pt>
                <c:pt idx="924">
                  <c:v>44859</c:v>
                </c:pt>
                <c:pt idx="925">
                  <c:v>44860</c:v>
                </c:pt>
                <c:pt idx="926">
                  <c:v>44861</c:v>
                </c:pt>
                <c:pt idx="927">
                  <c:v>44862</c:v>
                </c:pt>
                <c:pt idx="928">
                  <c:v>44865</c:v>
                </c:pt>
                <c:pt idx="929">
                  <c:v>44866</c:v>
                </c:pt>
                <c:pt idx="930">
                  <c:v>44867</c:v>
                </c:pt>
                <c:pt idx="931">
                  <c:v>44868</c:v>
                </c:pt>
                <c:pt idx="932">
                  <c:v>44869</c:v>
                </c:pt>
                <c:pt idx="933">
                  <c:v>44872</c:v>
                </c:pt>
                <c:pt idx="934">
                  <c:v>44873</c:v>
                </c:pt>
                <c:pt idx="935">
                  <c:v>44874</c:v>
                </c:pt>
                <c:pt idx="936">
                  <c:v>44875</c:v>
                </c:pt>
                <c:pt idx="937">
                  <c:v>44876</c:v>
                </c:pt>
                <c:pt idx="938">
                  <c:v>44879</c:v>
                </c:pt>
                <c:pt idx="939">
                  <c:v>44880</c:v>
                </c:pt>
                <c:pt idx="940">
                  <c:v>44881</c:v>
                </c:pt>
                <c:pt idx="941">
                  <c:v>44882</c:v>
                </c:pt>
                <c:pt idx="942">
                  <c:v>44883</c:v>
                </c:pt>
                <c:pt idx="943">
                  <c:v>44886</c:v>
                </c:pt>
                <c:pt idx="944">
                  <c:v>44887</c:v>
                </c:pt>
                <c:pt idx="945">
                  <c:v>44888</c:v>
                </c:pt>
                <c:pt idx="946">
                  <c:v>44889</c:v>
                </c:pt>
                <c:pt idx="947">
                  <c:v>44890</c:v>
                </c:pt>
                <c:pt idx="948">
                  <c:v>44893</c:v>
                </c:pt>
                <c:pt idx="949">
                  <c:v>44894</c:v>
                </c:pt>
                <c:pt idx="950">
                  <c:v>44895</c:v>
                </c:pt>
                <c:pt idx="951">
                  <c:v>44896</c:v>
                </c:pt>
                <c:pt idx="952">
                  <c:v>44897</c:v>
                </c:pt>
                <c:pt idx="953">
                  <c:v>44900</c:v>
                </c:pt>
                <c:pt idx="954">
                  <c:v>44901</c:v>
                </c:pt>
                <c:pt idx="955">
                  <c:v>44902</c:v>
                </c:pt>
                <c:pt idx="956">
                  <c:v>44903</c:v>
                </c:pt>
                <c:pt idx="957">
                  <c:v>44904</c:v>
                </c:pt>
                <c:pt idx="958">
                  <c:v>44907</c:v>
                </c:pt>
                <c:pt idx="959">
                  <c:v>44908</c:v>
                </c:pt>
                <c:pt idx="960">
                  <c:v>44909</c:v>
                </c:pt>
                <c:pt idx="961">
                  <c:v>44910</c:v>
                </c:pt>
                <c:pt idx="962">
                  <c:v>44911</c:v>
                </c:pt>
                <c:pt idx="963">
                  <c:v>44914</c:v>
                </c:pt>
                <c:pt idx="964">
                  <c:v>44915</c:v>
                </c:pt>
                <c:pt idx="965">
                  <c:v>44916</c:v>
                </c:pt>
                <c:pt idx="966">
                  <c:v>44917</c:v>
                </c:pt>
                <c:pt idx="967">
                  <c:v>44918</c:v>
                </c:pt>
                <c:pt idx="968">
                  <c:v>44921</c:v>
                </c:pt>
                <c:pt idx="969">
                  <c:v>44922</c:v>
                </c:pt>
                <c:pt idx="970">
                  <c:v>44923</c:v>
                </c:pt>
                <c:pt idx="971">
                  <c:v>44924</c:v>
                </c:pt>
                <c:pt idx="972">
                  <c:v>44925</c:v>
                </c:pt>
                <c:pt idx="973">
                  <c:v>44929</c:v>
                </c:pt>
                <c:pt idx="974">
                  <c:v>44930</c:v>
                </c:pt>
                <c:pt idx="975">
                  <c:v>44931</c:v>
                </c:pt>
                <c:pt idx="976">
                  <c:v>44932</c:v>
                </c:pt>
                <c:pt idx="977">
                  <c:v>44935</c:v>
                </c:pt>
                <c:pt idx="978">
                  <c:v>44936</c:v>
                </c:pt>
                <c:pt idx="979">
                  <c:v>44937</c:v>
                </c:pt>
                <c:pt idx="980">
                  <c:v>44938</c:v>
                </c:pt>
                <c:pt idx="981">
                  <c:v>44939</c:v>
                </c:pt>
                <c:pt idx="982">
                  <c:v>44942</c:v>
                </c:pt>
                <c:pt idx="983">
                  <c:v>44943</c:v>
                </c:pt>
                <c:pt idx="984">
                  <c:v>44944</c:v>
                </c:pt>
                <c:pt idx="985">
                  <c:v>44945</c:v>
                </c:pt>
                <c:pt idx="986">
                  <c:v>44946</c:v>
                </c:pt>
                <c:pt idx="987">
                  <c:v>44956</c:v>
                </c:pt>
                <c:pt idx="988">
                  <c:v>44957</c:v>
                </c:pt>
                <c:pt idx="989">
                  <c:v>44958</c:v>
                </c:pt>
                <c:pt idx="990">
                  <c:v>44959</c:v>
                </c:pt>
                <c:pt idx="991">
                  <c:v>44960</c:v>
                </c:pt>
                <c:pt idx="992">
                  <c:v>44963</c:v>
                </c:pt>
                <c:pt idx="993">
                  <c:v>44964</c:v>
                </c:pt>
                <c:pt idx="994">
                  <c:v>44965</c:v>
                </c:pt>
                <c:pt idx="995">
                  <c:v>44966</c:v>
                </c:pt>
                <c:pt idx="996">
                  <c:v>44967</c:v>
                </c:pt>
                <c:pt idx="997">
                  <c:v>44970</c:v>
                </c:pt>
                <c:pt idx="998">
                  <c:v>44971</c:v>
                </c:pt>
                <c:pt idx="999">
                  <c:v>44972</c:v>
                </c:pt>
                <c:pt idx="1000">
                  <c:v>44973</c:v>
                </c:pt>
                <c:pt idx="1001">
                  <c:v>44974</c:v>
                </c:pt>
                <c:pt idx="1002">
                  <c:v>44977</c:v>
                </c:pt>
                <c:pt idx="1003">
                  <c:v>44978</c:v>
                </c:pt>
                <c:pt idx="1004">
                  <c:v>44979</c:v>
                </c:pt>
                <c:pt idx="1005">
                  <c:v>44980</c:v>
                </c:pt>
                <c:pt idx="1006">
                  <c:v>44981</c:v>
                </c:pt>
                <c:pt idx="1007">
                  <c:v>44984</c:v>
                </c:pt>
                <c:pt idx="1008">
                  <c:v>44985</c:v>
                </c:pt>
                <c:pt idx="1009">
                  <c:v>44986</c:v>
                </c:pt>
                <c:pt idx="1010">
                  <c:v>44987</c:v>
                </c:pt>
                <c:pt idx="1011">
                  <c:v>44988</c:v>
                </c:pt>
                <c:pt idx="1012">
                  <c:v>44991</c:v>
                </c:pt>
                <c:pt idx="1013">
                  <c:v>44992</c:v>
                </c:pt>
                <c:pt idx="1014">
                  <c:v>44993</c:v>
                </c:pt>
                <c:pt idx="1015">
                  <c:v>44994</c:v>
                </c:pt>
                <c:pt idx="1016">
                  <c:v>44995</c:v>
                </c:pt>
                <c:pt idx="1017">
                  <c:v>44998</c:v>
                </c:pt>
                <c:pt idx="1018">
                  <c:v>44999</c:v>
                </c:pt>
                <c:pt idx="1019">
                  <c:v>45000</c:v>
                </c:pt>
                <c:pt idx="1020">
                  <c:v>45001</c:v>
                </c:pt>
                <c:pt idx="1021">
                  <c:v>45002</c:v>
                </c:pt>
                <c:pt idx="1022">
                  <c:v>45005</c:v>
                </c:pt>
                <c:pt idx="1023">
                  <c:v>45006</c:v>
                </c:pt>
                <c:pt idx="1024">
                  <c:v>45007</c:v>
                </c:pt>
                <c:pt idx="1025">
                  <c:v>45008</c:v>
                </c:pt>
                <c:pt idx="1026">
                  <c:v>45009</c:v>
                </c:pt>
                <c:pt idx="1027">
                  <c:v>45012</c:v>
                </c:pt>
                <c:pt idx="1028">
                  <c:v>45013</c:v>
                </c:pt>
                <c:pt idx="1029">
                  <c:v>45014</c:v>
                </c:pt>
                <c:pt idx="1030">
                  <c:v>45015</c:v>
                </c:pt>
                <c:pt idx="1031">
                  <c:v>45016</c:v>
                </c:pt>
                <c:pt idx="1032">
                  <c:v>45019</c:v>
                </c:pt>
                <c:pt idx="1033">
                  <c:v>45020</c:v>
                </c:pt>
                <c:pt idx="1034">
                  <c:v>45022</c:v>
                </c:pt>
                <c:pt idx="1035">
                  <c:v>45023</c:v>
                </c:pt>
                <c:pt idx="1036">
                  <c:v>45026</c:v>
                </c:pt>
                <c:pt idx="1037">
                  <c:v>45027</c:v>
                </c:pt>
                <c:pt idx="1038">
                  <c:v>45028</c:v>
                </c:pt>
                <c:pt idx="1039">
                  <c:v>45029</c:v>
                </c:pt>
                <c:pt idx="1040">
                  <c:v>45030</c:v>
                </c:pt>
                <c:pt idx="1041">
                  <c:v>45033</c:v>
                </c:pt>
                <c:pt idx="1042">
                  <c:v>45034</c:v>
                </c:pt>
                <c:pt idx="1043">
                  <c:v>45035</c:v>
                </c:pt>
                <c:pt idx="1044">
                  <c:v>45036</c:v>
                </c:pt>
                <c:pt idx="1045">
                  <c:v>45037</c:v>
                </c:pt>
                <c:pt idx="1046">
                  <c:v>45040</c:v>
                </c:pt>
                <c:pt idx="1047">
                  <c:v>45041</c:v>
                </c:pt>
                <c:pt idx="1048">
                  <c:v>45042</c:v>
                </c:pt>
                <c:pt idx="1049">
                  <c:v>45043</c:v>
                </c:pt>
                <c:pt idx="1050">
                  <c:v>45044</c:v>
                </c:pt>
                <c:pt idx="1051">
                  <c:v>45050</c:v>
                </c:pt>
                <c:pt idx="1052">
                  <c:v>45051</c:v>
                </c:pt>
                <c:pt idx="1053">
                  <c:v>45054</c:v>
                </c:pt>
                <c:pt idx="1054">
                  <c:v>45055</c:v>
                </c:pt>
                <c:pt idx="1055">
                  <c:v>45056</c:v>
                </c:pt>
                <c:pt idx="1056">
                  <c:v>45057</c:v>
                </c:pt>
                <c:pt idx="1057">
                  <c:v>45058</c:v>
                </c:pt>
                <c:pt idx="1058">
                  <c:v>45061</c:v>
                </c:pt>
                <c:pt idx="1059">
                  <c:v>45062</c:v>
                </c:pt>
                <c:pt idx="1060">
                  <c:v>45063</c:v>
                </c:pt>
                <c:pt idx="1061">
                  <c:v>45064</c:v>
                </c:pt>
                <c:pt idx="1062">
                  <c:v>45065</c:v>
                </c:pt>
                <c:pt idx="1063">
                  <c:v>45068</c:v>
                </c:pt>
                <c:pt idx="1064">
                  <c:v>45069</c:v>
                </c:pt>
                <c:pt idx="1065">
                  <c:v>45070</c:v>
                </c:pt>
                <c:pt idx="1066">
                  <c:v>45071</c:v>
                </c:pt>
                <c:pt idx="1067">
                  <c:v>45072</c:v>
                </c:pt>
                <c:pt idx="1068">
                  <c:v>45075</c:v>
                </c:pt>
                <c:pt idx="1069">
                  <c:v>45076</c:v>
                </c:pt>
                <c:pt idx="1070">
                  <c:v>45077</c:v>
                </c:pt>
                <c:pt idx="1071">
                  <c:v>45078</c:v>
                </c:pt>
                <c:pt idx="1072">
                  <c:v>45079</c:v>
                </c:pt>
                <c:pt idx="1073">
                  <c:v>45082</c:v>
                </c:pt>
                <c:pt idx="1074">
                  <c:v>45083</c:v>
                </c:pt>
                <c:pt idx="1075">
                  <c:v>45084</c:v>
                </c:pt>
                <c:pt idx="1076">
                  <c:v>45085</c:v>
                </c:pt>
                <c:pt idx="1077">
                  <c:v>45086</c:v>
                </c:pt>
                <c:pt idx="1078">
                  <c:v>45089</c:v>
                </c:pt>
                <c:pt idx="1079">
                  <c:v>45090</c:v>
                </c:pt>
                <c:pt idx="1080">
                  <c:v>45091</c:v>
                </c:pt>
                <c:pt idx="1081">
                  <c:v>45092</c:v>
                </c:pt>
                <c:pt idx="1082">
                  <c:v>45093</c:v>
                </c:pt>
                <c:pt idx="1083">
                  <c:v>45096</c:v>
                </c:pt>
                <c:pt idx="1084">
                  <c:v>45097</c:v>
                </c:pt>
                <c:pt idx="1085">
                  <c:v>45098</c:v>
                </c:pt>
                <c:pt idx="1086">
                  <c:v>45103</c:v>
                </c:pt>
                <c:pt idx="1087">
                  <c:v>45104</c:v>
                </c:pt>
                <c:pt idx="1088">
                  <c:v>45105</c:v>
                </c:pt>
                <c:pt idx="1089">
                  <c:v>45106</c:v>
                </c:pt>
                <c:pt idx="1090">
                  <c:v>45107</c:v>
                </c:pt>
                <c:pt idx="1091">
                  <c:v>45110</c:v>
                </c:pt>
                <c:pt idx="1092">
                  <c:v>45111</c:v>
                </c:pt>
                <c:pt idx="1093">
                  <c:v>45112</c:v>
                </c:pt>
                <c:pt idx="1094">
                  <c:v>45113</c:v>
                </c:pt>
                <c:pt idx="1095">
                  <c:v>45114</c:v>
                </c:pt>
                <c:pt idx="1096">
                  <c:v>45117</c:v>
                </c:pt>
                <c:pt idx="1097">
                  <c:v>45118</c:v>
                </c:pt>
                <c:pt idx="1098">
                  <c:v>45119</c:v>
                </c:pt>
                <c:pt idx="1099">
                  <c:v>45120</c:v>
                </c:pt>
                <c:pt idx="1100">
                  <c:v>45121</c:v>
                </c:pt>
                <c:pt idx="1101">
                  <c:v>45124</c:v>
                </c:pt>
                <c:pt idx="1102">
                  <c:v>45125</c:v>
                </c:pt>
                <c:pt idx="1103">
                  <c:v>45126</c:v>
                </c:pt>
                <c:pt idx="1104">
                  <c:v>45127</c:v>
                </c:pt>
                <c:pt idx="1105">
                  <c:v>45128</c:v>
                </c:pt>
                <c:pt idx="1106">
                  <c:v>45131</c:v>
                </c:pt>
                <c:pt idx="1107">
                  <c:v>45132</c:v>
                </c:pt>
                <c:pt idx="1108">
                  <c:v>45133</c:v>
                </c:pt>
                <c:pt idx="1109">
                  <c:v>45134</c:v>
                </c:pt>
                <c:pt idx="1110">
                  <c:v>45135</c:v>
                </c:pt>
                <c:pt idx="1111">
                  <c:v>45138</c:v>
                </c:pt>
                <c:pt idx="1112">
                  <c:v>45139</c:v>
                </c:pt>
                <c:pt idx="1113">
                  <c:v>45140</c:v>
                </c:pt>
                <c:pt idx="1114">
                  <c:v>45141</c:v>
                </c:pt>
                <c:pt idx="1115">
                  <c:v>45142</c:v>
                </c:pt>
                <c:pt idx="1116">
                  <c:v>45145</c:v>
                </c:pt>
                <c:pt idx="1117">
                  <c:v>45146</c:v>
                </c:pt>
                <c:pt idx="1118">
                  <c:v>45147</c:v>
                </c:pt>
                <c:pt idx="1119">
                  <c:v>45148</c:v>
                </c:pt>
                <c:pt idx="1120">
                  <c:v>45149</c:v>
                </c:pt>
                <c:pt idx="1121">
                  <c:v>45152</c:v>
                </c:pt>
                <c:pt idx="1122">
                  <c:v>45153</c:v>
                </c:pt>
                <c:pt idx="1123">
                  <c:v>45154</c:v>
                </c:pt>
                <c:pt idx="1124">
                  <c:v>45155</c:v>
                </c:pt>
                <c:pt idx="1125">
                  <c:v>45156</c:v>
                </c:pt>
                <c:pt idx="1126">
                  <c:v>45159</c:v>
                </c:pt>
                <c:pt idx="1127">
                  <c:v>45160</c:v>
                </c:pt>
                <c:pt idx="1128">
                  <c:v>45161</c:v>
                </c:pt>
                <c:pt idx="1129">
                  <c:v>45162</c:v>
                </c:pt>
                <c:pt idx="1130">
                  <c:v>45163</c:v>
                </c:pt>
                <c:pt idx="1131">
                  <c:v>45166</c:v>
                </c:pt>
                <c:pt idx="1132">
                  <c:v>45167</c:v>
                </c:pt>
                <c:pt idx="1133">
                  <c:v>45168</c:v>
                </c:pt>
                <c:pt idx="1134">
                  <c:v>45169</c:v>
                </c:pt>
                <c:pt idx="1135">
                  <c:v>45170</c:v>
                </c:pt>
                <c:pt idx="1136">
                  <c:v>45173</c:v>
                </c:pt>
                <c:pt idx="1137">
                  <c:v>45174</c:v>
                </c:pt>
                <c:pt idx="1138">
                  <c:v>45175</c:v>
                </c:pt>
                <c:pt idx="1139">
                  <c:v>45176</c:v>
                </c:pt>
                <c:pt idx="1140">
                  <c:v>45177</c:v>
                </c:pt>
                <c:pt idx="1141">
                  <c:v>45180</c:v>
                </c:pt>
                <c:pt idx="1142">
                  <c:v>45181</c:v>
                </c:pt>
                <c:pt idx="1143">
                  <c:v>45182</c:v>
                </c:pt>
                <c:pt idx="1144">
                  <c:v>45183</c:v>
                </c:pt>
                <c:pt idx="1145">
                  <c:v>45184</c:v>
                </c:pt>
                <c:pt idx="1146">
                  <c:v>45187</c:v>
                </c:pt>
                <c:pt idx="1147">
                  <c:v>45188</c:v>
                </c:pt>
                <c:pt idx="1148">
                  <c:v>45189</c:v>
                </c:pt>
                <c:pt idx="1149">
                  <c:v>45190</c:v>
                </c:pt>
                <c:pt idx="1150">
                  <c:v>45191</c:v>
                </c:pt>
                <c:pt idx="1151">
                  <c:v>45194</c:v>
                </c:pt>
                <c:pt idx="1152">
                  <c:v>45195</c:v>
                </c:pt>
                <c:pt idx="1153">
                  <c:v>45196</c:v>
                </c:pt>
                <c:pt idx="1154">
                  <c:v>45197</c:v>
                </c:pt>
                <c:pt idx="1155">
                  <c:v>45208</c:v>
                </c:pt>
                <c:pt idx="1156">
                  <c:v>45209</c:v>
                </c:pt>
                <c:pt idx="1157">
                  <c:v>45210</c:v>
                </c:pt>
                <c:pt idx="1158">
                  <c:v>45211</c:v>
                </c:pt>
                <c:pt idx="1159">
                  <c:v>45212</c:v>
                </c:pt>
                <c:pt idx="1160">
                  <c:v>45215</c:v>
                </c:pt>
                <c:pt idx="1161">
                  <c:v>45216</c:v>
                </c:pt>
                <c:pt idx="1162">
                  <c:v>45217</c:v>
                </c:pt>
                <c:pt idx="1163">
                  <c:v>45218</c:v>
                </c:pt>
                <c:pt idx="1164">
                  <c:v>45219</c:v>
                </c:pt>
                <c:pt idx="1165">
                  <c:v>45222</c:v>
                </c:pt>
                <c:pt idx="1166">
                  <c:v>45223</c:v>
                </c:pt>
                <c:pt idx="1167">
                  <c:v>45224</c:v>
                </c:pt>
                <c:pt idx="1168">
                  <c:v>45225</c:v>
                </c:pt>
                <c:pt idx="1169">
                  <c:v>45226</c:v>
                </c:pt>
                <c:pt idx="1170">
                  <c:v>45229</c:v>
                </c:pt>
                <c:pt idx="1171">
                  <c:v>45230</c:v>
                </c:pt>
                <c:pt idx="1172">
                  <c:v>45231</c:v>
                </c:pt>
                <c:pt idx="1173">
                  <c:v>45232</c:v>
                </c:pt>
                <c:pt idx="1174">
                  <c:v>45233</c:v>
                </c:pt>
                <c:pt idx="1175">
                  <c:v>45236</c:v>
                </c:pt>
                <c:pt idx="1176">
                  <c:v>45237</c:v>
                </c:pt>
                <c:pt idx="1177">
                  <c:v>45238</c:v>
                </c:pt>
                <c:pt idx="1178">
                  <c:v>45239</c:v>
                </c:pt>
                <c:pt idx="1179">
                  <c:v>45240</c:v>
                </c:pt>
                <c:pt idx="1180">
                  <c:v>45243</c:v>
                </c:pt>
                <c:pt idx="1181">
                  <c:v>45244</c:v>
                </c:pt>
                <c:pt idx="1182">
                  <c:v>45245</c:v>
                </c:pt>
                <c:pt idx="1183">
                  <c:v>45246</c:v>
                </c:pt>
                <c:pt idx="1184">
                  <c:v>45247</c:v>
                </c:pt>
                <c:pt idx="1185">
                  <c:v>45250</c:v>
                </c:pt>
                <c:pt idx="1186">
                  <c:v>45251</c:v>
                </c:pt>
                <c:pt idx="1187">
                  <c:v>45252</c:v>
                </c:pt>
                <c:pt idx="1188">
                  <c:v>45253</c:v>
                </c:pt>
                <c:pt idx="1189">
                  <c:v>45254</c:v>
                </c:pt>
                <c:pt idx="1190">
                  <c:v>45257</c:v>
                </c:pt>
                <c:pt idx="1191">
                  <c:v>45258</c:v>
                </c:pt>
                <c:pt idx="1192">
                  <c:v>45259</c:v>
                </c:pt>
                <c:pt idx="1193">
                  <c:v>45260</c:v>
                </c:pt>
                <c:pt idx="1194">
                  <c:v>45261</c:v>
                </c:pt>
                <c:pt idx="1195">
                  <c:v>45264</c:v>
                </c:pt>
                <c:pt idx="1196">
                  <c:v>45265</c:v>
                </c:pt>
                <c:pt idx="1197">
                  <c:v>45266</c:v>
                </c:pt>
                <c:pt idx="1198">
                  <c:v>45267</c:v>
                </c:pt>
                <c:pt idx="1199">
                  <c:v>45268</c:v>
                </c:pt>
                <c:pt idx="1200">
                  <c:v>45271</c:v>
                </c:pt>
                <c:pt idx="1201">
                  <c:v>45272</c:v>
                </c:pt>
                <c:pt idx="1202">
                  <c:v>45273</c:v>
                </c:pt>
                <c:pt idx="1203">
                  <c:v>45274</c:v>
                </c:pt>
                <c:pt idx="1204">
                  <c:v>45275</c:v>
                </c:pt>
                <c:pt idx="1205">
                  <c:v>45278</c:v>
                </c:pt>
                <c:pt idx="1206">
                  <c:v>45279</c:v>
                </c:pt>
                <c:pt idx="1207">
                  <c:v>45280</c:v>
                </c:pt>
                <c:pt idx="1208">
                  <c:v>45281</c:v>
                </c:pt>
                <c:pt idx="1209">
                  <c:v>45282</c:v>
                </c:pt>
                <c:pt idx="1210">
                  <c:v>45285</c:v>
                </c:pt>
                <c:pt idx="1211">
                  <c:v>45286</c:v>
                </c:pt>
                <c:pt idx="1212">
                  <c:v>45287</c:v>
                </c:pt>
                <c:pt idx="1213">
                  <c:v>45288</c:v>
                </c:pt>
                <c:pt idx="1214">
                  <c:v>45289</c:v>
                </c:pt>
                <c:pt idx="1215">
                  <c:v>45293</c:v>
                </c:pt>
                <c:pt idx="1216">
                  <c:v>45294</c:v>
                </c:pt>
                <c:pt idx="1217">
                  <c:v>45295</c:v>
                </c:pt>
                <c:pt idx="1218">
                  <c:v>45296</c:v>
                </c:pt>
                <c:pt idx="1219">
                  <c:v>45299</c:v>
                </c:pt>
                <c:pt idx="1220">
                  <c:v>45300</c:v>
                </c:pt>
                <c:pt idx="1221">
                  <c:v>45301</c:v>
                </c:pt>
                <c:pt idx="1222">
                  <c:v>45302</c:v>
                </c:pt>
                <c:pt idx="1223">
                  <c:v>45303</c:v>
                </c:pt>
                <c:pt idx="1224">
                  <c:v>45306</c:v>
                </c:pt>
                <c:pt idx="1225">
                  <c:v>45307</c:v>
                </c:pt>
                <c:pt idx="1226">
                  <c:v>45308</c:v>
                </c:pt>
                <c:pt idx="1227">
                  <c:v>45309</c:v>
                </c:pt>
                <c:pt idx="1228">
                  <c:v>45310</c:v>
                </c:pt>
                <c:pt idx="1229">
                  <c:v>45313</c:v>
                </c:pt>
                <c:pt idx="1230">
                  <c:v>45314</c:v>
                </c:pt>
                <c:pt idx="1231">
                  <c:v>45315</c:v>
                </c:pt>
                <c:pt idx="1232">
                  <c:v>45316</c:v>
                </c:pt>
                <c:pt idx="1233">
                  <c:v>45317</c:v>
                </c:pt>
                <c:pt idx="1234">
                  <c:v>45320</c:v>
                </c:pt>
                <c:pt idx="1235">
                  <c:v>45321</c:v>
                </c:pt>
                <c:pt idx="1236">
                  <c:v>45322</c:v>
                </c:pt>
                <c:pt idx="1237">
                  <c:v>45323</c:v>
                </c:pt>
                <c:pt idx="1238">
                  <c:v>45324</c:v>
                </c:pt>
                <c:pt idx="1239">
                  <c:v>45327</c:v>
                </c:pt>
                <c:pt idx="1240">
                  <c:v>45328</c:v>
                </c:pt>
                <c:pt idx="1241">
                  <c:v>45329</c:v>
                </c:pt>
                <c:pt idx="1242">
                  <c:v>45330</c:v>
                </c:pt>
                <c:pt idx="1243">
                  <c:v>45341</c:v>
                </c:pt>
                <c:pt idx="1244">
                  <c:v>45342</c:v>
                </c:pt>
                <c:pt idx="1245">
                  <c:v>45343</c:v>
                </c:pt>
                <c:pt idx="1246">
                  <c:v>45344</c:v>
                </c:pt>
                <c:pt idx="1247">
                  <c:v>45345</c:v>
                </c:pt>
                <c:pt idx="1248">
                  <c:v>45348</c:v>
                </c:pt>
                <c:pt idx="1249">
                  <c:v>45349</c:v>
                </c:pt>
                <c:pt idx="1250">
                  <c:v>45350</c:v>
                </c:pt>
                <c:pt idx="1251">
                  <c:v>45351</c:v>
                </c:pt>
                <c:pt idx="1252">
                  <c:v>45352</c:v>
                </c:pt>
                <c:pt idx="1253">
                  <c:v>45355</c:v>
                </c:pt>
                <c:pt idx="1254">
                  <c:v>45356</c:v>
                </c:pt>
                <c:pt idx="1255">
                  <c:v>45357</c:v>
                </c:pt>
                <c:pt idx="1256">
                  <c:v>45358</c:v>
                </c:pt>
                <c:pt idx="1257">
                  <c:v>45359</c:v>
                </c:pt>
                <c:pt idx="1258">
                  <c:v>45362</c:v>
                </c:pt>
                <c:pt idx="1259">
                  <c:v>45363</c:v>
                </c:pt>
                <c:pt idx="1260">
                  <c:v>45364</c:v>
                </c:pt>
                <c:pt idx="1261">
                  <c:v>45365</c:v>
                </c:pt>
                <c:pt idx="1262">
                  <c:v>45366</c:v>
                </c:pt>
                <c:pt idx="1263">
                  <c:v>45369</c:v>
                </c:pt>
                <c:pt idx="1264">
                  <c:v>45370</c:v>
                </c:pt>
                <c:pt idx="1265">
                  <c:v>45371</c:v>
                </c:pt>
                <c:pt idx="1266">
                  <c:v>45372</c:v>
                </c:pt>
                <c:pt idx="1267">
                  <c:v>45373</c:v>
                </c:pt>
                <c:pt idx="1268">
                  <c:v>45376</c:v>
                </c:pt>
                <c:pt idx="1269">
                  <c:v>45377</c:v>
                </c:pt>
                <c:pt idx="1270">
                  <c:v>45378</c:v>
                </c:pt>
                <c:pt idx="1271">
                  <c:v>45379</c:v>
                </c:pt>
                <c:pt idx="1272">
                  <c:v>45380</c:v>
                </c:pt>
                <c:pt idx="1273">
                  <c:v>45383</c:v>
                </c:pt>
                <c:pt idx="1274">
                  <c:v>45384</c:v>
                </c:pt>
                <c:pt idx="1275">
                  <c:v>45385</c:v>
                </c:pt>
                <c:pt idx="1276">
                  <c:v>45390</c:v>
                </c:pt>
                <c:pt idx="1277">
                  <c:v>45391</c:v>
                </c:pt>
                <c:pt idx="1278">
                  <c:v>45392</c:v>
                </c:pt>
                <c:pt idx="1279">
                  <c:v>45393</c:v>
                </c:pt>
                <c:pt idx="1280">
                  <c:v>45394</c:v>
                </c:pt>
                <c:pt idx="1281">
                  <c:v>45397</c:v>
                </c:pt>
                <c:pt idx="1282">
                  <c:v>45398</c:v>
                </c:pt>
                <c:pt idx="1283">
                  <c:v>45399</c:v>
                </c:pt>
                <c:pt idx="1284">
                  <c:v>45400</c:v>
                </c:pt>
                <c:pt idx="1285">
                  <c:v>45401</c:v>
                </c:pt>
                <c:pt idx="1286">
                  <c:v>45404</c:v>
                </c:pt>
                <c:pt idx="1287">
                  <c:v>45405</c:v>
                </c:pt>
                <c:pt idx="1288">
                  <c:v>45406</c:v>
                </c:pt>
                <c:pt idx="1289">
                  <c:v>45407</c:v>
                </c:pt>
                <c:pt idx="1290">
                  <c:v>45408</c:v>
                </c:pt>
                <c:pt idx="1291">
                  <c:v>45411</c:v>
                </c:pt>
                <c:pt idx="1292">
                  <c:v>45412</c:v>
                </c:pt>
                <c:pt idx="1293">
                  <c:v>45418</c:v>
                </c:pt>
                <c:pt idx="1294">
                  <c:v>45419</c:v>
                </c:pt>
                <c:pt idx="1295">
                  <c:v>45420</c:v>
                </c:pt>
                <c:pt idx="1296">
                  <c:v>45421</c:v>
                </c:pt>
                <c:pt idx="1297">
                  <c:v>45422</c:v>
                </c:pt>
                <c:pt idx="1298">
                  <c:v>45425</c:v>
                </c:pt>
                <c:pt idx="1299">
                  <c:v>45426</c:v>
                </c:pt>
                <c:pt idx="1300">
                  <c:v>45427</c:v>
                </c:pt>
                <c:pt idx="1301">
                  <c:v>45428</c:v>
                </c:pt>
                <c:pt idx="1302">
                  <c:v>45429</c:v>
                </c:pt>
                <c:pt idx="1303">
                  <c:v>45432</c:v>
                </c:pt>
                <c:pt idx="1304">
                  <c:v>45433</c:v>
                </c:pt>
                <c:pt idx="1305">
                  <c:v>45434</c:v>
                </c:pt>
                <c:pt idx="1306">
                  <c:v>45435</c:v>
                </c:pt>
                <c:pt idx="1307">
                  <c:v>45436</c:v>
                </c:pt>
                <c:pt idx="1308">
                  <c:v>45439</c:v>
                </c:pt>
                <c:pt idx="1309">
                  <c:v>45440</c:v>
                </c:pt>
                <c:pt idx="1310">
                  <c:v>45441</c:v>
                </c:pt>
                <c:pt idx="1311">
                  <c:v>45442</c:v>
                </c:pt>
                <c:pt idx="1312">
                  <c:v>45443</c:v>
                </c:pt>
                <c:pt idx="1313">
                  <c:v>45446</c:v>
                </c:pt>
                <c:pt idx="1314">
                  <c:v>45447</c:v>
                </c:pt>
                <c:pt idx="1315">
                  <c:v>45448</c:v>
                </c:pt>
                <c:pt idx="1316">
                  <c:v>45449</c:v>
                </c:pt>
                <c:pt idx="1317">
                  <c:v>45450</c:v>
                </c:pt>
                <c:pt idx="1318">
                  <c:v>45454</c:v>
                </c:pt>
                <c:pt idx="1319">
                  <c:v>45455</c:v>
                </c:pt>
                <c:pt idx="1320">
                  <c:v>45456</c:v>
                </c:pt>
                <c:pt idx="1321">
                  <c:v>45457</c:v>
                </c:pt>
                <c:pt idx="1322">
                  <c:v>45460</c:v>
                </c:pt>
                <c:pt idx="1323">
                  <c:v>45461</c:v>
                </c:pt>
                <c:pt idx="1324">
                  <c:v>45462</c:v>
                </c:pt>
                <c:pt idx="1325">
                  <c:v>45463</c:v>
                </c:pt>
                <c:pt idx="1326">
                  <c:v>45464</c:v>
                </c:pt>
                <c:pt idx="1327">
                  <c:v>45467</c:v>
                </c:pt>
                <c:pt idx="1328">
                  <c:v>45468</c:v>
                </c:pt>
                <c:pt idx="1329">
                  <c:v>45469</c:v>
                </c:pt>
                <c:pt idx="1330">
                  <c:v>45470</c:v>
                </c:pt>
                <c:pt idx="1331">
                  <c:v>45471</c:v>
                </c:pt>
                <c:pt idx="1332">
                  <c:v>45474</c:v>
                </c:pt>
                <c:pt idx="1333">
                  <c:v>45475</c:v>
                </c:pt>
                <c:pt idx="1334">
                  <c:v>45476</c:v>
                </c:pt>
                <c:pt idx="1335">
                  <c:v>45477</c:v>
                </c:pt>
                <c:pt idx="1336">
                  <c:v>45478</c:v>
                </c:pt>
                <c:pt idx="1337">
                  <c:v>45481</c:v>
                </c:pt>
                <c:pt idx="1338">
                  <c:v>45482</c:v>
                </c:pt>
                <c:pt idx="1339">
                  <c:v>45483</c:v>
                </c:pt>
                <c:pt idx="1340">
                  <c:v>45484</c:v>
                </c:pt>
                <c:pt idx="1341">
                  <c:v>45485</c:v>
                </c:pt>
                <c:pt idx="1342">
                  <c:v>45488</c:v>
                </c:pt>
                <c:pt idx="1343">
                  <c:v>45489</c:v>
                </c:pt>
                <c:pt idx="1344">
                  <c:v>45490</c:v>
                </c:pt>
                <c:pt idx="1345">
                  <c:v>45491</c:v>
                </c:pt>
                <c:pt idx="1346">
                  <c:v>45492</c:v>
                </c:pt>
                <c:pt idx="1347">
                  <c:v>45495</c:v>
                </c:pt>
                <c:pt idx="1348">
                  <c:v>45496</c:v>
                </c:pt>
                <c:pt idx="1349">
                  <c:v>45497</c:v>
                </c:pt>
                <c:pt idx="1350">
                  <c:v>45498</c:v>
                </c:pt>
                <c:pt idx="1351">
                  <c:v>45499</c:v>
                </c:pt>
                <c:pt idx="1352">
                  <c:v>45502</c:v>
                </c:pt>
                <c:pt idx="1353">
                  <c:v>45503</c:v>
                </c:pt>
                <c:pt idx="1354">
                  <c:v>45504</c:v>
                </c:pt>
                <c:pt idx="1355">
                  <c:v>45505</c:v>
                </c:pt>
                <c:pt idx="1356">
                  <c:v>45506</c:v>
                </c:pt>
                <c:pt idx="1357">
                  <c:v>45509</c:v>
                </c:pt>
                <c:pt idx="1358">
                  <c:v>45510</c:v>
                </c:pt>
                <c:pt idx="1359">
                  <c:v>45511</c:v>
                </c:pt>
                <c:pt idx="1360">
                  <c:v>45512</c:v>
                </c:pt>
                <c:pt idx="1361">
                  <c:v>45513</c:v>
                </c:pt>
                <c:pt idx="1362">
                  <c:v>45516</c:v>
                </c:pt>
                <c:pt idx="1363">
                  <c:v>45517</c:v>
                </c:pt>
                <c:pt idx="1364">
                  <c:v>45518</c:v>
                </c:pt>
                <c:pt idx="1365">
                  <c:v>45519</c:v>
                </c:pt>
                <c:pt idx="1366">
                  <c:v>45520</c:v>
                </c:pt>
                <c:pt idx="1367">
                  <c:v>45523</c:v>
                </c:pt>
                <c:pt idx="1368">
                  <c:v>45524</c:v>
                </c:pt>
                <c:pt idx="1369">
                  <c:v>45525</c:v>
                </c:pt>
                <c:pt idx="1370">
                  <c:v>45526</c:v>
                </c:pt>
                <c:pt idx="1371">
                  <c:v>45527</c:v>
                </c:pt>
                <c:pt idx="1372">
                  <c:v>45530</c:v>
                </c:pt>
                <c:pt idx="1373">
                  <c:v>45531</c:v>
                </c:pt>
                <c:pt idx="1374">
                  <c:v>45532</c:v>
                </c:pt>
                <c:pt idx="1375">
                  <c:v>45533</c:v>
                </c:pt>
                <c:pt idx="1376">
                  <c:v>45534</c:v>
                </c:pt>
                <c:pt idx="1377">
                  <c:v>45537</c:v>
                </c:pt>
                <c:pt idx="1378">
                  <c:v>45538</c:v>
                </c:pt>
                <c:pt idx="1379">
                  <c:v>45539</c:v>
                </c:pt>
                <c:pt idx="1380">
                  <c:v>45540</c:v>
                </c:pt>
                <c:pt idx="1381">
                  <c:v>45541</c:v>
                </c:pt>
                <c:pt idx="1382">
                  <c:v>45544</c:v>
                </c:pt>
                <c:pt idx="1383">
                  <c:v>45545</c:v>
                </c:pt>
                <c:pt idx="1384">
                  <c:v>45546</c:v>
                </c:pt>
                <c:pt idx="1385">
                  <c:v>45547</c:v>
                </c:pt>
                <c:pt idx="1386">
                  <c:v>45548</c:v>
                </c:pt>
                <c:pt idx="1387">
                  <c:v>45553</c:v>
                </c:pt>
                <c:pt idx="1388">
                  <c:v>45554</c:v>
                </c:pt>
                <c:pt idx="1389">
                  <c:v>45555</c:v>
                </c:pt>
                <c:pt idx="1390">
                  <c:v>45558</c:v>
                </c:pt>
                <c:pt idx="1391">
                  <c:v>45559</c:v>
                </c:pt>
                <c:pt idx="1392">
                  <c:v>45560</c:v>
                </c:pt>
                <c:pt idx="1393">
                  <c:v>45561</c:v>
                </c:pt>
                <c:pt idx="1394">
                  <c:v>45562</c:v>
                </c:pt>
                <c:pt idx="1395">
                  <c:v>45565</c:v>
                </c:pt>
                <c:pt idx="1396">
                  <c:v>45573</c:v>
                </c:pt>
                <c:pt idx="1397">
                  <c:v>45574</c:v>
                </c:pt>
                <c:pt idx="1398">
                  <c:v>45575</c:v>
                </c:pt>
                <c:pt idx="1399">
                  <c:v>45576</c:v>
                </c:pt>
                <c:pt idx="1400">
                  <c:v>45579</c:v>
                </c:pt>
                <c:pt idx="1401">
                  <c:v>45580</c:v>
                </c:pt>
                <c:pt idx="1402">
                  <c:v>45581</c:v>
                </c:pt>
                <c:pt idx="1403">
                  <c:v>45582</c:v>
                </c:pt>
                <c:pt idx="1404">
                  <c:v>45583</c:v>
                </c:pt>
                <c:pt idx="1405">
                  <c:v>45586</c:v>
                </c:pt>
                <c:pt idx="1406">
                  <c:v>45587</c:v>
                </c:pt>
                <c:pt idx="1407">
                  <c:v>45588</c:v>
                </c:pt>
                <c:pt idx="1408">
                  <c:v>45589</c:v>
                </c:pt>
                <c:pt idx="1409">
                  <c:v>45590</c:v>
                </c:pt>
                <c:pt idx="1410">
                  <c:v>45593</c:v>
                </c:pt>
                <c:pt idx="1411">
                  <c:v>45594</c:v>
                </c:pt>
                <c:pt idx="1412">
                  <c:v>45595</c:v>
                </c:pt>
                <c:pt idx="1413">
                  <c:v>45596</c:v>
                </c:pt>
                <c:pt idx="1414">
                  <c:v>45597</c:v>
                </c:pt>
                <c:pt idx="1415">
                  <c:v>45600</c:v>
                </c:pt>
                <c:pt idx="1416">
                  <c:v>45601</c:v>
                </c:pt>
                <c:pt idx="1417">
                  <c:v>45602</c:v>
                </c:pt>
                <c:pt idx="1418">
                  <c:v>45603</c:v>
                </c:pt>
                <c:pt idx="1419">
                  <c:v>45604</c:v>
                </c:pt>
                <c:pt idx="1420">
                  <c:v>45607</c:v>
                </c:pt>
                <c:pt idx="1421">
                  <c:v>45608</c:v>
                </c:pt>
                <c:pt idx="1422">
                  <c:v>45609</c:v>
                </c:pt>
                <c:pt idx="1423">
                  <c:v>45610</c:v>
                </c:pt>
                <c:pt idx="1424">
                  <c:v>45611</c:v>
                </c:pt>
                <c:pt idx="1425">
                  <c:v>45614</c:v>
                </c:pt>
                <c:pt idx="1426">
                  <c:v>45615</c:v>
                </c:pt>
                <c:pt idx="1427">
                  <c:v>45616</c:v>
                </c:pt>
                <c:pt idx="1428">
                  <c:v>45617</c:v>
                </c:pt>
                <c:pt idx="1429">
                  <c:v>45618</c:v>
                </c:pt>
                <c:pt idx="1430">
                  <c:v>45621</c:v>
                </c:pt>
                <c:pt idx="1431">
                  <c:v>45622</c:v>
                </c:pt>
                <c:pt idx="1432">
                  <c:v>45623</c:v>
                </c:pt>
                <c:pt idx="1433">
                  <c:v>45624</c:v>
                </c:pt>
                <c:pt idx="1434">
                  <c:v>45625</c:v>
                </c:pt>
                <c:pt idx="1435">
                  <c:v>45628</c:v>
                </c:pt>
                <c:pt idx="1436">
                  <c:v>45629</c:v>
                </c:pt>
                <c:pt idx="1437">
                  <c:v>45630</c:v>
                </c:pt>
                <c:pt idx="1438">
                  <c:v>45631</c:v>
                </c:pt>
                <c:pt idx="1439">
                  <c:v>45632</c:v>
                </c:pt>
                <c:pt idx="1440">
                  <c:v>45635</c:v>
                </c:pt>
                <c:pt idx="1441">
                  <c:v>45636</c:v>
                </c:pt>
                <c:pt idx="1442">
                  <c:v>45637</c:v>
                </c:pt>
                <c:pt idx="1443">
                  <c:v>45638</c:v>
                </c:pt>
                <c:pt idx="1444">
                  <c:v>45639</c:v>
                </c:pt>
                <c:pt idx="1445">
                  <c:v>45642</c:v>
                </c:pt>
                <c:pt idx="1446">
                  <c:v>45643</c:v>
                </c:pt>
                <c:pt idx="1447">
                  <c:v>45644</c:v>
                </c:pt>
                <c:pt idx="1448">
                  <c:v>45645</c:v>
                </c:pt>
                <c:pt idx="1449">
                  <c:v>45646</c:v>
                </c:pt>
                <c:pt idx="1450">
                  <c:v>45649</c:v>
                </c:pt>
                <c:pt idx="1451">
                  <c:v>45650</c:v>
                </c:pt>
                <c:pt idx="1452">
                  <c:v>45651</c:v>
                </c:pt>
                <c:pt idx="1453">
                  <c:v>45652</c:v>
                </c:pt>
                <c:pt idx="1454">
                  <c:v>45653</c:v>
                </c:pt>
                <c:pt idx="1455">
                  <c:v>45656</c:v>
                </c:pt>
                <c:pt idx="1456">
                  <c:v>45657</c:v>
                </c:pt>
                <c:pt idx="1457">
                  <c:v>45659</c:v>
                </c:pt>
                <c:pt idx="1458">
                  <c:v>45660</c:v>
                </c:pt>
                <c:pt idx="1459">
                  <c:v>45663</c:v>
                </c:pt>
                <c:pt idx="1460">
                  <c:v>45664</c:v>
                </c:pt>
                <c:pt idx="1461">
                  <c:v>45665</c:v>
                </c:pt>
                <c:pt idx="1462">
                  <c:v>45666</c:v>
                </c:pt>
                <c:pt idx="1463">
                  <c:v>45667</c:v>
                </c:pt>
                <c:pt idx="1464">
                  <c:v>45670</c:v>
                </c:pt>
                <c:pt idx="1465">
                  <c:v>45671</c:v>
                </c:pt>
                <c:pt idx="1466">
                  <c:v>45672</c:v>
                </c:pt>
                <c:pt idx="1467">
                  <c:v>45673</c:v>
                </c:pt>
                <c:pt idx="1468">
                  <c:v>45674</c:v>
                </c:pt>
                <c:pt idx="1469">
                  <c:v>45677</c:v>
                </c:pt>
                <c:pt idx="1470">
                  <c:v>45678</c:v>
                </c:pt>
                <c:pt idx="1471">
                  <c:v>45679</c:v>
                </c:pt>
                <c:pt idx="1472">
                  <c:v>45680</c:v>
                </c:pt>
                <c:pt idx="1473">
                  <c:v>45681</c:v>
                </c:pt>
                <c:pt idx="1474">
                  <c:v>45684</c:v>
                </c:pt>
                <c:pt idx="1475">
                  <c:v>45693</c:v>
                </c:pt>
                <c:pt idx="1476">
                  <c:v>45694</c:v>
                </c:pt>
                <c:pt idx="1477">
                  <c:v>45695</c:v>
                </c:pt>
                <c:pt idx="1478">
                  <c:v>45698</c:v>
                </c:pt>
                <c:pt idx="1479">
                  <c:v>45699</c:v>
                </c:pt>
                <c:pt idx="1480">
                  <c:v>45700</c:v>
                </c:pt>
                <c:pt idx="1481">
                  <c:v>45701</c:v>
                </c:pt>
                <c:pt idx="1482">
                  <c:v>45702</c:v>
                </c:pt>
                <c:pt idx="1483">
                  <c:v>45705</c:v>
                </c:pt>
                <c:pt idx="1484">
                  <c:v>45706</c:v>
                </c:pt>
                <c:pt idx="1485">
                  <c:v>45707</c:v>
                </c:pt>
                <c:pt idx="1486">
                  <c:v>45708</c:v>
                </c:pt>
                <c:pt idx="1487">
                  <c:v>45709</c:v>
                </c:pt>
                <c:pt idx="1488">
                  <c:v>45712</c:v>
                </c:pt>
                <c:pt idx="1489">
                  <c:v>45713</c:v>
                </c:pt>
                <c:pt idx="1490">
                  <c:v>45714</c:v>
                </c:pt>
                <c:pt idx="1491">
                  <c:v>45715</c:v>
                </c:pt>
                <c:pt idx="1492">
                  <c:v>45716</c:v>
                </c:pt>
                <c:pt idx="1493">
                  <c:v>45719</c:v>
                </c:pt>
                <c:pt idx="1494">
                  <c:v>45720</c:v>
                </c:pt>
                <c:pt idx="1495">
                  <c:v>45721</c:v>
                </c:pt>
                <c:pt idx="1496">
                  <c:v>45722</c:v>
                </c:pt>
                <c:pt idx="1497">
                  <c:v>45723</c:v>
                </c:pt>
                <c:pt idx="1498">
                  <c:v>45726</c:v>
                </c:pt>
                <c:pt idx="1499">
                  <c:v>45727</c:v>
                </c:pt>
                <c:pt idx="1500">
                  <c:v>45728</c:v>
                </c:pt>
                <c:pt idx="1501">
                  <c:v>45729</c:v>
                </c:pt>
                <c:pt idx="1502">
                  <c:v>45730</c:v>
                </c:pt>
                <c:pt idx="1503">
                  <c:v>45733</c:v>
                </c:pt>
                <c:pt idx="1504">
                  <c:v>45734</c:v>
                </c:pt>
                <c:pt idx="1505">
                  <c:v>45735</c:v>
                </c:pt>
                <c:pt idx="1506">
                  <c:v>45736</c:v>
                </c:pt>
                <c:pt idx="1507">
                  <c:v>45737</c:v>
                </c:pt>
                <c:pt idx="1508">
                  <c:v>45740</c:v>
                </c:pt>
                <c:pt idx="1509">
                  <c:v>45741</c:v>
                </c:pt>
                <c:pt idx="1510">
                  <c:v>45742</c:v>
                </c:pt>
                <c:pt idx="1511">
                  <c:v>45743</c:v>
                </c:pt>
                <c:pt idx="1512">
                  <c:v>45744</c:v>
                </c:pt>
                <c:pt idx="1513">
                  <c:v>45747</c:v>
                </c:pt>
                <c:pt idx="1514">
                  <c:v>45748</c:v>
                </c:pt>
                <c:pt idx="1515">
                  <c:v>45749</c:v>
                </c:pt>
                <c:pt idx="1516">
                  <c:v>45750</c:v>
                </c:pt>
                <c:pt idx="1517">
                  <c:v>45754</c:v>
                </c:pt>
                <c:pt idx="1518">
                  <c:v>45755</c:v>
                </c:pt>
                <c:pt idx="1519">
                  <c:v>45756</c:v>
                </c:pt>
                <c:pt idx="1520">
                  <c:v>45757</c:v>
                </c:pt>
                <c:pt idx="1521">
                  <c:v>45758</c:v>
                </c:pt>
                <c:pt idx="1522">
                  <c:v>45761</c:v>
                </c:pt>
                <c:pt idx="1523">
                  <c:v>45762</c:v>
                </c:pt>
                <c:pt idx="1524">
                  <c:v>45763</c:v>
                </c:pt>
                <c:pt idx="1525">
                  <c:v>45764</c:v>
                </c:pt>
                <c:pt idx="1526">
                  <c:v>45765</c:v>
                </c:pt>
                <c:pt idx="1527">
                  <c:v>45768</c:v>
                </c:pt>
                <c:pt idx="1528">
                  <c:v>45769</c:v>
                </c:pt>
                <c:pt idx="1529">
                  <c:v>45770</c:v>
                </c:pt>
                <c:pt idx="1530">
                  <c:v>45771</c:v>
                </c:pt>
                <c:pt idx="1531">
                  <c:v>45772</c:v>
                </c:pt>
                <c:pt idx="1532">
                  <c:v>45775</c:v>
                </c:pt>
                <c:pt idx="1533">
                  <c:v>45776</c:v>
                </c:pt>
                <c:pt idx="1534">
                  <c:v>45777</c:v>
                </c:pt>
                <c:pt idx="1535">
                  <c:v>45783</c:v>
                </c:pt>
                <c:pt idx="1536">
                  <c:v>45784</c:v>
                </c:pt>
                <c:pt idx="1537">
                  <c:v>45785</c:v>
                </c:pt>
                <c:pt idx="1538">
                  <c:v>45786</c:v>
                </c:pt>
                <c:pt idx="1539">
                  <c:v>45789</c:v>
                </c:pt>
                <c:pt idx="1540">
                  <c:v>45790</c:v>
                </c:pt>
                <c:pt idx="1541">
                  <c:v>45791</c:v>
                </c:pt>
                <c:pt idx="1542">
                  <c:v>45792</c:v>
                </c:pt>
                <c:pt idx="1543">
                  <c:v>45793</c:v>
                </c:pt>
                <c:pt idx="1544">
                  <c:v>45796</c:v>
                </c:pt>
                <c:pt idx="1545">
                  <c:v>45797</c:v>
                </c:pt>
                <c:pt idx="1546">
                  <c:v>45798</c:v>
                </c:pt>
                <c:pt idx="1547">
                  <c:v>45799</c:v>
                </c:pt>
                <c:pt idx="1548">
                  <c:v>45800</c:v>
                </c:pt>
                <c:pt idx="1549">
                  <c:v>45803</c:v>
                </c:pt>
                <c:pt idx="1550">
                  <c:v>45804</c:v>
                </c:pt>
                <c:pt idx="1551">
                  <c:v>45805</c:v>
                </c:pt>
                <c:pt idx="1552">
                  <c:v>45806</c:v>
                </c:pt>
                <c:pt idx="1553">
                  <c:v>45807</c:v>
                </c:pt>
                <c:pt idx="1554">
                  <c:v>45811</c:v>
                </c:pt>
                <c:pt idx="1555">
                  <c:v>45812</c:v>
                </c:pt>
                <c:pt idx="1556">
                  <c:v>45813</c:v>
                </c:pt>
                <c:pt idx="1557">
                  <c:v>45814</c:v>
                </c:pt>
                <c:pt idx="1558">
                  <c:v>45817</c:v>
                </c:pt>
                <c:pt idx="1559">
                  <c:v>45818</c:v>
                </c:pt>
                <c:pt idx="1560">
                  <c:v>45819</c:v>
                </c:pt>
                <c:pt idx="1561">
                  <c:v>45820</c:v>
                </c:pt>
                <c:pt idx="1562">
                  <c:v>45821</c:v>
                </c:pt>
                <c:pt idx="1563">
                  <c:v>45824</c:v>
                </c:pt>
                <c:pt idx="1564">
                  <c:v>45825</c:v>
                </c:pt>
                <c:pt idx="1565">
                  <c:v>45826</c:v>
                </c:pt>
                <c:pt idx="1566">
                  <c:v>45827</c:v>
                </c:pt>
                <c:pt idx="1567">
                  <c:v>45828</c:v>
                </c:pt>
                <c:pt idx="1568">
                  <c:v>45831</c:v>
                </c:pt>
                <c:pt idx="1569">
                  <c:v>45832</c:v>
                </c:pt>
                <c:pt idx="1570">
                  <c:v>45833</c:v>
                </c:pt>
                <c:pt idx="1571">
                  <c:v>45834</c:v>
                </c:pt>
                <c:pt idx="1572">
                  <c:v>45835</c:v>
                </c:pt>
                <c:pt idx="1573">
                  <c:v>45838</c:v>
                </c:pt>
                <c:pt idx="1574">
                  <c:v>45839</c:v>
                </c:pt>
                <c:pt idx="1575">
                  <c:v>45840</c:v>
                </c:pt>
                <c:pt idx="1576">
                  <c:v>45841</c:v>
                </c:pt>
                <c:pt idx="1577">
                  <c:v>45842</c:v>
                </c:pt>
                <c:pt idx="1578">
                  <c:v>45845</c:v>
                </c:pt>
                <c:pt idx="1579">
                  <c:v>45846</c:v>
                </c:pt>
                <c:pt idx="1580">
                  <c:v>45847</c:v>
                </c:pt>
                <c:pt idx="1581">
                  <c:v>45848</c:v>
                </c:pt>
                <c:pt idx="1582">
                  <c:v>45849</c:v>
                </c:pt>
                <c:pt idx="1583">
                  <c:v>45852</c:v>
                </c:pt>
                <c:pt idx="1584">
                  <c:v>45853</c:v>
                </c:pt>
                <c:pt idx="1585">
                  <c:v>45854</c:v>
                </c:pt>
                <c:pt idx="1586">
                  <c:v>45855</c:v>
                </c:pt>
                <c:pt idx="1587">
                  <c:v>45856</c:v>
                </c:pt>
                <c:pt idx="1588">
                  <c:v>45859</c:v>
                </c:pt>
                <c:pt idx="1589">
                  <c:v>45860</c:v>
                </c:pt>
                <c:pt idx="1590">
                  <c:v>45861</c:v>
                </c:pt>
                <c:pt idx="1591">
                  <c:v>45862</c:v>
                </c:pt>
                <c:pt idx="1592">
                  <c:v>45863</c:v>
                </c:pt>
                <c:pt idx="1593">
                  <c:v>45866</c:v>
                </c:pt>
                <c:pt idx="1594">
                  <c:v>45867</c:v>
                </c:pt>
                <c:pt idx="1595">
                  <c:v>45868</c:v>
                </c:pt>
                <c:pt idx="1596">
                  <c:v>45869</c:v>
                </c:pt>
                <c:pt idx="1597">
                  <c:v>45870</c:v>
                </c:pt>
                <c:pt idx="1598">
                  <c:v>45873</c:v>
                </c:pt>
                <c:pt idx="1599">
                  <c:v>45874</c:v>
                </c:pt>
                <c:pt idx="1600">
                  <c:v>45875</c:v>
                </c:pt>
                <c:pt idx="1601">
                  <c:v>45876</c:v>
                </c:pt>
                <c:pt idx="1602">
                  <c:v>45877</c:v>
                </c:pt>
                <c:pt idx="1603">
                  <c:v>45880</c:v>
                </c:pt>
                <c:pt idx="1604">
                  <c:v>45881</c:v>
                </c:pt>
                <c:pt idx="1605">
                  <c:v>45882</c:v>
                </c:pt>
                <c:pt idx="1606">
                  <c:v>45883</c:v>
                </c:pt>
                <c:pt idx="1607">
                  <c:v>45884</c:v>
                </c:pt>
                <c:pt idx="1608">
                  <c:v>45887</c:v>
                </c:pt>
                <c:pt idx="1609">
                  <c:v>45888</c:v>
                </c:pt>
                <c:pt idx="1610">
                  <c:v>45889</c:v>
                </c:pt>
                <c:pt idx="1611">
                  <c:v>45890</c:v>
                </c:pt>
                <c:pt idx="1612">
                  <c:v>45891</c:v>
                </c:pt>
                <c:pt idx="1613">
                  <c:v>45894</c:v>
                </c:pt>
                <c:pt idx="1614">
                  <c:v>45895</c:v>
                </c:pt>
                <c:pt idx="1615">
                  <c:v>45896</c:v>
                </c:pt>
                <c:pt idx="1616">
                  <c:v>45897</c:v>
                </c:pt>
                <c:pt idx="1617">
                  <c:v>45898</c:v>
                </c:pt>
                <c:pt idx="1618">
                  <c:v>45901</c:v>
                </c:pt>
                <c:pt idx="1619">
                  <c:v>45902</c:v>
                </c:pt>
                <c:pt idx="1620">
                  <c:v>45903</c:v>
                </c:pt>
                <c:pt idx="1621">
                  <c:v>45904</c:v>
                </c:pt>
                <c:pt idx="1622">
                  <c:v>45905</c:v>
                </c:pt>
                <c:pt idx="1623">
                  <c:v>45908</c:v>
                </c:pt>
                <c:pt idx="1624">
                  <c:v>45909</c:v>
                </c:pt>
                <c:pt idx="1625">
                  <c:v>45910</c:v>
                </c:pt>
                <c:pt idx="1626">
                  <c:v>45911</c:v>
                </c:pt>
                <c:pt idx="1627">
                  <c:v>45912</c:v>
                </c:pt>
                <c:pt idx="1628">
                  <c:v>45915</c:v>
                </c:pt>
                <c:pt idx="1629">
                  <c:v>45916</c:v>
                </c:pt>
                <c:pt idx="1630">
                  <c:v>45917</c:v>
                </c:pt>
                <c:pt idx="1631">
                  <c:v>45918</c:v>
                </c:pt>
                <c:pt idx="1632">
                  <c:v>45919</c:v>
                </c:pt>
                <c:pt idx="1633">
                  <c:v>45922</c:v>
                </c:pt>
                <c:pt idx="1634">
                  <c:v>45923</c:v>
                </c:pt>
                <c:pt idx="1635">
                  <c:v>45924</c:v>
                </c:pt>
                <c:pt idx="1636">
                  <c:v>45925</c:v>
                </c:pt>
                <c:pt idx="1637">
                  <c:v>45926</c:v>
                </c:pt>
                <c:pt idx="1638">
                  <c:v>45929</c:v>
                </c:pt>
                <c:pt idx="1639">
                  <c:v>45930</c:v>
                </c:pt>
                <c:pt idx="1640">
                  <c:v>45939</c:v>
                </c:pt>
                <c:pt idx="1641">
                  <c:v>45940</c:v>
                </c:pt>
                <c:pt idx="1642">
                  <c:v>45943</c:v>
                </c:pt>
                <c:pt idx="1643">
                  <c:v>45944</c:v>
                </c:pt>
                <c:pt idx="1644">
                  <c:v>45945</c:v>
                </c:pt>
                <c:pt idx="1645">
                  <c:v>45946</c:v>
                </c:pt>
                <c:pt idx="1646">
                  <c:v>45947</c:v>
                </c:pt>
                <c:pt idx="1647">
                  <c:v>45950</c:v>
                </c:pt>
                <c:pt idx="1648">
                  <c:v>45951</c:v>
                </c:pt>
                <c:pt idx="1649">
                  <c:v>45952</c:v>
                </c:pt>
                <c:pt idx="1650">
                  <c:v>45953</c:v>
                </c:pt>
                <c:pt idx="1651">
                  <c:v>45954</c:v>
                </c:pt>
                <c:pt idx="1652">
                  <c:v>45957</c:v>
                </c:pt>
                <c:pt idx="1653">
                  <c:v>45958</c:v>
                </c:pt>
                <c:pt idx="1654">
                  <c:v>45959</c:v>
                </c:pt>
                <c:pt idx="1655">
                  <c:v>45960</c:v>
                </c:pt>
                <c:pt idx="1656">
                  <c:v>45961</c:v>
                </c:pt>
                <c:pt idx="1657">
                  <c:v>45964</c:v>
                </c:pt>
                <c:pt idx="1658">
                  <c:v>45965</c:v>
                </c:pt>
                <c:pt idx="1659">
                  <c:v>45966</c:v>
                </c:pt>
                <c:pt idx="1660">
                  <c:v>45967</c:v>
                </c:pt>
                <c:pt idx="1661">
                  <c:v>45968</c:v>
                </c:pt>
                <c:pt idx="1662">
                  <c:v>45971</c:v>
                </c:pt>
                <c:pt idx="1663">
                  <c:v>45972</c:v>
                </c:pt>
                <c:pt idx="1664">
                  <c:v>45973</c:v>
                </c:pt>
                <c:pt idx="1665">
                  <c:v>45974</c:v>
                </c:pt>
                <c:pt idx="1666">
                  <c:v>45975</c:v>
                </c:pt>
                <c:pt idx="1667">
                  <c:v>45978</c:v>
                </c:pt>
                <c:pt idx="1668">
                  <c:v>45979</c:v>
                </c:pt>
                <c:pt idx="1669">
                  <c:v>45980</c:v>
                </c:pt>
                <c:pt idx="1670">
                  <c:v>45981</c:v>
                </c:pt>
                <c:pt idx="1671">
                  <c:v>45982</c:v>
                </c:pt>
                <c:pt idx="1672">
                  <c:v>45985</c:v>
                </c:pt>
                <c:pt idx="1673">
                  <c:v>45986</c:v>
                </c:pt>
                <c:pt idx="1674">
                  <c:v>45987</c:v>
                </c:pt>
                <c:pt idx="1675">
                  <c:v>45988</c:v>
                </c:pt>
                <c:pt idx="1676">
                  <c:v>45989</c:v>
                </c:pt>
                <c:pt idx="1677">
                  <c:v>45992</c:v>
                </c:pt>
                <c:pt idx="1678">
                  <c:v>45993</c:v>
                </c:pt>
                <c:pt idx="1679">
                  <c:v>45994</c:v>
                </c:pt>
                <c:pt idx="1680">
                  <c:v>45995</c:v>
                </c:pt>
                <c:pt idx="1681">
                  <c:v>45996</c:v>
                </c:pt>
                <c:pt idx="1682">
                  <c:v>45999</c:v>
                </c:pt>
                <c:pt idx="1683">
                  <c:v>46000</c:v>
                </c:pt>
                <c:pt idx="1684">
                  <c:v>46001</c:v>
                </c:pt>
                <c:pt idx="1685">
                  <c:v>46002</c:v>
                </c:pt>
                <c:pt idx="1686">
                  <c:v>46003</c:v>
                </c:pt>
                <c:pt idx="1687">
                  <c:v>46006</c:v>
                </c:pt>
                <c:pt idx="1688">
                  <c:v>46007</c:v>
                </c:pt>
                <c:pt idx="1689">
                  <c:v>46008</c:v>
                </c:pt>
                <c:pt idx="1690">
                  <c:v>46009</c:v>
                </c:pt>
                <c:pt idx="1691">
                  <c:v>46010</c:v>
                </c:pt>
                <c:pt idx="1692">
                  <c:v>46013</c:v>
                </c:pt>
                <c:pt idx="1693">
                  <c:v>46014</c:v>
                </c:pt>
                <c:pt idx="1694">
                  <c:v>46015</c:v>
                </c:pt>
                <c:pt idx="1695">
                  <c:v>46016</c:v>
                </c:pt>
                <c:pt idx="1696">
                  <c:v>46017</c:v>
                </c:pt>
                <c:pt idx="1697">
                  <c:v>46020</c:v>
                </c:pt>
                <c:pt idx="1698">
                  <c:v>46021</c:v>
                </c:pt>
                <c:pt idx="1699">
                  <c:v>46022</c:v>
                </c:pt>
                <c:pt idx="1700">
                  <c:v>46027</c:v>
                </c:pt>
                <c:pt idx="1701">
                  <c:v>46028</c:v>
                </c:pt>
                <c:pt idx="1702">
                  <c:v>46029</c:v>
                </c:pt>
                <c:pt idx="1703">
                  <c:v>46030</c:v>
                </c:pt>
                <c:pt idx="1704">
                  <c:v>46031</c:v>
                </c:pt>
                <c:pt idx="1705">
                  <c:v>46034</c:v>
                </c:pt>
                <c:pt idx="1706">
                  <c:v>46035</c:v>
                </c:pt>
                <c:pt idx="1707">
                  <c:v>46036</c:v>
                </c:pt>
                <c:pt idx="1708">
                  <c:v>46037</c:v>
                </c:pt>
                <c:pt idx="1709">
                  <c:v>46038</c:v>
                </c:pt>
                <c:pt idx="1710">
                  <c:v>46041</c:v>
                </c:pt>
                <c:pt idx="1711">
                  <c:v>46042</c:v>
                </c:pt>
                <c:pt idx="1712">
                  <c:v>46043</c:v>
                </c:pt>
                <c:pt idx="1713">
                  <c:v>46044</c:v>
                </c:pt>
                <c:pt idx="1714">
                  <c:v>46045</c:v>
                </c:pt>
                <c:pt idx="1715">
                  <c:v>46048</c:v>
                </c:pt>
                <c:pt idx="1716">
                  <c:v>46049</c:v>
                </c:pt>
                <c:pt idx="1717">
                  <c:v>46050</c:v>
                </c:pt>
                <c:pt idx="1718">
                  <c:v>46051</c:v>
                </c:pt>
                <c:pt idx="1719">
                  <c:v>46052</c:v>
                </c:pt>
                <c:pt idx="1720">
                  <c:v>46055</c:v>
                </c:pt>
                <c:pt idx="1721">
                  <c:v>46056</c:v>
                </c:pt>
                <c:pt idx="1722">
                  <c:v>46057</c:v>
                </c:pt>
                <c:pt idx="1723">
                  <c:v>46058</c:v>
                </c:pt>
                <c:pt idx="1724">
                  <c:v>46059</c:v>
                </c:pt>
                <c:pt idx="1725">
                  <c:v>46062</c:v>
                </c:pt>
                <c:pt idx="1726">
                  <c:v>46063</c:v>
                </c:pt>
                <c:pt idx="1727">
                  <c:v>46064</c:v>
                </c:pt>
                <c:pt idx="1728">
                  <c:v>46065</c:v>
                </c:pt>
                <c:pt idx="1729">
                  <c:v>46066</c:v>
                </c:pt>
                <c:pt idx="1730">
                  <c:v>46077</c:v>
                </c:pt>
                <c:pt idx="1731">
                  <c:v>46078</c:v>
                </c:pt>
                <c:pt idx="1732">
                  <c:v>46079</c:v>
                </c:pt>
                <c:pt idx="1733">
                  <c:v>46080</c:v>
                </c:pt>
                <c:pt idx="1734">
                  <c:v>46083</c:v>
                </c:pt>
                <c:pt idx="1735">
                  <c:v>46084</c:v>
                </c:pt>
                <c:pt idx="1736">
                  <c:v>46085</c:v>
                </c:pt>
                <c:pt idx="1737">
                  <c:v>46086</c:v>
                </c:pt>
                <c:pt idx="1738">
                  <c:v>46087</c:v>
                </c:pt>
                <c:pt idx="1739">
                  <c:v>46090</c:v>
                </c:pt>
                <c:pt idx="1740">
                  <c:v>46091</c:v>
                </c:pt>
                <c:pt idx="1741">
                  <c:v>46092</c:v>
                </c:pt>
                <c:pt idx="1742">
                  <c:v>46093</c:v>
                </c:pt>
                <c:pt idx="1743">
                  <c:v>46094</c:v>
                </c:pt>
                <c:pt idx="1744">
                  <c:v>46097</c:v>
                </c:pt>
                <c:pt idx="1745">
                  <c:v>46098</c:v>
                </c:pt>
                <c:pt idx="1746">
                  <c:v>46099</c:v>
                </c:pt>
                <c:pt idx="1747">
                  <c:v>46100</c:v>
                </c:pt>
                <c:pt idx="1748">
                  <c:v>46101</c:v>
                </c:pt>
                <c:pt idx="1749">
                  <c:v>46104</c:v>
                </c:pt>
                <c:pt idx="1750">
                  <c:v>46105</c:v>
                </c:pt>
                <c:pt idx="1751">
                  <c:v>46106</c:v>
                </c:pt>
                <c:pt idx="1752">
                  <c:v>46107</c:v>
                </c:pt>
                <c:pt idx="1753">
                  <c:v>46108</c:v>
                </c:pt>
                <c:pt idx="1754">
                  <c:v>46111</c:v>
                </c:pt>
                <c:pt idx="1755">
                  <c:v>46112</c:v>
                </c:pt>
                <c:pt idx="1756">
                  <c:v>46113</c:v>
                </c:pt>
                <c:pt idx="1757">
                  <c:v>46114</c:v>
                </c:pt>
                <c:pt idx="1758">
                  <c:v>46115</c:v>
                </c:pt>
                <c:pt idx="1759">
                  <c:v>46119</c:v>
                </c:pt>
                <c:pt idx="1760">
                  <c:v>46120</c:v>
                </c:pt>
                <c:pt idx="1761">
                  <c:v>46121</c:v>
                </c:pt>
                <c:pt idx="1762">
                  <c:v>46122</c:v>
                </c:pt>
                <c:pt idx="1763">
                  <c:v>46125</c:v>
                </c:pt>
                <c:pt idx="1764">
                  <c:v>46126</c:v>
                </c:pt>
                <c:pt idx="1765">
                  <c:v>46127</c:v>
                </c:pt>
                <c:pt idx="1766">
                  <c:v>46128</c:v>
                </c:pt>
                <c:pt idx="1767">
                  <c:v>46129</c:v>
                </c:pt>
                <c:pt idx="1768">
                  <c:v>46132</c:v>
                </c:pt>
                <c:pt idx="1769">
                  <c:v>46133</c:v>
                </c:pt>
                <c:pt idx="1770">
                  <c:v>46134</c:v>
                </c:pt>
                <c:pt idx="1771">
                  <c:v>46135</c:v>
                </c:pt>
                <c:pt idx="1772">
                  <c:v>46136</c:v>
                </c:pt>
                <c:pt idx="1773">
                  <c:v>46139</c:v>
                </c:pt>
                <c:pt idx="1774">
                  <c:v>46140</c:v>
                </c:pt>
                <c:pt idx="1775">
                  <c:v>46141</c:v>
                </c:pt>
                <c:pt idx="1776">
                  <c:v>46142</c:v>
                </c:pt>
                <c:pt idx="1777">
                  <c:v>46148</c:v>
                </c:pt>
                <c:pt idx="1778">
                  <c:v>46149</c:v>
                </c:pt>
                <c:pt idx="1779">
                  <c:v>46150</c:v>
                </c:pt>
                <c:pt idx="1780">
                  <c:v>46153</c:v>
                </c:pt>
                <c:pt idx="1781">
                  <c:v>46154</c:v>
                </c:pt>
                <c:pt idx="1782">
                  <c:v>46155</c:v>
                </c:pt>
                <c:pt idx="1783">
                  <c:v>46156</c:v>
                </c:pt>
                <c:pt idx="1784">
                  <c:v>46157</c:v>
                </c:pt>
              </c:numCache>
            </c:numRef>
          </c:cat>
          <c:val>
            <c:numRef>
              <c:f>微盘_2018!$O$14:$O$10002</c:f>
              <c:numCache>
                <c:formatCode>0.0000</c:formatCode>
                <c:ptCount val="9989"/>
                <c:pt idx="0">
                  <c:v>1</c:v>
                </c:pt>
                <c:pt idx="1">
                  <c:v>1.006530381108981</c:v>
                </c:pt>
                <c:pt idx="2">
                  <c:v>1.0034392439229531</c:v>
                </c:pt>
                <c:pt idx="3">
                  <c:v>1.0276236138387733</c:v>
                </c:pt>
                <c:pt idx="4">
                  <c:v>1.05008884528463</c:v>
                </c:pt>
                <c:pt idx="5">
                  <c:v>1.0506246826210799</c:v>
                </c:pt>
                <c:pt idx="6">
                  <c:v>1.0544011232520598</c:v>
                </c:pt>
                <c:pt idx="7">
                  <c:v>1.0546776918409284</c:v>
                </c:pt>
                <c:pt idx="8">
                  <c:v>1.0637124188019278</c:v>
                </c:pt>
                <c:pt idx="9">
                  <c:v>1.0566603703769857</c:v>
                </c:pt>
                <c:pt idx="10">
                  <c:v>1.0713849513392544</c:v>
                </c:pt>
                <c:pt idx="11">
                  <c:v>1.0704820237869872</c:v>
                </c:pt>
                <c:pt idx="12">
                  <c:v>1.0560059217010558</c:v>
                </c:pt>
                <c:pt idx="13">
                  <c:v>1.059262877880123</c:v>
                </c:pt>
                <c:pt idx="14">
                  <c:v>1.0658008117559299</c:v>
                </c:pt>
                <c:pt idx="15">
                  <c:v>1.0581015226838526</c:v>
                </c:pt>
                <c:pt idx="16">
                  <c:v>1.0603674685979916</c:v>
                </c:pt>
                <c:pt idx="17">
                  <c:v>1.0661559448547204</c:v>
                </c:pt>
                <c:pt idx="18">
                  <c:v>1.0498662761176718</c:v>
                </c:pt>
                <c:pt idx="19">
                  <c:v>1.0377440782095413</c:v>
                </c:pt>
                <c:pt idx="20">
                  <c:v>1.0068907625224468</c:v>
                </c:pt>
                <c:pt idx="21">
                  <c:v>0.98981023041091298</c:v>
                </c:pt>
                <c:pt idx="22">
                  <c:v>0.96234495432076617</c:v>
                </c:pt>
                <c:pt idx="23">
                  <c:v>0.99394177696216679</c:v>
                </c:pt>
                <c:pt idx="24">
                  <c:v>1.0217001905234067</c:v>
                </c:pt>
                <c:pt idx="25">
                  <c:v>1.0398542382947544</c:v>
                </c:pt>
                <c:pt idx="26">
                  <c:v>1.0592489710621147</c:v>
                </c:pt>
                <c:pt idx="27">
                  <c:v>1.0645476732773431</c:v>
                </c:pt>
                <c:pt idx="28">
                  <c:v>1.0687549077070633</c:v>
                </c:pt>
                <c:pt idx="29">
                  <c:v>1.1042072590334304</c:v>
                </c:pt>
                <c:pt idx="30">
                  <c:v>1.1093317984509043</c:v>
                </c:pt>
                <c:pt idx="31">
                  <c:v>1.1168386435964315</c:v>
                </c:pt>
                <c:pt idx="32">
                  <c:v>1.1132199713956694</c:v>
                </c:pt>
                <c:pt idx="33">
                  <c:v>1.1345202329024964</c:v>
                </c:pt>
                <c:pt idx="34">
                  <c:v>1.1834719662280093</c:v>
                </c:pt>
                <c:pt idx="35">
                  <c:v>1.181886111205354</c:v>
                </c:pt>
                <c:pt idx="36">
                  <c:v>1.180618693992211</c:v>
                </c:pt>
                <c:pt idx="37">
                  <c:v>1.1958461561934095</c:v>
                </c:pt>
                <c:pt idx="38">
                  <c:v>1.2008973436544297</c:v>
                </c:pt>
                <c:pt idx="39">
                  <c:v>1.2182516063454789</c:v>
                </c:pt>
                <c:pt idx="40">
                  <c:v>1.2495805832715159</c:v>
                </c:pt>
                <c:pt idx="41">
                  <c:v>1.2794292093169479</c:v>
                </c:pt>
                <c:pt idx="42">
                  <c:v>1.3068286790652259</c:v>
                </c:pt>
                <c:pt idx="43">
                  <c:v>1.2384109838011206</c:v>
                </c:pt>
                <c:pt idx="44">
                  <c:v>1.2998368997169285</c:v>
                </c:pt>
                <c:pt idx="45">
                  <c:v>1.3217240770067633</c:v>
                </c:pt>
                <c:pt idx="46">
                  <c:v>1.3016804828943864</c:v>
                </c:pt>
                <c:pt idx="47">
                  <c:v>1.2644879354691831</c:v>
                </c:pt>
                <c:pt idx="48">
                  <c:v>1.2926523216909123</c:v>
                </c:pt>
                <c:pt idx="49">
                  <c:v>1.3218296741279507</c:v>
                </c:pt>
                <c:pt idx="50">
                  <c:v>1.3269747218821641</c:v>
                </c:pt>
                <c:pt idx="51">
                  <c:v>1.333519014100498</c:v>
                </c:pt>
                <c:pt idx="52">
                  <c:v>1.3510212051681674</c:v>
                </c:pt>
                <c:pt idx="53">
                  <c:v>1.3630239949771354</c:v>
                </c:pt>
                <c:pt idx="54">
                  <c:v>1.3554809537687733</c:v>
                </c:pt>
                <c:pt idx="55">
                  <c:v>1.3200772333919872</c:v>
                </c:pt>
                <c:pt idx="56">
                  <c:v>1.3325820132706176</c:v>
                </c:pt>
                <c:pt idx="57">
                  <c:v>1.3177629798095749</c:v>
                </c:pt>
                <c:pt idx="58">
                  <c:v>1.3488849465544048</c:v>
                </c:pt>
                <c:pt idx="59">
                  <c:v>1.3953179036658268</c:v>
                </c:pt>
                <c:pt idx="60">
                  <c:v>1.4049299323670617</c:v>
                </c:pt>
                <c:pt idx="61">
                  <c:v>1.4249433197034789</c:v>
                </c:pt>
                <c:pt idx="62">
                  <c:v>1.4283076038461311</c:v>
                </c:pt>
                <c:pt idx="63">
                  <c:v>1.4273733323115356</c:v>
                </c:pt>
                <c:pt idx="64">
                  <c:v>1.4475922650501389</c:v>
                </c:pt>
                <c:pt idx="65">
                  <c:v>1.4479392074021784</c:v>
                </c:pt>
                <c:pt idx="66">
                  <c:v>1.4286189251755375</c:v>
                </c:pt>
                <c:pt idx="67">
                  <c:v>1.431422357732973</c:v>
                </c:pt>
                <c:pt idx="68">
                  <c:v>1.4213961613331532</c:v>
                </c:pt>
                <c:pt idx="69">
                  <c:v>1.4459816489680595</c:v>
                </c:pt>
                <c:pt idx="70">
                  <c:v>1.4642582432420568</c:v>
                </c:pt>
                <c:pt idx="71">
                  <c:v>1.4582245008957884</c:v>
                </c:pt>
                <c:pt idx="72">
                  <c:v>1.4727410775153078</c:v>
                </c:pt>
                <c:pt idx="73">
                  <c:v>1.4577214708902393</c:v>
                </c:pt>
                <c:pt idx="74">
                  <c:v>1.4274288136778459</c:v>
                </c:pt>
                <c:pt idx="75">
                  <c:v>1.4468283255728513</c:v>
                </c:pt>
                <c:pt idx="76">
                  <c:v>1.382081084736611</c:v>
                </c:pt>
                <c:pt idx="77">
                  <c:v>1.3653378179946212</c:v>
                </c:pt>
                <c:pt idx="78">
                  <c:v>1.3039079912332634</c:v>
                </c:pt>
                <c:pt idx="79">
                  <c:v>1.3253161400089459</c:v>
                </c:pt>
                <c:pt idx="80">
                  <c:v>1.2266353177063787</c:v>
                </c:pt>
                <c:pt idx="81">
                  <c:v>1.2561725423173016</c:v>
                </c:pt>
                <c:pt idx="82">
                  <c:v>1.2630608802299432</c:v>
                </c:pt>
                <c:pt idx="83">
                  <c:v>1.263051681017167</c:v>
                </c:pt>
                <c:pt idx="84">
                  <c:v>1.3075589057378627</c:v>
                </c:pt>
                <c:pt idx="85">
                  <c:v>1.3096069428854824</c:v>
                </c:pt>
                <c:pt idx="86">
                  <c:v>1.3033045108593753</c:v>
                </c:pt>
                <c:pt idx="87">
                  <c:v>1.3324667663454512</c:v>
                </c:pt>
                <c:pt idx="88">
                  <c:v>1.3462071617114524</c:v>
                </c:pt>
                <c:pt idx="89">
                  <c:v>1.2942075794252321</c:v>
                </c:pt>
                <c:pt idx="90">
                  <c:v>1.2978214410284874</c:v>
                </c:pt>
                <c:pt idx="91">
                  <c:v>1.3223622972471547</c:v>
                </c:pt>
                <c:pt idx="92">
                  <c:v>1.3187142522217703</c:v>
                </c:pt>
                <c:pt idx="93">
                  <c:v>1.2850523457808052</c:v>
                </c:pt>
                <c:pt idx="94">
                  <c:v>1.2814567896239655</c:v>
                </c:pt>
                <c:pt idx="95">
                  <c:v>1.3195263334353329</c:v>
                </c:pt>
                <c:pt idx="96">
                  <c:v>1.3204993901441184</c:v>
                </c:pt>
                <c:pt idx="97">
                  <c:v>1.3312910093960741</c:v>
                </c:pt>
                <c:pt idx="98">
                  <c:v>1.3257150762944316</c:v>
                </c:pt>
                <c:pt idx="99">
                  <c:v>1.3287791622733669</c:v>
                </c:pt>
                <c:pt idx="100">
                  <c:v>1.3061292156129229</c:v>
                </c:pt>
                <c:pt idx="101">
                  <c:v>1.2843065286525555</c:v>
                </c:pt>
                <c:pt idx="102">
                  <c:v>1.2945467215428963</c:v>
                </c:pt>
                <c:pt idx="103">
                  <c:v>1.261338503225113</c:v>
                </c:pt>
                <c:pt idx="104">
                  <c:v>1.2787261468568165</c:v>
                </c:pt>
                <c:pt idx="105">
                  <c:v>1.32430986400016</c:v>
                </c:pt>
                <c:pt idx="106">
                  <c:v>1.3219199468569018</c:v>
                </c:pt>
                <c:pt idx="107">
                  <c:v>1.3361376813776571</c:v>
                </c:pt>
                <c:pt idx="108">
                  <c:v>1.3031543609966036</c:v>
                </c:pt>
                <c:pt idx="109">
                  <c:v>1.311296907363132</c:v>
                </c:pt>
                <c:pt idx="110">
                  <c:v>1.3086639727950027</c:v>
                </c:pt>
                <c:pt idx="111">
                  <c:v>1.3259708647613904</c:v>
                </c:pt>
                <c:pt idx="112">
                  <c:v>1.3404733114129725</c:v>
                </c:pt>
                <c:pt idx="113">
                  <c:v>1.3853601914070233</c:v>
                </c:pt>
                <c:pt idx="114">
                  <c:v>1.3860203633064514</c:v>
                </c:pt>
                <c:pt idx="115">
                  <c:v>1.3789059087151605</c:v>
                </c:pt>
                <c:pt idx="116">
                  <c:v>1.3801725334599659</c:v>
                </c:pt>
                <c:pt idx="117">
                  <c:v>1.3859121198559785</c:v>
                </c:pt>
                <c:pt idx="118">
                  <c:v>1.3646702635517101</c:v>
                </c:pt>
                <c:pt idx="119">
                  <c:v>1.4003123009003766</c:v>
                </c:pt>
                <c:pt idx="120">
                  <c:v>1.3993863688791517</c:v>
                </c:pt>
                <c:pt idx="121">
                  <c:v>1.3865259209140806</c:v>
                </c:pt>
                <c:pt idx="122">
                  <c:v>1.3815376459980941</c:v>
                </c:pt>
                <c:pt idx="123">
                  <c:v>1.3887659585492886</c:v>
                </c:pt>
                <c:pt idx="124">
                  <c:v>1.339974060651733</c:v>
                </c:pt>
                <c:pt idx="125">
                  <c:v>1.3494087981648633</c:v>
                </c:pt>
                <c:pt idx="126">
                  <c:v>1.3423309401619203</c:v>
                </c:pt>
                <c:pt idx="127">
                  <c:v>1.3490221050860565</c:v>
                </c:pt>
                <c:pt idx="128">
                  <c:v>1.3547339093159143</c:v>
                </c:pt>
                <c:pt idx="129">
                  <c:v>1.3674735101508715</c:v>
                </c:pt>
                <c:pt idx="130">
                  <c:v>1.3744951815765107</c:v>
                </c:pt>
                <c:pt idx="131">
                  <c:v>1.3755154430779593</c:v>
                </c:pt>
                <c:pt idx="132">
                  <c:v>1.3488161133840124</c:v>
                </c:pt>
                <c:pt idx="133">
                  <c:v>1.3572619634174359</c:v>
                </c:pt>
                <c:pt idx="134">
                  <c:v>1.3112665789990703</c:v>
                </c:pt>
                <c:pt idx="135">
                  <c:v>1.3354649887645871</c:v>
                </c:pt>
                <c:pt idx="136">
                  <c:v>1.3543040467389931</c:v>
                </c:pt>
                <c:pt idx="137">
                  <c:v>1.3561945243018412</c:v>
                </c:pt>
                <c:pt idx="138">
                  <c:v>1.3561876581501813</c:v>
                </c:pt>
                <c:pt idx="139">
                  <c:v>1.353611415107592</c:v>
                </c:pt>
                <c:pt idx="140">
                  <c:v>1.3621574451546326</c:v>
                </c:pt>
                <c:pt idx="141">
                  <c:v>1.3527959337185091</c:v>
                </c:pt>
                <c:pt idx="142">
                  <c:v>1.3534331469233238</c:v>
                </c:pt>
                <c:pt idx="143">
                  <c:v>1.3293522084300213</c:v>
                </c:pt>
                <c:pt idx="144">
                  <c:v>1.3192557541333396</c:v>
                </c:pt>
                <c:pt idx="145">
                  <c:v>1.2722500169286401</c:v>
                </c:pt>
                <c:pt idx="146">
                  <c:v>1.2686839251451116</c:v>
                </c:pt>
                <c:pt idx="147">
                  <c:v>1.2748005948685033</c:v>
                </c:pt>
                <c:pt idx="148">
                  <c:v>1.2610209108105237</c:v>
                </c:pt>
                <c:pt idx="149">
                  <c:v>1.2804225912650955</c:v>
                </c:pt>
                <c:pt idx="150">
                  <c:v>1.2709238626489416</c:v>
                </c:pt>
                <c:pt idx="151">
                  <c:v>1.2800437084338021</c:v>
                </c:pt>
                <c:pt idx="152">
                  <c:v>1.2824122518191221</c:v>
                </c:pt>
                <c:pt idx="153">
                  <c:v>1.2875356039645378</c:v>
                </c:pt>
                <c:pt idx="154">
                  <c:v>1.3246554860484534</c:v>
                </c:pt>
                <c:pt idx="155">
                  <c:v>1.3291249230751416</c:v>
                </c:pt>
                <c:pt idx="156">
                  <c:v>1.3313150566618153</c:v>
                </c:pt>
                <c:pt idx="157">
                  <c:v>1.3394558349942913</c:v>
                </c:pt>
                <c:pt idx="158">
                  <c:v>1.3360351439853031</c:v>
                </c:pt>
                <c:pt idx="159">
                  <c:v>1.3257683876707274</c:v>
                </c:pt>
                <c:pt idx="160">
                  <c:v>1.3524758380194606</c:v>
                </c:pt>
                <c:pt idx="161">
                  <c:v>1.3565915695347237</c:v>
                </c:pt>
                <c:pt idx="162">
                  <c:v>1.3537597854927252</c:v>
                </c:pt>
                <c:pt idx="163">
                  <c:v>1.3279584483045397</c:v>
                </c:pt>
                <c:pt idx="164">
                  <c:v>1.3617726202412568</c:v>
                </c:pt>
                <c:pt idx="165">
                  <c:v>1.3721019844153866</c:v>
                </c:pt>
                <c:pt idx="166">
                  <c:v>1.3823818636623226</c:v>
                </c:pt>
                <c:pt idx="167">
                  <c:v>1.3927194457617207</c:v>
                </c:pt>
                <c:pt idx="168">
                  <c:v>1.3977601337324936</c:v>
                </c:pt>
                <c:pt idx="169">
                  <c:v>1.4230128696943829</c:v>
                </c:pt>
                <c:pt idx="170">
                  <c:v>1.4284141150237581</c:v>
                </c:pt>
                <c:pt idx="171">
                  <c:v>1.4250724319636539</c:v>
                </c:pt>
                <c:pt idx="172">
                  <c:v>1.4329530017440399</c:v>
                </c:pt>
                <c:pt idx="173">
                  <c:v>1.43821992369022</c:v>
                </c:pt>
                <c:pt idx="174">
                  <c:v>1.4072772407479244</c:v>
                </c:pt>
                <c:pt idx="175">
                  <c:v>1.4128307487121554</c:v>
                </c:pt>
                <c:pt idx="176">
                  <c:v>1.4305220979667155</c:v>
                </c:pt>
                <c:pt idx="177">
                  <c:v>1.4317353626999842</c:v>
                </c:pt>
                <c:pt idx="178">
                  <c:v>1.4210026850686857</c:v>
                </c:pt>
                <c:pt idx="179">
                  <c:v>1.4260755595558137</c:v>
                </c:pt>
                <c:pt idx="180">
                  <c:v>1.3942673395483851</c:v>
                </c:pt>
                <c:pt idx="181">
                  <c:v>1.3540388173135016</c:v>
                </c:pt>
                <c:pt idx="182">
                  <c:v>1.3735664229895193</c:v>
                </c:pt>
                <c:pt idx="183">
                  <c:v>1.3591739463394628</c:v>
                </c:pt>
                <c:pt idx="184">
                  <c:v>1.3668017816599305</c:v>
                </c:pt>
                <c:pt idx="185">
                  <c:v>1.3867340811756905</c:v>
                </c:pt>
                <c:pt idx="186">
                  <c:v>1.4034706476980188</c:v>
                </c:pt>
                <c:pt idx="187">
                  <c:v>1.4067725385483565</c:v>
                </c:pt>
                <c:pt idx="188">
                  <c:v>1.4279749445199927</c:v>
                </c:pt>
                <c:pt idx="189">
                  <c:v>1.4173185584163273</c:v>
                </c:pt>
                <c:pt idx="190">
                  <c:v>1.4035109462864706</c:v>
                </c:pt>
                <c:pt idx="191">
                  <c:v>1.3988820757877867</c:v>
                </c:pt>
                <c:pt idx="192">
                  <c:v>1.3817807864415157</c:v>
                </c:pt>
                <c:pt idx="193">
                  <c:v>1.3882214813053331</c:v>
                </c:pt>
                <c:pt idx="194">
                  <c:v>1.4043563884144119</c:v>
                </c:pt>
                <c:pt idx="195">
                  <c:v>1.403266847442713</c:v>
                </c:pt>
                <c:pt idx="196">
                  <c:v>1.4073025696953088</c:v>
                </c:pt>
                <c:pt idx="197">
                  <c:v>1.4160849841786272</c:v>
                </c:pt>
                <c:pt idx="198">
                  <c:v>1.4333315727376121</c:v>
                </c:pt>
                <c:pt idx="199">
                  <c:v>1.4063737882211451</c:v>
                </c:pt>
                <c:pt idx="200">
                  <c:v>1.3836168726396301</c:v>
                </c:pt>
                <c:pt idx="201">
                  <c:v>1.3644600734840158</c:v>
                </c:pt>
                <c:pt idx="202">
                  <c:v>1.382201625750797</c:v>
                </c:pt>
                <c:pt idx="203">
                  <c:v>1.3789354889547809</c:v>
                </c:pt>
                <c:pt idx="204">
                  <c:v>1.3740769685702394</c:v>
                </c:pt>
                <c:pt idx="205">
                  <c:v>1.3579595844523769</c:v>
                </c:pt>
                <c:pt idx="206">
                  <c:v>1.3667160806436265</c:v>
                </c:pt>
                <c:pt idx="207">
                  <c:v>1.3636817107968968</c:v>
                </c:pt>
                <c:pt idx="208">
                  <c:v>1.3260289810134001</c:v>
                </c:pt>
                <c:pt idx="209">
                  <c:v>1.3342546149672569</c:v>
                </c:pt>
                <c:pt idx="210">
                  <c:v>1.3295746946309805</c:v>
                </c:pt>
                <c:pt idx="211">
                  <c:v>1.3351438373947209</c:v>
                </c:pt>
                <c:pt idx="212">
                  <c:v>1.3134704992460982</c:v>
                </c:pt>
                <c:pt idx="213">
                  <c:v>1.3233404148818928</c:v>
                </c:pt>
                <c:pt idx="214">
                  <c:v>1.3469790444679419</c:v>
                </c:pt>
                <c:pt idx="215">
                  <c:v>1.3395156820886984</c:v>
                </c:pt>
                <c:pt idx="216">
                  <c:v>1.343584318955815</c:v>
                </c:pt>
                <c:pt idx="217">
                  <c:v>1.3348060227330443</c:v>
                </c:pt>
                <c:pt idx="218">
                  <c:v>1.3331379412529147</c:v>
                </c:pt>
                <c:pt idx="219">
                  <c:v>1.3352567340933919</c:v>
                </c:pt>
                <c:pt idx="220">
                  <c:v>1.3296990263330621</c:v>
                </c:pt>
                <c:pt idx="221">
                  <c:v>1.326510089399326</c:v>
                </c:pt>
                <c:pt idx="222">
                  <c:v>1.3295856132425683</c:v>
                </c:pt>
                <c:pt idx="223">
                  <c:v>1.3323628142397659</c:v>
                </c:pt>
                <c:pt idx="224">
                  <c:v>1.3446037150360646</c:v>
                </c:pt>
                <c:pt idx="225">
                  <c:v>1.3499368824717302</c:v>
                </c:pt>
                <c:pt idx="226">
                  <c:v>1.3602953505462092</c:v>
                </c:pt>
                <c:pt idx="227">
                  <c:v>1.3674771062978035</c:v>
                </c:pt>
                <c:pt idx="228">
                  <c:v>1.3691977281426153</c:v>
                </c:pt>
                <c:pt idx="229">
                  <c:v>1.3741204327406962</c:v>
                </c:pt>
                <c:pt idx="230">
                  <c:v>1.371759113119102</c:v>
                </c:pt>
                <c:pt idx="231">
                  <c:v>1.3683888139415059</c:v>
                </c:pt>
                <c:pt idx="232">
                  <c:v>1.38096249994339</c:v>
                </c:pt>
                <c:pt idx="233">
                  <c:v>1.3997959634346413</c:v>
                </c:pt>
                <c:pt idx="234">
                  <c:v>1.4143884754001765</c:v>
                </c:pt>
                <c:pt idx="235">
                  <c:v>1.4200179072668373</c:v>
                </c:pt>
                <c:pt idx="236">
                  <c:v>1.4365713835638045</c:v>
                </c:pt>
                <c:pt idx="237">
                  <c:v>1.4268498340217981</c:v>
                </c:pt>
                <c:pt idx="238">
                  <c:v>1.3939316362283443</c:v>
                </c:pt>
                <c:pt idx="239">
                  <c:v>1.41885551213468</c:v>
                </c:pt>
                <c:pt idx="240">
                  <c:v>1.4215631189630096</c:v>
                </c:pt>
                <c:pt idx="241">
                  <c:v>1.436164067712397</c:v>
                </c:pt>
                <c:pt idx="242">
                  <c:v>1.4284151063244042</c:v>
                </c:pt>
                <c:pt idx="243">
                  <c:v>1.4336773807441794</c:v>
                </c:pt>
                <c:pt idx="244">
                  <c:v>1.4420405451462361</c:v>
                </c:pt>
                <c:pt idx="245">
                  <c:v>1.468736137078873</c:v>
                </c:pt>
                <c:pt idx="246">
                  <c:v>1.4760803402569518</c:v>
                </c:pt>
                <c:pt idx="247">
                  <c:v>1.484436521210591</c:v>
                </c:pt>
                <c:pt idx="248">
                  <c:v>1.5032008039325222</c:v>
                </c:pt>
                <c:pt idx="249">
                  <c:v>1.479808024058904</c:v>
                </c:pt>
                <c:pt idx="250">
                  <c:v>1.5036248731939803</c:v>
                </c:pt>
                <c:pt idx="251">
                  <c:v>1.4983720526067721</c:v>
                </c:pt>
                <c:pt idx="252">
                  <c:v>1.5074324646967732</c:v>
                </c:pt>
                <c:pt idx="253">
                  <c:v>1.5121559092823331</c:v>
                </c:pt>
                <c:pt idx="254">
                  <c:v>1.4957552792431126</c:v>
                </c:pt>
                <c:pt idx="255">
                  <c:v>1.4836171704589582</c:v>
                </c:pt>
                <c:pt idx="256">
                  <c:v>1.4749151729160621</c:v>
                </c:pt>
                <c:pt idx="257">
                  <c:v>1.4833956340756453</c:v>
                </c:pt>
                <c:pt idx="258">
                  <c:v>1.4678138741574414</c:v>
                </c:pt>
                <c:pt idx="259">
                  <c:v>1.4624167771280272</c:v>
                </c:pt>
                <c:pt idx="260">
                  <c:v>1.4113068363906121</c:v>
                </c:pt>
                <c:pt idx="261">
                  <c:v>1.2767508365597597</c:v>
                </c:pt>
                <c:pt idx="262">
                  <c:v>1.2411438594980073</c:v>
                </c:pt>
                <c:pt idx="263">
                  <c:v>1.2756954518316732</c:v>
                </c:pt>
                <c:pt idx="264">
                  <c:v>1.302715304928699</c:v>
                </c:pt>
                <c:pt idx="265">
                  <c:v>1.3219595960218422</c:v>
                </c:pt>
                <c:pt idx="266">
                  <c:v>1.3501596161402387</c:v>
                </c:pt>
                <c:pt idx="267">
                  <c:v>1.342586412499813</c:v>
                </c:pt>
                <c:pt idx="268">
                  <c:v>1.3629020249451353</c:v>
                </c:pt>
                <c:pt idx="269">
                  <c:v>1.3451334500802268</c:v>
                </c:pt>
                <c:pt idx="270">
                  <c:v>1.3445673373063005</c:v>
                </c:pt>
                <c:pt idx="271">
                  <c:v>1.390942664518122</c:v>
                </c:pt>
                <c:pt idx="272">
                  <c:v>1.4173401052585055</c:v>
                </c:pt>
                <c:pt idx="273">
                  <c:v>1.4138953483879491</c:v>
                </c:pt>
                <c:pt idx="274">
                  <c:v>1.4428211064323344</c:v>
                </c:pt>
                <c:pt idx="275">
                  <c:v>1.4537188034360937</c:v>
                </c:pt>
                <c:pt idx="276">
                  <c:v>1.4639158468545956</c:v>
                </c:pt>
                <c:pt idx="277">
                  <c:v>1.4448539107364067</c:v>
                </c:pt>
                <c:pt idx="278">
                  <c:v>1.4440782086830564</c:v>
                </c:pt>
                <c:pt idx="279">
                  <c:v>1.4519689303547614</c:v>
                </c:pt>
                <c:pt idx="280">
                  <c:v>1.3691813394968719</c:v>
                </c:pt>
                <c:pt idx="281">
                  <c:v>1.429165326372406</c:v>
                </c:pt>
                <c:pt idx="282">
                  <c:v>1.445945295555916</c:v>
                </c:pt>
                <c:pt idx="283">
                  <c:v>1.4690876940570075</c:v>
                </c:pt>
                <c:pt idx="284">
                  <c:v>1.5044849974428878</c:v>
                </c:pt>
                <c:pt idx="285">
                  <c:v>1.5128356268268202</c:v>
                </c:pt>
                <c:pt idx="286">
                  <c:v>1.4758955406459171</c:v>
                </c:pt>
                <c:pt idx="287">
                  <c:v>1.5065174455653429</c:v>
                </c:pt>
                <c:pt idx="288">
                  <c:v>1.5085604174956653</c:v>
                </c:pt>
                <c:pt idx="289">
                  <c:v>1.4818610506100636</c:v>
                </c:pt>
                <c:pt idx="290">
                  <c:v>1.4673048763217411</c:v>
                </c:pt>
                <c:pt idx="291">
                  <c:v>1.4271505428555449</c:v>
                </c:pt>
                <c:pt idx="292">
                  <c:v>1.4247019143937996</c:v>
                </c:pt>
                <c:pt idx="293">
                  <c:v>1.4050232805597771</c:v>
                </c:pt>
                <c:pt idx="294">
                  <c:v>1.4177498829113728</c:v>
                </c:pt>
                <c:pt idx="295">
                  <c:v>1.4454012045329911</c:v>
                </c:pt>
                <c:pt idx="296">
                  <c:v>1.4001606719541013</c:v>
                </c:pt>
                <c:pt idx="297">
                  <c:v>1.4323886112298219</c:v>
                </c:pt>
                <c:pt idx="298">
                  <c:v>1.4637587793440263</c:v>
                </c:pt>
                <c:pt idx="299">
                  <c:v>1.4449623201188782</c:v>
                </c:pt>
                <c:pt idx="300">
                  <c:v>1.4442206655950722</c:v>
                </c:pt>
                <c:pt idx="301">
                  <c:v>1.4102424570038508</c:v>
                </c:pt>
                <c:pt idx="302">
                  <c:v>1.4083920992234216</c:v>
                </c:pt>
                <c:pt idx="303">
                  <c:v>1.4004118915693098</c:v>
                </c:pt>
                <c:pt idx="304">
                  <c:v>1.4251157201889741</c:v>
                </c:pt>
                <c:pt idx="305">
                  <c:v>1.4206236305836009</c:v>
                </c:pt>
                <c:pt idx="306">
                  <c:v>1.4615961947604403</c:v>
                </c:pt>
                <c:pt idx="307">
                  <c:v>1.4807825126464003</c:v>
                </c:pt>
                <c:pt idx="308">
                  <c:v>1.49239123398532</c:v>
                </c:pt>
                <c:pt idx="309">
                  <c:v>1.4579582515606857</c:v>
                </c:pt>
                <c:pt idx="310">
                  <c:v>1.4446361864977133</c:v>
                </c:pt>
                <c:pt idx="311">
                  <c:v>1.4683515267327365</c:v>
                </c:pt>
                <c:pt idx="312">
                  <c:v>1.4503871721359298</c:v>
                </c:pt>
                <c:pt idx="313">
                  <c:v>1.4528588522714256</c:v>
                </c:pt>
                <c:pt idx="314">
                  <c:v>1.4472484553797942</c:v>
                </c:pt>
                <c:pt idx="315">
                  <c:v>1.4584156488362123</c:v>
                </c:pt>
                <c:pt idx="316">
                  <c:v>1.4528684477183706</c:v>
                </c:pt>
                <c:pt idx="317">
                  <c:v>1.4664082885161736</c:v>
                </c:pt>
                <c:pt idx="318">
                  <c:v>1.4599516455846775</c:v>
                </c:pt>
                <c:pt idx="319">
                  <c:v>1.4310987660183707</c:v>
                </c:pt>
                <c:pt idx="320">
                  <c:v>1.4145294475068961</c:v>
                </c:pt>
                <c:pt idx="321">
                  <c:v>1.3744176269630619</c:v>
                </c:pt>
                <c:pt idx="322">
                  <c:v>1.3688456190114517</c:v>
                </c:pt>
                <c:pt idx="323">
                  <c:v>1.3967964278640006</c:v>
                </c:pt>
                <c:pt idx="324">
                  <c:v>1.4200492655536481</c:v>
                </c:pt>
                <c:pt idx="325">
                  <c:v>1.4151502205698296</c:v>
                </c:pt>
                <c:pt idx="326">
                  <c:v>1.4316019176120223</c:v>
                </c:pt>
                <c:pt idx="327">
                  <c:v>1.4285310169775645</c:v>
                </c:pt>
                <c:pt idx="328">
                  <c:v>1.4241138285041131</c:v>
                </c:pt>
                <c:pt idx="329">
                  <c:v>1.4300517222341032</c:v>
                </c:pt>
                <c:pt idx="330">
                  <c:v>1.4210838672989283</c:v>
                </c:pt>
                <c:pt idx="331">
                  <c:v>1.4226099567627273</c:v>
                </c:pt>
                <c:pt idx="332">
                  <c:v>1.4196222924822173</c:v>
                </c:pt>
                <c:pt idx="333">
                  <c:v>1.4368300815625292</c:v>
                </c:pt>
                <c:pt idx="334">
                  <c:v>1.4328191618523574</c:v>
                </c:pt>
                <c:pt idx="335">
                  <c:v>1.4285291302163061</c:v>
                </c:pt>
                <c:pt idx="336">
                  <c:v>1.4136567996834499</c:v>
                </c:pt>
                <c:pt idx="337">
                  <c:v>1.4159380213545842</c:v>
                </c:pt>
                <c:pt idx="338">
                  <c:v>1.4415730002707354</c:v>
                </c:pt>
                <c:pt idx="339">
                  <c:v>1.4425304650934592</c:v>
                </c:pt>
                <c:pt idx="340">
                  <c:v>1.4373732399331869</c:v>
                </c:pt>
                <c:pt idx="341">
                  <c:v>1.4460619056982762</c:v>
                </c:pt>
                <c:pt idx="342">
                  <c:v>1.4781534159709591</c:v>
                </c:pt>
                <c:pt idx="343">
                  <c:v>1.4915403919151877</c:v>
                </c:pt>
                <c:pt idx="344">
                  <c:v>1.4963018149021179</c:v>
                </c:pt>
                <c:pt idx="345">
                  <c:v>1.5070703381364268</c:v>
                </c:pt>
                <c:pt idx="346">
                  <c:v>1.500619707378978</c:v>
                </c:pt>
                <c:pt idx="347">
                  <c:v>1.4914802429961971</c:v>
                </c:pt>
                <c:pt idx="348">
                  <c:v>1.498109169116431</c:v>
                </c:pt>
                <c:pt idx="349">
                  <c:v>1.4902665834592079</c:v>
                </c:pt>
                <c:pt idx="350">
                  <c:v>1.4843967032527556</c:v>
                </c:pt>
                <c:pt idx="351">
                  <c:v>1.4810192561251918</c:v>
                </c:pt>
                <c:pt idx="352">
                  <c:v>1.4794849315707455</c:v>
                </c:pt>
                <c:pt idx="353">
                  <c:v>1.4959883307349386</c:v>
                </c:pt>
                <c:pt idx="354">
                  <c:v>1.5013308318455172</c:v>
                </c:pt>
                <c:pt idx="355">
                  <c:v>1.5010202228793457</c:v>
                </c:pt>
                <c:pt idx="356">
                  <c:v>1.5023500419674927</c:v>
                </c:pt>
                <c:pt idx="357">
                  <c:v>1.5013292597828765</c:v>
                </c:pt>
                <c:pt idx="358">
                  <c:v>1.4974113621232161</c:v>
                </c:pt>
                <c:pt idx="359">
                  <c:v>1.4873372943418428</c:v>
                </c:pt>
                <c:pt idx="360">
                  <c:v>1.4755920009550589</c:v>
                </c:pt>
                <c:pt idx="361">
                  <c:v>1.4956743873938669</c:v>
                </c:pt>
                <c:pt idx="362">
                  <c:v>1.4966377828550874</c:v>
                </c:pt>
                <c:pt idx="363">
                  <c:v>1.5127456416179701</c:v>
                </c:pt>
                <c:pt idx="364">
                  <c:v>1.5311869849097064</c:v>
                </c:pt>
                <c:pt idx="365">
                  <c:v>1.5811960483729426</c:v>
                </c:pt>
                <c:pt idx="366">
                  <c:v>1.5906998436368422</c:v>
                </c:pt>
                <c:pt idx="367">
                  <c:v>1.6162384575448923</c:v>
                </c:pt>
                <c:pt idx="368">
                  <c:v>1.65448026594917</c:v>
                </c:pt>
                <c:pt idx="369">
                  <c:v>1.6368446426675727</c:v>
                </c:pt>
                <c:pt idx="370">
                  <c:v>1.6905131461070528</c:v>
                </c:pt>
                <c:pt idx="371">
                  <c:v>1.6919294987323927</c:v>
                </c:pt>
                <c:pt idx="372">
                  <c:v>1.6528660351243312</c:v>
                </c:pt>
                <c:pt idx="373">
                  <c:v>1.5939962873401963</c:v>
                </c:pt>
                <c:pt idx="374">
                  <c:v>1.5991814176851737</c:v>
                </c:pt>
                <c:pt idx="375">
                  <c:v>1.6585547605019215</c:v>
                </c:pt>
                <c:pt idx="376">
                  <c:v>1.6593778146841061</c:v>
                </c:pt>
                <c:pt idx="377">
                  <c:v>1.6576272349613321</c:v>
                </c:pt>
                <c:pt idx="378">
                  <c:v>1.6492020606270952</c:v>
                </c:pt>
                <c:pt idx="379">
                  <c:v>1.5962885806808826</c:v>
                </c:pt>
                <c:pt idx="380">
                  <c:v>1.5971883726905582</c:v>
                </c:pt>
                <c:pt idx="381">
                  <c:v>1.6225915674920437</c:v>
                </c:pt>
                <c:pt idx="382">
                  <c:v>1.6490914869764024</c:v>
                </c:pt>
                <c:pt idx="383">
                  <c:v>1.6507286865089925</c:v>
                </c:pt>
                <c:pt idx="384">
                  <c:v>1.6714984805821471</c:v>
                </c:pt>
                <c:pt idx="385">
                  <c:v>1.718340435752133</c:v>
                </c:pt>
                <c:pt idx="386">
                  <c:v>1.7106599885445701</c:v>
                </c:pt>
                <c:pt idx="387">
                  <c:v>1.7336138525342133</c:v>
                </c:pt>
                <c:pt idx="388">
                  <c:v>1.7291928719424181</c:v>
                </c:pt>
                <c:pt idx="389">
                  <c:v>1.7034675015701102</c:v>
                </c:pt>
                <c:pt idx="390">
                  <c:v>1.7298944782062182</c:v>
                </c:pt>
                <c:pt idx="391">
                  <c:v>1.6968453200134341</c:v>
                </c:pt>
                <c:pt idx="392">
                  <c:v>1.6972368322724372</c:v>
                </c:pt>
                <c:pt idx="393">
                  <c:v>1.7160517786109302</c:v>
                </c:pt>
                <c:pt idx="394">
                  <c:v>1.7287171091416491</c:v>
                </c:pt>
                <c:pt idx="395">
                  <c:v>1.7540036065434301</c:v>
                </c:pt>
                <c:pt idx="396">
                  <c:v>1.7683351775673648</c:v>
                </c:pt>
                <c:pt idx="397">
                  <c:v>1.749972873694374</c:v>
                </c:pt>
                <c:pt idx="398">
                  <c:v>1.7394937301435722</c:v>
                </c:pt>
                <c:pt idx="399">
                  <c:v>1.7543861956661717</c:v>
                </c:pt>
                <c:pt idx="400">
                  <c:v>1.7662658696540814</c:v>
                </c:pt>
                <c:pt idx="401">
                  <c:v>1.7923926953312652</c:v>
                </c:pt>
                <c:pt idx="402">
                  <c:v>1.7649091481254611</c:v>
                </c:pt>
                <c:pt idx="403">
                  <c:v>1.8056761983699763</c:v>
                </c:pt>
                <c:pt idx="404">
                  <c:v>1.8097259304328552</c:v>
                </c:pt>
                <c:pt idx="405">
                  <c:v>1.8077883854003773</c:v>
                </c:pt>
                <c:pt idx="406">
                  <c:v>1.8264720294624053</c:v>
                </c:pt>
                <c:pt idx="407">
                  <c:v>1.8561773789489668</c:v>
                </c:pt>
                <c:pt idx="408">
                  <c:v>1.8436117106095939</c:v>
                </c:pt>
                <c:pt idx="409">
                  <c:v>1.8641816381601646</c:v>
                </c:pt>
                <c:pt idx="410">
                  <c:v>1.8625413874814305</c:v>
                </c:pt>
                <c:pt idx="411">
                  <c:v>1.8971066506091412</c:v>
                </c:pt>
                <c:pt idx="412">
                  <c:v>1.8648516830135007</c:v>
                </c:pt>
                <c:pt idx="413">
                  <c:v>1.7597184018406049</c:v>
                </c:pt>
                <c:pt idx="414">
                  <c:v>1.792252859000466</c:v>
                </c:pt>
                <c:pt idx="415">
                  <c:v>1.8380064704839489</c:v>
                </c:pt>
                <c:pt idx="416">
                  <c:v>1.8350189564005064</c:v>
                </c:pt>
                <c:pt idx="417">
                  <c:v>1.8202027409225408</c:v>
                </c:pt>
                <c:pt idx="418">
                  <c:v>1.8322273050149609</c:v>
                </c:pt>
                <c:pt idx="419">
                  <c:v>1.8563649064248382</c:v>
                </c:pt>
                <c:pt idx="420">
                  <c:v>1.8519318542801555</c:v>
                </c:pt>
                <c:pt idx="421">
                  <c:v>1.8201420927771064</c:v>
                </c:pt>
                <c:pt idx="422">
                  <c:v>1.8348921171226207</c:v>
                </c:pt>
                <c:pt idx="423">
                  <c:v>1.7806660006327903</c:v>
                </c:pt>
                <c:pt idx="424">
                  <c:v>1.7693832956182776</c:v>
                </c:pt>
                <c:pt idx="425">
                  <c:v>1.7327515654475327</c:v>
                </c:pt>
                <c:pt idx="426">
                  <c:v>1.745177908126136</c:v>
                </c:pt>
                <c:pt idx="427">
                  <c:v>1.7396612199001824</c:v>
                </c:pt>
                <c:pt idx="428">
                  <c:v>1.7919210636650784</c:v>
                </c:pt>
                <c:pt idx="429">
                  <c:v>1.8444031790636939</c:v>
                </c:pt>
                <c:pt idx="430">
                  <c:v>1.8485253518874836</c:v>
                </c:pt>
                <c:pt idx="431">
                  <c:v>1.8374630260236391</c:v>
                </c:pt>
                <c:pt idx="432">
                  <c:v>1.8397933893143841</c:v>
                </c:pt>
                <c:pt idx="433">
                  <c:v>1.8498541968403637</c:v>
                </c:pt>
                <c:pt idx="434">
                  <c:v>1.8444055850776715</c:v>
                </c:pt>
                <c:pt idx="435">
                  <c:v>1.8651444886205968</c:v>
                </c:pt>
                <c:pt idx="436">
                  <c:v>1.8456721568958911</c:v>
                </c:pt>
                <c:pt idx="437">
                  <c:v>1.8474506274988878</c:v>
                </c:pt>
                <c:pt idx="438">
                  <c:v>1.8290256685615502</c:v>
                </c:pt>
                <c:pt idx="439">
                  <c:v>1.8332572821210085</c:v>
                </c:pt>
                <c:pt idx="440">
                  <c:v>1.828604322873584</c:v>
                </c:pt>
                <c:pt idx="441">
                  <c:v>1.8295668657876398</c:v>
                </c:pt>
                <c:pt idx="442">
                  <c:v>1.8333699399348198</c:v>
                </c:pt>
                <c:pt idx="443">
                  <c:v>1.7732288440657165</c:v>
                </c:pt>
                <c:pt idx="444">
                  <c:v>1.7808318768437605</c:v>
                </c:pt>
                <c:pt idx="445">
                  <c:v>1.8214015009104276</c:v>
                </c:pt>
                <c:pt idx="446">
                  <c:v>1.8139037391113673</c:v>
                </c:pt>
                <c:pt idx="447">
                  <c:v>1.8454153385061833</c:v>
                </c:pt>
                <c:pt idx="448">
                  <c:v>1.8254152028424702</c:v>
                </c:pt>
                <c:pt idx="449">
                  <c:v>1.8617423333601946</c:v>
                </c:pt>
                <c:pt idx="450">
                  <c:v>1.8503047379773681</c:v>
                </c:pt>
                <c:pt idx="451">
                  <c:v>1.8385342129136815</c:v>
                </c:pt>
                <c:pt idx="452">
                  <c:v>1.8488873039331415</c:v>
                </c:pt>
                <c:pt idx="453">
                  <c:v>1.8482809111665912</c:v>
                </c:pt>
                <c:pt idx="454">
                  <c:v>1.8631452812548663</c:v>
                </c:pt>
                <c:pt idx="455">
                  <c:v>1.8543604121223294</c:v>
                </c:pt>
                <c:pt idx="456">
                  <c:v>1.8723124605727335</c:v>
                </c:pt>
                <c:pt idx="457">
                  <c:v>1.8756777059766183</c:v>
                </c:pt>
                <c:pt idx="458">
                  <c:v>1.8814623557842447</c:v>
                </c:pt>
                <c:pt idx="459">
                  <c:v>1.8793284030530812</c:v>
                </c:pt>
                <c:pt idx="460">
                  <c:v>1.8789119552199662</c:v>
                </c:pt>
                <c:pt idx="461">
                  <c:v>1.8599122965277823</c:v>
                </c:pt>
                <c:pt idx="462">
                  <c:v>1.8544747049385046</c:v>
                </c:pt>
                <c:pt idx="463">
                  <c:v>1.8497468889030544</c:v>
                </c:pt>
                <c:pt idx="464">
                  <c:v>1.8489936506092186</c:v>
                </c:pt>
                <c:pt idx="465">
                  <c:v>1.871539394835531</c:v>
                </c:pt>
                <c:pt idx="466">
                  <c:v>1.8742984620401046</c:v>
                </c:pt>
                <c:pt idx="467">
                  <c:v>1.874605032850831</c:v>
                </c:pt>
                <c:pt idx="468">
                  <c:v>1.8804627284989832</c:v>
                </c:pt>
                <c:pt idx="469">
                  <c:v>1.8675826519228536</c:v>
                </c:pt>
                <c:pt idx="470">
                  <c:v>1.8627920649567473</c:v>
                </c:pt>
                <c:pt idx="471">
                  <c:v>1.8257186996198804</c:v>
                </c:pt>
                <c:pt idx="472">
                  <c:v>1.8286350145715045</c:v>
                </c:pt>
                <c:pt idx="473">
                  <c:v>1.7914426774221959</c:v>
                </c:pt>
                <c:pt idx="474">
                  <c:v>1.8040267384653281</c:v>
                </c:pt>
                <c:pt idx="475">
                  <c:v>1.7890261882720129</c:v>
                </c:pt>
                <c:pt idx="476">
                  <c:v>1.756064905376892</c:v>
                </c:pt>
                <c:pt idx="477">
                  <c:v>1.7717214033559159</c:v>
                </c:pt>
                <c:pt idx="478">
                  <c:v>1.756627394825369</c:v>
                </c:pt>
                <c:pt idx="479">
                  <c:v>1.764121825110426</c:v>
                </c:pt>
                <c:pt idx="480">
                  <c:v>1.7229736405090523</c:v>
                </c:pt>
                <c:pt idx="481">
                  <c:v>1.7209235978729682</c:v>
                </c:pt>
                <c:pt idx="482">
                  <c:v>1.6765011887211021</c:v>
                </c:pt>
                <c:pt idx="483">
                  <c:v>1.6995024749315444</c:v>
                </c:pt>
                <c:pt idx="484">
                  <c:v>1.667693742823638</c:v>
                </c:pt>
                <c:pt idx="485">
                  <c:v>1.6722083505455598</c:v>
                </c:pt>
                <c:pt idx="486">
                  <c:v>1.675426870579813</c:v>
                </c:pt>
                <c:pt idx="487">
                  <c:v>1.6952946096741406</c:v>
                </c:pt>
                <c:pt idx="488">
                  <c:v>1.7097941181849916</c:v>
                </c:pt>
                <c:pt idx="489">
                  <c:v>1.6916921988092268</c:v>
                </c:pt>
                <c:pt idx="490">
                  <c:v>1.655998944260521</c:v>
                </c:pt>
                <c:pt idx="491">
                  <c:v>1.586417822511061</c:v>
                </c:pt>
                <c:pt idx="492">
                  <c:v>1.5863340125473602</c:v>
                </c:pt>
                <c:pt idx="493">
                  <c:v>1.5293804231637307</c:v>
                </c:pt>
                <c:pt idx="494">
                  <c:v>1.5350002324049292</c:v>
                </c:pt>
                <c:pt idx="495">
                  <c:v>1.4928665790951965</c:v>
                </c:pt>
                <c:pt idx="496">
                  <c:v>1.506493853182149</c:v>
                </c:pt>
                <c:pt idx="497">
                  <c:v>1.5503946307792604</c:v>
                </c:pt>
                <c:pt idx="498">
                  <c:v>1.5821069964486179</c:v>
                </c:pt>
                <c:pt idx="499">
                  <c:v>1.6082547138226755</c:v>
                </c:pt>
                <c:pt idx="500">
                  <c:v>1.6124262557073492</c:v>
                </c:pt>
                <c:pt idx="501">
                  <c:v>1.6216616588246491</c:v>
                </c:pt>
                <c:pt idx="502">
                  <c:v>1.5970385747180591</c:v>
                </c:pt>
                <c:pt idx="503">
                  <c:v>1.5549356502979013</c:v>
                </c:pt>
                <c:pt idx="504">
                  <c:v>1.5497865500837602</c:v>
                </c:pt>
                <c:pt idx="505">
                  <c:v>1.5509061619388336</c:v>
                </c:pt>
                <c:pt idx="506">
                  <c:v>1.5539490901575179</c:v>
                </c:pt>
                <c:pt idx="507">
                  <c:v>1.5215614227374599</c:v>
                </c:pt>
                <c:pt idx="508">
                  <c:v>1.5120205030498031</c:v>
                </c:pt>
                <c:pt idx="509">
                  <c:v>1.5056701409937638</c:v>
                </c:pt>
                <c:pt idx="510">
                  <c:v>1.4782107626418033</c:v>
                </c:pt>
                <c:pt idx="511">
                  <c:v>1.4427407037963946</c:v>
                </c:pt>
                <c:pt idx="512">
                  <c:v>1.4329578080502019</c:v>
                </c:pt>
                <c:pt idx="513">
                  <c:v>1.4220578008724984</c:v>
                </c:pt>
                <c:pt idx="514">
                  <c:v>1.4455170408028417</c:v>
                </c:pt>
                <c:pt idx="515">
                  <c:v>1.4554784665053346</c:v>
                </c:pt>
                <c:pt idx="516">
                  <c:v>1.5127586715711934</c:v>
                </c:pt>
                <c:pt idx="517">
                  <c:v>1.5731708845908365</c:v>
                </c:pt>
                <c:pt idx="518">
                  <c:v>1.6065759054110254</c:v>
                </c:pt>
                <c:pt idx="519">
                  <c:v>1.5947391362883014</c:v>
                </c:pt>
                <c:pt idx="520">
                  <c:v>1.6157097481321343</c:v>
                </c:pt>
                <c:pt idx="521">
                  <c:v>1.6027406848000418</c:v>
                </c:pt>
                <c:pt idx="522">
                  <c:v>1.6225214068656639</c:v>
                </c:pt>
                <c:pt idx="523">
                  <c:v>1.6603041930051887</c:v>
                </c:pt>
                <c:pt idx="524">
                  <c:v>1.6480268973137469</c:v>
                </c:pt>
                <c:pt idx="525">
                  <c:v>1.6651997119340405</c:v>
                </c:pt>
                <c:pt idx="526">
                  <c:v>1.6669482289504198</c:v>
                </c:pt>
                <c:pt idx="527">
                  <c:v>1.6947695564871419</c:v>
                </c:pt>
                <c:pt idx="528">
                  <c:v>1.685695818341127</c:v>
                </c:pt>
                <c:pt idx="529">
                  <c:v>1.6493073974066987</c:v>
                </c:pt>
                <c:pt idx="530">
                  <c:v>1.614210715597221</c:v>
                </c:pt>
                <c:pt idx="531">
                  <c:v>1.648268504316631</c:v>
                </c:pt>
                <c:pt idx="532">
                  <c:v>1.6525944745348298</c:v>
                </c:pt>
                <c:pt idx="533">
                  <c:v>1.6564678008570783</c:v>
                </c:pt>
                <c:pt idx="534">
                  <c:v>1.6933516003292997</c:v>
                </c:pt>
                <c:pt idx="535">
                  <c:v>1.7047432068004862</c:v>
                </c:pt>
                <c:pt idx="536">
                  <c:v>1.6998932648141751</c:v>
                </c:pt>
                <c:pt idx="537">
                  <c:v>1.7045280316205969</c:v>
                </c:pt>
                <c:pt idx="538">
                  <c:v>1.7239664545692395</c:v>
                </c:pt>
                <c:pt idx="539">
                  <c:v>1.7006352426192883</c:v>
                </c:pt>
                <c:pt idx="540">
                  <c:v>1.692355155791422</c:v>
                </c:pt>
                <c:pt idx="541">
                  <c:v>1.685479162647286</c:v>
                </c:pt>
                <c:pt idx="542">
                  <c:v>1.703859092503768</c:v>
                </c:pt>
                <c:pt idx="543">
                  <c:v>1.6989678677806004</c:v>
                </c:pt>
                <c:pt idx="544">
                  <c:v>1.671265031425704</c:v>
                </c:pt>
                <c:pt idx="545">
                  <c:v>1.6858819353950116</c:v>
                </c:pt>
                <c:pt idx="546">
                  <c:v>1.6801574974460993</c:v>
                </c:pt>
                <c:pt idx="547">
                  <c:v>1.6874764989866891</c:v>
                </c:pt>
                <c:pt idx="548">
                  <c:v>1.7145934809511882</c:v>
                </c:pt>
                <c:pt idx="549">
                  <c:v>1.733074084325938</c:v>
                </c:pt>
                <c:pt idx="550">
                  <c:v>1.7090348748693498</c:v>
                </c:pt>
                <c:pt idx="551">
                  <c:v>1.71996012659799</c:v>
                </c:pt>
                <c:pt idx="552">
                  <c:v>1.7023999265619307</c:v>
                </c:pt>
                <c:pt idx="553">
                  <c:v>1.6889016646037744</c:v>
                </c:pt>
                <c:pt idx="554">
                  <c:v>1.7156977855794047</c:v>
                </c:pt>
                <c:pt idx="555">
                  <c:v>1.7175806531574964</c:v>
                </c:pt>
                <c:pt idx="556">
                  <c:v>1.7616894465409429</c:v>
                </c:pt>
                <c:pt idx="557">
                  <c:v>1.7761485091271711</c:v>
                </c:pt>
                <c:pt idx="558">
                  <c:v>1.7683465453397071</c:v>
                </c:pt>
                <c:pt idx="559">
                  <c:v>1.7585318407155008</c:v>
                </c:pt>
                <c:pt idx="560">
                  <c:v>1.7671749266771535</c:v>
                </c:pt>
                <c:pt idx="561">
                  <c:v>1.7410684791659174</c:v>
                </c:pt>
                <c:pt idx="562">
                  <c:v>1.7280858566147443</c:v>
                </c:pt>
                <c:pt idx="563">
                  <c:v>1.7114606605027909</c:v>
                </c:pt>
                <c:pt idx="564">
                  <c:v>1.7083476031275884</c:v>
                </c:pt>
                <c:pt idx="565">
                  <c:v>1.7102986716179402</c:v>
                </c:pt>
                <c:pt idx="566">
                  <c:v>1.6872581925555532</c:v>
                </c:pt>
                <c:pt idx="567">
                  <c:v>1.703302081672136</c:v>
                </c:pt>
                <c:pt idx="568">
                  <c:v>1.7034441938461207</c:v>
                </c:pt>
                <c:pt idx="569">
                  <c:v>1.7141926092692035</c:v>
                </c:pt>
                <c:pt idx="570">
                  <c:v>1.7304771741668519</c:v>
                </c:pt>
                <c:pt idx="571">
                  <c:v>1.7488258930726936</c:v>
                </c:pt>
                <c:pt idx="572">
                  <c:v>1.7478389495721758</c:v>
                </c:pt>
                <c:pt idx="573">
                  <c:v>1.7734561723340441</c:v>
                </c:pt>
                <c:pt idx="574">
                  <c:v>1.7379677279371175</c:v>
                </c:pt>
                <c:pt idx="575">
                  <c:v>1.7537864630667315</c:v>
                </c:pt>
                <c:pt idx="576">
                  <c:v>1.7547280098611902</c:v>
                </c:pt>
                <c:pt idx="577">
                  <c:v>1.7497830088660415</c:v>
                </c:pt>
                <c:pt idx="578">
                  <c:v>1.7670950919291739</c:v>
                </c:pt>
                <c:pt idx="579">
                  <c:v>1.7810055404150715</c:v>
                </c:pt>
                <c:pt idx="580">
                  <c:v>1.7871558828905627</c:v>
                </c:pt>
                <c:pt idx="581">
                  <c:v>1.8038571902936684</c:v>
                </c:pt>
                <c:pt idx="582">
                  <c:v>1.8149533119281629</c:v>
                </c:pt>
                <c:pt idx="583">
                  <c:v>1.8051584318864269</c:v>
                </c:pt>
                <c:pt idx="584">
                  <c:v>1.8209971575305097</c:v>
                </c:pt>
                <c:pt idx="585">
                  <c:v>1.8434821191492512</c:v>
                </c:pt>
                <c:pt idx="586">
                  <c:v>1.8466451263473327</c:v>
                </c:pt>
                <c:pt idx="587">
                  <c:v>1.8516354310694034</c:v>
                </c:pt>
                <c:pt idx="588">
                  <c:v>1.8442436912346645</c:v>
                </c:pt>
                <c:pt idx="589">
                  <c:v>1.8547236801803892</c:v>
                </c:pt>
                <c:pt idx="590">
                  <c:v>1.8699796283282875</c:v>
                </c:pt>
                <c:pt idx="591">
                  <c:v>1.8819641942263914</c:v>
                </c:pt>
                <c:pt idx="592">
                  <c:v>1.8884194067096249</c:v>
                </c:pt>
                <c:pt idx="593">
                  <c:v>1.888479814539751</c:v>
                </c:pt>
                <c:pt idx="594">
                  <c:v>1.8710110888091831</c:v>
                </c:pt>
                <c:pt idx="595">
                  <c:v>1.8618944786982925</c:v>
                </c:pt>
                <c:pt idx="596">
                  <c:v>1.8602288876285877</c:v>
                </c:pt>
                <c:pt idx="597">
                  <c:v>1.8813356695643231</c:v>
                </c:pt>
                <c:pt idx="598">
                  <c:v>1.8986643801580592</c:v>
                </c:pt>
                <c:pt idx="599">
                  <c:v>1.9115996791893632</c:v>
                </c:pt>
                <c:pt idx="600">
                  <c:v>1.9072617818935513</c:v>
                </c:pt>
                <c:pt idx="601">
                  <c:v>1.8982082760077617</c:v>
                </c:pt>
                <c:pt idx="602">
                  <c:v>1.887849006882256</c:v>
                </c:pt>
                <c:pt idx="603">
                  <c:v>1.896984702033865</c:v>
                </c:pt>
                <c:pt idx="604">
                  <c:v>1.8790194934594457</c:v>
                </c:pt>
                <c:pt idx="605">
                  <c:v>1.8962045269687975</c:v>
                </c:pt>
                <c:pt idx="606">
                  <c:v>1.8715177578751121</c:v>
                </c:pt>
                <c:pt idx="607">
                  <c:v>1.8767518424509777</c:v>
                </c:pt>
                <c:pt idx="608">
                  <c:v>1.9144919182662807</c:v>
                </c:pt>
                <c:pt idx="609">
                  <c:v>1.9219373943204494</c:v>
                </c:pt>
                <c:pt idx="610">
                  <c:v>1.9298344400039231</c:v>
                </c:pt>
                <c:pt idx="611">
                  <c:v>1.9137068367636729</c:v>
                </c:pt>
                <c:pt idx="612">
                  <c:v>1.9283686367821482</c:v>
                </c:pt>
                <c:pt idx="613">
                  <c:v>1.9502252124923027</c:v>
                </c:pt>
                <c:pt idx="614">
                  <c:v>1.9610065382385615</c:v>
                </c:pt>
                <c:pt idx="615">
                  <c:v>1.9436312350840188</c:v>
                </c:pt>
                <c:pt idx="616">
                  <c:v>1.9093019315494517</c:v>
                </c:pt>
                <c:pt idx="617">
                  <c:v>1.9012894715783653</c:v>
                </c:pt>
                <c:pt idx="618">
                  <c:v>1.8990661029567599</c:v>
                </c:pt>
                <c:pt idx="619">
                  <c:v>1.9023186876859368</c:v>
                </c:pt>
                <c:pt idx="620">
                  <c:v>1.9300678705645389</c:v>
                </c:pt>
                <c:pt idx="621">
                  <c:v>1.9379733244228998</c:v>
                </c:pt>
                <c:pt idx="622">
                  <c:v>1.906329281253905</c:v>
                </c:pt>
                <c:pt idx="623">
                  <c:v>1.8811749100667881</c:v>
                </c:pt>
                <c:pt idx="624">
                  <c:v>1.8551307271075232</c:v>
                </c:pt>
                <c:pt idx="625">
                  <c:v>1.8036631371128233</c:v>
                </c:pt>
                <c:pt idx="626">
                  <c:v>1.8439345441866171</c:v>
                </c:pt>
                <c:pt idx="627">
                  <c:v>1.8703657048838931</c:v>
                </c:pt>
                <c:pt idx="628">
                  <c:v>1.9080989474478458</c:v>
                </c:pt>
                <c:pt idx="629">
                  <c:v>1.9211664856992268</c:v>
                </c:pt>
                <c:pt idx="630">
                  <c:v>1.9316736760491113</c:v>
                </c:pt>
                <c:pt idx="631">
                  <c:v>1.9219230025804803</c:v>
                </c:pt>
                <c:pt idx="632">
                  <c:v>1.9159345539479959</c:v>
                </c:pt>
                <c:pt idx="633">
                  <c:v>1.9497307980766387</c:v>
                </c:pt>
                <c:pt idx="634">
                  <c:v>1.9784479667249355</c:v>
                </c:pt>
                <c:pt idx="635">
                  <c:v>1.9923468085536311</c:v>
                </c:pt>
                <c:pt idx="636">
                  <c:v>1.9937105078088757</c:v>
                </c:pt>
                <c:pt idx="637">
                  <c:v>1.9951661519870907</c:v>
                </c:pt>
                <c:pt idx="638">
                  <c:v>2.002885011021847</c:v>
                </c:pt>
                <c:pt idx="639">
                  <c:v>1.9535786309499532</c:v>
                </c:pt>
                <c:pt idx="640">
                  <c:v>1.9804176811083893</c:v>
                </c:pt>
                <c:pt idx="641">
                  <c:v>1.9748532616848122</c:v>
                </c:pt>
                <c:pt idx="642">
                  <c:v>1.9625247273366064</c:v>
                </c:pt>
                <c:pt idx="643">
                  <c:v>2.022659776700904</c:v>
                </c:pt>
                <c:pt idx="644">
                  <c:v>2.033918229895574</c:v>
                </c:pt>
                <c:pt idx="645">
                  <c:v>2.0577518481756321</c:v>
                </c:pt>
                <c:pt idx="646">
                  <c:v>2.0543649257587768</c:v>
                </c:pt>
                <c:pt idx="647">
                  <c:v>2.0380264429747696</c:v>
                </c:pt>
                <c:pt idx="648">
                  <c:v>2.0296733689547568</c:v>
                </c:pt>
                <c:pt idx="649">
                  <c:v>2.0304345247797255</c:v>
                </c:pt>
                <c:pt idx="650">
                  <c:v>2.0305133553530244</c:v>
                </c:pt>
                <c:pt idx="651">
                  <c:v>2.0411515776246527</c:v>
                </c:pt>
                <c:pt idx="652">
                  <c:v>2.056832444720277</c:v>
                </c:pt>
                <c:pt idx="653">
                  <c:v>2.0808072568265352</c:v>
                </c:pt>
                <c:pt idx="654">
                  <c:v>2.0989029551828056</c:v>
                </c:pt>
                <c:pt idx="655">
                  <c:v>2.1319120093281021</c:v>
                </c:pt>
                <c:pt idx="656">
                  <c:v>2.1323851143559991</c:v>
                </c:pt>
                <c:pt idx="657">
                  <c:v>2.1083626010915313</c:v>
                </c:pt>
                <c:pt idx="658">
                  <c:v>2.1236313074074831</c:v>
                </c:pt>
                <c:pt idx="659">
                  <c:v>2.0968375266452099</c:v>
                </c:pt>
                <c:pt idx="660">
                  <c:v>2.1194721460525212</c:v>
                </c:pt>
                <c:pt idx="661">
                  <c:v>2.1094183033791318</c:v>
                </c:pt>
                <c:pt idx="662">
                  <c:v>2.090334163843012</c:v>
                </c:pt>
                <c:pt idx="663">
                  <c:v>2.09099726673093</c:v>
                </c:pt>
                <c:pt idx="664">
                  <c:v>2.117383499909177</c:v>
                </c:pt>
                <c:pt idx="665">
                  <c:v>2.0693511872043979</c:v>
                </c:pt>
                <c:pt idx="666">
                  <c:v>1.9937255990380456</c:v>
                </c:pt>
                <c:pt idx="667">
                  <c:v>2.0068576934195139</c:v>
                </c:pt>
                <c:pt idx="668">
                  <c:v>1.9584344520786228</c:v>
                </c:pt>
                <c:pt idx="669">
                  <c:v>2.0087366458607114</c:v>
                </c:pt>
                <c:pt idx="670">
                  <c:v>2.0708505029680673</c:v>
                </c:pt>
                <c:pt idx="671">
                  <c:v>2.0704126484767036</c:v>
                </c:pt>
                <c:pt idx="672">
                  <c:v>2.0498651675202684</c:v>
                </c:pt>
                <c:pt idx="673">
                  <c:v>2.060108159797859</c:v>
                </c:pt>
                <c:pt idx="674">
                  <c:v>2.0699327144888007</c:v>
                </c:pt>
                <c:pt idx="675">
                  <c:v>2.0455533401440409</c:v>
                </c:pt>
                <c:pt idx="676">
                  <c:v>2.0661842219559738</c:v>
                </c:pt>
                <c:pt idx="677">
                  <c:v>2.0584256293598293</c:v>
                </c:pt>
                <c:pt idx="678">
                  <c:v>2.039714565035057</c:v>
                </c:pt>
                <c:pt idx="679">
                  <c:v>2.0159524820421599</c:v>
                </c:pt>
                <c:pt idx="680">
                  <c:v>1.9957899533089958</c:v>
                </c:pt>
                <c:pt idx="681">
                  <c:v>1.9953862908224509</c:v>
                </c:pt>
                <c:pt idx="682">
                  <c:v>1.9802420020354767</c:v>
                </c:pt>
                <c:pt idx="683">
                  <c:v>1.9298989432074249</c:v>
                </c:pt>
                <c:pt idx="684">
                  <c:v>1.9063502559167782</c:v>
                </c:pt>
                <c:pt idx="685">
                  <c:v>1.9438904394614283</c:v>
                </c:pt>
                <c:pt idx="686">
                  <c:v>1.9650214789387996</c:v>
                </c:pt>
                <c:pt idx="687">
                  <c:v>1.9299219820071409</c:v>
                </c:pt>
                <c:pt idx="688">
                  <c:v>1.9514371712263079</c:v>
                </c:pt>
                <c:pt idx="689">
                  <c:v>1.9754824658098051</c:v>
                </c:pt>
                <c:pt idx="690">
                  <c:v>1.9822609824875399</c:v>
                </c:pt>
                <c:pt idx="691">
                  <c:v>2.0030942956157918</c:v>
                </c:pt>
                <c:pt idx="692">
                  <c:v>2.0215276155232234</c:v>
                </c:pt>
                <c:pt idx="693">
                  <c:v>2.0381958666974307</c:v>
                </c:pt>
                <c:pt idx="694">
                  <c:v>2.0586276286807728</c:v>
                </c:pt>
                <c:pt idx="695">
                  <c:v>2.0775034777844907</c:v>
                </c:pt>
                <c:pt idx="696">
                  <c:v>2.1218416735862458</c:v>
                </c:pt>
                <c:pt idx="697">
                  <c:v>2.1031982966428076</c:v>
                </c:pt>
                <c:pt idx="698">
                  <c:v>2.1393256421734992</c:v>
                </c:pt>
                <c:pt idx="699">
                  <c:v>2.1112324522226924</c:v>
                </c:pt>
                <c:pt idx="700">
                  <c:v>2.1432725064104754</c:v>
                </c:pt>
                <c:pt idx="701">
                  <c:v>2.1460697622923135</c:v>
                </c:pt>
                <c:pt idx="702">
                  <c:v>2.1567554783071539</c:v>
                </c:pt>
                <c:pt idx="703">
                  <c:v>2.1712052601450544</c:v>
                </c:pt>
                <c:pt idx="704">
                  <c:v>2.1790054530375702</c:v>
                </c:pt>
                <c:pt idx="705">
                  <c:v>2.1647365127603613</c:v>
                </c:pt>
                <c:pt idx="706">
                  <c:v>2.1511422720151345</c:v>
                </c:pt>
                <c:pt idx="707">
                  <c:v>2.1841102865997795</c:v>
                </c:pt>
                <c:pt idx="708">
                  <c:v>2.2354906049459826</c:v>
                </c:pt>
                <c:pt idx="709">
                  <c:v>2.2170918904429175</c:v>
                </c:pt>
                <c:pt idx="710">
                  <c:v>2.222572178051935</c:v>
                </c:pt>
                <c:pt idx="711">
                  <c:v>2.1761374886676674</c:v>
                </c:pt>
                <c:pt idx="712">
                  <c:v>2.1735938283756013</c:v>
                </c:pt>
                <c:pt idx="713">
                  <c:v>2.1879609589128943</c:v>
                </c:pt>
                <c:pt idx="714">
                  <c:v>2.2062366090910386</c:v>
                </c:pt>
                <c:pt idx="715">
                  <c:v>2.2299037346369253</c:v>
                </c:pt>
                <c:pt idx="716">
                  <c:v>2.2315551628383825</c:v>
                </c:pt>
                <c:pt idx="717">
                  <c:v>2.2593862145623933</c:v>
                </c:pt>
                <c:pt idx="718">
                  <c:v>2.2805477755143415</c:v>
                </c:pt>
                <c:pt idx="719">
                  <c:v>2.3067609573531334</c:v>
                </c:pt>
                <c:pt idx="720">
                  <c:v>2.3082089185937305</c:v>
                </c:pt>
                <c:pt idx="721">
                  <c:v>2.310177830495709</c:v>
                </c:pt>
                <c:pt idx="722">
                  <c:v>2.3647764757656504</c:v>
                </c:pt>
                <c:pt idx="723">
                  <c:v>2.3641605748094991</c:v>
                </c:pt>
                <c:pt idx="724">
                  <c:v>2.3284562228431724</c:v>
                </c:pt>
                <c:pt idx="725">
                  <c:v>2.2809647526133139</c:v>
                </c:pt>
                <c:pt idx="726">
                  <c:v>2.3112071152647973</c:v>
                </c:pt>
                <c:pt idx="727">
                  <c:v>2.3324636994643764</c:v>
                </c:pt>
                <c:pt idx="728">
                  <c:v>2.3391787142523937</c:v>
                </c:pt>
                <c:pt idx="729">
                  <c:v>2.3650661114993974</c:v>
                </c:pt>
                <c:pt idx="730">
                  <c:v>2.3723094308833135</c:v>
                </c:pt>
                <c:pt idx="731">
                  <c:v>2.4427315131663079</c:v>
                </c:pt>
                <c:pt idx="732">
                  <c:v>2.4248863649754586</c:v>
                </c:pt>
                <c:pt idx="733">
                  <c:v>2.455775717945631</c:v>
                </c:pt>
                <c:pt idx="734">
                  <c:v>2.4049020386259428</c:v>
                </c:pt>
                <c:pt idx="735">
                  <c:v>2.439594907751808</c:v>
                </c:pt>
                <c:pt idx="736">
                  <c:v>2.4536165807423576</c:v>
                </c:pt>
                <c:pt idx="737">
                  <c:v>2.5030526352405942</c:v>
                </c:pt>
                <c:pt idx="738">
                  <c:v>2.5088760659310658</c:v>
                </c:pt>
                <c:pt idx="739">
                  <c:v>2.4674178831649285</c:v>
                </c:pt>
                <c:pt idx="740">
                  <c:v>2.517992362773787</c:v>
                </c:pt>
                <c:pt idx="741">
                  <c:v>2.4501856977894994</c:v>
                </c:pt>
                <c:pt idx="742">
                  <c:v>2.4980052127194008</c:v>
                </c:pt>
                <c:pt idx="743">
                  <c:v>2.4083826840129579</c:v>
                </c:pt>
                <c:pt idx="744">
                  <c:v>2.4170975784773887</c:v>
                </c:pt>
                <c:pt idx="745">
                  <c:v>2.3920621404806108</c:v>
                </c:pt>
                <c:pt idx="746">
                  <c:v>2.2833391651278552</c:v>
                </c:pt>
                <c:pt idx="747">
                  <c:v>2.3137205501850757</c:v>
                </c:pt>
                <c:pt idx="748">
                  <c:v>2.2251122450579652</c:v>
                </c:pt>
                <c:pt idx="749">
                  <c:v>2.2984385550047657</c:v>
                </c:pt>
                <c:pt idx="750">
                  <c:v>2.3318386693874138</c:v>
                </c:pt>
                <c:pt idx="751">
                  <c:v>2.3920429610303069</c:v>
                </c:pt>
                <c:pt idx="752">
                  <c:v>2.4188374255468488</c:v>
                </c:pt>
                <c:pt idx="753">
                  <c:v>2.4109806655777923</c:v>
                </c:pt>
                <c:pt idx="754">
                  <c:v>2.3571796997683068</c:v>
                </c:pt>
                <c:pt idx="755">
                  <c:v>2.3863425774993767</c:v>
                </c:pt>
                <c:pt idx="756">
                  <c:v>2.3860068713184392</c:v>
                </c:pt>
                <c:pt idx="757">
                  <c:v>2.4398698427687608</c:v>
                </c:pt>
                <c:pt idx="758">
                  <c:v>2.4292826216994845</c:v>
                </c:pt>
                <c:pt idx="759">
                  <c:v>2.4523535149528293</c:v>
                </c:pt>
                <c:pt idx="760">
                  <c:v>2.5003465704354917</c:v>
                </c:pt>
                <c:pt idx="761">
                  <c:v>2.4778339582518352</c:v>
                </c:pt>
                <c:pt idx="762">
                  <c:v>2.5089042386095963</c:v>
                </c:pt>
                <c:pt idx="763">
                  <c:v>2.4581895464620458</c:v>
                </c:pt>
                <c:pt idx="764">
                  <c:v>2.4899650435350211</c:v>
                </c:pt>
                <c:pt idx="765">
                  <c:v>2.4712283641732116</c:v>
                </c:pt>
                <c:pt idx="766">
                  <c:v>2.513003970561043</c:v>
                </c:pt>
                <c:pt idx="767">
                  <c:v>2.5481772199746686</c:v>
                </c:pt>
                <c:pt idx="768">
                  <c:v>2.5517760761756501</c:v>
                </c:pt>
                <c:pt idx="769">
                  <c:v>2.5218828730710134</c:v>
                </c:pt>
                <c:pt idx="770">
                  <c:v>2.5073435508936717</c:v>
                </c:pt>
                <c:pt idx="771">
                  <c:v>2.4311377915078687</c:v>
                </c:pt>
                <c:pt idx="772">
                  <c:v>2.4002994940970823</c:v>
                </c:pt>
                <c:pt idx="773">
                  <c:v>2.4458802115904197</c:v>
                </c:pt>
                <c:pt idx="774">
                  <c:v>2.4668056813479842</c:v>
                </c:pt>
                <c:pt idx="775">
                  <c:v>2.3994094505923158</c:v>
                </c:pt>
                <c:pt idx="776">
                  <c:v>2.2846915280806197</c:v>
                </c:pt>
                <c:pt idx="777">
                  <c:v>2.3661535454208051</c:v>
                </c:pt>
                <c:pt idx="778">
                  <c:v>2.3975662765230608</c:v>
                </c:pt>
                <c:pt idx="779">
                  <c:v>2.4523915806115433</c:v>
                </c:pt>
                <c:pt idx="780">
                  <c:v>2.5006970130944293</c:v>
                </c:pt>
                <c:pt idx="781">
                  <c:v>2.5101901229098083</c:v>
                </c:pt>
                <c:pt idx="782">
                  <c:v>2.507187174289613</c:v>
                </c:pt>
                <c:pt idx="783">
                  <c:v>2.4677461023796599</c:v>
                </c:pt>
                <c:pt idx="784">
                  <c:v>2.4835431962575103</c:v>
                </c:pt>
                <c:pt idx="785">
                  <c:v>2.4765105976375938</c:v>
                </c:pt>
                <c:pt idx="786">
                  <c:v>2.4389238973458949</c:v>
                </c:pt>
                <c:pt idx="787">
                  <c:v>2.461117742716938</c:v>
                </c:pt>
                <c:pt idx="788">
                  <c:v>2.4888687265299025</c:v>
                </c:pt>
                <c:pt idx="789">
                  <c:v>2.4601817446312895</c:v>
                </c:pt>
                <c:pt idx="790">
                  <c:v>2.5222568437429733</c:v>
                </c:pt>
                <c:pt idx="791">
                  <c:v>2.4587363310190486</c:v>
                </c:pt>
                <c:pt idx="792">
                  <c:v>2.4294839372661583</c:v>
                </c:pt>
                <c:pt idx="793">
                  <c:v>2.3718697468486218</c:v>
                </c:pt>
                <c:pt idx="794">
                  <c:v>2.4325760814877628</c:v>
                </c:pt>
                <c:pt idx="795">
                  <c:v>2.38879969567156</c:v>
                </c:pt>
                <c:pt idx="796">
                  <c:v>2.4016248773651676</c:v>
                </c:pt>
                <c:pt idx="797">
                  <c:v>2.3326642297149545</c:v>
                </c:pt>
                <c:pt idx="798">
                  <c:v>2.3554133393403007</c:v>
                </c:pt>
                <c:pt idx="799">
                  <c:v>2.3756051708061223</c:v>
                </c:pt>
                <c:pt idx="800">
                  <c:v>2.370065409449694</c:v>
                </c:pt>
                <c:pt idx="801">
                  <c:v>2.2817490173299637</c:v>
                </c:pt>
                <c:pt idx="802">
                  <c:v>2.2737568182280676</c:v>
                </c:pt>
                <c:pt idx="803">
                  <c:v>2.0799912619065259</c:v>
                </c:pt>
                <c:pt idx="804">
                  <c:v>1.9861022825036392</c:v>
                </c:pt>
                <c:pt idx="805">
                  <c:v>2.01770583111277</c:v>
                </c:pt>
                <c:pt idx="806">
                  <c:v>1.9637020792357964</c:v>
                </c:pt>
                <c:pt idx="807">
                  <c:v>2.0633047496297996</c:v>
                </c:pt>
                <c:pt idx="808">
                  <c:v>2.0924547719223341</c:v>
                </c:pt>
                <c:pt idx="809">
                  <c:v>2.078352081203092</c:v>
                </c:pt>
                <c:pt idx="810">
                  <c:v>2.1268219437137552</c:v>
                </c:pt>
                <c:pt idx="811">
                  <c:v>2.1653573001277775</c:v>
                </c:pt>
                <c:pt idx="812">
                  <c:v>2.1590413117434863</c:v>
                </c:pt>
                <c:pt idx="813">
                  <c:v>2.1897281232528241</c:v>
                </c:pt>
                <c:pt idx="814">
                  <c:v>2.210433458466373</c:v>
                </c:pt>
                <c:pt idx="815">
                  <c:v>2.2202611372563203</c:v>
                </c:pt>
                <c:pt idx="816">
                  <c:v>2.207909566969295</c:v>
                </c:pt>
                <c:pt idx="817">
                  <c:v>2.2443528813557974</c:v>
                </c:pt>
                <c:pt idx="818">
                  <c:v>2.2641887929762841</c:v>
                </c:pt>
                <c:pt idx="819">
                  <c:v>2.2774129667428595</c:v>
                </c:pt>
                <c:pt idx="820">
                  <c:v>2.3107426630184404</c:v>
                </c:pt>
                <c:pt idx="821">
                  <c:v>2.2060840732405649</c:v>
                </c:pt>
                <c:pt idx="822">
                  <c:v>2.2577602626444913</c:v>
                </c:pt>
                <c:pt idx="823">
                  <c:v>2.2699057854419902</c:v>
                </c:pt>
                <c:pt idx="824">
                  <c:v>2.2787889149265759</c:v>
                </c:pt>
                <c:pt idx="825">
                  <c:v>2.295114733952115</c:v>
                </c:pt>
                <c:pt idx="826">
                  <c:v>2.3197414041924991</c:v>
                </c:pt>
                <c:pt idx="827">
                  <c:v>2.3472489772073204</c:v>
                </c:pt>
                <c:pt idx="828">
                  <c:v>2.3733270875384762</c:v>
                </c:pt>
                <c:pt idx="829">
                  <c:v>2.4121359427993951</c:v>
                </c:pt>
                <c:pt idx="830">
                  <c:v>2.385104780578406</c:v>
                </c:pt>
                <c:pt idx="831">
                  <c:v>2.3686955277970587</c:v>
                </c:pt>
                <c:pt idx="832">
                  <c:v>2.3168703829546597</c:v>
                </c:pt>
                <c:pt idx="833">
                  <c:v>2.3430274854997681</c:v>
                </c:pt>
                <c:pt idx="834">
                  <c:v>2.3604947607557971</c:v>
                </c:pt>
                <c:pt idx="835">
                  <c:v>2.3602371441759593</c:v>
                </c:pt>
                <c:pt idx="836">
                  <c:v>2.3623340039532272</c:v>
                </c:pt>
                <c:pt idx="837">
                  <c:v>2.3952516953679961</c:v>
                </c:pt>
                <c:pt idx="838">
                  <c:v>2.3835484700341647</c:v>
                </c:pt>
                <c:pt idx="839">
                  <c:v>2.4194409330992537</c:v>
                </c:pt>
                <c:pt idx="840">
                  <c:v>2.4324663003054079</c:v>
                </c:pt>
                <c:pt idx="841">
                  <c:v>2.3946557978003478</c:v>
                </c:pt>
                <c:pt idx="842">
                  <c:v>2.4345838558081372</c:v>
                </c:pt>
                <c:pt idx="843">
                  <c:v>2.452111124064297</c:v>
                </c:pt>
                <c:pt idx="844">
                  <c:v>2.4720167628853402</c:v>
                </c:pt>
                <c:pt idx="845">
                  <c:v>2.526255148329918</c:v>
                </c:pt>
                <c:pt idx="846">
                  <c:v>2.4828375947517132</c:v>
                </c:pt>
                <c:pt idx="847">
                  <c:v>2.4906179315918964</c:v>
                </c:pt>
                <c:pt idx="848">
                  <c:v>2.4882594614232412</c:v>
                </c:pt>
                <c:pt idx="849">
                  <c:v>2.4880194522310659</c:v>
                </c:pt>
                <c:pt idx="850">
                  <c:v>2.4566116490230745</c:v>
                </c:pt>
                <c:pt idx="851">
                  <c:v>2.4448056602860637</c:v>
                </c:pt>
                <c:pt idx="852">
                  <c:v>2.4513780965739627</c:v>
                </c:pt>
                <c:pt idx="853">
                  <c:v>2.4860543438910172</c:v>
                </c:pt>
                <c:pt idx="854">
                  <c:v>2.4722012806980671</c:v>
                </c:pt>
                <c:pt idx="855">
                  <c:v>2.4247402246591663</c:v>
                </c:pt>
                <c:pt idx="856">
                  <c:v>2.4783115033911396</c:v>
                </c:pt>
                <c:pt idx="857">
                  <c:v>2.4933472597770918</c:v>
                </c:pt>
                <c:pt idx="858">
                  <c:v>2.4294322093960887</c:v>
                </c:pt>
                <c:pt idx="859">
                  <c:v>2.5212220088346262</c:v>
                </c:pt>
                <c:pt idx="860">
                  <c:v>2.5592527131147698</c:v>
                </c:pt>
                <c:pt idx="861">
                  <c:v>2.5733189059465937</c:v>
                </c:pt>
                <c:pt idx="862">
                  <c:v>2.5735750262775494</c:v>
                </c:pt>
                <c:pt idx="863">
                  <c:v>2.5900945523154539</c:v>
                </c:pt>
                <c:pt idx="864">
                  <c:v>2.5809695798040209</c:v>
                </c:pt>
                <c:pt idx="865">
                  <c:v>2.6067511882497691</c:v>
                </c:pt>
                <c:pt idx="866">
                  <c:v>2.6321792013286101</c:v>
                </c:pt>
                <c:pt idx="867">
                  <c:v>2.6591279468425055</c:v>
                </c:pt>
                <c:pt idx="868">
                  <c:v>2.6549002927638385</c:v>
                </c:pt>
                <c:pt idx="869">
                  <c:v>2.669926891420014</c:v>
                </c:pt>
                <c:pt idx="870">
                  <c:v>2.54439677694945</c:v>
                </c:pt>
                <c:pt idx="871">
                  <c:v>2.5491990764259298</c:v>
                </c:pt>
                <c:pt idx="872">
                  <c:v>2.6058189665475342</c:v>
                </c:pt>
                <c:pt idx="873">
                  <c:v>2.6226868267636383</c:v>
                </c:pt>
                <c:pt idx="874">
                  <c:v>2.6637447829799568</c:v>
                </c:pt>
                <c:pt idx="875">
                  <c:v>2.684656262953514</c:v>
                </c:pt>
                <c:pt idx="876">
                  <c:v>2.7090280144394829</c:v>
                </c:pt>
                <c:pt idx="877">
                  <c:v>2.7383959211809161</c:v>
                </c:pt>
                <c:pt idx="878">
                  <c:v>2.7410858104770663</c:v>
                </c:pt>
                <c:pt idx="879">
                  <c:v>2.7499719295985208</c:v>
                </c:pt>
                <c:pt idx="880">
                  <c:v>2.775032979771439</c:v>
                </c:pt>
                <c:pt idx="881">
                  <c:v>2.7795541789989548</c:v>
                </c:pt>
                <c:pt idx="882">
                  <c:v>2.7863947699790415</c:v>
                </c:pt>
                <c:pt idx="883">
                  <c:v>2.7540930624864233</c:v>
                </c:pt>
                <c:pt idx="884">
                  <c:v>2.7649973438435351</c:v>
                </c:pt>
                <c:pt idx="885">
                  <c:v>2.7870666014622576</c:v>
                </c:pt>
                <c:pt idx="886">
                  <c:v>2.7189171924915807</c:v>
                </c:pt>
                <c:pt idx="887">
                  <c:v>2.7019666666703861</c:v>
                </c:pt>
                <c:pt idx="888">
                  <c:v>2.6815548365531341</c:v>
                </c:pt>
                <c:pt idx="889">
                  <c:v>2.7187604310969395</c:v>
                </c:pt>
                <c:pt idx="890">
                  <c:v>2.7323748354408748</c:v>
                </c:pt>
                <c:pt idx="891">
                  <c:v>2.6542540248215221</c:v>
                </c:pt>
                <c:pt idx="892">
                  <c:v>2.6586339157869761</c:v>
                </c:pt>
                <c:pt idx="893">
                  <c:v>2.7207925788252596</c:v>
                </c:pt>
                <c:pt idx="894">
                  <c:v>2.7420612789216219</c:v>
                </c:pt>
                <c:pt idx="895">
                  <c:v>2.7527674846773746</c:v>
                </c:pt>
                <c:pt idx="896">
                  <c:v>2.7540233967951422</c:v>
                </c:pt>
                <c:pt idx="897">
                  <c:v>2.7243118520371552</c:v>
                </c:pt>
                <c:pt idx="898">
                  <c:v>2.7086766648763465</c:v>
                </c:pt>
                <c:pt idx="899">
                  <c:v>2.7337700674976184</c:v>
                </c:pt>
                <c:pt idx="900">
                  <c:v>2.7217228679918919</c:v>
                </c:pt>
                <c:pt idx="901">
                  <c:v>2.6580133258214205</c:v>
                </c:pt>
                <c:pt idx="902">
                  <c:v>2.5817086995735057</c:v>
                </c:pt>
                <c:pt idx="903">
                  <c:v>2.531376386272802</c:v>
                </c:pt>
                <c:pt idx="904">
                  <c:v>2.5873599128758595</c:v>
                </c:pt>
                <c:pt idx="905">
                  <c:v>2.6145386487222999</c:v>
                </c:pt>
                <c:pt idx="906">
                  <c:v>2.6021717640561768</c:v>
                </c:pt>
                <c:pt idx="907">
                  <c:v>2.5410678477660547</c:v>
                </c:pt>
                <c:pt idx="908">
                  <c:v>2.4801213508767748</c:v>
                </c:pt>
                <c:pt idx="909">
                  <c:v>2.553691317658819</c:v>
                </c:pt>
                <c:pt idx="910">
                  <c:v>2.5021911749530092</c:v>
                </c:pt>
                <c:pt idx="911">
                  <c:v>2.4750837054694554</c:v>
                </c:pt>
                <c:pt idx="912">
                  <c:v>2.4453753048367499</c:v>
                </c:pt>
                <c:pt idx="913">
                  <c:v>2.4071200731059768</c:v>
                </c:pt>
                <c:pt idx="914">
                  <c:v>2.4165399182222456</c:v>
                </c:pt>
                <c:pt idx="915">
                  <c:v>2.4858601076127944</c:v>
                </c:pt>
                <c:pt idx="916">
                  <c:v>2.5291383340997822</c:v>
                </c:pt>
                <c:pt idx="917">
                  <c:v>2.5819279830008051</c:v>
                </c:pt>
                <c:pt idx="918">
                  <c:v>2.650771996191037</c:v>
                </c:pt>
                <c:pt idx="919">
                  <c:v>2.6623928219831541</c:v>
                </c:pt>
                <c:pt idx="920">
                  <c:v>2.6500086045754339</c:v>
                </c:pt>
                <c:pt idx="921">
                  <c:v>2.6453127089929613</c:v>
                </c:pt>
                <c:pt idx="922">
                  <c:v>2.6521828573254971</c:v>
                </c:pt>
                <c:pt idx="923">
                  <c:v>2.6087541090591895</c:v>
                </c:pt>
                <c:pt idx="924">
                  <c:v>2.5867706397141146</c:v>
                </c:pt>
                <c:pt idx="925">
                  <c:v>2.653882604638814</c:v>
                </c:pt>
                <c:pt idx="926">
                  <c:v>2.6632051807036801</c:v>
                </c:pt>
                <c:pt idx="927">
                  <c:v>2.5564920867215899</c:v>
                </c:pt>
                <c:pt idx="928">
                  <c:v>2.6060051236539703</c:v>
                </c:pt>
                <c:pt idx="929">
                  <c:v>2.6724537139055813</c:v>
                </c:pt>
                <c:pt idx="930">
                  <c:v>2.7047639397176035</c:v>
                </c:pt>
                <c:pt idx="931">
                  <c:v>2.7136428050359185</c:v>
                </c:pt>
                <c:pt idx="932">
                  <c:v>2.7443335230994612</c:v>
                </c:pt>
                <c:pt idx="933">
                  <c:v>2.783302492725749</c:v>
                </c:pt>
                <c:pt idx="934">
                  <c:v>2.7908201134380382</c:v>
                </c:pt>
                <c:pt idx="935">
                  <c:v>2.7917272236210242</c:v>
                </c:pt>
                <c:pt idx="936">
                  <c:v>2.7917081171235818</c:v>
                </c:pt>
                <c:pt idx="937">
                  <c:v>2.8085294019442584</c:v>
                </c:pt>
                <c:pt idx="938">
                  <c:v>2.8135536640776326</c:v>
                </c:pt>
                <c:pt idx="939">
                  <c:v>2.8564504000261444</c:v>
                </c:pt>
                <c:pt idx="940">
                  <c:v>2.8745628317661907</c:v>
                </c:pt>
                <c:pt idx="941">
                  <c:v>2.9016500303674158</c:v>
                </c:pt>
                <c:pt idx="942">
                  <c:v>2.8813153371727194</c:v>
                </c:pt>
                <c:pt idx="943">
                  <c:v>2.8892315723196349</c:v>
                </c:pt>
                <c:pt idx="944">
                  <c:v>2.8672798388997127</c:v>
                </c:pt>
                <c:pt idx="945">
                  <c:v>2.8313699401007515</c:v>
                </c:pt>
                <c:pt idx="946">
                  <c:v>2.8531160766223507</c:v>
                </c:pt>
                <c:pt idx="947">
                  <c:v>2.82897287929887</c:v>
                </c:pt>
                <c:pt idx="948">
                  <c:v>2.8128576794755045</c:v>
                </c:pt>
                <c:pt idx="949">
                  <c:v>2.8663427551038332</c:v>
                </c:pt>
                <c:pt idx="950">
                  <c:v>2.8582518593631678</c:v>
                </c:pt>
                <c:pt idx="951">
                  <c:v>2.8782672579098421</c:v>
                </c:pt>
                <c:pt idx="952">
                  <c:v>2.9268872259393808</c:v>
                </c:pt>
                <c:pt idx="953">
                  <c:v>2.9463343016695633</c:v>
                </c:pt>
                <c:pt idx="954">
                  <c:v>2.9168397530521042</c:v>
                </c:pt>
                <c:pt idx="955">
                  <c:v>2.9150459394610437</c:v>
                </c:pt>
                <c:pt idx="956">
                  <c:v>2.908840149950001</c:v>
                </c:pt>
                <c:pt idx="957">
                  <c:v>2.8966125408789574</c:v>
                </c:pt>
                <c:pt idx="958">
                  <c:v>2.8949481571075864</c:v>
                </c:pt>
                <c:pt idx="959">
                  <c:v>2.899063736995334</c:v>
                </c:pt>
                <c:pt idx="960">
                  <c:v>2.8986309205427507</c:v>
                </c:pt>
                <c:pt idx="961">
                  <c:v>2.919561485557026</c:v>
                </c:pt>
                <c:pt idx="962">
                  <c:v>2.874649943204481</c:v>
                </c:pt>
                <c:pt idx="963">
                  <c:v>2.7987486862012174</c:v>
                </c:pt>
                <c:pt idx="964">
                  <c:v>2.8046005613553895</c:v>
                </c:pt>
                <c:pt idx="965">
                  <c:v>2.780247949267173</c:v>
                </c:pt>
                <c:pt idx="966">
                  <c:v>2.7341491019564272</c:v>
                </c:pt>
                <c:pt idx="967">
                  <c:v>2.7409583303583589</c:v>
                </c:pt>
                <c:pt idx="968">
                  <c:v>2.7814446794489753</c:v>
                </c:pt>
                <c:pt idx="969">
                  <c:v>2.7858418831297507</c:v>
                </c:pt>
                <c:pt idx="970">
                  <c:v>2.7344863673259714</c:v>
                </c:pt>
                <c:pt idx="971">
                  <c:v>2.7127334762276769</c:v>
                </c:pt>
                <c:pt idx="972">
                  <c:v>2.741004470897515</c:v>
                </c:pt>
                <c:pt idx="973">
                  <c:v>2.8195175390394152</c:v>
                </c:pt>
                <c:pt idx="974">
                  <c:v>2.8535688721458166</c:v>
                </c:pt>
                <c:pt idx="975">
                  <c:v>2.8605723053561087</c:v>
                </c:pt>
                <c:pt idx="976">
                  <c:v>2.8444349865112595</c:v>
                </c:pt>
                <c:pt idx="977">
                  <c:v>2.8623902363048748</c:v>
                </c:pt>
                <c:pt idx="978">
                  <c:v>2.8479853719728654</c:v>
                </c:pt>
                <c:pt idx="979">
                  <c:v>2.8122463588146895</c:v>
                </c:pt>
                <c:pt idx="980">
                  <c:v>2.8183096427784755</c:v>
                </c:pt>
                <c:pt idx="981">
                  <c:v>2.8221381202563496</c:v>
                </c:pt>
                <c:pt idx="982">
                  <c:v>2.8622000682215112</c:v>
                </c:pt>
                <c:pt idx="983">
                  <c:v>2.8535671541774534</c:v>
                </c:pt>
                <c:pt idx="984">
                  <c:v>2.886825139220738</c:v>
                </c:pt>
                <c:pt idx="985">
                  <c:v>2.9056920866449176</c:v>
                </c:pt>
                <c:pt idx="986">
                  <c:v>2.9284936565298438</c:v>
                </c:pt>
                <c:pt idx="987">
                  <c:v>2.9921226644631358</c:v>
                </c:pt>
                <c:pt idx="988">
                  <c:v>3.0142957897910967</c:v>
                </c:pt>
                <c:pt idx="989">
                  <c:v>3.0769404690832944</c:v>
                </c:pt>
                <c:pt idx="990">
                  <c:v>3.0916645021838787</c:v>
                </c:pt>
                <c:pt idx="991">
                  <c:v>3.0982030754700585</c:v>
                </c:pt>
                <c:pt idx="992">
                  <c:v>3.1146214502199756</c:v>
                </c:pt>
                <c:pt idx="993">
                  <c:v>3.1422567422383647</c:v>
                </c:pt>
                <c:pt idx="994">
                  <c:v>3.137007027154334</c:v>
                </c:pt>
                <c:pt idx="995">
                  <c:v>3.1696078900138862</c:v>
                </c:pt>
                <c:pt idx="996">
                  <c:v>3.1801436807463319</c:v>
                </c:pt>
                <c:pt idx="997">
                  <c:v>3.2122909026874948</c:v>
                </c:pt>
                <c:pt idx="998">
                  <c:v>3.2124156148888141</c:v>
                </c:pt>
                <c:pt idx="999">
                  <c:v>3.2297208275089417</c:v>
                </c:pt>
                <c:pt idx="1000">
                  <c:v>3.1423527582170894</c:v>
                </c:pt>
                <c:pt idx="1001">
                  <c:v>3.1452950658440915</c:v>
                </c:pt>
                <c:pt idx="1002">
                  <c:v>3.1675430608341126</c:v>
                </c:pt>
                <c:pt idx="1003">
                  <c:v>3.1798576554639997</c:v>
                </c:pt>
                <c:pt idx="1004">
                  <c:v>3.1994981564082403</c:v>
                </c:pt>
                <c:pt idx="1005">
                  <c:v>3.2033310883020034</c:v>
                </c:pt>
                <c:pt idx="1006">
                  <c:v>3.2024699126736231</c:v>
                </c:pt>
                <c:pt idx="1007">
                  <c:v>3.162553030758108</c:v>
                </c:pt>
                <c:pt idx="1008">
                  <c:v>3.204929837385297</c:v>
                </c:pt>
                <c:pt idx="1009">
                  <c:v>3.247329217916517</c:v>
                </c:pt>
                <c:pt idx="1010">
                  <c:v>3.2456884494155118</c:v>
                </c:pt>
                <c:pt idx="1011">
                  <c:v>3.2369662911348036</c:v>
                </c:pt>
                <c:pt idx="1012">
                  <c:v>3.2378308183034634</c:v>
                </c:pt>
                <c:pt idx="1013">
                  <c:v>3.1793373299085084</c:v>
                </c:pt>
                <c:pt idx="1014">
                  <c:v>3.2345396686891292</c:v>
                </c:pt>
                <c:pt idx="1015">
                  <c:v>3.2756731025080201</c:v>
                </c:pt>
                <c:pt idx="1016">
                  <c:v>3.2399143548856144</c:v>
                </c:pt>
                <c:pt idx="1017">
                  <c:v>3.2264093583770386</c:v>
                </c:pt>
                <c:pt idx="1018">
                  <c:v>3.1715355749664909</c:v>
                </c:pt>
                <c:pt idx="1019">
                  <c:v>3.2153220440124959</c:v>
                </c:pt>
                <c:pt idx="1020">
                  <c:v>3.1659054207234574</c:v>
                </c:pt>
                <c:pt idx="1021">
                  <c:v>3.1824755989343383</c:v>
                </c:pt>
                <c:pt idx="1022">
                  <c:v>3.1646025956244723</c:v>
                </c:pt>
                <c:pt idx="1023">
                  <c:v>3.2345454806004197</c:v>
                </c:pt>
                <c:pt idx="1024">
                  <c:v>3.2762350011813646</c:v>
                </c:pt>
                <c:pt idx="1025">
                  <c:v>3.2610340294515399</c:v>
                </c:pt>
                <c:pt idx="1026">
                  <c:v>3.2692883868065077</c:v>
                </c:pt>
                <c:pt idx="1027">
                  <c:v>3.2600266806065572</c:v>
                </c:pt>
                <c:pt idx="1028">
                  <c:v>3.2350671464859331</c:v>
                </c:pt>
                <c:pt idx="1029">
                  <c:v>3.1991150651981584</c:v>
                </c:pt>
                <c:pt idx="1030">
                  <c:v>3.1600526515391216</c:v>
                </c:pt>
                <c:pt idx="1031">
                  <c:v>3.1884352040080568</c:v>
                </c:pt>
                <c:pt idx="1032">
                  <c:v>3.2125583736254137</c:v>
                </c:pt>
                <c:pt idx="1033">
                  <c:v>3.1528619669294726</c:v>
                </c:pt>
                <c:pt idx="1034">
                  <c:v>3.1274732983300932</c:v>
                </c:pt>
                <c:pt idx="1035">
                  <c:v>3.1574125804646105</c:v>
                </c:pt>
                <c:pt idx="1036">
                  <c:v>3.1023611096317896</c:v>
                </c:pt>
                <c:pt idx="1037">
                  <c:v>3.096884280846671</c:v>
                </c:pt>
                <c:pt idx="1038">
                  <c:v>3.1375975204884465</c:v>
                </c:pt>
                <c:pt idx="1039">
                  <c:v>3.1347898180429477</c:v>
                </c:pt>
                <c:pt idx="1040">
                  <c:v>3.1415670144169363</c:v>
                </c:pt>
                <c:pt idx="1041">
                  <c:v>3.1416338420988645</c:v>
                </c:pt>
                <c:pt idx="1042">
                  <c:v>3.1078401727770943</c:v>
                </c:pt>
                <c:pt idx="1043">
                  <c:v>3.0868295698911861</c:v>
                </c:pt>
                <c:pt idx="1044">
                  <c:v>3.051019862549428</c:v>
                </c:pt>
                <c:pt idx="1045">
                  <c:v>2.9612909714319775</c:v>
                </c:pt>
                <c:pt idx="1046">
                  <c:v>2.9652430324874914</c:v>
                </c:pt>
                <c:pt idx="1047">
                  <c:v>2.8943741554114921</c:v>
                </c:pt>
                <c:pt idx="1048">
                  <c:v>2.9410771740026367</c:v>
                </c:pt>
                <c:pt idx="1049">
                  <c:v>2.9541356017290332</c:v>
                </c:pt>
                <c:pt idx="1050">
                  <c:v>3.0370066106078002</c:v>
                </c:pt>
                <c:pt idx="1051">
                  <c:v>3.0834990843800805</c:v>
                </c:pt>
                <c:pt idx="1052">
                  <c:v>3.0699350818806757</c:v>
                </c:pt>
                <c:pt idx="1053">
                  <c:v>3.0778025473245285</c:v>
                </c:pt>
                <c:pt idx="1054">
                  <c:v>3.0252425139786054</c:v>
                </c:pt>
                <c:pt idx="1055">
                  <c:v>3.0551898423845993</c:v>
                </c:pt>
                <c:pt idx="1056">
                  <c:v>3.1012943070656718</c:v>
                </c:pt>
                <c:pt idx="1057">
                  <c:v>3.0844724600788287</c:v>
                </c:pt>
                <c:pt idx="1058">
                  <c:v>3.1116306375228397</c:v>
                </c:pt>
                <c:pt idx="1059">
                  <c:v>3.0980458491797318</c:v>
                </c:pt>
                <c:pt idx="1060">
                  <c:v>3.1605906345479653</c:v>
                </c:pt>
                <c:pt idx="1061">
                  <c:v>3.191608787940591</c:v>
                </c:pt>
                <c:pt idx="1062">
                  <c:v>3.1927140323733161</c:v>
                </c:pt>
                <c:pt idx="1063">
                  <c:v>3.2200959419387232</c:v>
                </c:pt>
                <c:pt idx="1064">
                  <c:v>3.2088843559509264</c:v>
                </c:pt>
                <c:pt idx="1065">
                  <c:v>3.2280501283084915</c:v>
                </c:pt>
                <c:pt idx="1066">
                  <c:v>3.2392053889655035</c:v>
                </c:pt>
                <c:pt idx="1067">
                  <c:v>3.2418070167429596</c:v>
                </c:pt>
                <c:pt idx="1068">
                  <c:v>3.2111815671727393</c:v>
                </c:pt>
                <c:pt idx="1069">
                  <c:v>3.2233587043072882</c:v>
                </c:pt>
                <c:pt idx="1070">
                  <c:v>3.2046435245828646</c:v>
                </c:pt>
                <c:pt idx="1071">
                  <c:v>3.2120427413706714</c:v>
                </c:pt>
                <c:pt idx="1072">
                  <c:v>3.2441357421704438</c:v>
                </c:pt>
                <c:pt idx="1073">
                  <c:v>3.2719675720583097</c:v>
                </c:pt>
                <c:pt idx="1074">
                  <c:v>3.2090788082268369</c:v>
                </c:pt>
                <c:pt idx="1075">
                  <c:v>3.2344766402777858</c:v>
                </c:pt>
                <c:pt idx="1076">
                  <c:v>3.2323376723950146</c:v>
                </c:pt>
                <c:pt idx="1077">
                  <c:v>3.2229099011649227</c:v>
                </c:pt>
                <c:pt idx="1078">
                  <c:v>3.2651626607492346</c:v>
                </c:pt>
                <c:pt idx="1079">
                  <c:v>3.2910425996389971</c:v>
                </c:pt>
                <c:pt idx="1080">
                  <c:v>3.2836447231812116</c:v>
                </c:pt>
                <c:pt idx="1081">
                  <c:v>3.2704387804777424</c:v>
                </c:pt>
                <c:pt idx="1082">
                  <c:v>3.2800753070359217</c:v>
                </c:pt>
                <c:pt idx="1083">
                  <c:v>3.2662616469708108</c:v>
                </c:pt>
                <c:pt idx="1084">
                  <c:v>3.2355843436510736</c:v>
                </c:pt>
                <c:pt idx="1085">
                  <c:v>3.2053757352872414</c:v>
                </c:pt>
                <c:pt idx="1086">
                  <c:v>3.1626746188604224</c:v>
                </c:pt>
                <c:pt idx="1087">
                  <c:v>3.2594173997649643</c:v>
                </c:pt>
                <c:pt idx="1088">
                  <c:v>3.2716794697651004</c:v>
                </c:pt>
                <c:pt idx="1089">
                  <c:v>3.3330059166000772</c:v>
                </c:pt>
                <c:pt idx="1090">
                  <c:v>3.3850214855760794</c:v>
                </c:pt>
                <c:pt idx="1091">
                  <c:v>3.3984283619165363</c:v>
                </c:pt>
                <c:pt idx="1092">
                  <c:v>3.4305678522848404</c:v>
                </c:pt>
                <c:pt idx="1093">
                  <c:v>3.421405160283173</c:v>
                </c:pt>
                <c:pt idx="1094">
                  <c:v>3.4325568462499767</c:v>
                </c:pt>
                <c:pt idx="1095">
                  <c:v>3.4254195788697954</c:v>
                </c:pt>
                <c:pt idx="1096">
                  <c:v>3.4270538660097229</c:v>
                </c:pt>
                <c:pt idx="1097">
                  <c:v>3.4594269228312275</c:v>
                </c:pt>
                <c:pt idx="1098">
                  <c:v>3.4214927752392521</c:v>
                </c:pt>
                <c:pt idx="1099">
                  <c:v>3.4512011744415094</c:v>
                </c:pt>
                <c:pt idx="1100">
                  <c:v>3.4645751948158248</c:v>
                </c:pt>
                <c:pt idx="1101">
                  <c:v>3.484025491915494</c:v>
                </c:pt>
                <c:pt idx="1102">
                  <c:v>3.4940008573363057</c:v>
                </c:pt>
                <c:pt idx="1103">
                  <c:v>3.5043702654790962</c:v>
                </c:pt>
                <c:pt idx="1104">
                  <c:v>3.4717062025544099</c:v>
                </c:pt>
                <c:pt idx="1105">
                  <c:v>3.4601582395054402</c:v>
                </c:pt>
                <c:pt idx="1106">
                  <c:v>3.4865949346070435</c:v>
                </c:pt>
                <c:pt idx="1107">
                  <c:v>3.5512089535052507</c:v>
                </c:pt>
                <c:pt idx="1108">
                  <c:v>3.5707249611067557</c:v>
                </c:pt>
                <c:pt idx="1109">
                  <c:v>3.5577114580384914</c:v>
                </c:pt>
                <c:pt idx="1110">
                  <c:v>3.5733328470953603</c:v>
                </c:pt>
                <c:pt idx="1111">
                  <c:v>3.5938702848745443</c:v>
                </c:pt>
                <c:pt idx="1112">
                  <c:v>3.5743741690865778</c:v>
                </c:pt>
                <c:pt idx="1113">
                  <c:v>3.5808938833428647</c:v>
                </c:pt>
                <c:pt idx="1114">
                  <c:v>3.5502183680834567</c:v>
                </c:pt>
                <c:pt idx="1115">
                  <c:v>3.5336513182629261</c:v>
                </c:pt>
                <c:pt idx="1116">
                  <c:v>3.5111329327900829</c:v>
                </c:pt>
                <c:pt idx="1117">
                  <c:v>3.5230961749959371</c:v>
                </c:pt>
                <c:pt idx="1118">
                  <c:v>3.4867272510713265</c:v>
                </c:pt>
                <c:pt idx="1119">
                  <c:v>3.5144164824327984</c:v>
                </c:pt>
                <c:pt idx="1120">
                  <c:v>3.4722484325641445</c:v>
                </c:pt>
                <c:pt idx="1121">
                  <c:v>3.4981301580837876</c:v>
                </c:pt>
                <c:pt idx="1122">
                  <c:v>3.4958803318911182</c:v>
                </c:pt>
                <c:pt idx="1123">
                  <c:v>3.4731934224475709</c:v>
                </c:pt>
                <c:pt idx="1124">
                  <c:v>3.550647502562212</c:v>
                </c:pt>
                <c:pt idx="1125">
                  <c:v>3.5477725247044782</c:v>
                </c:pt>
                <c:pt idx="1126">
                  <c:v>3.5539779880733176</c:v>
                </c:pt>
                <c:pt idx="1127">
                  <c:v>3.5320829662052109</c:v>
                </c:pt>
                <c:pt idx="1128">
                  <c:v>3.504496771462537</c:v>
                </c:pt>
                <c:pt idx="1129">
                  <c:v>3.4737812465652262</c:v>
                </c:pt>
                <c:pt idx="1130">
                  <c:v>3.4114760612809647</c:v>
                </c:pt>
                <c:pt idx="1131">
                  <c:v>3.4579982626290366</c:v>
                </c:pt>
                <c:pt idx="1132">
                  <c:v>3.641016294696763</c:v>
                </c:pt>
                <c:pt idx="1133">
                  <c:v>3.6834364610716857</c:v>
                </c:pt>
                <c:pt idx="1134">
                  <c:v>3.6699435346855482</c:v>
                </c:pt>
                <c:pt idx="1135">
                  <c:v>3.6741215607921962</c:v>
                </c:pt>
                <c:pt idx="1136">
                  <c:v>3.7336152457908214</c:v>
                </c:pt>
                <c:pt idx="1137">
                  <c:v>3.7180680612375707</c:v>
                </c:pt>
                <c:pt idx="1138">
                  <c:v>3.7440315912324498</c:v>
                </c:pt>
                <c:pt idx="1139">
                  <c:v>3.6925211492991497</c:v>
                </c:pt>
                <c:pt idx="1140">
                  <c:v>3.6925401470825241</c:v>
                </c:pt>
                <c:pt idx="1141">
                  <c:v>3.7116145037829766</c:v>
                </c:pt>
                <c:pt idx="1142">
                  <c:v>3.6906682710688821</c:v>
                </c:pt>
                <c:pt idx="1143">
                  <c:v>3.6662896334049768</c:v>
                </c:pt>
                <c:pt idx="1144">
                  <c:v>3.6292475047668189</c:v>
                </c:pt>
                <c:pt idx="1145">
                  <c:v>3.6315699719831547</c:v>
                </c:pt>
                <c:pt idx="1146">
                  <c:v>3.709450950785917</c:v>
                </c:pt>
                <c:pt idx="1147">
                  <c:v>3.6653041890142384</c:v>
                </c:pt>
                <c:pt idx="1148">
                  <c:v>3.648507150291612</c:v>
                </c:pt>
                <c:pt idx="1149">
                  <c:v>3.63066565975697</c:v>
                </c:pt>
                <c:pt idx="1150">
                  <c:v>3.7058804174605338</c:v>
                </c:pt>
                <c:pt idx="1151">
                  <c:v>3.6948670844496805</c:v>
                </c:pt>
                <c:pt idx="1152">
                  <c:v>3.6862495276981693</c:v>
                </c:pt>
                <c:pt idx="1153">
                  <c:v>3.6999275183282694</c:v>
                </c:pt>
                <c:pt idx="1154">
                  <c:v>3.7554394161260367</c:v>
                </c:pt>
                <c:pt idx="1155">
                  <c:v>3.713855391104453</c:v>
                </c:pt>
                <c:pt idx="1156">
                  <c:v>3.7031525082800143</c:v>
                </c:pt>
                <c:pt idx="1157">
                  <c:v>3.6974215517783695</c:v>
                </c:pt>
                <c:pt idx="1158">
                  <c:v>3.7060189921359652</c:v>
                </c:pt>
                <c:pt idx="1159">
                  <c:v>3.6521069620320326</c:v>
                </c:pt>
                <c:pt idx="1160">
                  <c:v>3.6570167525431994</c:v>
                </c:pt>
                <c:pt idx="1161">
                  <c:v>3.6666917238288814</c:v>
                </c:pt>
                <c:pt idx="1162">
                  <c:v>3.5985637186555568</c:v>
                </c:pt>
                <c:pt idx="1163">
                  <c:v>3.586796270486083</c:v>
                </c:pt>
                <c:pt idx="1164">
                  <c:v>3.5682527445531615</c:v>
                </c:pt>
                <c:pt idx="1165">
                  <c:v>3.4760717518455841</c:v>
                </c:pt>
                <c:pt idx="1166">
                  <c:v>3.6345019431910122</c:v>
                </c:pt>
                <c:pt idx="1167">
                  <c:v>3.7138983045523286</c:v>
                </c:pt>
                <c:pt idx="1168">
                  <c:v>3.704017706328909</c:v>
                </c:pt>
                <c:pt idx="1169">
                  <c:v>3.7521060239440622</c:v>
                </c:pt>
                <c:pt idx="1170">
                  <c:v>3.7923177126637921</c:v>
                </c:pt>
                <c:pt idx="1171">
                  <c:v>3.7982116072356753</c:v>
                </c:pt>
                <c:pt idx="1172">
                  <c:v>3.8408791968161173</c:v>
                </c:pt>
                <c:pt idx="1173">
                  <c:v>3.8164417763113128</c:v>
                </c:pt>
                <c:pt idx="1174">
                  <c:v>3.8533603042064519</c:v>
                </c:pt>
                <c:pt idx="1175">
                  <c:v>3.9074531529839041</c:v>
                </c:pt>
                <c:pt idx="1176">
                  <c:v>3.9338109502811403</c:v>
                </c:pt>
                <c:pt idx="1177">
                  <c:v>3.9386480997686402</c:v>
                </c:pt>
                <c:pt idx="1178">
                  <c:v>3.9270690688138563</c:v>
                </c:pt>
                <c:pt idx="1179">
                  <c:v>3.9379279591867018</c:v>
                </c:pt>
                <c:pt idx="1180">
                  <c:v>4.001097448489694</c:v>
                </c:pt>
                <c:pt idx="1181">
                  <c:v>3.9947243537498673</c:v>
                </c:pt>
                <c:pt idx="1182">
                  <c:v>4.0151033250400809</c:v>
                </c:pt>
                <c:pt idx="1183">
                  <c:v>4.0008019708052434</c:v>
                </c:pt>
                <c:pt idx="1184">
                  <c:v>4.0326289983464276</c:v>
                </c:pt>
                <c:pt idx="1185">
                  <c:v>4.0851349421522007</c:v>
                </c:pt>
                <c:pt idx="1186">
                  <c:v>4.0713597253841449</c:v>
                </c:pt>
                <c:pt idx="1187">
                  <c:v>4.0533065742809944</c:v>
                </c:pt>
                <c:pt idx="1188">
                  <c:v>4.0878326788875183</c:v>
                </c:pt>
                <c:pt idx="1189">
                  <c:v>4.0448106056317972</c:v>
                </c:pt>
                <c:pt idx="1190">
                  <c:v>4.0509029749001044</c:v>
                </c:pt>
                <c:pt idx="1191">
                  <c:v>4.1070784662295443</c:v>
                </c:pt>
                <c:pt idx="1192">
                  <c:v>4.0910757725924736</c:v>
                </c:pt>
                <c:pt idx="1193">
                  <c:v>4.0703512593590689</c:v>
                </c:pt>
                <c:pt idx="1194">
                  <c:v>4.0872327846474246</c:v>
                </c:pt>
                <c:pt idx="1195">
                  <c:v>4.1186145837364521</c:v>
                </c:pt>
                <c:pt idx="1196">
                  <c:v>4.0703414250272649</c:v>
                </c:pt>
                <c:pt idx="1197">
                  <c:v>4.1113237677484271</c:v>
                </c:pt>
                <c:pt idx="1198">
                  <c:v>4.0906444037535321</c:v>
                </c:pt>
                <c:pt idx="1199">
                  <c:v>3.9764575294375026</c:v>
                </c:pt>
                <c:pt idx="1200">
                  <c:v>4.0195828624619505</c:v>
                </c:pt>
                <c:pt idx="1201">
                  <c:v>4.0592281837879636</c:v>
                </c:pt>
                <c:pt idx="1202">
                  <c:v>4.059026579270741</c:v>
                </c:pt>
                <c:pt idx="1203">
                  <c:v>4.0715850209854914</c:v>
                </c:pt>
                <c:pt idx="1204">
                  <c:v>4.0823008665320852</c:v>
                </c:pt>
                <c:pt idx="1205">
                  <c:v>4.0383682242694778</c:v>
                </c:pt>
                <c:pt idx="1206">
                  <c:v>4.0565259769018258</c:v>
                </c:pt>
                <c:pt idx="1207">
                  <c:v>4.0561245573581566</c:v>
                </c:pt>
                <c:pt idx="1208">
                  <c:v>4.0868416457354186</c:v>
                </c:pt>
                <c:pt idx="1209">
                  <c:v>4.0087503466941694</c:v>
                </c:pt>
                <c:pt idx="1210">
                  <c:v>3.9592823159554729</c:v>
                </c:pt>
                <c:pt idx="1211">
                  <c:v>3.911983203825268</c:v>
                </c:pt>
                <c:pt idx="1212">
                  <c:v>3.9494055184330867</c:v>
                </c:pt>
                <c:pt idx="1213">
                  <c:v>4.0285227178028347</c:v>
                </c:pt>
                <c:pt idx="1214">
                  <c:v>4.1081115173689078</c:v>
                </c:pt>
                <c:pt idx="1215">
                  <c:v>4.1793241497582176</c:v>
                </c:pt>
                <c:pt idx="1216">
                  <c:v>4.158531242502038</c:v>
                </c:pt>
                <c:pt idx="1217">
                  <c:v>4.1730426938254324</c:v>
                </c:pt>
                <c:pt idx="1218">
                  <c:v>4.1083390487608886</c:v>
                </c:pt>
                <c:pt idx="1219">
                  <c:v>4.0513794929775564</c:v>
                </c:pt>
                <c:pt idx="1220">
                  <c:v>4.1086537473786429</c:v>
                </c:pt>
                <c:pt idx="1221">
                  <c:v>4.0621905520213994</c:v>
                </c:pt>
                <c:pt idx="1222">
                  <c:v>4.1208827382627078</c:v>
                </c:pt>
                <c:pt idx="1223">
                  <c:v>4.0840625536856177</c:v>
                </c:pt>
                <c:pt idx="1224">
                  <c:v>4.0792888789093196</c:v>
                </c:pt>
                <c:pt idx="1225">
                  <c:v>4.0508658719330715</c:v>
                </c:pt>
                <c:pt idx="1226">
                  <c:v>3.9645825744984107</c:v>
                </c:pt>
                <c:pt idx="1227">
                  <c:v>3.885470739309647</c:v>
                </c:pt>
                <c:pt idx="1228">
                  <c:v>3.8239051401210045</c:v>
                </c:pt>
                <c:pt idx="1229">
                  <c:v>3.5612627690001233</c:v>
                </c:pt>
                <c:pt idx="1230">
                  <c:v>3.4922221836096559</c:v>
                </c:pt>
                <c:pt idx="1231">
                  <c:v>3.5657423078524411</c:v>
                </c:pt>
                <c:pt idx="1232">
                  <c:v>3.7578926348962565</c:v>
                </c:pt>
                <c:pt idx="1233">
                  <c:v>3.7809259803131585</c:v>
                </c:pt>
                <c:pt idx="1234">
                  <c:v>3.6119509263324043</c:v>
                </c:pt>
                <c:pt idx="1235">
                  <c:v>3.463696810894846</c:v>
                </c:pt>
                <c:pt idx="1236">
                  <c:v>3.2337759437790807</c:v>
                </c:pt>
                <c:pt idx="1237">
                  <c:v>3.1545121234624247</c:v>
                </c:pt>
                <c:pt idx="1238">
                  <c:v>2.9608050667530268</c:v>
                </c:pt>
                <c:pt idx="1239">
                  <c:v>2.5551498313162484</c:v>
                </c:pt>
                <c:pt idx="1240">
                  <c:v>2.4530285649446362</c:v>
                </c:pt>
                <c:pt idx="1241">
                  <c:v>2.2262513324661328</c:v>
                </c:pt>
                <c:pt idx="1242">
                  <c:v>2.4613517626222379</c:v>
                </c:pt>
                <c:pt idx="1243">
                  <c:v>2.6231904446834231</c:v>
                </c:pt>
                <c:pt idx="1244">
                  <c:v>2.6886193713609594</c:v>
                </c:pt>
                <c:pt idx="1245">
                  <c:v>2.8089808642899432</c:v>
                </c:pt>
                <c:pt idx="1246">
                  <c:v>2.9345782441596038</c:v>
                </c:pt>
                <c:pt idx="1247">
                  <c:v>3.0784636833460857</c:v>
                </c:pt>
                <c:pt idx="1248">
                  <c:v>3.1746210976430884</c:v>
                </c:pt>
                <c:pt idx="1249">
                  <c:v>3.2867818750269482</c:v>
                </c:pt>
                <c:pt idx="1250">
                  <c:v>2.9602726710750971</c:v>
                </c:pt>
                <c:pt idx="1251">
                  <c:v>3.0846917206189555</c:v>
                </c:pt>
                <c:pt idx="1252">
                  <c:v>3.1252721960661423</c:v>
                </c:pt>
                <c:pt idx="1253">
                  <c:v>3.1048067284303902</c:v>
                </c:pt>
                <c:pt idx="1254">
                  <c:v>3.0094018643816094</c:v>
                </c:pt>
                <c:pt idx="1255">
                  <c:v>3.0911372303716247</c:v>
                </c:pt>
                <c:pt idx="1256">
                  <c:v>3.1087827037199576</c:v>
                </c:pt>
                <c:pt idx="1257">
                  <c:v>3.1357618519812251</c:v>
                </c:pt>
                <c:pt idx="1258">
                  <c:v>3.2035778406272879</c:v>
                </c:pt>
                <c:pt idx="1259">
                  <c:v>3.2892051430714475</c:v>
                </c:pt>
                <c:pt idx="1260">
                  <c:v>3.2903640307444646</c:v>
                </c:pt>
                <c:pt idx="1261">
                  <c:v>3.2813271738460026</c:v>
                </c:pt>
                <c:pt idx="1262">
                  <c:v>3.3602429918484567</c:v>
                </c:pt>
                <c:pt idx="1263">
                  <c:v>3.4676003697411226</c:v>
                </c:pt>
                <c:pt idx="1264">
                  <c:v>3.4725061364013272</c:v>
                </c:pt>
                <c:pt idx="1265">
                  <c:v>3.5470818856875073</c:v>
                </c:pt>
                <c:pt idx="1266">
                  <c:v>3.5700193481573721</c:v>
                </c:pt>
                <c:pt idx="1267">
                  <c:v>3.507137959717141</c:v>
                </c:pt>
                <c:pt idx="1268">
                  <c:v>3.4128790177583261</c:v>
                </c:pt>
                <c:pt idx="1269">
                  <c:v>3.4236853849318685</c:v>
                </c:pt>
                <c:pt idx="1270">
                  <c:v>3.3210015504371242</c:v>
                </c:pt>
                <c:pt idx="1271">
                  <c:v>3.4268153845362921</c:v>
                </c:pt>
                <c:pt idx="1272">
                  <c:v>3.4913978877983793</c:v>
                </c:pt>
                <c:pt idx="1273">
                  <c:v>3.5826506526152708</c:v>
                </c:pt>
                <c:pt idx="1274">
                  <c:v>3.6155163186267321</c:v>
                </c:pt>
                <c:pt idx="1275">
                  <c:v>3.5871670698542446</c:v>
                </c:pt>
                <c:pt idx="1276">
                  <c:v>3.4245546054012772</c:v>
                </c:pt>
                <c:pt idx="1277">
                  <c:v>3.4977522079047612</c:v>
                </c:pt>
                <c:pt idx="1278">
                  <c:v>3.3949829928141235</c:v>
                </c:pt>
                <c:pt idx="1279">
                  <c:v>3.4069317059569753</c:v>
                </c:pt>
                <c:pt idx="1280">
                  <c:v>3.3879872067802426</c:v>
                </c:pt>
                <c:pt idx="1281">
                  <c:v>3.0872303185546204</c:v>
                </c:pt>
                <c:pt idx="1282">
                  <c:v>2.7614948984249992</c:v>
                </c:pt>
                <c:pt idx="1283">
                  <c:v>3.0288526077811371</c:v>
                </c:pt>
                <c:pt idx="1284">
                  <c:v>3.0091727695096773</c:v>
                </c:pt>
                <c:pt idx="1285">
                  <c:v>2.9776901667315907</c:v>
                </c:pt>
                <c:pt idx="1286">
                  <c:v>2.9288606981104204</c:v>
                </c:pt>
                <c:pt idx="1287">
                  <c:v>3.0296105222103429</c:v>
                </c:pt>
                <c:pt idx="1288">
                  <c:v>3.1342482589134475</c:v>
                </c:pt>
                <c:pt idx="1289">
                  <c:v>3.1767792864591633</c:v>
                </c:pt>
                <c:pt idx="1290">
                  <c:v>3.1950863421289113</c:v>
                </c:pt>
                <c:pt idx="1291">
                  <c:v>3.3328981852500825</c:v>
                </c:pt>
                <c:pt idx="1292">
                  <c:v>3.3137990188549651</c:v>
                </c:pt>
                <c:pt idx="1293">
                  <c:v>3.4212489281543892</c:v>
                </c:pt>
                <c:pt idx="1294">
                  <c:v>3.4703023520468843</c:v>
                </c:pt>
                <c:pt idx="1295">
                  <c:v>3.421417899855399</c:v>
                </c:pt>
                <c:pt idx="1296">
                  <c:v>3.4797913650584387</c:v>
                </c:pt>
                <c:pt idx="1297">
                  <c:v>3.4222142575816599</c:v>
                </c:pt>
                <c:pt idx="1298">
                  <c:v>3.31988289412149</c:v>
                </c:pt>
                <c:pt idx="1299">
                  <c:v>3.3846944936859575</c:v>
                </c:pt>
                <c:pt idx="1300">
                  <c:v>3.3928695055062521</c:v>
                </c:pt>
                <c:pt idx="1301">
                  <c:v>3.4631890017616516</c:v>
                </c:pt>
                <c:pt idx="1302">
                  <c:v>3.5229057465709892</c:v>
                </c:pt>
                <c:pt idx="1303">
                  <c:v>3.5104715750490447</c:v>
                </c:pt>
                <c:pt idx="1304">
                  <c:v>3.454158403074338</c:v>
                </c:pt>
                <c:pt idx="1305">
                  <c:v>3.4811753237524257</c:v>
                </c:pt>
                <c:pt idx="1306">
                  <c:v>3.3860987919237888</c:v>
                </c:pt>
                <c:pt idx="1307">
                  <c:v>3.3563184240085477</c:v>
                </c:pt>
                <c:pt idx="1308">
                  <c:v>3.3755056516596027</c:v>
                </c:pt>
                <c:pt idx="1309">
                  <c:v>3.3215612133198347</c:v>
                </c:pt>
                <c:pt idx="1310">
                  <c:v>3.3490756610690058</c:v>
                </c:pt>
                <c:pt idx="1311">
                  <c:v>3.3100271055927362</c:v>
                </c:pt>
                <c:pt idx="1312">
                  <c:v>3.3413438650601628</c:v>
                </c:pt>
                <c:pt idx="1313">
                  <c:v>3.2222697755674456</c:v>
                </c:pt>
                <c:pt idx="1314">
                  <c:v>3.1289991846702385</c:v>
                </c:pt>
                <c:pt idx="1315">
                  <c:v>3.0459936249670028</c:v>
                </c:pt>
                <c:pt idx="1316">
                  <c:v>2.8476103427691912</c:v>
                </c:pt>
                <c:pt idx="1317">
                  <c:v>3.0069779254568751</c:v>
                </c:pt>
                <c:pt idx="1318">
                  <c:v>3.0034771264842894</c:v>
                </c:pt>
                <c:pt idx="1319">
                  <c:v>3.0940278544724538</c:v>
                </c:pt>
                <c:pt idx="1320">
                  <c:v>3.0934543334069762</c:v>
                </c:pt>
                <c:pt idx="1321">
                  <c:v>3.0849427199451314</c:v>
                </c:pt>
                <c:pt idx="1322">
                  <c:v>3.035822690090189</c:v>
                </c:pt>
                <c:pt idx="1323">
                  <c:v>3.1196447239136011</c:v>
                </c:pt>
                <c:pt idx="1324">
                  <c:v>3.137053279268454</c:v>
                </c:pt>
                <c:pt idx="1325">
                  <c:v>3.0746551148471295</c:v>
                </c:pt>
                <c:pt idx="1326">
                  <c:v>3.0661472992254222</c:v>
                </c:pt>
                <c:pt idx="1327">
                  <c:v>2.932952897321317</c:v>
                </c:pt>
                <c:pt idx="1328">
                  <c:v>2.9722759200579576</c:v>
                </c:pt>
                <c:pt idx="1329">
                  <c:v>3.0909367444649432</c:v>
                </c:pt>
                <c:pt idx="1330">
                  <c:v>3.0575082857499729</c:v>
                </c:pt>
                <c:pt idx="1331">
                  <c:v>3.062990255566147</c:v>
                </c:pt>
                <c:pt idx="1332">
                  <c:v>3.0812530574579973</c:v>
                </c:pt>
                <c:pt idx="1333">
                  <c:v>3.1317349169723059</c:v>
                </c:pt>
                <c:pt idx="1334">
                  <c:v>3.1082766826470918</c:v>
                </c:pt>
                <c:pt idx="1335">
                  <c:v>2.9841046100088944</c:v>
                </c:pt>
                <c:pt idx="1336">
                  <c:v>3.043573708462783</c:v>
                </c:pt>
                <c:pt idx="1337">
                  <c:v>2.9445728319441669</c:v>
                </c:pt>
                <c:pt idx="1338">
                  <c:v>2.9799826846526543</c:v>
                </c:pt>
                <c:pt idx="1339">
                  <c:v>2.934385133644164</c:v>
                </c:pt>
                <c:pt idx="1340">
                  <c:v>3.0590196444575644</c:v>
                </c:pt>
                <c:pt idx="1341">
                  <c:v>3.0545888309644122</c:v>
                </c:pt>
                <c:pt idx="1342">
                  <c:v>2.9860540434968823</c:v>
                </c:pt>
                <c:pt idx="1343">
                  <c:v>2.9810034425196501</c:v>
                </c:pt>
                <c:pt idx="1344">
                  <c:v>2.9449011641643108</c:v>
                </c:pt>
                <c:pt idx="1345">
                  <c:v>2.9269012071406988</c:v>
                </c:pt>
                <c:pt idx="1346">
                  <c:v>2.9589772213673533</c:v>
                </c:pt>
                <c:pt idx="1347">
                  <c:v>3.0047468724672037</c:v>
                </c:pt>
                <c:pt idx="1348">
                  <c:v>2.9715126428782153</c:v>
                </c:pt>
                <c:pt idx="1349">
                  <c:v>2.9220128747839178</c:v>
                </c:pt>
                <c:pt idx="1350">
                  <c:v>2.9529720207552668</c:v>
                </c:pt>
                <c:pt idx="1351">
                  <c:v>3.0083875864452434</c:v>
                </c:pt>
                <c:pt idx="1352">
                  <c:v>3.0366190478164499</c:v>
                </c:pt>
                <c:pt idx="1353">
                  <c:v>3.0741743497687861</c:v>
                </c:pt>
                <c:pt idx="1354">
                  <c:v>3.1676776116585819</c:v>
                </c:pt>
                <c:pt idx="1355">
                  <c:v>3.1889745273469225</c:v>
                </c:pt>
                <c:pt idx="1356">
                  <c:v>3.1466024154509311</c:v>
                </c:pt>
                <c:pt idx="1357">
                  <c:v>3.0769485253679085</c:v>
                </c:pt>
                <c:pt idx="1358">
                  <c:v>3.1665100082643005</c:v>
                </c:pt>
                <c:pt idx="1359">
                  <c:v>3.1688092306963704</c:v>
                </c:pt>
                <c:pt idx="1360">
                  <c:v>3.1753141941701744</c:v>
                </c:pt>
                <c:pt idx="1361">
                  <c:v>3.158444739004258</c:v>
                </c:pt>
                <c:pt idx="1362">
                  <c:v>3.1433403225321532</c:v>
                </c:pt>
                <c:pt idx="1363">
                  <c:v>3.1888279064000145</c:v>
                </c:pt>
                <c:pt idx="1364">
                  <c:v>3.1941724187208504</c:v>
                </c:pt>
                <c:pt idx="1365">
                  <c:v>3.2179243426701869</c:v>
                </c:pt>
                <c:pt idx="1366">
                  <c:v>3.1925586942746964</c:v>
                </c:pt>
                <c:pt idx="1367">
                  <c:v>3.1824382728173761</c:v>
                </c:pt>
                <c:pt idx="1368">
                  <c:v>3.119086178210984</c:v>
                </c:pt>
                <c:pt idx="1369">
                  <c:v>3.1198644321840345</c:v>
                </c:pt>
                <c:pt idx="1370">
                  <c:v>3.0711520800839098</c:v>
                </c:pt>
                <c:pt idx="1371">
                  <c:v>3.0309656487891505</c:v>
                </c:pt>
                <c:pt idx="1372">
                  <c:v>3.1100247361982336</c:v>
                </c:pt>
                <c:pt idx="1373">
                  <c:v>3.0745791222831831</c:v>
                </c:pt>
                <c:pt idx="1374">
                  <c:v>3.1136835539294831</c:v>
                </c:pt>
                <c:pt idx="1375">
                  <c:v>3.1538194732351963</c:v>
                </c:pt>
                <c:pt idx="1376">
                  <c:v>3.218951135598402</c:v>
                </c:pt>
                <c:pt idx="1377">
                  <c:v>3.1827956617330768</c:v>
                </c:pt>
                <c:pt idx="1378">
                  <c:v>3.2033172301192363</c:v>
                </c:pt>
                <c:pt idx="1379">
                  <c:v>3.1590721250295095</c:v>
                </c:pt>
                <c:pt idx="1380">
                  <c:v>3.2085508826997269</c:v>
                </c:pt>
                <c:pt idx="1381">
                  <c:v>3.1327878613556561</c:v>
                </c:pt>
                <c:pt idx="1382">
                  <c:v>3.1596360334826632</c:v>
                </c:pt>
                <c:pt idx="1383">
                  <c:v>3.2063524625262683</c:v>
                </c:pt>
                <c:pt idx="1384">
                  <c:v>3.1844614630786761</c:v>
                </c:pt>
                <c:pt idx="1385">
                  <c:v>3.1799276129667264</c:v>
                </c:pt>
                <c:pt idx="1386">
                  <c:v>3.1369169389532092</c:v>
                </c:pt>
                <c:pt idx="1387">
                  <c:v>3.0880539449161097</c:v>
                </c:pt>
                <c:pt idx="1388">
                  <c:v>3.186715089972378</c:v>
                </c:pt>
                <c:pt idx="1389">
                  <c:v>3.170994911297603</c:v>
                </c:pt>
                <c:pt idx="1390">
                  <c:v>3.1844438070557715</c:v>
                </c:pt>
                <c:pt idx="1391">
                  <c:v>3.2865407100325772</c:v>
                </c:pt>
                <c:pt idx="1392">
                  <c:v>3.3409042253693673</c:v>
                </c:pt>
                <c:pt idx="1393">
                  <c:v>3.4365909335002085</c:v>
                </c:pt>
                <c:pt idx="1394">
                  <c:v>3.5941407282839526</c:v>
                </c:pt>
                <c:pt idx="1395">
                  <c:v>3.9983764669701105</c:v>
                </c:pt>
                <c:pt idx="1396">
                  <c:v>4.3161085290709389</c:v>
                </c:pt>
                <c:pt idx="1397">
                  <c:v>3.8861864097407648</c:v>
                </c:pt>
                <c:pt idx="1398">
                  <c:v>3.9583699588882588</c:v>
                </c:pt>
                <c:pt idx="1399">
                  <c:v>3.8185946009464034</c:v>
                </c:pt>
                <c:pt idx="1400">
                  <c:v>3.9475875073792182</c:v>
                </c:pt>
                <c:pt idx="1401">
                  <c:v>3.9155579827210953</c:v>
                </c:pt>
                <c:pt idx="1402">
                  <c:v>3.962599615594494</c:v>
                </c:pt>
                <c:pt idx="1403">
                  <c:v>3.9398192792835771</c:v>
                </c:pt>
                <c:pt idx="1404">
                  <c:v>4.0443273830433384</c:v>
                </c:pt>
                <c:pt idx="1405">
                  <c:v>4.1066783870158972</c:v>
                </c:pt>
                <c:pt idx="1406">
                  <c:v>4.177087286287704</c:v>
                </c:pt>
                <c:pt idx="1407">
                  <c:v>4.196647324517178</c:v>
                </c:pt>
                <c:pt idx="1408">
                  <c:v>4.2102535695842231</c:v>
                </c:pt>
                <c:pt idx="1409">
                  <c:v>4.3285123035673045</c:v>
                </c:pt>
                <c:pt idx="1410">
                  <c:v>4.4971053835180701</c:v>
                </c:pt>
                <c:pt idx="1411">
                  <c:v>4.3787286375533307</c:v>
                </c:pt>
                <c:pt idx="1412">
                  <c:v>4.3647294655139515</c:v>
                </c:pt>
                <c:pt idx="1413">
                  <c:v>4.4598962943891598</c:v>
                </c:pt>
                <c:pt idx="1414">
                  <c:v>4.2886626970640247</c:v>
                </c:pt>
                <c:pt idx="1415">
                  <c:v>4.3814450874128195</c:v>
                </c:pt>
                <c:pt idx="1416">
                  <c:v>4.4860729297052924</c:v>
                </c:pt>
                <c:pt idx="1417">
                  <c:v>4.5295722891891828</c:v>
                </c:pt>
                <c:pt idx="1418">
                  <c:v>4.6638907487815606</c:v>
                </c:pt>
                <c:pt idx="1419">
                  <c:v>4.6733949302664923</c:v>
                </c:pt>
                <c:pt idx="1420">
                  <c:v>4.7941765329761425</c:v>
                </c:pt>
                <c:pt idx="1421">
                  <c:v>4.7885944317815925</c:v>
                </c:pt>
                <c:pt idx="1422">
                  <c:v>4.83038010995564</c:v>
                </c:pt>
                <c:pt idx="1423">
                  <c:v>4.6924381747172346</c:v>
                </c:pt>
                <c:pt idx="1424">
                  <c:v>4.6178018459471364</c:v>
                </c:pt>
                <c:pt idx="1425">
                  <c:v>4.4868694876943103</c:v>
                </c:pt>
                <c:pt idx="1426">
                  <c:v>4.5873838871887394</c:v>
                </c:pt>
                <c:pt idx="1427">
                  <c:v>4.7243582085739995</c:v>
                </c:pt>
                <c:pt idx="1428">
                  <c:v>4.7707082855130913</c:v>
                </c:pt>
                <c:pt idx="1429">
                  <c:v>4.5995353778163901</c:v>
                </c:pt>
                <c:pt idx="1430">
                  <c:v>4.7425297664625283</c:v>
                </c:pt>
                <c:pt idx="1431">
                  <c:v>4.7297345526600214</c:v>
                </c:pt>
                <c:pt idx="1432">
                  <c:v>4.7727335785333365</c:v>
                </c:pt>
                <c:pt idx="1433">
                  <c:v>4.8440194985089287</c:v>
                </c:pt>
                <c:pt idx="1434">
                  <c:v>4.9026087854544729</c:v>
                </c:pt>
                <c:pt idx="1435">
                  <c:v>5.006829234651331</c:v>
                </c:pt>
                <c:pt idx="1436">
                  <c:v>5.0403389285231297</c:v>
                </c:pt>
                <c:pt idx="1437">
                  <c:v>4.9658342524893211</c:v>
                </c:pt>
                <c:pt idx="1438">
                  <c:v>5.0528724046243543</c:v>
                </c:pt>
                <c:pt idx="1439">
                  <c:v>5.1046272643913744</c:v>
                </c:pt>
                <c:pt idx="1440">
                  <c:v>5.1396483455797304</c:v>
                </c:pt>
                <c:pt idx="1441">
                  <c:v>5.1571971749825511</c:v>
                </c:pt>
                <c:pt idx="1442">
                  <c:v>5.2321193445071552</c:v>
                </c:pt>
                <c:pt idx="1443">
                  <c:v>5.3417203561819617</c:v>
                </c:pt>
                <c:pt idx="1444">
                  <c:v>5.2669052785969797</c:v>
                </c:pt>
                <c:pt idx="1445">
                  <c:v>5.287209351616168</c:v>
                </c:pt>
                <c:pt idx="1446">
                  <c:v>4.9792374068034002</c:v>
                </c:pt>
                <c:pt idx="1447">
                  <c:v>4.9745676254844078</c:v>
                </c:pt>
                <c:pt idx="1448">
                  <c:v>4.960161323551894</c:v>
                </c:pt>
                <c:pt idx="1449">
                  <c:v>5.0571546474696163</c:v>
                </c:pt>
                <c:pt idx="1450">
                  <c:v>4.7032226445887737</c:v>
                </c:pt>
                <c:pt idx="1451">
                  <c:v>4.6892386567577002</c:v>
                </c:pt>
                <c:pt idx="1452">
                  <c:v>4.5411265390582658</c:v>
                </c:pt>
                <c:pt idx="1453">
                  <c:v>4.6125930302398279</c:v>
                </c:pt>
                <c:pt idx="1454">
                  <c:v>4.6911992177027226</c:v>
                </c:pt>
                <c:pt idx="1455">
                  <c:v>4.6024789742772763</c:v>
                </c:pt>
                <c:pt idx="1456">
                  <c:v>4.5188094276690967</c:v>
                </c:pt>
                <c:pt idx="1457">
                  <c:v>4.4817204017846519</c:v>
                </c:pt>
                <c:pt idx="1458">
                  <c:v>4.2692448253655702</c:v>
                </c:pt>
                <c:pt idx="1459">
                  <c:v>4.2428053880946468</c:v>
                </c:pt>
                <c:pt idx="1460">
                  <c:v>4.3998907735454811</c:v>
                </c:pt>
                <c:pt idx="1461">
                  <c:v>4.3948355422072227</c:v>
                </c:pt>
                <c:pt idx="1462">
                  <c:v>4.4217618025048804</c:v>
                </c:pt>
                <c:pt idx="1463">
                  <c:v>4.2840523608834786</c:v>
                </c:pt>
                <c:pt idx="1464">
                  <c:v>4.3164346212091038</c:v>
                </c:pt>
                <c:pt idx="1465">
                  <c:v>4.5543746227675488</c:v>
                </c:pt>
                <c:pt idx="1466">
                  <c:v>4.556443759027041</c:v>
                </c:pt>
                <c:pt idx="1467">
                  <c:v>4.585959489722371</c:v>
                </c:pt>
                <c:pt idx="1468">
                  <c:v>4.5552345610581826</c:v>
                </c:pt>
                <c:pt idx="1469">
                  <c:v>4.6272610083643499</c:v>
                </c:pt>
                <c:pt idx="1470">
                  <c:v>4.5801331938440297</c:v>
                </c:pt>
                <c:pt idx="1471">
                  <c:v>4.530471636329449</c:v>
                </c:pt>
                <c:pt idx="1472">
                  <c:v>4.5418550506234352</c:v>
                </c:pt>
                <c:pt idx="1473">
                  <c:v>4.5797889507478615</c:v>
                </c:pt>
                <c:pt idx="1474">
                  <c:v>4.5717484554212771</c:v>
                </c:pt>
                <c:pt idx="1475">
                  <c:v>4.6733021471008396</c:v>
                </c:pt>
                <c:pt idx="1476">
                  <c:v>4.7421686383550696</c:v>
                </c:pt>
                <c:pt idx="1477">
                  <c:v>4.7904039602772643</c:v>
                </c:pt>
                <c:pt idx="1478">
                  <c:v>4.9176492580283462</c:v>
                </c:pt>
                <c:pt idx="1479">
                  <c:v>4.9188752423075659</c:v>
                </c:pt>
                <c:pt idx="1480">
                  <c:v>4.9524948203539942</c:v>
                </c:pt>
                <c:pt idx="1481">
                  <c:v>4.886757746511746</c:v>
                </c:pt>
                <c:pt idx="1482">
                  <c:v>4.9048611564145999</c:v>
                </c:pt>
                <c:pt idx="1483">
                  <c:v>5.0235928795592688</c:v>
                </c:pt>
                <c:pt idx="1484">
                  <c:v>4.8991175132673153</c:v>
                </c:pt>
                <c:pt idx="1485">
                  <c:v>5.0080275655047393</c:v>
                </c:pt>
                <c:pt idx="1486">
                  <c:v>5.062696927845435</c:v>
                </c:pt>
                <c:pt idx="1487">
                  <c:v>5.051843780722364</c:v>
                </c:pt>
                <c:pt idx="1488">
                  <c:v>5.0903458205659033</c:v>
                </c:pt>
                <c:pt idx="1489">
                  <c:v>5.0719497395180895</c:v>
                </c:pt>
                <c:pt idx="1490">
                  <c:v>5.1390186350760532</c:v>
                </c:pt>
                <c:pt idx="1491">
                  <c:v>5.1164215105785988</c:v>
                </c:pt>
                <c:pt idx="1492">
                  <c:v>4.9714135213963129</c:v>
                </c:pt>
                <c:pt idx="1493">
                  <c:v>5.010062684274101</c:v>
                </c:pt>
                <c:pt idx="1494">
                  <c:v>5.0911573911094363</c:v>
                </c:pt>
                <c:pt idx="1495">
                  <c:v>5.0768525780507003</c:v>
                </c:pt>
                <c:pt idx="1496">
                  <c:v>5.1650125148917176</c:v>
                </c:pt>
                <c:pt idx="1497">
                  <c:v>5.1452391610650956</c:v>
                </c:pt>
                <c:pt idx="1498">
                  <c:v>5.2232520686806625</c:v>
                </c:pt>
                <c:pt idx="1499">
                  <c:v>5.2658012543366226</c:v>
                </c:pt>
                <c:pt idx="1500">
                  <c:v>5.3012705493226591</c:v>
                </c:pt>
                <c:pt idx="1501">
                  <c:v>5.2652131326857301</c:v>
                </c:pt>
                <c:pt idx="1502">
                  <c:v>5.3524376593553349</c:v>
                </c:pt>
                <c:pt idx="1503">
                  <c:v>5.4014724573810033</c:v>
                </c:pt>
                <c:pt idx="1504">
                  <c:v>5.4455571920551229</c:v>
                </c:pt>
                <c:pt idx="1505">
                  <c:v>5.4307966524844309</c:v>
                </c:pt>
                <c:pt idx="1506">
                  <c:v>5.4556714296846041</c:v>
                </c:pt>
                <c:pt idx="1507">
                  <c:v>5.3849518113021091</c:v>
                </c:pt>
                <c:pt idx="1508">
                  <c:v>5.1834557134748511</c:v>
                </c:pt>
                <c:pt idx="1509">
                  <c:v>5.1604333238611924</c:v>
                </c:pt>
                <c:pt idx="1510">
                  <c:v>5.2844042983608501</c:v>
                </c:pt>
                <c:pt idx="1511">
                  <c:v>5.2221206842363888</c:v>
                </c:pt>
                <c:pt idx="1512">
                  <c:v>5.1102504323250937</c:v>
                </c:pt>
                <c:pt idx="1513">
                  <c:v>5.0459857403361799</c:v>
                </c:pt>
                <c:pt idx="1514">
                  <c:v>5.160612782178414</c:v>
                </c:pt>
                <c:pt idx="1515">
                  <c:v>5.1773540677495609</c:v>
                </c:pt>
                <c:pt idx="1516">
                  <c:v>5.1849124419328483</c:v>
                </c:pt>
                <c:pt idx="1517">
                  <c:v>4.5153225741366221</c:v>
                </c:pt>
                <c:pt idx="1518">
                  <c:v>4.5444600142062397</c:v>
                </c:pt>
                <c:pt idx="1519">
                  <c:v>4.6968911987805582</c:v>
                </c:pt>
                <c:pt idx="1520">
                  <c:v>4.8702804144062402</c:v>
                </c:pt>
                <c:pt idx="1521">
                  <c:v>4.8891906529166382</c:v>
                </c:pt>
                <c:pt idx="1522">
                  <c:v>5.0074473942852888</c:v>
                </c:pt>
                <c:pt idx="1523">
                  <c:v>5.0276798490513182</c:v>
                </c:pt>
                <c:pt idx="1524">
                  <c:v>4.9420763793056608</c:v>
                </c:pt>
                <c:pt idx="1525">
                  <c:v>5.0123131069636946</c:v>
                </c:pt>
                <c:pt idx="1526">
                  <c:v>4.983022624664919</c:v>
                </c:pt>
                <c:pt idx="1527">
                  <c:v>5.0439291877300532</c:v>
                </c:pt>
                <c:pt idx="1528">
                  <c:v>5.0763832823065265</c:v>
                </c:pt>
                <c:pt idx="1529">
                  <c:v>5.0897444014679616</c:v>
                </c:pt>
                <c:pt idx="1530">
                  <c:v>5.0616908048946136</c:v>
                </c:pt>
                <c:pt idx="1531">
                  <c:v>5.0579291522377714</c:v>
                </c:pt>
                <c:pt idx="1532">
                  <c:v>4.9913230095536303</c:v>
                </c:pt>
                <c:pt idx="1533">
                  <c:v>5.0877961709869632</c:v>
                </c:pt>
                <c:pt idx="1534">
                  <c:v>5.1411727442536828</c:v>
                </c:pt>
                <c:pt idx="1535">
                  <c:v>5.3042324998652024</c:v>
                </c:pt>
                <c:pt idx="1536">
                  <c:v>5.3678704023257904</c:v>
                </c:pt>
                <c:pt idx="1537">
                  <c:v>5.4584890608714938</c:v>
                </c:pt>
                <c:pt idx="1538">
                  <c:v>5.4218790949710627</c:v>
                </c:pt>
                <c:pt idx="1539">
                  <c:v>5.4787198319999169</c:v>
                </c:pt>
                <c:pt idx="1540">
                  <c:v>5.4685490659159974</c:v>
                </c:pt>
                <c:pt idx="1541">
                  <c:v>5.4561366901342296</c:v>
                </c:pt>
                <c:pt idx="1542">
                  <c:v>5.4757520237717392</c:v>
                </c:pt>
                <c:pt idx="1543">
                  <c:v>5.5147738570440161</c:v>
                </c:pt>
                <c:pt idx="1544">
                  <c:v>5.5923698919833331</c:v>
                </c:pt>
                <c:pt idx="1545">
                  <c:v>5.6905572110657801</c:v>
                </c:pt>
                <c:pt idx="1546">
                  <c:v>5.6368621113017552</c:v>
                </c:pt>
                <c:pt idx="1547">
                  <c:v>5.5597788548728966</c:v>
                </c:pt>
                <c:pt idx="1548">
                  <c:v>5.5113127072363719</c:v>
                </c:pt>
                <c:pt idx="1549">
                  <c:v>5.5764008424893969</c:v>
                </c:pt>
                <c:pt idx="1550">
                  <c:v>5.6198440840575001</c:v>
                </c:pt>
                <c:pt idx="1551">
                  <c:v>5.598274015690742</c:v>
                </c:pt>
                <c:pt idx="1552">
                  <c:v>5.7017750667083114</c:v>
                </c:pt>
                <c:pt idx="1553">
                  <c:v>5.6196004400962902</c:v>
                </c:pt>
                <c:pt idx="1554">
                  <c:v>5.6987322200251782</c:v>
                </c:pt>
                <c:pt idx="1555">
                  <c:v>5.7670598556971244</c:v>
                </c:pt>
                <c:pt idx="1556">
                  <c:v>5.7803634651166123</c:v>
                </c:pt>
                <c:pt idx="1557">
                  <c:v>5.8266245796173619</c:v>
                </c:pt>
                <c:pt idx="1558">
                  <c:v>5.9234226888302501</c:v>
                </c:pt>
                <c:pt idx="1559">
                  <c:v>5.8687143653702281</c:v>
                </c:pt>
                <c:pt idx="1560">
                  <c:v>5.9106330995503109</c:v>
                </c:pt>
                <c:pt idx="1561">
                  <c:v>5.9566769318208799</c:v>
                </c:pt>
                <c:pt idx="1562">
                  <c:v>5.8341993581813245</c:v>
                </c:pt>
                <c:pt idx="1563">
                  <c:v>5.9179703478889376</c:v>
                </c:pt>
                <c:pt idx="1564">
                  <c:v>5.8983533020048577</c:v>
                </c:pt>
                <c:pt idx="1565">
                  <c:v>5.8684857454071198</c:v>
                </c:pt>
                <c:pt idx="1566">
                  <c:v>5.7408546643423257</c:v>
                </c:pt>
                <c:pt idx="1567">
                  <c:v>5.7097217203375301</c:v>
                </c:pt>
                <c:pt idx="1568">
                  <c:v>5.8462463116499501</c:v>
                </c:pt>
                <c:pt idx="1569">
                  <c:v>5.9898887748945606</c:v>
                </c:pt>
                <c:pt idx="1570">
                  <c:v>6.0116203966576389</c:v>
                </c:pt>
                <c:pt idx="1571">
                  <c:v>6.0273750992012296</c:v>
                </c:pt>
                <c:pt idx="1572">
                  <c:v>6.0627769843128956</c:v>
                </c:pt>
                <c:pt idx="1573">
                  <c:v>6.1641285050177235</c:v>
                </c:pt>
                <c:pt idx="1574">
                  <c:v>6.2011543251152403</c:v>
                </c:pt>
                <c:pt idx="1575">
                  <c:v>6.2136438492631507</c:v>
                </c:pt>
                <c:pt idx="1576">
                  <c:v>6.2521836844106824</c:v>
                </c:pt>
                <c:pt idx="1577">
                  <c:v>6.1686614081729223</c:v>
                </c:pt>
                <c:pt idx="1578">
                  <c:v>6.2724107893002099</c:v>
                </c:pt>
                <c:pt idx="1579">
                  <c:v>6.3227569035657503</c:v>
                </c:pt>
                <c:pt idx="1580">
                  <c:v>6.3305976868581624</c:v>
                </c:pt>
                <c:pt idx="1581">
                  <c:v>6.3319871198776507</c:v>
                </c:pt>
                <c:pt idx="1582">
                  <c:v>6.3342932070309317</c:v>
                </c:pt>
                <c:pt idx="1583">
                  <c:v>6.4270472330211295</c:v>
                </c:pt>
                <c:pt idx="1584">
                  <c:v>6.3372016888478697</c:v>
                </c:pt>
                <c:pt idx="1585">
                  <c:v>6.4073628945594363</c:v>
                </c:pt>
                <c:pt idx="1586">
                  <c:v>6.4439932114472978</c:v>
                </c:pt>
                <c:pt idx="1587">
                  <c:v>6.4763469300387415</c:v>
                </c:pt>
                <c:pt idx="1588">
                  <c:v>6.6047837282527775</c:v>
                </c:pt>
                <c:pt idx="1589">
                  <c:v>6.6045891157666619</c:v>
                </c:pt>
                <c:pt idx="1590">
                  <c:v>6.5862577024239002</c:v>
                </c:pt>
                <c:pt idx="1591">
                  <c:v>6.6794567995169469</c:v>
                </c:pt>
                <c:pt idx="1592">
                  <c:v>6.7255216178939747</c:v>
                </c:pt>
                <c:pt idx="1593">
                  <c:v>6.7964961979443332</c:v>
                </c:pt>
                <c:pt idx="1594">
                  <c:v>6.7887029055342358</c:v>
                </c:pt>
                <c:pt idx="1595">
                  <c:v>6.7960053739538075</c:v>
                </c:pt>
                <c:pt idx="1596">
                  <c:v>6.7060543127644632</c:v>
                </c:pt>
                <c:pt idx="1597">
                  <c:v>6.8235447901774009</c:v>
                </c:pt>
                <c:pt idx="1598">
                  <c:v>6.9269632986084302</c:v>
                </c:pt>
                <c:pt idx="1599">
                  <c:v>6.9925458854687745</c:v>
                </c:pt>
                <c:pt idx="1600">
                  <c:v>7.0221589996513689</c:v>
                </c:pt>
                <c:pt idx="1601">
                  <c:v>7.0099046683763335</c:v>
                </c:pt>
                <c:pt idx="1602">
                  <c:v>7.079979819750875</c:v>
                </c:pt>
                <c:pt idx="1603">
                  <c:v>7.1979900305137221</c:v>
                </c:pt>
                <c:pt idx="1604">
                  <c:v>7.1784633489072815</c:v>
                </c:pt>
                <c:pt idx="1605">
                  <c:v>7.1529363373650892</c:v>
                </c:pt>
                <c:pt idx="1606">
                  <c:v>6.9694288645503084</c:v>
                </c:pt>
                <c:pt idx="1607">
                  <c:v>7.0364360348352948</c:v>
                </c:pt>
                <c:pt idx="1608">
                  <c:v>7.1074342630563292</c:v>
                </c:pt>
                <c:pt idx="1609">
                  <c:v>7.2153878446325725</c:v>
                </c:pt>
                <c:pt idx="1610">
                  <c:v>7.2521419153214177</c:v>
                </c:pt>
                <c:pt idx="1611">
                  <c:v>7.2793058817895471</c:v>
                </c:pt>
                <c:pt idx="1612">
                  <c:v>7.2455095332381809</c:v>
                </c:pt>
                <c:pt idx="1613">
                  <c:v>7.2649792000377733</c:v>
                </c:pt>
                <c:pt idx="1614">
                  <c:v>7.3355362680015093</c:v>
                </c:pt>
                <c:pt idx="1615">
                  <c:v>7.0648455998892201</c:v>
                </c:pt>
                <c:pt idx="1616">
                  <c:v>7.035515878964155</c:v>
                </c:pt>
                <c:pt idx="1617">
                  <c:v>6.9743962620739035</c:v>
                </c:pt>
                <c:pt idx="1618">
                  <c:v>7.0770201064294138</c:v>
                </c:pt>
                <c:pt idx="1619">
                  <c:v>6.9960098761466689</c:v>
                </c:pt>
                <c:pt idx="1620">
                  <c:v>6.8211435038313519</c:v>
                </c:pt>
                <c:pt idx="1621">
                  <c:v>6.8820672995067049</c:v>
                </c:pt>
                <c:pt idx="1622">
                  <c:v>7.0014125032890666</c:v>
                </c:pt>
                <c:pt idx="1623">
                  <c:v>7.1369067784792</c:v>
                </c:pt>
                <c:pt idx="1624">
                  <c:v>7.0942472194353039</c:v>
                </c:pt>
                <c:pt idx="1625">
                  <c:v>7.1425929962809871</c:v>
                </c:pt>
                <c:pt idx="1626">
                  <c:v>7.1960885585255276</c:v>
                </c:pt>
                <c:pt idx="1627">
                  <c:v>7.1695120886024011</c:v>
                </c:pt>
                <c:pt idx="1628">
                  <c:v>7.1718430955948635</c:v>
                </c:pt>
                <c:pt idx="1629">
                  <c:v>7.2783510117999715</c:v>
                </c:pt>
                <c:pt idx="1630">
                  <c:v>7.2699660073138421</c:v>
                </c:pt>
                <c:pt idx="1631">
                  <c:v>7.1306930542716458</c:v>
                </c:pt>
                <c:pt idx="1632">
                  <c:v>7.0720631883697909</c:v>
                </c:pt>
                <c:pt idx="1633">
                  <c:v>7.03368990317436</c:v>
                </c:pt>
                <c:pt idx="1634">
                  <c:v>6.9469605390448601</c:v>
                </c:pt>
                <c:pt idx="1635">
                  <c:v>7.1109850075604486</c:v>
                </c:pt>
                <c:pt idx="1636">
                  <c:v>7.0450738495951004</c:v>
                </c:pt>
                <c:pt idx="1637">
                  <c:v>7.0657919200895298</c:v>
                </c:pt>
                <c:pt idx="1638">
                  <c:v>7.1528861872794538</c:v>
                </c:pt>
                <c:pt idx="1639">
                  <c:v>7.1653948822949793</c:v>
                </c:pt>
                <c:pt idx="1640">
                  <c:v>7.1540790695554302</c:v>
                </c:pt>
                <c:pt idx="1641">
                  <c:v>7.198132431638256</c:v>
                </c:pt>
                <c:pt idx="1642">
                  <c:v>7.1911816732547829</c:v>
                </c:pt>
                <c:pt idx="1643">
                  <c:v>7.1779803580514434</c:v>
                </c:pt>
                <c:pt idx="1644">
                  <c:v>7.243014174892596</c:v>
                </c:pt>
                <c:pt idx="1645">
                  <c:v>7.1629307978397572</c:v>
                </c:pt>
                <c:pt idx="1646">
                  <c:v>7.089568261790709</c:v>
                </c:pt>
                <c:pt idx="1647">
                  <c:v>7.2423020362382386</c:v>
                </c:pt>
                <c:pt idx="1648">
                  <c:v>7.4021612482588193</c:v>
                </c:pt>
                <c:pt idx="1649">
                  <c:v>7.4517709977982296</c:v>
                </c:pt>
                <c:pt idx="1650">
                  <c:v>7.4966656193782759</c:v>
                </c:pt>
                <c:pt idx="1651">
                  <c:v>7.5258451346530881</c:v>
                </c:pt>
                <c:pt idx="1652">
                  <c:v>7.5352702180708935</c:v>
                </c:pt>
                <c:pt idx="1653">
                  <c:v>7.5711115054189442</c:v>
                </c:pt>
                <c:pt idx="1654">
                  <c:v>7.4867682048050828</c:v>
                </c:pt>
                <c:pt idx="1655">
                  <c:v>7.4346204595487277</c:v>
                </c:pt>
                <c:pt idx="1656">
                  <c:v>7.5602158968696482</c:v>
                </c:pt>
                <c:pt idx="1657">
                  <c:v>7.6603830908095567</c:v>
                </c:pt>
                <c:pt idx="1658">
                  <c:v>7.6973742354107433</c:v>
                </c:pt>
                <c:pt idx="1659">
                  <c:v>7.7993389463722638</c:v>
                </c:pt>
                <c:pt idx="1660">
                  <c:v>7.7962333030104061</c:v>
                </c:pt>
                <c:pt idx="1661">
                  <c:v>7.8201256769528467</c:v>
                </c:pt>
                <c:pt idx="1662">
                  <c:v>7.8973139740585188</c:v>
                </c:pt>
                <c:pt idx="1663">
                  <c:v>7.9685038508768686</c:v>
                </c:pt>
                <c:pt idx="1664">
                  <c:v>7.9659820034903577</c:v>
                </c:pt>
                <c:pt idx="1665">
                  <c:v>8.0574553334161916</c:v>
                </c:pt>
                <c:pt idx="1666">
                  <c:v>8.1418062669019804</c:v>
                </c:pt>
                <c:pt idx="1667">
                  <c:v>8.1813222285002691</c:v>
                </c:pt>
                <c:pt idx="1668">
                  <c:v>8.1199306361905208</c:v>
                </c:pt>
                <c:pt idx="1669">
                  <c:v>7.9431962171715593</c:v>
                </c:pt>
                <c:pt idx="1670">
                  <c:v>7.8907656279498077</c:v>
                </c:pt>
                <c:pt idx="1671">
                  <c:v>7.5064833679963847</c:v>
                </c:pt>
                <c:pt idx="1672">
                  <c:v>7.6722452532498373</c:v>
                </c:pt>
                <c:pt idx="1673">
                  <c:v>7.8009990888645362</c:v>
                </c:pt>
                <c:pt idx="1674">
                  <c:v>7.736770108016497</c:v>
                </c:pt>
                <c:pt idx="1675">
                  <c:v>7.8244855030205231</c:v>
                </c:pt>
                <c:pt idx="1676">
                  <c:v>7.9356957732820073</c:v>
                </c:pt>
                <c:pt idx="1677">
                  <c:v>7.9324051801120481</c:v>
                </c:pt>
                <c:pt idx="1678">
                  <c:v>7.9073711553981525</c:v>
                </c:pt>
                <c:pt idx="1679">
                  <c:v>7.8616726190336736</c:v>
                </c:pt>
                <c:pt idx="1680">
                  <c:v>7.7162325658145896</c:v>
                </c:pt>
                <c:pt idx="1681">
                  <c:v>7.8378016746366539</c:v>
                </c:pt>
                <c:pt idx="1682">
                  <c:v>7.9243391841842881</c:v>
                </c:pt>
                <c:pt idx="1683">
                  <c:v>7.8472658665099564</c:v>
                </c:pt>
                <c:pt idx="1684">
                  <c:v>7.7662069609337347</c:v>
                </c:pt>
                <c:pt idx="1685">
                  <c:v>7.5425287545634276</c:v>
                </c:pt>
                <c:pt idx="1686">
                  <c:v>7.4444743055287415</c:v>
                </c:pt>
                <c:pt idx="1687">
                  <c:v>7.481989170139145</c:v>
                </c:pt>
                <c:pt idx="1688">
                  <c:v>7.3412155810295321</c:v>
                </c:pt>
                <c:pt idx="1689">
                  <c:v>7.3533607333409314</c:v>
                </c:pt>
                <c:pt idx="1690">
                  <c:v>7.4868955847924124</c:v>
                </c:pt>
                <c:pt idx="1691">
                  <c:v>7.6669380713373085</c:v>
                </c:pt>
                <c:pt idx="1692">
                  <c:v>7.6533101950316356</c:v>
                </c:pt>
                <c:pt idx="1693">
                  <c:v>7.6015601058095719</c:v>
                </c:pt>
                <c:pt idx="1694">
                  <c:v>7.678025309888092</c:v>
                </c:pt>
                <c:pt idx="1695">
                  <c:v>7.7556391810867948</c:v>
                </c:pt>
                <c:pt idx="1696">
                  <c:v>7.7011003471500548</c:v>
                </c:pt>
                <c:pt idx="1697">
                  <c:v>7.7315008229697861</c:v>
                </c:pt>
                <c:pt idx="1698">
                  <c:v>7.6756447965117118</c:v>
                </c:pt>
                <c:pt idx="1699">
                  <c:v>7.7136140344300159</c:v>
                </c:pt>
                <c:pt idx="1700">
                  <c:v>7.8120002044167798</c:v>
                </c:pt>
                <c:pt idx="1701">
                  <c:v>7.8356962622092237</c:v>
                </c:pt>
                <c:pt idx="1702">
                  <c:v>7.808790920786957</c:v>
                </c:pt>
                <c:pt idx="1703">
                  <c:v>7.9608319792066391</c:v>
                </c:pt>
                <c:pt idx="1704">
                  <c:v>8.0602799051380494</c:v>
                </c:pt>
                <c:pt idx="1705">
                  <c:v>8.1908720684632907</c:v>
                </c:pt>
                <c:pt idx="1706">
                  <c:v>8.192749161321748</c:v>
                </c:pt>
                <c:pt idx="1707">
                  <c:v>8.2339629334064064</c:v>
                </c:pt>
                <c:pt idx="1708">
                  <c:v>8.223550936527495</c:v>
                </c:pt>
                <c:pt idx="1709">
                  <c:v>8.1972815595287116</c:v>
                </c:pt>
                <c:pt idx="1710">
                  <c:v>8.3412310899495932</c:v>
                </c:pt>
                <c:pt idx="1711">
                  <c:v>8.3550264774685985</c:v>
                </c:pt>
                <c:pt idx="1712">
                  <c:v>8.4459546463962081</c:v>
                </c:pt>
                <c:pt idx="1713">
                  <c:v>8.5454723853550725</c:v>
                </c:pt>
                <c:pt idx="1714">
                  <c:v>8.6274434377226132</c:v>
                </c:pt>
                <c:pt idx="1715">
                  <c:v>8.557346879689824</c:v>
                </c:pt>
                <c:pt idx="1716">
                  <c:v>8.5357403048529576</c:v>
                </c:pt>
                <c:pt idx="1717">
                  <c:v>8.4508434536618129</c:v>
                </c:pt>
                <c:pt idx="1718">
                  <c:v>8.4101105982830138</c:v>
                </c:pt>
                <c:pt idx="1719">
                  <c:v>8.5297289304261685</c:v>
                </c:pt>
                <c:pt idx="1720">
                  <c:v>8.4013206038543515</c:v>
                </c:pt>
                <c:pt idx="1721">
                  <c:v>8.5616805857722262</c:v>
                </c:pt>
                <c:pt idx="1722">
                  <c:v>8.6219372089343551</c:v>
                </c:pt>
                <c:pt idx="1723">
                  <c:v>8.6212954426127215</c:v>
                </c:pt>
                <c:pt idx="1724">
                  <c:v>8.6880940177798269</c:v>
                </c:pt>
                <c:pt idx="1725">
                  <c:v>8.8448656472783114</c:v>
                </c:pt>
                <c:pt idx="1726">
                  <c:v>8.8636005128317237</c:v>
                </c:pt>
                <c:pt idx="1727">
                  <c:v>8.8419768298336372</c:v>
                </c:pt>
                <c:pt idx="1728">
                  <c:v>8.764296831872656</c:v>
                </c:pt>
                <c:pt idx="1729">
                  <c:v>8.7704986290025992</c:v>
                </c:pt>
                <c:pt idx="1730">
                  <c:v>8.9539614289181415</c:v>
                </c:pt>
                <c:pt idx="1731">
                  <c:v>8.9851257040312316</c:v>
                </c:pt>
                <c:pt idx="1732">
                  <c:v>8.9671780670832693</c:v>
                </c:pt>
                <c:pt idx="1733">
                  <c:v>9.0183072015754711</c:v>
                </c:pt>
                <c:pt idx="1734">
                  <c:v>8.7496580420449312</c:v>
                </c:pt>
                <c:pt idx="1735">
                  <c:v>8.5215954330753494</c:v>
                </c:pt>
                <c:pt idx="1736">
                  <c:v>8.4641860571009389</c:v>
                </c:pt>
                <c:pt idx="1737">
                  <c:v>8.550724153132359</c:v>
                </c:pt>
                <c:pt idx="1738">
                  <c:v>8.8409086769243608</c:v>
                </c:pt>
                <c:pt idx="1739">
                  <c:v>8.7645422095371615</c:v>
                </c:pt>
                <c:pt idx="1740">
                  <c:v>8.9866481372692721</c:v>
                </c:pt>
                <c:pt idx="1741">
                  <c:v>8.9347034226870576</c:v>
                </c:pt>
                <c:pt idx="1742">
                  <c:v>8.8380964556927992</c:v>
                </c:pt>
                <c:pt idx="1743">
                  <c:v>8.8293913412031397</c:v>
                </c:pt>
                <c:pt idx="1744">
                  <c:v>8.8432274779017987</c:v>
                </c:pt>
                <c:pt idx="1745">
                  <c:v>8.6381898190482662</c:v>
                </c:pt>
                <c:pt idx="1746">
                  <c:v>8.7850672896738047</c:v>
                </c:pt>
                <c:pt idx="1747">
                  <c:v>8.5171450939634141</c:v>
                </c:pt>
                <c:pt idx="1748">
                  <c:v>8.2010807585915462</c:v>
                </c:pt>
                <c:pt idx="1749">
                  <c:v>7.674516650602305</c:v>
                </c:pt>
                <c:pt idx="1750">
                  <c:v>8.0971194679977536</c:v>
                </c:pt>
                <c:pt idx="1751">
                  <c:v>8.2964911026876216</c:v>
                </c:pt>
                <c:pt idx="1752">
                  <c:v>8.1627305307916593</c:v>
                </c:pt>
                <c:pt idx="1753">
                  <c:v>8.3275829828141461</c:v>
                </c:pt>
                <c:pt idx="1754">
                  <c:v>8.4288895016166343</c:v>
                </c:pt>
                <c:pt idx="1755">
                  <c:v>8.3085039557001164</c:v>
                </c:pt>
                <c:pt idx="1756">
                  <c:v>8.3940592193393275</c:v>
                </c:pt>
                <c:pt idx="1757">
                  <c:v>8.2208698974147456</c:v>
                </c:pt>
                <c:pt idx="1758">
                  <c:v>7.9301483390010983</c:v>
                </c:pt>
                <c:pt idx="1759">
                  <c:v>8.1687089104988235</c:v>
                </c:pt>
                <c:pt idx="1760">
                  <c:v>8.4670850407414147</c:v>
                </c:pt>
                <c:pt idx="1761">
                  <c:v>8.3102521193957752</c:v>
                </c:pt>
                <c:pt idx="1762">
                  <c:v>8.3952972222448494</c:v>
                </c:pt>
                <c:pt idx="1763">
                  <c:v>8.3788512970613933</c:v>
                </c:pt>
                <c:pt idx="1764">
                  <c:v>8.3827814937152159</c:v>
                </c:pt>
                <c:pt idx="1765">
                  <c:v>8.3128926281874556</c:v>
                </c:pt>
                <c:pt idx="1766">
                  <c:v>8.4998939837574721</c:v>
                </c:pt>
                <c:pt idx="1767">
                  <c:v>8.4447906305661693</c:v>
                </c:pt>
                <c:pt idx="1768">
                  <c:v>8.5363427367082689</c:v>
                </c:pt>
                <c:pt idx="1769">
                  <c:v>8.5181146932787488</c:v>
                </c:pt>
                <c:pt idx="1770">
                  <c:v>8.5241482396536075</c:v>
                </c:pt>
                <c:pt idx="1771">
                  <c:v>8.4334677542731011</c:v>
                </c:pt>
                <c:pt idx="1772">
                  <c:v>8.5164658169969929</c:v>
                </c:pt>
                <c:pt idx="1773">
                  <c:v>8.6822100776974018</c:v>
                </c:pt>
                <c:pt idx="1774">
                  <c:v>8.6717433761855887</c:v>
                </c:pt>
                <c:pt idx="1775">
                  <c:v>8.8221952738166802</c:v>
                </c:pt>
                <c:pt idx="1776">
                  <c:v>8.939570326928866</c:v>
                </c:pt>
                <c:pt idx="1777">
                  <c:v>8.9868974386533615</c:v>
                </c:pt>
                <c:pt idx="1778">
                  <c:v>9.0292162420339537</c:v>
                </c:pt>
                <c:pt idx="1779">
                  <c:v>9.1478704119956209</c:v>
                </c:pt>
                <c:pt idx="1780">
                  <c:v>9.2295712026206829</c:v>
                </c:pt>
                <c:pt idx="1781">
                  <c:v>9.0769212796198531</c:v>
                </c:pt>
                <c:pt idx="1782">
                  <c:v>9.0987189966753501</c:v>
                </c:pt>
                <c:pt idx="1783">
                  <c:v>9.0422361005838479</c:v>
                </c:pt>
                <c:pt idx="1784">
                  <c:v>8.9831273706693899</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6">
                  <c:v>0</c:v>
                </c:pt>
                <c:pt idx="1817">
                  <c:v>0</c:v>
                </c:pt>
                <c:pt idx="1818">
                  <c:v>0</c:v>
                </c:pt>
                <c:pt idx="1819">
                  <c:v>0</c:v>
                </c:pt>
                <c:pt idx="1820">
                  <c:v>0</c:v>
                </c:pt>
                <c:pt idx="1821">
                  <c:v>0</c:v>
                </c:pt>
                <c:pt idx="1822">
                  <c:v>0</c:v>
                </c:pt>
                <c:pt idx="1823">
                  <c:v>0</c:v>
                </c:pt>
                <c:pt idx="1824">
                  <c:v>0</c:v>
                </c:pt>
                <c:pt idx="1825">
                  <c:v>0</c:v>
                </c:pt>
                <c:pt idx="1826">
                  <c:v>0</c:v>
                </c:pt>
                <c:pt idx="1827">
                  <c:v>0</c:v>
                </c:pt>
                <c:pt idx="1828">
                  <c:v>0</c:v>
                </c:pt>
                <c:pt idx="1829">
                  <c:v>0</c:v>
                </c:pt>
                <c:pt idx="1830">
                  <c:v>0</c:v>
                </c:pt>
                <c:pt idx="1831">
                  <c:v>0</c:v>
                </c:pt>
                <c:pt idx="1832">
                  <c:v>0</c:v>
                </c:pt>
                <c:pt idx="1833">
                  <c:v>0</c:v>
                </c:pt>
                <c:pt idx="1834">
                  <c:v>0</c:v>
                </c:pt>
                <c:pt idx="1835">
                  <c:v>0</c:v>
                </c:pt>
                <c:pt idx="1836">
                  <c:v>0</c:v>
                </c:pt>
                <c:pt idx="1837">
                  <c:v>0</c:v>
                </c:pt>
                <c:pt idx="1838">
                  <c:v>0</c:v>
                </c:pt>
                <c:pt idx="1839">
                  <c:v>0</c:v>
                </c:pt>
                <c:pt idx="1840">
                  <c:v>0</c:v>
                </c:pt>
                <c:pt idx="1841">
                  <c:v>0</c:v>
                </c:pt>
                <c:pt idx="1842">
                  <c:v>0</c:v>
                </c:pt>
                <c:pt idx="1843">
                  <c:v>0</c:v>
                </c:pt>
                <c:pt idx="1844">
                  <c:v>0</c:v>
                </c:pt>
                <c:pt idx="1845">
                  <c:v>0</c:v>
                </c:pt>
                <c:pt idx="1846">
                  <c:v>0</c:v>
                </c:pt>
                <c:pt idx="1847">
                  <c:v>0</c:v>
                </c:pt>
                <c:pt idx="1848">
                  <c:v>0</c:v>
                </c:pt>
                <c:pt idx="1849">
                  <c:v>0</c:v>
                </c:pt>
                <c:pt idx="1850">
                  <c:v>0</c:v>
                </c:pt>
                <c:pt idx="1851">
                  <c:v>0</c:v>
                </c:pt>
                <c:pt idx="1852">
                  <c:v>0</c:v>
                </c:pt>
                <c:pt idx="1853">
                  <c:v>0</c:v>
                </c:pt>
                <c:pt idx="1854">
                  <c:v>0</c:v>
                </c:pt>
                <c:pt idx="1855">
                  <c:v>0</c:v>
                </c:pt>
                <c:pt idx="1856">
                  <c:v>0</c:v>
                </c:pt>
                <c:pt idx="1857">
                  <c:v>0</c:v>
                </c:pt>
                <c:pt idx="1858">
                  <c:v>0</c:v>
                </c:pt>
                <c:pt idx="1859">
                  <c:v>0</c:v>
                </c:pt>
                <c:pt idx="1860">
                  <c:v>0</c:v>
                </c:pt>
                <c:pt idx="1861">
                  <c:v>0</c:v>
                </c:pt>
                <c:pt idx="1862">
                  <c:v>0</c:v>
                </c:pt>
                <c:pt idx="1863">
                  <c:v>0</c:v>
                </c:pt>
                <c:pt idx="1864">
                  <c:v>0</c:v>
                </c:pt>
                <c:pt idx="1865">
                  <c:v>0</c:v>
                </c:pt>
                <c:pt idx="1866">
                  <c:v>0</c:v>
                </c:pt>
                <c:pt idx="1867">
                  <c:v>0</c:v>
                </c:pt>
                <c:pt idx="1868">
                  <c:v>0</c:v>
                </c:pt>
                <c:pt idx="1869">
                  <c:v>0</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0</c:v>
                </c:pt>
                <c:pt idx="1891">
                  <c:v>0</c:v>
                </c:pt>
                <c:pt idx="1892">
                  <c:v>0</c:v>
                </c:pt>
                <c:pt idx="1893">
                  <c:v>0</c:v>
                </c:pt>
                <c:pt idx="1894">
                  <c:v>0</c:v>
                </c:pt>
                <c:pt idx="1895">
                  <c:v>0</c:v>
                </c:pt>
                <c:pt idx="1896">
                  <c:v>0</c:v>
                </c:pt>
                <c:pt idx="1897">
                  <c:v>0</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0</c:v>
                </c:pt>
                <c:pt idx="1915">
                  <c:v>0</c:v>
                </c:pt>
                <c:pt idx="1916">
                  <c:v>0</c:v>
                </c:pt>
                <c:pt idx="1917">
                  <c:v>0</c:v>
                </c:pt>
                <c:pt idx="1918">
                  <c:v>0</c:v>
                </c:pt>
                <c:pt idx="1919">
                  <c:v>0</c:v>
                </c:pt>
                <c:pt idx="1920">
                  <c:v>0</c:v>
                </c:pt>
                <c:pt idx="1921">
                  <c:v>0</c:v>
                </c:pt>
                <c:pt idx="1922">
                  <c:v>0</c:v>
                </c:pt>
                <c:pt idx="1923">
                  <c:v>0</c:v>
                </c:pt>
                <c:pt idx="1924">
                  <c:v>0</c:v>
                </c:pt>
                <c:pt idx="1925">
                  <c:v>0</c:v>
                </c:pt>
                <c:pt idx="1926">
                  <c:v>0</c:v>
                </c:pt>
                <c:pt idx="1927">
                  <c:v>0</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0</c:v>
                </c:pt>
                <c:pt idx="1942">
                  <c:v>0</c:v>
                </c:pt>
                <c:pt idx="1943">
                  <c:v>0</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0</c:v>
                </c:pt>
                <c:pt idx="2035">
                  <c:v>0</c:v>
                </c:pt>
                <c:pt idx="2036">
                  <c:v>0</c:v>
                </c:pt>
                <c:pt idx="2037">
                  <c:v>0</c:v>
                </c:pt>
                <c:pt idx="2038">
                  <c:v>0</c:v>
                </c:pt>
                <c:pt idx="2039">
                  <c:v>0</c:v>
                </c:pt>
                <c:pt idx="2040">
                  <c:v>0</c:v>
                </c:pt>
                <c:pt idx="2041">
                  <c:v>0</c:v>
                </c:pt>
                <c:pt idx="2042">
                  <c:v>0</c:v>
                </c:pt>
                <c:pt idx="2043">
                  <c:v>0</c:v>
                </c:pt>
                <c:pt idx="2044">
                  <c:v>0</c:v>
                </c:pt>
                <c:pt idx="2045">
                  <c:v>0</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0</c:v>
                </c:pt>
                <c:pt idx="2059">
                  <c:v>0</c:v>
                </c:pt>
                <c:pt idx="2060">
                  <c:v>0</c:v>
                </c:pt>
                <c:pt idx="2061">
                  <c:v>0</c:v>
                </c:pt>
                <c:pt idx="2062">
                  <c:v>0</c:v>
                </c:pt>
                <c:pt idx="2063">
                  <c:v>0</c:v>
                </c:pt>
                <c:pt idx="2064">
                  <c:v>0</c:v>
                </c:pt>
                <c:pt idx="2065">
                  <c:v>0</c:v>
                </c:pt>
                <c:pt idx="2066">
                  <c:v>0</c:v>
                </c:pt>
                <c:pt idx="2067">
                  <c:v>0</c:v>
                </c:pt>
                <c:pt idx="2068">
                  <c:v>0</c:v>
                </c:pt>
                <c:pt idx="2069">
                  <c:v>0</c:v>
                </c:pt>
                <c:pt idx="2070">
                  <c:v>0</c:v>
                </c:pt>
                <c:pt idx="2071">
                  <c:v>0</c:v>
                </c:pt>
                <c:pt idx="2072">
                  <c:v>0</c:v>
                </c:pt>
                <c:pt idx="2073">
                  <c:v>0</c:v>
                </c:pt>
                <c:pt idx="2074">
                  <c:v>0</c:v>
                </c:pt>
                <c:pt idx="2075">
                  <c:v>0</c:v>
                </c:pt>
                <c:pt idx="2076">
                  <c:v>0</c:v>
                </c:pt>
                <c:pt idx="2077">
                  <c:v>0</c:v>
                </c:pt>
                <c:pt idx="2078">
                  <c:v>0</c:v>
                </c:pt>
                <c:pt idx="2079">
                  <c:v>0</c:v>
                </c:pt>
                <c:pt idx="2080">
                  <c:v>0</c:v>
                </c:pt>
                <c:pt idx="2081">
                  <c:v>0</c:v>
                </c:pt>
                <c:pt idx="2082">
                  <c:v>0</c:v>
                </c:pt>
                <c:pt idx="2083">
                  <c:v>0</c:v>
                </c:pt>
                <c:pt idx="2084">
                  <c:v>0</c:v>
                </c:pt>
                <c:pt idx="2085">
                  <c:v>0</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0</c:v>
                </c:pt>
                <c:pt idx="2102">
                  <c:v>0</c:v>
                </c:pt>
                <c:pt idx="2103">
                  <c:v>0</c:v>
                </c:pt>
                <c:pt idx="2104">
                  <c:v>0</c:v>
                </c:pt>
                <c:pt idx="2105">
                  <c:v>0</c:v>
                </c:pt>
                <c:pt idx="2106">
                  <c:v>0</c:v>
                </c:pt>
                <c:pt idx="2107">
                  <c:v>0</c:v>
                </c:pt>
                <c:pt idx="2108">
                  <c:v>0</c:v>
                </c:pt>
                <c:pt idx="2109">
                  <c:v>0</c:v>
                </c:pt>
                <c:pt idx="2110">
                  <c:v>0</c:v>
                </c:pt>
                <c:pt idx="2111">
                  <c:v>0</c:v>
                </c:pt>
                <c:pt idx="2112">
                  <c:v>0</c:v>
                </c:pt>
                <c:pt idx="2113">
                  <c:v>0</c:v>
                </c:pt>
                <c:pt idx="2114">
                  <c:v>0</c:v>
                </c:pt>
                <c:pt idx="2115">
                  <c:v>0</c:v>
                </c:pt>
                <c:pt idx="2116">
                  <c:v>0</c:v>
                </c:pt>
                <c:pt idx="2117">
                  <c:v>0</c:v>
                </c:pt>
                <c:pt idx="2118">
                  <c:v>0</c:v>
                </c:pt>
                <c:pt idx="2119">
                  <c:v>0</c:v>
                </c:pt>
                <c:pt idx="2120">
                  <c:v>0</c:v>
                </c:pt>
                <c:pt idx="2121">
                  <c:v>0</c:v>
                </c:pt>
                <c:pt idx="2122">
                  <c:v>0</c:v>
                </c:pt>
                <c:pt idx="2123">
                  <c:v>0</c:v>
                </c:pt>
                <c:pt idx="2124">
                  <c:v>0</c:v>
                </c:pt>
                <c:pt idx="2125">
                  <c:v>0</c:v>
                </c:pt>
                <c:pt idx="2126">
                  <c:v>0</c:v>
                </c:pt>
                <c:pt idx="2127">
                  <c:v>0</c:v>
                </c:pt>
                <c:pt idx="2128">
                  <c:v>0</c:v>
                </c:pt>
                <c:pt idx="2129">
                  <c:v>0</c:v>
                </c:pt>
                <c:pt idx="2130">
                  <c:v>0</c:v>
                </c:pt>
                <c:pt idx="2131">
                  <c:v>0</c:v>
                </c:pt>
                <c:pt idx="2132">
                  <c:v>0</c:v>
                </c:pt>
                <c:pt idx="2133">
                  <c:v>0</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c:v>
                </c:pt>
                <c:pt idx="2173">
                  <c:v>0</c:v>
                </c:pt>
                <c:pt idx="2174">
                  <c:v>0</c:v>
                </c:pt>
                <c:pt idx="2175">
                  <c:v>0</c:v>
                </c:pt>
                <c:pt idx="2176">
                  <c:v>0</c:v>
                </c:pt>
                <c:pt idx="2177">
                  <c:v>0</c:v>
                </c:pt>
                <c:pt idx="2178">
                  <c:v>0</c:v>
                </c:pt>
                <c:pt idx="2179">
                  <c:v>0</c:v>
                </c:pt>
                <c:pt idx="2180">
                  <c:v>0</c:v>
                </c:pt>
                <c:pt idx="2181">
                  <c:v>0</c:v>
                </c:pt>
                <c:pt idx="2182">
                  <c:v>0</c:v>
                </c:pt>
                <c:pt idx="2183">
                  <c:v>0</c:v>
                </c:pt>
                <c:pt idx="2184">
                  <c:v>0</c:v>
                </c:pt>
                <c:pt idx="2185">
                  <c:v>0</c:v>
                </c:pt>
                <c:pt idx="2186">
                  <c:v>0</c:v>
                </c:pt>
                <c:pt idx="2187">
                  <c:v>0</c:v>
                </c:pt>
                <c:pt idx="2188">
                  <c:v>0</c:v>
                </c:pt>
                <c:pt idx="2189">
                  <c:v>0</c:v>
                </c:pt>
                <c:pt idx="2190">
                  <c:v>0</c:v>
                </c:pt>
                <c:pt idx="2191">
                  <c:v>0</c:v>
                </c:pt>
                <c:pt idx="2192">
                  <c:v>0</c:v>
                </c:pt>
                <c:pt idx="2193">
                  <c:v>0</c:v>
                </c:pt>
                <c:pt idx="2194">
                  <c:v>0</c:v>
                </c:pt>
                <c:pt idx="2195">
                  <c:v>0</c:v>
                </c:pt>
                <c:pt idx="2196">
                  <c:v>0</c:v>
                </c:pt>
                <c:pt idx="2197">
                  <c:v>0</c:v>
                </c:pt>
                <c:pt idx="2198">
                  <c:v>0</c:v>
                </c:pt>
                <c:pt idx="2199">
                  <c:v>0</c:v>
                </c:pt>
                <c:pt idx="2200">
                  <c:v>0</c:v>
                </c:pt>
                <c:pt idx="2201">
                  <c:v>0</c:v>
                </c:pt>
                <c:pt idx="2202">
                  <c:v>0</c:v>
                </c:pt>
                <c:pt idx="2203">
                  <c:v>0</c:v>
                </c:pt>
                <c:pt idx="2204">
                  <c:v>0</c:v>
                </c:pt>
                <c:pt idx="2205">
                  <c:v>0</c:v>
                </c:pt>
                <c:pt idx="2206">
                  <c:v>0</c:v>
                </c:pt>
                <c:pt idx="2207">
                  <c:v>0</c:v>
                </c:pt>
                <c:pt idx="2208">
                  <c:v>0</c:v>
                </c:pt>
                <c:pt idx="2209">
                  <c:v>0</c:v>
                </c:pt>
                <c:pt idx="2210">
                  <c:v>0</c:v>
                </c:pt>
                <c:pt idx="2211">
                  <c:v>0</c:v>
                </c:pt>
                <c:pt idx="2212">
                  <c:v>0</c:v>
                </c:pt>
                <c:pt idx="2213">
                  <c:v>0</c:v>
                </c:pt>
                <c:pt idx="2214">
                  <c:v>0</c:v>
                </c:pt>
                <c:pt idx="2215">
                  <c:v>0</c:v>
                </c:pt>
                <c:pt idx="2216">
                  <c:v>0</c:v>
                </c:pt>
                <c:pt idx="2217">
                  <c:v>0</c:v>
                </c:pt>
                <c:pt idx="2218">
                  <c:v>0</c:v>
                </c:pt>
                <c:pt idx="2219">
                  <c:v>0</c:v>
                </c:pt>
                <c:pt idx="2220">
                  <c:v>0</c:v>
                </c:pt>
                <c:pt idx="2221">
                  <c:v>0</c:v>
                </c:pt>
                <c:pt idx="2222">
                  <c:v>0</c:v>
                </c:pt>
                <c:pt idx="2223">
                  <c:v>0</c:v>
                </c:pt>
                <c:pt idx="2224">
                  <c:v>0</c:v>
                </c:pt>
                <c:pt idx="2225">
                  <c:v>0</c:v>
                </c:pt>
                <c:pt idx="2226">
                  <c:v>0</c:v>
                </c:pt>
                <c:pt idx="2227">
                  <c:v>0</c:v>
                </c:pt>
                <c:pt idx="2228">
                  <c:v>0</c:v>
                </c:pt>
                <c:pt idx="2229">
                  <c:v>0</c:v>
                </c:pt>
                <c:pt idx="2230">
                  <c:v>0</c:v>
                </c:pt>
                <c:pt idx="2231">
                  <c:v>0</c:v>
                </c:pt>
                <c:pt idx="2232">
                  <c:v>0</c:v>
                </c:pt>
                <c:pt idx="2233">
                  <c:v>0</c:v>
                </c:pt>
                <c:pt idx="2234">
                  <c:v>0</c:v>
                </c:pt>
                <c:pt idx="2235">
                  <c:v>0</c:v>
                </c:pt>
                <c:pt idx="2236">
                  <c:v>0</c:v>
                </c:pt>
                <c:pt idx="2237">
                  <c:v>0</c:v>
                </c:pt>
                <c:pt idx="2238">
                  <c:v>0</c:v>
                </c:pt>
                <c:pt idx="2239">
                  <c:v>0</c:v>
                </c:pt>
                <c:pt idx="2240">
                  <c:v>0</c:v>
                </c:pt>
                <c:pt idx="2241">
                  <c:v>0</c:v>
                </c:pt>
                <c:pt idx="2242">
                  <c:v>0</c:v>
                </c:pt>
                <c:pt idx="2243">
                  <c:v>0</c:v>
                </c:pt>
                <c:pt idx="2244">
                  <c:v>0</c:v>
                </c:pt>
                <c:pt idx="2245">
                  <c:v>0</c:v>
                </c:pt>
                <c:pt idx="2246">
                  <c:v>0</c:v>
                </c:pt>
                <c:pt idx="2247">
                  <c:v>0</c:v>
                </c:pt>
                <c:pt idx="2248">
                  <c:v>0</c:v>
                </c:pt>
                <c:pt idx="2249">
                  <c:v>0</c:v>
                </c:pt>
                <c:pt idx="2250">
                  <c:v>0</c:v>
                </c:pt>
                <c:pt idx="2251">
                  <c:v>0</c:v>
                </c:pt>
                <c:pt idx="2252">
                  <c:v>0</c:v>
                </c:pt>
                <c:pt idx="2253">
                  <c:v>0</c:v>
                </c:pt>
                <c:pt idx="2254">
                  <c:v>0</c:v>
                </c:pt>
                <c:pt idx="2255">
                  <c:v>0</c:v>
                </c:pt>
                <c:pt idx="2256">
                  <c:v>0</c:v>
                </c:pt>
                <c:pt idx="2257">
                  <c:v>0</c:v>
                </c:pt>
                <c:pt idx="2258">
                  <c:v>0</c:v>
                </c:pt>
                <c:pt idx="2259">
                  <c:v>0</c:v>
                </c:pt>
                <c:pt idx="2260">
                  <c:v>0</c:v>
                </c:pt>
                <c:pt idx="2261">
                  <c:v>0</c:v>
                </c:pt>
                <c:pt idx="2262">
                  <c:v>0</c:v>
                </c:pt>
                <c:pt idx="2263">
                  <c:v>0</c:v>
                </c:pt>
                <c:pt idx="2264">
                  <c:v>0</c:v>
                </c:pt>
                <c:pt idx="2265">
                  <c:v>0</c:v>
                </c:pt>
                <c:pt idx="2266">
                  <c:v>0</c:v>
                </c:pt>
                <c:pt idx="2267">
                  <c:v>0</c:v>
                </c:pt>
                <c:pt idx="2268">
                  <c:v>0</c:v>
                </c:pt>
                <c:pt idx="2269">
                  <c:v>0</c:v>
                </c:pt>
                <c:pt idx="2270">
                  <c:v>0</c:v>
                </c:pt>
                <c:pt idx="2271">
                  <c:v>0</c:v>
                </c:pt>
                <c:pt idx="2272">
                  <c:v>0</c:v>
                </c:pt>
                <c:pt idx="2273">
                  <c:v>0</c:v>
                </c:pt>
                <c:pt idx="2274">
                  <c:v>0</c:v>
                </c:pt>
                <c:pt idx="2275">
                  <c:v>0</c:v>
                </c:pt>
                <c:pt idx="2276">
                  <c:v>0</c:v>
                </c:pt>
                <c:pt idx="2277">
                  <c:v>0</c:v>
                </c:pt>
                <c:pt idx="2278">
                  <c:v>0</c:v>
                </c:pt>
                <c:pt idx="2279">
                  <c:v>0</c:v>
                </c:pt>
                <c:pt idx="2280">
                  <c:v>0</c:v>
                </c:pt>
                <c:pt idx="2281">
                  <c:v>0</c:v>
                </c:pt>
                <c:pt idx="2282">
                  <c:v>0</c:v>
                </c:pt>
                <c:pt idx="2283">
                  <c:v>0</c:v>
                </c:pt>
                <c:pt idx="2284">
                  <c:v>0</c:v>
                </c:pt>
                <c:pt idx="2285">
                  <c:v>0</c:v>
                </c:pt>
                <c:pt idx="2286">
                  <c:v>0</c:v>
                </c:pt>
                <c:pt idx="2287">
                  <c:v>0</c:v>
                </c:pt>
                <c:pt idx="2288">
                  <c:v>0</c:v>
                </c:pt>
                <c:pt idx="2289">
                  <c:v>0</c:v>
                </c:pt>
                <c:pt idx="2290">
                  <c:v>0</c:v>
                </c:pt>
                <c:pt idx="2291">
                  <c:v>0</c:v>
                </c:pt>
                <c:pt idx="2292">
                  <c:v>0</c:v>
                </c:pt>
                <c:pt idx="2293">
                  <c:v>0</c:v>
                </c:pt>
                <c:pt idx="2294">
                  <c:v>0</c:v>
                </c:pt>
                <c:pt idx="2295">
                  <c:v>0</c:v>
                </c:pt>
                <c:pt idx="2296">
                  <c:v>0</c:v>
                </c:pt>
                <c:pt idx="2297">
                  <c:v>0</c:v>
                </c:pt>
                <c:pt idx="2298">
                  <c:v>0</c:v>
                </c:pt>
                <c:pt idx="2299">
                  <c:v>0</c:v>
                </c:pt>
                <c:pt idx="2300">
                  <c:v>0</c:v>
                </c:pt>
                <c:pt idx="2301">
                  <c:v>0</c:v>
                </c:pt>
                <c:pt idx="2302">
                  <c:v>0</c:v>
                </c:pt>
                <c:pt idx="2303">
                  <c:v>0</c:v>
                </c:pt>
                <c:pt idx="2304">
                  <c:v>0</c:v>
                </c:pt>
                <c:pt idx="2305">
                  <c:v>0</c:v>
                </c:pt>
                <c:pt idx="2306">
                  <c:v>0</c:v>
                </c:pt>
                <c:pt idx="2307">
                  <c:v>0</c:v>
                </c:pt>
                <c:pt idx="2308">
                  <c:v>0</c:v>
                </c:pt>
                <c:pt idx="2309">
                  <c:v>0</c:v>
                </c:pt>
                <c:pt idx="2310">
                  <c:v>0</c:v>
                </c:pt>
                <c:pt idx="2311">
                  <c:v>0</c:v>
                </c:pt>
                <c:pt idx="2312">
                  <c:v>0</c:v>
                </c:pt>
                <c:pt idx="2313">
                  <c:v>0</c:v>
                </c:pt>
                <c:pt idx="2314">
                  <c:v>0</c:v>
                </c:pt>
                <c:pt idx="2315">
                  <c:v>0</c:v>
                </c:pt>
                <c:pt idx="2316">
                  <c:v>0</c:v>
                </c:pt>
                <c:pt idx="2317">
                  <c:v>0</c:v>
                </c:pt>
                <c:pt idx="2318">
                  <c:v>0</c:v>
                </c:pt>
                <c:pt idx="2319">
                  <c:v>0</c:v>
                </c:pt>
                <c:pt idx="2320">
                  <c:v>0</c:v>
                </c:pt>
                <c:pt idx="2321">
                  <c:v>0</c:v>
                </c:pt>
                <c:pt idx="2322">
                  <c:v>0</c:v>
                </c:pt>
                <c:pt idx="2323">
                  <c:v>0</c:v>
                </c:pt>
                <c:pt idx="2324">
                  <c:v>0</c:v>
                </c:pt>
                <c:pt idx="2325">
                  <c:v>0</c:v>
                </c:pt>
                <c:pt idx="2326">
                  <c:v>0</c:v>
                </c:pt>
                <c:pt idx="2327">
                  <c:v>0</c:v>
                </c:pt>
                <c:pt idx="2328">
                  <c:v>0</c:v>
                </c:pt>
                <c:pt idx="2329">
                  <c:v>0</c:v>
                </c:pt>
                <c:pt idx="2330">
                  <c:v>0</c:v>
                </c:pt>
                <c:pt idx="2331">
                  <c:v>0</c:v>
                </c:pt>
                <c:pt idx="2332">
                  <c:v>0</c:v>
                </c:pt>
                <c:pt idx="2333">
                  <c:v>0</c:v>
                </c:pt>
                <c:pt idx="2334">
                  <c:v>0</c:v>
                </c:pt>
                <c:pt idx="2335">
                  <c:v>0</c:v>
                </c:pt>
                <c:pt idx="2336">
                  <c:v>0</c:v>
                </c:pt>
                <c:pt idx="2337">
                  <c:v>0</c:v>
                </c:pt>
                <c:pt idx="2338">
                  <c:v>0</c:v>
                </c:pt>
                <c:pt idx="2339">
                  <c:v>0</c:v>
                </c:pt>
                <c:pt idx="2340">
                  <c:v>0</c:v>
                </c:pt>
                <c:pt idx="2341">
                  <c:v>0</c:v>
                </c:pt>
                <c:pt idx="2342">
                  <c:v>0</c:v>
                </c:pt>
                <c:pt idx="2343">
                  <c:v>0</c:v>
                </c:pt>
                <c:pt idx="2344">
                  <c:v>0</c:v>
                </c:pt>
                <c:pt idx="2345">
                  <c:v>0</c:v>
                </c:pt>
                <c:pt idx="2346">
                  <c:v>0</c:v>
                </c:pt>
                <c:pt idx="2347">
                  <c:v>0</c:v>
                </c:pt>
                <c:pt idx="2348">
                  <c:v>0</c:v>
                </c:pt>
                <c:pt idx="2349">
                  <c:v>0</c:v>
                </c:pt>
                <c:pt idx="2350">
                  <c:v>0</c:v>
                </c:pt>
                <c:pt idx="2351">
                  <c:v>0</c:v>
                </c:pt>
                <c:pt idx="2352">
                  <c:v>0</c:v>
                </c:pt>
                <c:pt idx="2353">
                  <c:v>0</c:v>
                </c:pt>
                <c:pt idx="2354">
                  <c:v>0</c:v>
                </c:pt>
                <c:pt idx="2355">
                  <c:v>0</c:v>
                </c:pt>
                <c:pt idx="2356">
                  <c:v>0</c:v>
                </c:pt>
                <c:pt idx="2357">
                  <c:v>0</c:v>
                </c:pt>
                <c:pt idx="2358">
                  <c:v>0</c:v>
                </c:pt>
                <c:pt idx="2359">
                  <c:v>0</c:v>
                </c:pt>
                <c:pt idx="2360">
                  <c:v>0</c:v>
                </c:pt>
                <c:pt idx="2361">
                  <c:v>0</c:v>
                </c:pt>
                <c:pt idx="2362">
                  <c:v>0</c:v>
                </c:pt>
                <c:pt idx="2363">
                  <c:v>0</c:v>
                </c:pt>
                <c:pt idx="2364">
                  <c:v>0</c:v>
                </c:pt>
                <c:pt idx="2365">
                  <c:v>0</c:v>
                </c:pt>
                <c:pt idx="2366">
                  <c:v>0</c:v>
                </c:pt>
                <c:pt idx="2367">
                  <c:v>0</c:v>
                </c:pt>
                <c:pt idx="2368">
                  <c:v>0</c:v>
                </c:pt>
                <c:pt idx="2369">
                  <c:v>0</c:v>
                </c:pt>
                <c:pt idx="2370">
                  <c:v>0</c:v>
                </c:pt>
                <c:pt idx="2371">
                  <c:v>0</c:v>
                </c:pt>
                <c:pt idx="2372">
                  <c:v>0</c:v>
                </c:pt>
                <c:pt idx="2373">
                  <c:v>0</c:v>
                </c:pt>
                <c:pt idx="2374">
                  <c:v>0</c:v>
                </c:pt>
                <c:pt idx="2375">
                  <c:v>0</c:v>
                </c:pt>
                <c:pt idx="2376">
                  <c:v>0</c:v>
                </c:pt>
                <c:pt idx="2377">
                  <c:v>0</c:v>
                </c:pt>
                <c:pt idx="2378">
                  <c:v>0</c:v>
                </c:pt>
                <c:pt idx="2379">
                  <c:v>0</c:v>
                </c:pt>
                <c:pt idx="2380">
                  <c:v>0</c:v>
                </c:pt>
                <c:pt idx="2381">
                  <c:v>0</c:v>
                </c:pt>
                <c:pt idx="2382">
                  <c:v>0</c:v>
                </c:pt>
                <c:pt idx="2383">
                  <c:v>0</c:v>
                </c:pt>
                <c:pt idx="2384">
                  <c:v>0</c:v>
                </c:pt>
                <c:pt idx="2385">
                  <c:v>0</c:v>
                </c:pt>
                <c:pt idx="2386">
                  <c:v>0</c:v>
                </c:pt>
                <c:pt idx="2387">
                  <c:v>0</c:v>
                </c:pt>
                <c:pt idx="2388">
                  <c:v>0</c:v>
                </c:pt>
                <c:pt idx="2389">
                  <c:v>0</c:v>
                </c:pt>
                <c:pt idx="2390">
                  <c:v>0</c:v>
                </c:pt>
                <c:pt idx="2391">
                  <c:v>0</c:v>
                </c:pt>
                <c:pt idx="2392">
                  <c:v>0</c:v>
                </c:pt>
                <c:pt idx="2393">
                  <c:v>0</c:v>
                </c:pt>
                <c:pt idx="2394">
                  <c:v>0</c:v>
                </c:pt>
                <c:pt idx="2395">
                  <c:v>0</c:v>
                </c:pt>
                <c:pt idx="2396">
                  <c:v>0</c:v>
                </c:pt>
                <c:pt idx="2397">
                  <c:v>0</c:v>
                </c:pt>
                <c:pt idx="2398">
                  <c:v>0</c:v>
                </c:pt>
                <c:pt idx="2399">
                  <c:v>0</c:v>
                </c:pt>
                <c:pt idx="2400">
                  <c:v>0</c:v>
                </c:pt>
                <c:pt idx="2401">
                  <c:v>0</c:v>
                </c:pt>
                <c:pt idx="2402">
                  <c:v>0</c:v>
                </c:pt>
                <c:pt idx="2403">
                  <c:v>0</c:v>
                </c:pt>
                <c:pt idx="2404">
                  <c:v>0</c:v>
                </c:pt>
                <c:pt idx="2405">
                  <c:v>0</c:v>
                </c:pt>
                <c:pt idx="2406">
                  <c:v>0</c:v>
                </c:pt>
                <c:pt idx="2407">
                  <c:v>0</c:v>
                </c:pt>
                <c:pt idx="2408">
                  <c:v>0</c:v>
                </c:pt>
                <c:pt idx="2409">
                  <c:v>0</c:v>
                </c:pt>
                <c:pt idx="2410">
                  <c:v>0</c:v>
                </c:pt>
                <c:pt idx="2411">
                  <c:v>0</c:v>
                </c:pt>
                <c:pt idx="2412">
                  <c:v>0</c:v>
                </c:pt>
                <c:pt idx="2413">
                  <c:v>0</c:v>
                </c:pt>
                <c:pt idx="2414">
                  <c:v>0</c:v>
                </c:pt>
                <c:pt idx="2415">
                  <c:v>0</c:v>
                </c:pt>
                <c:pt idx="2416">
                  <c:v>0</c:v>
                </c:pt>
                <c:pt idx="2417">
                  <c:v>0</c:v>
                </c:pt>
                <c:pt idx="2418">
                  <c:v>0</c:v>
                </c:pt>
                <c:pt idx="2419">
                  <c:v>0</c:v>
                </c:pt>
                <c:pt idx="2420">
                  <c:v>0</c:v>
                </c:pt>
                <c:pt idx="2421">
                  <c:v>0</c:v>
                </c:pt>
                <c:pt idx="2422">
                  <c:v>0</c:v>
                </c:pt>
                <c:pt idx="2423">
                  <c:v>0</c:v>
                </c:pt>
                <c:pt idx="2424">
                  <c:v>0</c:v>
                </c:pt>
                <c:pt idx="2425">
                  <c:v>0</c:v>
                </c:pt>
                <c:pt idx="2426">
                  <c:v>0</c:v>
                </c:pt>
                <c:pt idx="2427">
                  <c:v>0</c:v>
                </c:pt>
                <c:pt idx="2428">
                  <c:v>0</c:v>
                </c:pt>
                <c:pt idx="2429">
                  <c:v>0</c:v>
                </c:pt>
                <c:pt idx="2430">
                  <c:v>0</c:v>
                </c:pt>
                <c:pt idx="2431">
                  <c:v>0</c:v>
                </c:pt>
                <c:pt idx="2432">
                  <c:v>0</c:v>
                </c:pt>
                <c:pt idx="2433">
                  <c:v>0</c:v>
                </c:pt>
                <c:pt idx="2434">
                  <c:v>0</c:v>
                </c:pt>
                <c:pt idx="2435">
                  <c:v>0</c:v>
                </c:pt>
                <c:pt idx="2436">
                  <c:v>0</c:v>
                </c:pt>
                <c:pt idx="2437">
                  <c:v>0</c:v>
                </c:pt>
                <c:pt idx="2438">
                  <c:v>0</c:v>
                </c:pt>
                <c:pt idx="2439">
                  <c:v>0</c:v>
                </c:pt>
                <c:pt idx="2440">
                  <c:v>0</c:v>
                </c:pt>
                <c:pt idx="2441">
                  <c:v>0</c:v>
                </c:pt>
                <c:pt idx="2442">
                  <c:v>0</c:v>
                </c:pt>
                <c:pt idx="2443">
                  <c:v>0</c:v>
                </c:pt>
                <c:pt idx="2444">
                  <c:v>0</c:v>
                </c:pt>
                <c:pt idx="2445">
                  <c:v>0</c:v>
                </c:pt>
                <c:pt idx="2446">
                  <c:v>0</c:v>
                </c:pt>
                <c:pt idx="2447">
                  <c:v>0</c:v>
                </c:pt>
                <c:pt idx="2448">
                  <c:v>0</c:v>
                </c:pt>
                <c:pt idx="2449">
                  <c:v>0</c:v>
                </c:pt>
                <c:pt idx="2450">
                  <c:v>0</c:v>
                </c:pt>
                <c:pt idx="2451">
                  <c:v>0</c:v>
                </c:pt>
                <c:pt idx="2452">
                  <c:v>0</c:v>
                </c:pt>
                <c:pt idx="2453">
                  <c:v>0</c:v>
                </c:pt>
                <c:pt idx="2454">
                  <c:v>0</c:v>
                </c:pt>
                <c:pt idx="2455">
                  <c:v>0</c:v>
                </c:pt>
                <c:pt idx="2456">
                  <c:v>0</c:v>
                </c:pt>
                <c:pt idx="2457">
                  <c:v>0</c:v>
                </c:pt>
                <c:pt idx="2458">
                  <c:v>0</c:v>
                </c:pt>
                <c:pt idx="2459">
                  <c:v>0</c:v>
                </c:pt>
                <c:pt idx="2460">
                  <c:v>0</c:v>
                </c:pt>
                <c:pt idx="2461">
                  <c:v>0</c:v>
                </c:pt>
                <c:pt idx="2462">
                  <c:v>0</c:v>
                </c:pt>
                <c:pt idx="2463">
                  <c:v>0</c:v>
                </c:pt>
                <c:pt idx="2464">
                  <c:v>0</c:v>
                </c:pt>
                <c:pt idx="2465">
                  <c:v>0</c:v>
                </c:pt>
                <c:pt idx="2466">
                  <c:v>0</c:v>
                </c:pt>
                <c:pt idx="2467">
                  <c:v>0</c:v>
                </c:pt>
                <c:pt idx="2468">
                  <c:v>0</c:v>
                </c:pt>
                <c:pt idx="2469">
                  <c:v>0</c:v>
                </c:pt>
                <c:pt idx="2470">
                  <c:v>0</c:v>
                </c:pt>
                <c:pt idx="2471">
                  <c:v>0</c:v>
                </c:pt>
                <c:pt idx="2472">
                  <c:v>0</c:v>
                </c:pt>
                <c:pt idx="2473">
                  <c:v>0</c:v>
                </c:pt>
                <c:pt idx="2474">
                  <c:v>0</c:v>
                </c:pt>
                <c:pt idx="2475">
                  <c:v>0</c:v>
                </c:pt>
                <c:pt idx="2476">
                  <c:v>0</c:v>
                </c:pt>
                <c:pt idx="2477">
                  <c:v>0</c:v>
                </c:pt>
                <c:pt idx="2478">
                  <c:v>0</c:v>
                </c:pt>
                <c:pt idx="2479">
                  <c:v>0</c:v>
                </c:pt>
                <c:pt idx="2480">
                  <c:v>0</c:v>
                </c:pt>
                <c:pt idx="2481">
                  <c:v>0</c:v>
                </c:pt>
                <c:pt idx="2482">
                  <c:v>0</c:v>
                </c:pt>
                <c:pt idx="2483">
                  <c:v>0</c:v>
                </c:pt>
                <c:pt idx="2484">
                  <c:v>0</c:v>
                </c:pt>
                <c:pt idx="2485">
                  <c:v>0</c:v>
                </c:pt>
                <c:pt idx="2486">
                  <c:v>0</c:v>
                </c:pt>
                <c:pt idx="2487">
                  <c:v>0</c:v>
                </c:pt>
                <c:pt idx="2488">
                  <c:v>0</c:v>
                </c:pt>
                <c:pt idx="2489">
                  <c:v>0</c:v>
                </c:pt>
                <c:pt idx="2490">
                  <c:v>0</c:v>
                </c:pt>
                <c:pt idx="2491">
                  <c:v>0</c:v>
                </c:pt>
                <c:pt idx="2492">
                  <c:v>0</c:v>
                </c:pt>
                <c:pt idx="2493">
                  <c:v>0</c:v>
                </c:pt>
                <c:pt idx="2494">
                  <c:v>0</c:v>
                </c:pt>
                <c:pt idx="2495">
                  <c:v>0</c:v>
                </c:pt>
                <c:pt idx="2496">
                  <c:v>0</c:v>
                </c:pt>
                <c:pt idx="2497">
                  <c:v>0</c:v>
                </c:pt>
                <c:pt idx="2498">
                  <c:v>0</c:v>
                </c:pt>
                <c:pt idx="2499">
                  <c:v>0</c:v>
                </c:pt>
                <c:pt idx="2500">
                  <c:v>0</c:v>
                </c:pt>
                <c:pt idx="2501">
                  <c:v>0</c:v>
                </c:pt>
                <c:pt idx="2502">
                  <c:v>0</c:v>
                </c:pt>
                <c:pt idx="2503">
                  <c:v>0</c:v>
                </c:pt>
                <c:pt idx="2504">
                  <c:v>0</c:v>
                </c:pt>
                <c:pt idx="2505">
                  <c:v>0</c:v>
                </c:pt>
                <c:pt idx="2506">
                  <c:v>0</c:v>
                </c:pt>
                <c:pt idx="2507">
                  <c:v>0</c:v>
                </c:pt>
                <c:pt idx="2508">
                  <c:v>0</c:v>
                </c:pt>
                <c:pt idx="2509">
                  <c:v>0</c:v>
                </c:pt>
                <c:pt idx="2510">
                  <c:v>0</c:v>
                </c:pt>
                <c:pt idx="2511">
                  <c:v>0</c:v>
                </c:pt>
                <c:pt idx="2512">
                  <c:v>0</c:v>
                </c:pt>
                <c:pt idx="2513">
                  <c:v>0</c:v>
                </c:pt>
                <c:pt idx="2514">
                  <c:v>0</c:v>
                </c:pt>
                <c:pt idx="2515">
                  <c:v>0</c:v>
                </c:pt>
                <c:pt idx="2516">
                  <c:v>0</c:v>
                </c:pt>
                <c:pt idx="2517">
                  <c:v>0</c:v>
                </c:pt>
                <c:pt idx="2518">
                  <c:v>0</c:v>
                </c:pt>
                <c:pt idx="2519">
                  <c:v>0</c:v>
                </c:pt>
                <c:pt idx="2520">
                  <c:v>0</c:v>
                </c:pt>
                <c:pt idx="2521">
                  <c:v>0</c:v>
                </c:pt>
                <c:pt idx="2522">
                  <c:v>0</c:v>
                </c:pt>
                <c:pt idx="2523">
                  <c:v>0</c:v>
                </c:pt>
                <c:pt idx="2524">
                  <c:v>0</c:v>
                </c:pt>
                <c:pt idx="2525">
                  <c:v>0</c:v>
                </c:pt>
                <c:pt idx="2526">
                  <c:v>0</c:v>
                </c:pt>
                <c:pt idx="2527">
                  <c:v>0</c:v>
                </c:pt>
                <c:pt idx="2528">
                  <c:v>0</c:v>
                </c:pt>
                <c:pt idx="2529">
                  <c:v>0</c:v>
                </c:pt>
                <c:pt idx="2530">
                  <c:v>0</c:v>
                </c:pt>
                <c:pt idx="2531">
                  <c:v>0</c:v>
                </c:pt>
                <c:pt idx="2532">
                  <c:v>0</c:v>
                </c:pt>
                <c:pt idx="2533">
                  <c:v>0</c:v>
                </c:pt>
                <c:pt idx="2534">
                  <c:v>0</c:v>
                </c:pt>
                <c:pt idx="2535">
                  <c:v>0</c:v>
                </c:pt>
                <c:pt idx="2536">
                  <c:v>0</c:v>
                </c:pt>
                <c:pt idx="2537">
                  <c:v>0</c:v>
                </c:pt>
                <c:pt idx="2538">
                  <c:v>0</c:v>
                </c:pt>
                <c:pt idx="2539">
                  <c:v>0</c:v>
                </c:pt>
                <c:pt idx="2540">
                  <c:v>0</c:v>
                </c:pt>
                <c:pt idx="2541">
                  <c:v>0</c:v>
                </c:pt>
                <c:pt idx="2542">
                  <c:v>0</c:v>
                </c:pt>
                <c:pt idx="2543">
                  <c:v>0</c:v>
                </c:pt>
                <c:pt idx="2544">
                  <c:v>0</c:v>
                </c:pt>
                <c:pt idx="2545">
                  <c:v>0</c:v>
                </c:pt>
                <c:pt idx="2546">
                  <c:v>0</c:v>
                </c:pt>
                <c:pt idx="2547">
                  <c:v>0</c:v>
                </c:pt>
                <c:pt idx="2548">
                  <c:v>0</c:v>
                </c:pt>
                <c:pt idx="2549">
                  <c:v>0</c:v>
                </c:pt>
                <c:pt idx="2550">
                  <c:v>0</c:v>
                </c:pt>
                <c:pt idx="2551">
                  <c:v>0</c:v>
                </c:pt>
                <c:pt idx="2552">
                  <c:v>0</c:v>
                </c:pt>
                <c:pt idx="2553">
                  <c:v>0</c:v>
                </c:pt>
                <c:pt idx="2554">
                  <c:v>0</c:v>
                </c:pt>
                <c:pt idx="2555">
                  <c:v>0</c:v>
                </c:pt>
                <c:pt idx="2556">
                  <c:v>0</c:v>
                </c:pt>
                <c:pt idx="2557">
                  <c:v>0</c:v>
                </c:pt>
                <c:pt idx="2558">
                  <c:v>0</c:v>
                </c:pt>
                <c:pt idx="2559">
                  <c:v>0</c:v>
                </c:pt>
                <c:pt idx="2560">
                  <c:v>0</c:v>
                </c:pt>
                <c:pt idx="2561">
                  <c:v>0</c:v>
                </c:pt>
                <c:pt idx="2562">
                  <c:v>0</c:v>
                </c:pt>
                <c:pt idx="2563">
                  <c:v>0</c:v>
                </c:pt>
                <c:pt idx="2564">
                  <c:v>0</c:v>
                </c:pt>
                <c:pt idx="2565">
                  <c:v>0</c:v>
                </c:pt>
                <c:pt idx="2566">
                  <c:v>0</c:v>
                </c:pt>
                <c:pt idx="2567">
                  <c:v>0</c:v>
                </c:pt>
                <c:pt idx="2568">
                  <c:v>0</c:v>
                </c:pt>
                <c:pt idx="2569">
                  <c:v>0</c:v>
                </c:pt>
                <c:pt idx="2570">
                  <c:v>0</c:v>
                </c:pt>
                <c:pt idx="2571">
                  <c:v>0</c:v>
                </c:pt>
                <c:pt idx="2572">
                  <c:v>0</c:v>
                </c:pt>
                <c:pt idx="2573">
                  <c:v>0</c:v>
                </c:pt>
                <c:pt idx="2574">
                  <c:v>0</c:v>
                </c:pt>
                <c:pt idx="2575">
                  <c:v>0</c:v>
                </c:pt>
                <c:pt idx="2576">
                  <c:v>0</c:v>
                </c:pt>
                <c:pt idx="2577">
                  <c:v>0</c:v>
                </c:pt>
                <c:pt idx="2578">
                  <c:v>0</c:v>
                </c:pt>
                <c:pt idx="2579">
                  <c:v>0</c:v>
                </c:pt>
                <c:pt idx="2580">
                  <c:v>0</c:v>
                </c:pt>
                <c:pt idx="2581">
                  <c:v>0</c:v>
                </c:pt>
                <c:pt idx="2582">
                  <c:v>0</c:v>
                </c:pt>
                <c:pt idx="2583">
                  <c:v>0</c:v>
                </c:pt>
                <c:pt idx="2584">
                  <c:v>0</c:v>
                </c:pt>
                <c:pt idx="2585">
                  <c:v>0</c:v>
                </c:pt>
                <c:pt idx="2586">
                  <c:v>0</c:v>
                </c:pt>
                <c:pt idx="2587">
                  <c:v>0</c:v>
                </c:pt>
                <c:pt idx="2588">
                  <c:v>0</c:v>
                </c:pt>
                <c:pt idx="2589">
                  <c:v>0</c:v>
                </c:pt>
                <c:pt idx="2590">
                  <c:v>0</c:v>
                </c:pt>
                <c:pt idx="2591">
                  <c:v>0</c:v>
                </c:pt>
                <c:pt idx="2592">
                  <c:v>0</c:v>
                </c:pt>
                <c:pt idx="2593">
                  <c:v>0</c:v>
                </c:pt>
                <c:pt idx="2594">
                  <c:v>0</c:v>
                </c:pt>
                <c:pt idx="2595">
                  <c:v>0</c:v>
                </c:pt>
                <c:pt idx="2596">
                  <c:v>0</c:v>
                </c:pt>
                <c:pt idx="2597">
                  <c:v>0</c:v>
                </c:pt>
                <c:pt idx="2598">
                  <c:v>0</c:v>
                </c:pt>
                <c:pt idx="2599">
                  <c:v>0</c:v>
                </c:pt>
                <c:pt idx="2600">
                  <c:v>0</c:v>
                </c:pt>
                <c:pt idx="2601">
                  <c:v>0</c:v>
                </c:pt>
                <c:pt idx="2602">
                  <c:v>0</c:v>
                </c:pt>
                <c:pt idx="2603">
                  <c:v>0</c:v>
                </c:pt>
                <c:pt idx="2604">
                  <c:v>0</c:v>
                </c:pt>
                <c:pt idx="2605">
                  <c:v>0</c:v>
                </c:pt>
                <c:pt idx="2606">
                  <c:v>0</c:v>
                </c:pt>
                <c:pt idx="2607">
                  <c:v>0</c:v>
                </c:pt>
                <c:pt idx="2608">
                  <c:v>0</c:v>
                </c:pt>
                <c:pt idx="2609">
                  <c:v>0</c:v>
                </c:pt>
                <c:pt idx="2610">
                  <c:v>0</c:v>
                </c:pt>
                <c:pt idx="2611">
                  <c:v>0</c:v>
                </c:pt>
                <c:pt idx="2612">
                  <c:v>0</c:v>
                </c:pt>
                <c:pt idx="2613">
                  <c:v>0</c:v>
                </c:pt>
                <c:pt idx="2614">
                  <c:v>0</c:v>
                </c:pt>
                <c:pt idx="2615">
                  <c:v>0</c:v>
                </c:pt>
                <c:pt idx="2616">
                  <c:v>0</c:v>
                </c:pt>
                <c:pt idx="2617">
                  <c:v>0</c:v>
                </c:pt>
                <c:pt idx="2618">
                  <c:v>0</c:v>
                </c:pt>
                <c:pt idx="2619">
                  <c:v>0</c:v>
                </c:pt>
                <c:pt idx="2620">
                  <c:v>0</c:v>
                </c:pt>
                <c:pt idx="2621">
                  <c:v>0</c:v>
                </c:pt>
                <c:pt idx="2622">
                  <c:v>0</c:v>
                </c:pt>
                <c:pt idx="2623">
                  <c:v>0</c:v>
                </c:pt>
                <c:pt idx="2624">
                  <c:v>0</c:v>
                </c:pt>
                <c:pt idx="2625">
                  <c:v>0</c:v>
                </c:pt>
                <c:pt idx="2626">
                  <c:v>0</c:v>
                </c:pt>
                <c:pt idx="2627">
                  <c:v>0</c:v>
                </c:pt>
                <c:pt idx="2628">
                  <c:v>0</c:v>
                </c:pt>
                <c:pt idx="2629">
                  <c:v>0</c:v>
                </c:pt>
                <c:pt idx="2630">
                  <c:v>0</c:v>
                </c:pt>
                <c:pt idx="2631">
                  <c:v>0</c:v>
                </c:pt>
                <c:pt idx="2632">
                  <c:v>0</c:v>
                </c:pt>
                <c:pt idx="2633">
                  <c:v>0</c:v>
                </c:pt>
                <c:pt idx="2634">
                  <c:v>0</c:v>
                </c:pt>
                <c:pt idx="2635">
                  <c:v>0</c:v>
                </c:pt>
                <c:pt idx="2636">
                  <c:v>0</c:v>
                </c:pt>
                <c:pt idx="2637">
                  <c:v>0</c:v>
                </c:pt>
                <c:pt idx="2638">
                  <c:v>0</c:v>
                </c:pt>
                <c:pt idx="2639">
                  <c:v>0</c:v>
                </c:pt>
                <c:pt idx="2640">
                  <c:v>0</c:v>
                </c:pt>
                <c:pt idx="2641">
                  <c:v>0</c:v>
                </c:pt>
                <c:pt idx="2642">
                  <c:v>0</c:v>
                </c:pt>
                <c:pt idx="2643">
                  <c:v>0</c:v>
                </c:pt>
                <c:pt idx="2644">
                  <c:v>0</c:v>
                </c:pt>
                <c:pt idx="2645">
                  <c:v>0</c:v>
                </c:pt>
                <c:pt idx="2646">
                  <c:v>0</c:v>
                </c:pt>
                <c:pt idx="2647">
                  <c:v>0</c:v>
                </c:pt>
                <c:pt idx="2648">
                  <c:v>0</c:v>
                </c:pt>
                <c:pt idx="2649">
                  <c:v>0</c:v>
                </c:pt>
                <c:pt idx="2650">
                  <c:v>0</c:v>
                </c:pt>
                <c:pt idx="2651">
                  <c:v>0</c:v>
                </c:pt>
                <c:pt idx="2652">
                  <c:v>0</c:v>
                </c:pt>
                <c:pt idx="2653">
                  <c:v>0</c:v>
                </c:pt>
                <c:pt idx="2654">
                  <c:v>0</c:v>
                </c:pt>
                <c:pt idx="2655">
                  <c:v>0</c:v>
                </c:pt>
                <c:pt idx="2656">
                  <c:v>0</c:v>
                </c:pt>
                <c:pt idx="2657">
                  <c:v>0</c:v>
                </c:pt>
                <c:pt idx="2658">
                  <c:v>0</c:v>
                </c:pt>
                <c:pt idx="2659">
                  <c:v>0</c:v>
                </c:pt>
                <c:pt idx="2660">
                  <c:v>0</c:v>
                </c:pt>
                <c:pt idx="2661">
                  <c:v>0</c:v>
                </c:pt>
                <c:pt idx="2662">
                  <c:v>0</c:v>
                </c:pt>
                <c:pt idx="2663">
                  <c:v>0</c:v>
                </c:pt>
                <c:pt idx="2664">
                  <c:v>0</c:v>
                </c:pt>
                <c:pt idx="2665">
                  <c:v>0</c:v>
                </c:pt>
                <c:pt idx="2666">
                  <c:v>0</c:v>
                </c:pt>
                <c:pt idx="2667">
                  <c:v>0</c:v>
                </c:pt>
                <c:pt idx="2668">
                  <c:v>0</c:v>
                </c:pt>
                <c:pt idx="2669">
                  <c:v>0</c:v>
                </c:pt>
                <c:pt idx="2670">
                  <c:v>0</c:v>
                </c:pt>
                <c:pt idx="2671">
                  <c:v>0</c:v>
                </c:pt>
                <c:pt idx="2672">
                  <c:v>0</c:v>
                </c:pt>
                <c:pt idx="2673">
                  <c:v>0</c:v>
                </c:pt>
                <c:pt idx="2674">
                  <c:v>0</c:v>
                </c:pt>
                <c:pt idx="2675">
                  <c:v>0</c:v>
                </c:pt>
                <c:pt idx="2676">
                  <c:v>0</c:v>
                </c:pt>
                <c:pt idx="2677">
                  <c:v>0</c:v>
                </c:pt>
                <c:pt idx="2678">
                  <c:v>0</c:v>
                </c:pt>
                <c:pt idx="2679">
                  <c:v>0</c:v>
                </c:pt>
                <c:pt idx="2680">
                  <c:v>0</c:v>
                </c:pt>
                <c:pt idx="2681">
                  <c:v>0</c:v>
                </c:pt>
                <c:pt idx="2682">
                  <c:v>0</c:v>
                </c:pt>
                <c:pt idx="2683">
                  <c:v>0</c:v>
                </c:pt>
                <c:pt idx="2684">
                  <c:v>0</c:v>
                </c:pt>
                <c:pt idx="2685">
                  <c:v>0</c:v>
                </c:pt>
                <c:pt idx="2686">
                  <c:v>0</c:v>
                </c:pt>
                <c:pt idx="2687">
                  <c:v>0</c:v>
                </c:pt>
                <c:pt idx="2688">
                  <c:v>0</c:v>
                </c:pt>
                <c:pt idx="2689">
                  <c:v>0</c:v>
                </c:pt>
                <c:pt idx="2690">
                  <c:v>0</c:v>
                </c:pt>
                <c:pt idx="2691">
                  <c:v>0</c:v>
                </c:pt>
                <c:pt idx="2692">
                  <c:v>0</c:v>
                </c:pt>
                <c:pt idx="2693">
                  <c:v>0</c:v>
                </c:pt>
                <c:pt idx="2694">
                  <c:v>0</c:v>
                </c:pt>
                <c:pt idx="2695">
                  <c:v>0</c:v>
                </c:pt>
                <c:pt idx="2696">
                  <c:v>0</c:v>
                </c:pt>
                <c:pt idx="2697">
                  <c:v>0</c:v>
                </c:pt>
                <c:pt idx="2698">
                  <c:v>0</c:v>
                </c:pt>
                <c:pt idx="2699">
                  <c:v>0</c:v>
                </c:pt>
                <c:pt idx="2700">
                  <c:v>0</c:v>
                </c:pt>
                <c:pt idx="2701">
                  <c:v>0</c:v>
                </c:pt>
                <c:pt idx="2702">
                  <c:v>0</c:v>
                </c:pt>
                <c:pt idx="2703">
                  <c:v>0</c:v>
                </c:pt>
                <c:pt idx="2704">
                  <c:v>0</c:v>
                </c:pt>
                <c:pt idx="2705">
                  <c:v>0</c:v>
                </c:pt>
                <c:pt idx="2706">
                  <c:v>0</c:v>
                </c:pt>
                <c:pt idx="2707">
                  <c:v>0</c:v>
                </c:pt>
                <c:pt idx="2708">
                  <c:v>0</c:v>
                </c:pt>
                <c:pt idx="2709">
                  <c:v>0</c:v>
                </c:pt>
                <c:pt idx="2710">
                  <c:v>0</c:v>
                </c:pt>
                <c:pt idx="2711">
                  <c:v>0</c:v>
                </c:pt>
                <c:pt idx="2712">
                  <c:v>0</c:v>
                </c:pt>
                <c:pt idx="2713">
                  <c:v>0</c:v>
                </c:pt>
                <c:pt idx="2714">
                  <c:v>0</c:v>
                </c:pt>
                <c:pt idx="2715">
                  <c:v>0</c:v>
                </c:pt>
                <c:pt idx="2716">
                  <c:v>0</c:v>
                </c:pt>
                <c:pt idx="2717">
                  <c:v>0</c:v>
                </c:pt>
                <c:pt idx="2718">
                  <c:v>0</c:v>
                </c:pt>
                <c:pt idx="2719">
                  <c:v>0</c:v>
                </c:pt>
                <c:pt idx="2720">
                  <c:v>0</c:v>
                </c:pt>
                <c:pt idx="2721">
                  <c:v>0</c:v>
                </c:pt>
                <c:pt idx="2722">
                  <c:v>0</c:v>
                </c:pt>
                <c:pt idx="2723">
                  <c:v>0</c:v>
                </c:pt>
                <c:pt idx="2724">
                  <c:v>0</c:v>
                </c:pt>
                <c:pt idx="2725">
                  <c:v>0</c:v>
                </c:pt>
                <c:pt idx="2726">
                  <c:v>0</c:v>
                </c:pt>
                <c:pt idx="2727">
                  <c:v>0</c:v>
                </c:pt>
                <c:pt idx="2728">
                  <c:v>0</c:v>
                </c:pt>
                <c:pt idx="2729">
                  <c:v>0</c:v>
                </c:pt>
                <c:pt idx="2730">
                  <c:v>0</c:v>
                </c:pt>
                <c:pt idx="2731">
                  <c:v>0</c:v>
                </c:pt>
                <c:pt idx="2732">
                  <c:v>0</c:v>
                </c:pt>
                <c:pt idx="2733">
                  <c:v>0</c:v>
                </c:pt>
                <c:pt idx="2734">
                  <c:v>0</c:v>
                </c:pt>
                <c:pt idx="2735">
                  <c:v>0</c:v>
                </c:pt>
                <c:pt idx="2736">
                  <c:v>0</c:v>
                </c:pt>
                <c:pt idx="2737">
                  <c:v>0</c:v>
                </c:pt>
                <c:pt idx="2738">
                  <c:v>0</c:v>
                </c:pt>
                <c:pt idx="2739">
                  <c:v>0</c:v>
                </c:pt>
                <c:pt idx="2740">
                  <c:v>0</c:v>
                </c:pt>
                <c:pt idx="2741">
                  <c:v>0</c:v>
                </c:pt>
                <c:pt idx="2742">
                  <c:v>0</c:v>
                </c:pt>
                <c:pt idx="2743">
                  <c:v>0</c:v>
                </c:pt>
                <c:pt idx="2744">
                  <c:v>0</c:v>
                </c:pt>
                <c:pt idx="2745">
                  <c:v>0</c:v>
                </c:pt>
                <c:pt idx="2746">
                  <c:v>0</c:v>
                </c:pt>
                <c:pt idx="2747">
                  <c:v>0</c:v>
                </c:pt>
                <c:pt idx="2748">
                  <c:v>0</c:v>
                </c:pt>
                <c:pt idx="2749">
                  <c:v>0</c:v>
                </c:pt>
                <c:pt idx="2750">
                  <c:v>0</c:v>
                </c:pt>
                <c:pt idx="2751">
                  <c:v>0</c:v>
                </c:pt>
                <c:pt idx="2752">
                  <c:v>0</c:v>
                </c:pt>
                <c:pt idx="2753">
                  <c:v>0</c:v>
                </c:pt>
                <c:pt idx="2754">
                  <c:v>0</c:v>
                </c:pt>
                <c:pt idx="2755">
                  <c:v>0</c:v>
                </c:pt>
                <c:pt idx="2756">
                  <c:v>0</c:v>
                </c:pt>
                <c:pt idx="2757">
                  <c:v>0</c:v>
                </c:pt>
                <c:pt idx="2758">
                  <c:v>0</c:v>
                </c:pt>
                <c:pt idx="2759">
                  <c:v>0</c:v>
                </c:pt>
                <c:pt idx="2760">
                  <c:v>0</c:v>
                </c:pt>
                <c:pt idx="2761">
                  <c:v>0</c:v>
                </c:pt>
                <c:pt idx="2762">
                  <c:v>0</c:v>
                </c:pt>
                <c:pt idx="2763">
                  <c:v>0</c:v>
                </c:pt>
                <c:pt idx="2764">
                  <c:v>0</c:v>
                </c:pt>
                <c:pt idx="2765">
                  <c:v>0</c:v>
                </c:pt>
                <c:pt idx="2766">
                  <c:v>0</c:v>
                </c:pt>
                <c:pt idx="2767">
                  <c:v>0</c:v>
                </c:pt>
                <c:pt idx="2768">
                  <c:v>0</c:v>
                </c:pt>
                <c:pt idx="2769">
                  <c:v>0</c:v>
                </c:pt>
                <c:pt idx="2770">
                  <c:v>0</c:v>
                </c:pt>
                <c:pt idx="2771">
                  <c:v>0</c:v>
                </c:pt>
                <c:pt idx="2772">
                  <c:v>0</c:v>
                </c:pt>
                <c:pt idx="2773">
                  <c:v>0</c:v>
                </c:pt>
                <c:pt idx="2774">
                  <c:v>0</c:v>
                </c:pt>
                <c:pt idx="2775">
                  <c:v>0</c:v>
                </c:pt>
                <c:pt idx="2776">
                  <c:v>0</c:v>
                </c:pt>
                <c:pt idx="2777">
                  <c:v>0</c:v>
                </c:pt>
                <c:pt idx="2778">
                  <c:v>0</c:v>
                </c:pt>
                <c:pt idx="2779">
                  <c:v>0</c:v>
                </c:pt>
                <c:pt idx="2780">
                  <c:v>0</c:v>
                </c:pt>
                <c:pt idx="2781">
                  <c:v>0</c:v>
                </c:pt>
                <c:pt idx="2782">
                  <c:v>0</c:v>
                </c:pt>
                <c:pt idx="2783">
                  <c:v>0</c:v>
                </c:pt>
                <c:pt idx="2784">
                  <c:v>0</c:v>
                </c:pt>
                <c:pt idx="2785">
                  <c:v>0</c:v>
                </c:pt>
                <c:pt idx="2786">
                  <c:v>0</c:v>
                </c:pt>
                <c:pt idx="2787">
                  <c:v>0</c:v>
                </c:pt>
                <c:pt idx="2788">
                  <c:v>0</c:v>
                </c:pt>
                <c:pt idx="2789">
                  <c:v>0</c:v>
                </c:pt>
                <c:pt idx="2790">
                  <c:v>0</c:v>
                </c:pt>
                <c:pt idx="2791">
                  <c:v>0</c:v>
                </c:pt>
                <c:pt idx="2792">
                  <c:v>0</c:v>
                </c:pt>
                <c:pt idx="2793">
                  <c:v>0</c:v>
                </c:pt>
                <c:pt idx="2794">
                  <c:v>0</c:v>
                </c:pt>
                <c:pt idx="2795">
                  <c:v>0</c:v>
                </c:pt>
                <c:pt idx="2796">
                  <c:v>0</c:v>
                </c:pt>
                <c:pt idx="2797">
                  <c:v>0</c:v>
                </c:pt>
                <c:pt idx="2798">
                  <c:v>0</c:v>
                </c:pt>
                <c:pt idx="2799">
                  <c:v>0</c:v>
                </c:pt>
                <c:pt idx="2800">
                  <c:v>0</c:v>
                </c:pt>
                <c:pt idx="2801">
                  <c:v>0</c:v>
                </c:pt>
                <c:pt idx="2802">
                  <c:v>0</c:v>
                </c:pt>
                <c:pt idx="2803">
                  <c:v>0</c:v>
                </c:pt>
                <c:pt idx="2804">
                  <c:v>0</c:v>
                </c:pt>
                <c:pt idx="2805">
                  <c:v>0</c:v>
                </c:pt>
                <c:pt idx="2806">
                  <c:v>0</c:v>
                </c:pt>
                <c:pt idx="2807">
                  <c:v>0</c:v>
                </c:pt>
                <c:pt idx="2808">
                  <c:v>0</c:v>
                </c:pt>
                <c:pt idx="2809">
                  <c:v>0</c:v>
                </c:pt>
                <c:pt idx="2810">
                  <c:v>0</c:v>
                </c:pt>
                <c:pt idx="2811">
                  <c:v>0</c:v>
                </c:pt>
                <c:pt idx="2812">
                  <c:v>0</c:v>
                </c:pt>
                <c:pt idx="2813">
                  <c:v>0</c:v>
                </c:pt>
                <c:pt idx="2814">
                  <c:v>0</c:v>
                </c:pt>
                <c:pt idx="2815">
                  <c:v>0</c:v>
                </c:pt>
                <c:pt idx="2816">
                  <c:v>0</c:v>
                </c:pt>
                <c:pt idx="2817">
                  <c:v>0</c:v>
                </c:pt>
                <c:pt idx="2818">
                  <c:v>0</c:v>
                </c:pt>
                <c:pt idx="2819">
                  <c:v>0</c:v>
                </c:pt>
                <c:pt idx="2820">
                  <c:v>0</c:v>
                </c:pt>
                <c:pt idx="2821">
                  <c:v>0</c:v>
                </c:pt>
                <c:pt idx="2822">
                  <c:v>0</c:v>
                </c:pt>
                <c:pt idx="2823">
                  <c:v>0</c:v>
                </c:pt>
                <c:pt idx="2824">
                  <c:v>0</c:v>
                </c:pt>
                <c:pt idx="2825">
                  <c:v>0</c:v>
                </c:pt>
                <c:pt idx="2826">
                  <c:v>0</c:v>
                </c:pt>
                <c:pt idx="2827">
                  <c:v>0</c:v>
                </c:pt>
                <c:pt idx="2828">
                  <c:v>0</c:v>
                </c:pt>
                <c:pt idx="2829">
                  <c:v>0</c:v>
                </c:pt>
                <c:pt idx="2830">
                  <c:v>0</c:v>
                </c:pt>
                <c:pt idx="2831">
                  <c:v>0</c:v>
                </c:pt>
                <c:pt idx="2832">
                  <c:v>0</c:v>
                </c:pt>
                <c:pt idx="2833">
                  <c:v>0</c:v>
                </c:pt>
                <c:pt idx="2834">
                  <c:v>0</c:v>
                </c:pt>
                <c:pt idx="2835">
                  <c:v>0</c:v>
                </c:pt>
                <c:pt idx="2836">
                  <c:v>0</c:v>
                </c:pt>
                <c:pt idx="2837">
                  <c:v>0</c:v>
                </c:pt>
                <c:pt idx="2838">
                  <c:v>0</c:v>
                </c:pt>
                <c:pt idx="2839">
                  <c:v>0</c:v>
                </c:pt>
                <c:pt idx="2840">
                  <c:v>0</c:v>
                </c:pt>
                <c:pt idx="2841">
                  <c:v>0</c:v>
                </c:pt>
                <c:pt idx="2842">
                  <c:v>0</c:v>
                </c:pt>
                <c:pt idx="2843">
                  <c:v>0</c:v>
                </c:pt>
                <c:pt idx="2844">
                  <c:v>0</c:v>
                </c:pt>
                <c:pt idx="2845">
                  <c:v>0</c:v>
                </c:pt>
                <c:pt idx="2846">
                  <c:v>0</c:v>
                </c:pt>
                <c:pt idx="2847">
                  <c:v>0</c:v>
                </c:pt>
                <c:pt idx="2848">
                  <c:v>0</c:v>
                </c:pt>
                <c:pt idx="2849">
                  <c:v>0</c:v>
                </c:pt>
                <c:pt idx="2850">
                  <c:v>0</c:v>
                </c:pt>
                <c:pt idx="2851">
                  <c:v>0</c:v>
                </c:pt>
                <c:pt idx="2852">
                  <c:v>0</c:v>
                </c:pt>
                <c:pt idx="2853">
                  <c:v>0</c:v>
                </c:pt>
                <c:pt idx="2854">
                  <c:v>0</c:v>
                </c:pt>
                <c:pt idx="2855">
                  <c:v>0</c:v>
                </c:pt>
                <c:pt idx="2856">
                  <c:v>0</c:v>
                </c:pt>
                <c:pt idx="2857">
                  <c:v>0</c:v>
                </c:pt>
                <c:pt idx="2858">
                  <c:v>0</c:v>
                </c:pt>
                <c:pt idx="2859">
                  <c:v>0</c:v>
                </c:pt>
                <c:pt idx="2860">
                  <c:v>0</c:v>
                </c:pt>
                <c:pt idx="2861">
                  <c:v>0</c:v>
                </c:pt>
                <c:pt idx="2862">
                  <c:v>0</c:v>
                </c:pt>
                <c:pt idx="2863">
                  <c:v>0</c:v>
                </c:pt>
                <c:pt idx="2864">
                  <c:v>0</c:v>
                </c:pt>
                <c:pt idx="2865">
                  <c:v>0</c:v>
                </c:pt>
                <c:pt idx="2866">
                  <c:v>0</c:v>
                </c:pt>
                <c:pt idx="2867">
                  <c:v>0</c:v>
                </c:pt>
                <c:pt idx="2868">
                  <c:v>0</c:v>
                </c:pt>
                <c:pt idx="2869">
                  <c:v>0</c:v>
                </c:pt>
                <c:pt idx="2870">
                  <c:v>0</c:v>
                </c:pt>
                <c:pt idx="2871">
                  <c:v>0</c:v>
                </c:pt>
                <c:pt idx="2872">
                  <c:v>0</c:v>
                </c:pt>
                <c:pt idx="2873">
                  <c:v>0</c:v>
                </c:pt>
                <c:pt idx="2874">
                  <c:v>0</c:v>
                </c:pt>
                <c:pt idx="2875">
                  <c:v>0</c:v>
                </c:pt>
                <c:pt idx="2876">
                  <c:v>0</c:v>
                </c:pt>
                <c:pt idx="2877">
                  <c:v>0</c:v>
                </c:pt>
                <c:pt idx="2878">
                  <c:v>0</c:v>
                </c:pt>
                <c:pt idx="2879">
                  <c:v>0</c:v>
                </c:pt>
                <c:pt idx="2880">
                  <c:v>0</c:v>
                </c:pt>
                <c:pt idx="2881">
                  <c:v>0</c:v>
                </c:pt>
                <c:pt idx="2882">
                  <c:v>0</c:v>
                </c:pt>
                <c:pt idx="2883">
                  <c:v>0</c:v>
                </c:pt>
                <c:pt idx="2884">
                  <c:v>0</c:v>
                </c:pt>
                <c:pt idx="2885">
                  <c:v>0</c:v>
                </c:pt>
                <c:pt idx="2886">
                  <c:v>0</c:v>
                </c:pt>
                <c:pt idx="2887">
                  <c:v>0</c:v>
                </c:pt>
                <c:pt idx="2888">
                  <c:v>0</c:v>
                </c:pt>
                <c:pt idx="2889">
                  <c:v>0</c:v>
                </c:pt>
                <c:pt idx="2890">
                  <c:v>0</c:v>
                </c:pt>
                <c:pt idx="2891">
                  <c:v>0</c:v>
                </c:pt>
                <c:pt idx="2892">
                  <c:v>0</c:v>
                </c:pt>
                <c:pt idx="2893">
                  <c:v>0</c:v>
                </c:pt>
                <c:pt idx="2894">
                  <c:v>0</c:v>
                </c:pt>
                <c:pt idx="2895">
                  <c:v>0</c:v>
                </c:pt>
                <c:pt idx="2896">
                  <c:v>0</c:v>
                </c:pt>
                <c:pt idx="2897">
                  <c:v>0</c:v>
                </c:pt>
                <c:pt idx="2898">
                  <c:v>0</c:v>
                </c:pt>
                <c:pt idx="2899">
                  <c:v>0</c:v>
                </c:pt>
                <c:pt idx="2900">
                  <c:v>0</c:v>
                </c:pt>
                <c:pt idx="2901">
                  <c:v>0</c:v>
                </c:pt>
                <c:pt idx="2902">
                  <c:v>0</c:v>
                </c:pt>
                <c:pt idx="2903">
                  <c:v>0</c:v>
                </c:pt>
                <c:pt idx="2904">
                  <c:v>0</c:v>
                </c:pt>
                <c:pt idx="2905">
                  <c:v>0</c:v>
                </c:pt>
                <c:pt idx="2906">
                  <c:v>0</c:v>
                </c:pt>
                <c:pt idx="2907">
                  <c:v>0</c:v>
                </c:pt>
                <c:pt idx="2908">
                  <c:v>0</c:v>
                </c:pt>
                <c:pt idx="2909">
                  <c:v>0</c:v>
                </c:pt>
                <c:pt idx="2910">
                  <c:v>0</c:v>
                </c:pt>
                <c:pt idx="2911">
                  <c:v>0</c:v>
                </c:pt>
                <c:pt idx="2912">
                  <c:v>0</c:v>
                </c:pt>
                <c:pt idx="2913">
                  <c:v>0</c:v>
                </c:pt>
                <c:pt idx="2914">
                  <c:v>0</c:v>
                </c:pt>
                <c:pt idx="2915">
                  <c:v>0</c:v>
                </c:pt>
                <c:pt idx="2916">
                  <c:v>0</c:v>
                </c:pt>
                <c:pt idx="2917">
                  <c:v>0</c:v>
                </c:pt>
                <c:pt idx="2918">
                  <c:v>0</c:v>
                </c:pt>
                <c:pt idx="2919">
                  <c:v>0</c:v>
                </c:pt>
                <c:pt idx="2920">
                  <c:v>0</c:v>
                </c:pt>
                <c:pt idx="2921">
                  <c:v>0</c:v>
                </c:pt>
                <c:pt idx="2922">
                  <c:v>0</c:v>
                </c:pt>
                <c:pt idx="2923">
                  <c:v>0</c:v>
                </c:pt>
                <c:pt idx="2924">
                  <c:v>0</c:v>
                </c:pt>
                <c:pt idx="2925">
                  <c:v>0</c:v>
                </c:pt>
                <c:pt idx="2926">
                  <c:v>0</c:v>
                </c:pt>
                <c:pt idx="2927">
                  <c:v>0</c:v>
                </c:pt>
                <c:pt idx="2928">
                  <c:v>0</c:v>
                </c:pt>
                <c:pt idx="2929">
                  <c:v>0</c:v>
                </c:pt>
                <c:pt idx="2930">
                  <c:v>0</c:v>
                </c:pt>
                <c:pt idx="2931">
                  <c:v>0</c:v>
                </c:pt>
                <c:pt idx="2932">
                  <c:v>0</c:v>
                </c:pt>
                <c:pt idx="2933">
                  <c:v>0</c:v>
                </c:pt>
                <c:pt idx="2934">
                  <c:v>0</c:v>
                </c:pt>
                <c:pt idx="2935">
                  <c:v>0</c:v>
                </c:pt>
                <c:pt idx="2936">
                  <c:v>0</c:v>
                </c:pt>
                <c:pt idx="2937">
                  <c:v>0</c:v>
                </c:pt>
                <c:pt idx="2938">
                  <c:v>0</c:v>
                </c:pt>
                <c:pt idx="2939">
                  <c:v>0</c:v>
                </c:pt>
                <c:pt idx="2940">
                  <c:v>0</c:v>
                </c:pt>
                <c:pt idx="2941">
                  <c:v>0</c:v>
                </c:pt>
                <c:pt idx="2942">
                  <c:v>0</c:v>
                </c:pt>
                <c:pt idx="2943">
                  <c:v>0</c:v>
                </c:pt>
                <c:pt idx="2944">
                  <c:v>0</c:v>
                </c:pt>
                <c:pt idx="2945">
                  <c:v>0</c:v>
                </c:pt>
                <c:pt idx="2946">
                  <c:v>0</c:v>
                </c:pt>
                <c:pt idx="2947">
                  <c:v>0</c:v>
                </c:pt>
                <c:pt idx="2948">
                  <c:v>0</c:v>
                </c:pt>
                <c:pt idx="2949">
                  <c:v>0</c:v>
                </c:pt>
                <c:pt idx="2950">
                  <c:v>0</c:v>
                </c:pt>
                <c:pt idx="2951">
                  <c:v>0</c:v>
                </c:pt>
                <c:pt idx="2952">
                  <c:v>0</c:v>
                </c:pt>
                <c:pt idx="2953">
                  <c:v>0</c:v>
                </c:pt>
                <c:pt idx="2954">
                  <c:v>0</c:v>
                </c:pt>
                <c:pt idx="2955">
                  <c:v>0</c:v>
                </c:pt>
                <c:pt idx="2956">
                  <c:v>0</c:v>
                </c:pt>
                <c:pt idx="2957">
                  <c:v>0</c:v>
                </c:pt>
                <c:pt idx="2958">
                  <c:v>0</c:v>
                </c:pt>
                <c:pt idx="2959">
                  <c:v>0</c:v>
                </c:pt>
                <c:pt idx="2960">
                  <c:v>0</c:v>
                </c:pt>
                <c:pt idx="2961">
                  <c:v>0</c:v>
                </c:pt>
                <c:pt idx="2962">
                  <c:v>0</c:v>
                </c:pt>
                <c:pt idx="2963">
                  <c:v>0</c:v>
                </c:pt>
                <c:pt idx="2964">
                  <c:v>0</c:v>
                </c:pt>
                <c:pt idx="2965">
                  <c:v>0</c:v>
                </c:pt>
                <c:pt idx="2966">
                  <c:v>0</c:v>
                </c:pt>
                <c:pt idx="2967">
                  <c:v>0</c:v>
                </c:pt>
                <c:pt idx="2968">
                  <c:v>0</c:v>
                </c:pt>
                <c:pt idx="2969">
                  <c:v>0</c:v>
                </c:pt>
                <c:pt idx="2970">
                  <c:v>0</c:v>
                </c:pt>
                <c:pt idx="2971">
                  <c:v>0</c:v>
                </c:pt>
                <c:pt idx="2972">
                  <c:v>0</c:v>
                </c:pt>
                <c:pt idx="2973">
                  <c:v>0</c:v>
                </c:pt>
                <c:pt idx="2974">
                  <c:v>0</c:v>
                </c:pt>
                <c:pt idx="2975">
                  <c:v>0</c:v>
                </c:pt>
                <c:pt idx="2976">
                  <c:v>0</c:v>
                </c:pt>
                <c:pt idx="2977">
                  <c:v>0</c:v>
                </c:pt>
                <c:pt idx="2978">
                  <c:v>0</c:v>
                </c:pt>
                <c:pt idx="2979">
                  <c:v>0</c:v>
                </c:pt>
                <c:pt idx="2980">
                  <c:v>0</c:v>
                </c:pt>
                <c:pt idx="2981">
                  <c:v>0</c:v>
                </c:pt>
                <c:pt idx="2982">
                  <c:v>0</c:v>
                </c:pt>
                <c:pt idx="2983">
                  <c:v>0</c:v>
                </c:pt>
                <c:pt idx="2984">
                  <c:v>0</c:v>
                </c:pt>
                <c:pt idx="2985">
                  <c:v>0</c:v>
                </c:pt>
                <c:pt idx="2986">
                  <c:v>0</c:v>
                </c:pt>
                <c:pt idx="2987">
                  <c:v>0</c:v>
                </c:pt>
                <c:pt idx="2988">
                  <c:v>0</c:v>
                </c:pt>
                <c:pt idx="2989">
                  <c:v>0</c:v>
                </c:pt>
                <c:pt idx="2990">
                  <c:v>0</c:v>
                </c:pt>
                <c:pt idx="2991">
                  <c:v>0</c:v>
                </c:pt>
                <c:pt idx="2992">
                  <c:v>0</c:v>
                </c:pt>
                <c:pt idx="2993">
                  <c:v>0</c:v>
                </c:pt>
                <c:pt idx="2994">
                  <c:v>0</c:v>
                </c:pt>
                <c:pt idx="2995">
                  <c:v>0</c:v>
                </c:pt>
                <c:pt idx="2996">
                  <c:v>0</c:v>
                </c:pt>
                <c:pt idx="2997">
                  <c:v>0</c:v>
                </c:pt>
                <c:pt idx="2998">
                  <c:v>0</c:v>
                </c:pt>
                <c:pt idx="2999">
                  <c:v>0</c:v>
                </c:pt>
                <c:pt idx="3000">
                  <c:v>0</c:v>
                </c:pt>
                <c:pt idx="3001">
                  <c:v>0</c:v>
                </c:pt>
                <c:pt idx="3002">
                  <c:v>0</c:v>
                </c:pt>
                <c:pt idx="3003">
                  <c:v>0</c:v>
                </c:pt>
                <c:pt idx="3004">
                  <c:v>0</c:v>
                </c:pt>
                <c:pt idx="3005">
                  <c:v>0</c:v>
                </c:pt>
                <c:pt idx="3006">
                  <c:v>0</c:v>
                </c:pt>
                <c:pt idx="3007">
                  <c:v>0</c:v>
                </c:pt>
                <c:pt idx="3008">
                  <c:v>0</c:v>
                </c:pt>
                <c:pt idx="3009">
                  <c:v>0</c:v>
                </c:pt>
                <c:pt idx="3010">
                  <c:v>0</c:v>
                </c:pt>
                <c:pt idx="3011">
                  <c:v>0</c:v>
                </c:pt>
                <c:pt idx="3012">
                  <c:v>0</c:v>
                </c:pt>
                <c:pt idx="3013">
                  <c:v>0</c:v>
                </c:pt>
                <c:pt idx="3014">
                  <c:v>0</c:v>
                </c:pt>
                <c:pt idx="3015">
                  <c:v>0</c:v>
                </c:pt>
                <c:pt idx="3016">
                  <c:v>0</c:v>
                </c:pt>
                <c:pt idx="3017">
                  <c:v>0</c:v>
                </c:pt>
                <c:pt idx="3018">
                  <c:v>0</c:v>
                </c:pt>
                <c:pt idx="3019">
                  <c:v>0</c:v>
                </c:pt>
                <c:pt idx="3020">
                  <c:v>0</c:v>
                </c:pt>
                <c:pt idx="3021">
                  <c:v>0</c:v>
                </c:pt>
                <c:pt idx="3022">
                  <c:v>0</c:v>
                </c:pt>
                <c:pt idx="3023">
                  <c:v>0</c:v>
                </c:pt>
                <c:pt idx="3024">
                  <c:v>0</c:v>
                </c:pt>
                <c:pt idx="3025">
                  <c:v>0</c:v>
                </c:pt>
                <c:pt idx="3026">
                  <c:v>0</c:v>
                </c:pt>
                <c:pt idx="3027">
                  <c:v>0</c:v>
                </c:pt>
                <c:pt idx="3028">
                  <c:v>0</c:v>
                </c:pt>
                <c:pt idx="3029">
                  <c:v>0</c:v>
                </c:pt>
                <c:pt idx="3030">
                  <c:v>0</c:v>
                </c:pt>
                <c:pt idx="3031">
                  <c:v>0</c:v>
                </c:pt>
                <c:pt idx="3032">
                  <c:v>0</c:v>
                </c:pt>
                <c:pt idx="3033">
                  <c:v>0</c:v>
                </c:pt>
                <c:pt idx="3034">
                  <c:v>0</c:v>
                </c:pt>
                <c:pt idx="3035">
                  <c:v>0</c:v>
                </c:pt>
                <c:pt idx="3036">
                  <c:v>0</c:v>
                </c:pt>
                <c:pt idx="3037">
                  <c:v>0</c:v>
                </c:pt>
                <c:pt idx="3038">
                  <c:v>0</c:v>
                </c:pt>
                <c:pt idx="3039">
                  <c:v>0</c:v>
                </c:pt>
                <c:pt idx="3040">
                  <c:v>0</c:v>
                </c:pt>
                <c:pt idx="3041">
                  <c:v>0</c:v>
                </c:pt>
                <c:pt idx="3042">
                  <c:v>0</c:v>
                </c:pt>
                <c:pt idx="3043">
                  <c:v>0</c:v>
                </c:pt>
                <c:pt idx="3044">
                  <c:v>0</c:v>
                </c:pt>
                <c:pt idx="3045">
                  <c:v>0</c:v>
                </c:pt>
                <c:pt idx="3046">
                  <c:v>0</c:v>
                </c:pt>
                <c:pt idx="3047">
                  <c:v>0</c:v>
                </c:pt>
                <c:pt idx="3048">
                  <c:v>0</c:v>
                </c:pt>
                <c:pt idx="3049">
                  <c:v>0</c:v>
                </c:pt>
                <c:pt idx="3050">
                  <c:v>0</c:v>
                </c:pt>
                <c:pt idx="3051">
                  <c:v>0</c:v>
                </c:pt>
                <c:pt idx="3052">
                  <c:v>0</c:v>
                </c:pt>
                <c:pt idx="3053">
                  <c:v>0</c:v>
                </c:pt>
                <c:pt idx="3054">
                  <c:v>0</c:v>
                </c:pt>
                <c:pt idx="3055">
                  <c:v>0</c:v>
                </c:pt>
                <c:pt idx="3056">
                  <c:v>0</c:v>
                </c:pt>
                <c:pt idx="3057">
                  <c:v>0</c:v>
                </c:pt>
                <c:pt idx="3058">
                  <c:v>0</c:v>
                </c:pt>
                <c:pt idx="3059">
                  <c:v>0</c:v>
                </c:pt>
                <c:pt idx="3060">
                  <c:v>0</c:v>
                </c:pt>
                <c:pt idx="3061">
                  <c:v>0</c:v>
                </c:pt>
                <c:pt idx="3062">
                  <c:v>0</c:v>
                </c:pt>
                <c:pt idx="3063">
                  <c:v>0</c:v>
                </c:pt>
                <c:pt idx="3064">
                  <c:v>0</c:v>
                </c:pt>
                <c:pt idx="3065">
                  <c:v>0</c:v>
                </c:pt>
                <c:pt idx="3066">
                  <c:v>0</c:v>
                </c:pt>
                <c:pt idx="3067">
                  <c:v>0</c:v>
                </c:pt>
                <c:pt idx="3068">
                  <c:v>0</c:v>
                </c:pt>
                <c:pt idx="3069">
                  <c:v>0</c:v>
                </c:pt>
                <c:pt idx="3070">
                  <c:v>0</c:v>
                </c:pt>
                <c:pt idx="3071">
                  <c:v>0</c:v>
                </c:pt>
                <c:pt idx="3072">
                  <c:v>0</c:v>
                </c:pt>
                <c:pt idx="3073">
                  <c:v>0</c:v>
                </c:pt>
                <c:pt idx="3074">
                  <c:v>0</c:v>
                </c:pt>
                <c:pt idx="3075">
                  <c:v>0</c:v>
                </c:pt>
                <c:pt idx="3076">
                  <c:v>0</c:v>
                </c:pt>
                <c:pt idx="3077">
                  <c:v>0</c:v>
                </c:pt>
                <c:pt idx="3078">
                  <c:v>0</c:v>
                </c:pt>
                <c:pt idx="3079">
                  <c:v>0</c:v>
                </c:pt>
                <c:pt idx="3080">
                  <c:v>0</c:v>
                </c:pt>
                <c:pt idx="3081">
                  <c:v>0</c:v>
                </c:pt>
                <c:pt idx="3082">
                  <c:v>0</c:v>
                </c:pt>
                <c:pt idx="3083">
                  <c:v>0</c:v>
                </c:pt>
                <c:pt idx="3084">
                  <c:v>0</c:v>
                </c:pt>
                <c:pt idx="3085">
                  <c:v>0</c:v>
                </c:pt>
                <c:pt idx="3086">
                  <c:v>0</c:v>
                </c:pt>
                <c:pt idx="3087">
                  <c:v>0</c:v>
                </c:pt>
                <c:pt idx="3088">
                  <c:v>0</c:v>
                </c:pt>
                <c:pt idx="3089">
                  <c:v>0</c:v>
                </c:pt>
                <c:pt idx="3090">
                  <c:v>0</c:v>
                </c:pt>
                <c:pt idx="3091">
                  <c:v>0</c:v>
                </c:pt>
                <c:pt idx="3092">
                  <c:v>0</c:v>
                </c:pt>
                <c:pt idx="3093">
                  <c:v>0</c:v>
                </c:pt>
                <c:pt idx="3094">
                  <c:v>0</c:v>
                </c:pt>
                <c:pt idx="3095">
                  <c:v>0</c:v>
                </c:pt>
                <c:pt idx="3096">
                  <c:v>0</c:v>
                </c:pt>
                <c:pt idx="3097">
                  <c:v>0</c:v>
                </c:pt>
                <c:pt idx="3098">
                  <c:v>0</c:v>
                </c:pt>
                <c:pt idx="3099">
                  <c:v>0</c:v>
                </c:pt>
                <c:pt idx="3100">
                  <c:v>0</c:v>
                </c:pt>
                <c:pt idx="3101">
                  <c:v>0</c:v>
                </c:pt>
                <c:pt idx="3102">
                  <c:v>0</c:v>
                </c:pt>
                <c:pt idx="3103">
                  <c:v>0</c:v>
                </c:pt>
                <c:pt idx="3104">
                  <c:v>0</c:v>
                </c:pt>
                <c:pt idx="3105">
                  <c:v>0</c:v>
                </c:pt>
                <c:pt idx="3106">
                  <c:v>0</c:v>
                </c:pt>
                <c:pt idx="3107">
                  <c:v>0</c:v>
                </c:pt>
                <c:pt idx="3108">
                  <c:v>0</c:v>
                </c:pt>
                <c:pt idx="3109">
                  <c:v>0</c:v>
                </c:pt>
                <c:pt idx="3110">
                  <c:v>0</c:v>
                </c:pt>
                <c:pt idx="3111">
                  <c:v>0</c:v>
                </c:pt>
                <c:pt idx="3112">
                  <c:v>0</c:v>
                </c:pt>
                <c:pt idx="3113">
                  <c:v>0</c:v>
                </c:pt>
                <c:pt idx="3114">
                  <c:v>0</c:v>
                </c:pt>
                <c:pt idx="3115">
                  <c:v>0</c:v>
                </c:pt>
                <c:pt idx="3116">
                  <c:v>0</c:v>
                </c:pt>
                <c:pt idx="3117">
                  <c:v>0</c:v>
                </c:pt>
                <c:pt idx="3118">
                  <c:v>0</c:v>
                </c:pt>
                <c:pt idx="3119">
                  <c:v>0</c:v>
                </c:pt>
                <c:pt idx="3120">
                  <c:v>0</c:v>
                </c:pt>
                <c:pt idx="3121">
                  <c:v>0</c:v>
                </c:pt>
                <c:pt idx="3122">
                  <c:v>0</c:v>
                </c:pt>
                <c:pt idx="3123">
                  <c:v>0</c:v>
                </c:pt>
                <c:pt idx="3124">
                  <c:v>0</c:v>
                </c:pt>
                <c:pt idx="3125">
                  <c:v>0</c:v>
                </c:pt>
                <c:pt idx="3126">
                  <c:v>0</c:v>
                </c:pt>
                <c:pt idx="3127">
                  <c:v>0</c:v>
                </c:pt>
                <c:pt idx="3128">
                  <c:v>0</c:v>
                </c:pt>
                <c:pt idx="3129">
                  <c:v>0</c:v>
                </c:pt>
                <c:pt idx="3130">
                  <c:v>0</c:v>
                </c:pt>
                <c:pt idx="3131">
                  <c:v>0</c:v>
                </c:pt>
                <c:pt idx="3132">
                  <c:v>0</c:v>
                </c:pt>
                <c:pt idx="3133">
                  <c:v>0</c:v>
                </c:pt>
                <c:pt idx="3134">
                  <c:v>0</c:v>
                </c:pt>
                <c:pt idx="3135">
                  <c:v>0</c:v>
                </c:pt>
                <c:pt idx="3136">
                  <c:v>0</c:v>
                </c:pt>
                <c:pt idx="3137">
                  <c:v>0</c:v>
                </c:pt>
                <c:pt idx="3138">
                  <c:v>0</c:v>
                </c:pt>
                <c:pt idx="3139">
                  <c:v>0</c:v>
                </c:pt>
                <c:pt idx="3140">
                  <c:v>0</c:v>
                </c:pt>
                <c:pt idx="3141">
                  <c:v>0</c:v>
                </c:pt>
                <c:pt idx="3142">
                  <c:v>0</c:v>
                </c:pt>
                <c:pt idx="3143">
                  <c:v>0</c:v>
                </c:pt>
                <c:pt idx="3144">
                  <c:v>0</c:v>
                </c:pt>
                <c:pt idx="3145">
                  <c:v>0</c:v>
                </c:pt>
                <c:pt idx="3146">
                  <c:v>0</c:v>
                </c:pt>
                <c:pt idx="3147">
                  <c:v>0</c:v>
                </c:pt>
                <c:pt idx="3148">
                  <c:v>0</c:v>
                </c:pt>
                <c:pt idx="3149">
                  <c:v>0</c:v>
                </c:pt>
                <c:pt idx="3150">
                  <c:v>0</c:v>
                </c:pt>
                <c:pt idx="3151">
                  <c:v>0</c:v>
                </c:pt>
                <c:pt idx="3152">
                  <c:v>0</c:v>
                </c:pt>
                <c:pt idx="3153">
                  <c:v>0</c:v>
                </c:pt>
                <c:pt idx="3154">
                  <c:v>0</c:v>
                </c:pt>
                <c:pt idx="3155">
                  <c:v>0</c:v>
                </c:pt>
                <c:pt idx="3156">
                  <c:v>0</c:v>
                </c:pt>
                <c:pt idx="3157">
                  <c:v>0</c:v>
                </c:pt>
                <c:pt idx="3158">
                  <c:v>0</c:v>
                </c:pt>
                <c:pt idx="3159">
                  <c:v>0</c:v>
                </c:pt>
                <c:pt idx="3160">
                  <c:v>0</c:v>
                </c:pt>
                <c:pt idx="3161">
                  <c:v>0</c:v>
                </c:pt>
                <c:pt idx="3162">
                  <c:v>0</c:v>
                </c:pt>
                <c:pt idx="3163">
                  <c:v>0</c:v>
                </c:pt>
                <c:pt idx="3164">
                  <c:v>0</c:v>
                </c:pt>
                <c:pt idx="3165">
                  <c:v>0</c:v>
                </c:pt>
                <c:pt idx="3166">
                  <c:v>0</c:v>
                </c:pt>
                <c:pt idx="3167">
                  <c:v>0</c:v>
                </c:pt>
                <c:pt idx="3168">
                  <c:v>0</c:v>
                </c:pt>
                <c:pt idx="3169">
                  <c:v>0</c:v>
                </c:pt>
                <c:pt idx="3170">
                  <c:v>0</c:v>
                </c:pt>
                <c:pt idx="3171">
                  <c:v>0</c:v>
                </c:pt>
                <c:pt idx="3172">
                  <c:v>0</c:v>
                </c:pt>
                <c:pt idx="3173">
                  <c:v>0</c:v>
                </c:pt>
                <c:pt idx="3174">
                  <c:v>0</c:v>
                </c:pt>
                <c:pt idx="3175">
                  <c:v>0</c:v>
                </c:pt>
                <c:pt idx="3176">
                  <c:v>0</c:v>
                </c:pt>
                <c:pt idx="3177">
                  <c:v>0</c:v>
                </c:pt>
                <c:pt idx="3178">
                  <c:v>0</c:v>
                </c:pt>
                <c:pt idx="3179">
                  <c:v>0</c:v>
                </c:pt>
                <c:pt idx="3180">
                  <c:v>0</c:v>
                </c:pt>
                <c:pt idx="3181">
                  <c:v>0</c:v>
                </c:pt>
                <c:pt idx="3182">
                  <c:v>0</c:v>
                </c:pt>
                <c:pt idx="3183">
                  <c:v>0</c:v>
                </c:pt>
                <c:pt idx="3184">
                  <c:v>0</c:v>
                </c:pt>
                <c:pt idx="3185">
                  <c:v>0</c:v>
                </c:pt>
                <c:pt idx="3186">
                  <c:v>0</c:v>
                </c:pt>
                <c:pt idx="3187">
                  <c:v>0</c:v>
                </c:pt>
                <c:pt idx="3188">
                  <c:v>0</c:v>
                </c:pt>
                <c:pt idx="3189">
                  <c:v>0</c:v>
                </c:pt>
                <c:pt idx="3190">
                  <c:v>0</c:v>
                </c:pt>
                <c:pt idx="3191">
                  <c:v>0</c:v>
                </c:pt>
                <c:pt idx="3192">
                  <c:v>0</c:v>
                </c:pt>
                <c:pt idx="3193">
                  <c:v>0</c:v>
                </c:pt>
                <c:pt idx="3194">
                  <c:v>0</c:v>
                </c:pt>
                <c:pt idx="3195">
                  <c:v>0</c:v>
                </c:pt>
                <c:pt idx="3196">
                  <c:v>0</c:v>
                </c:pt>
                <c:pt idx="3197">
                  <c:v>0</c:v>
                </c:pt>
                <c:pt idx="3198">
                  <c:v>0</c:v>
                </c:pt>
                <c:pt idx="3199">
                  <c:v>0</c:v>
                </c:pt>
                <c:pt idx="3200">
                  <c:v>0</c:v>
                </c:pt>
                <c:pt idx="3201">
                  <c:v>0</c:v>
                </c:pt>
                <c:pt idx="3202">
                  <c:v>0</c:v>
                </c:pt>
                <c:pt idx="3203">
                  <c:v>0</c:v>
                </c:pt>
                <c:pt idx="3204">
                  <c:v>0</c:v>
                </c:pt>
                <c:pt idx="3205">
                  <c:v>0</c:v>
                </c:pt>
                <c:pt idx="3206">
                  <c:v>0</c:v>
                </c:pt>
                <c:pt idx="3207">
                  <c:v>0</c:v>
                </c:pt>
                <c:pt idx="3208">
                  <c:v>0</c:v>
                </c:pt>
                <c:pt idx="3209">
                  <c:v>0</c:v>
                </c:pt>
                <c:pt idx="3210">
                  <c:v>0</c:v>
                </c:pt>
                <c:pt idx="3211">
                  <c:v>0</c:v>
                </c:pt>
                <c:pt idx="3212">
                  <c:v>0</c:v>
                </c:pt>
                <c:pt idx="3213">
                  <c:v>0</c:v>
                </c:pt>
                <c:pt idx="3214">
                  <c:v>0</c:v>
                </c:pt>
                <c:pt idx="3215">
                  <c:v>0</c:v>
                </c:pt>
                <c:pt idx="3216">
                  <c:v>0</c:v>
                </c:pt>
                <c:pt idx="3217">
                  <c:v>0</c:v>
                </c:pt>
                <c:pt idx="3218">
                  <c:v>0</c:v>
                </c:pt>
                <c:pt idx="3219">
                  <c:v>0</c:v>
                </c:pt>
                <c:pt idx="3220">
                  <c:v>0</c:v>
                </c:pt>
                <c:pt idx="3221">
                  <c:v>0</c:v>
                </c:pt>
                <c:pt idx="3222">
                  <c:v>0</c:v>
                </c:pt>
                <c:pt idx="3223">
                  <c:v>0</c:v>
                </c:pt>
                <c:pt idx="3224">
                  <c:v>0</c:v>
                </c:pt>
                <c:pt idx="3225">
                  <c:v>0</c:v>
                </c:pt>
                <c:pt idx="3226">
                  <c:v>0</c:v>
                </c:pt>
                <c:pt idx="3227">
                  <c:v>0</c:v>
                </c:pt>
                <c:pt idx="3228">
                  <c:v>0</c:v>
                </c:pt>
                <c:pt idx="3229">
                  <c:v>0</c:v>
                </c:pt>
                <c:pt idx="3230">
                  <c:v>0</c:v>
                </c:pt>
                <c:pt idx="3231">
                  <c:v>0</c:v>
                </c:pt>
                <c:pt idx="3232">
                  <c:v>0</c:v>
                </c:pt>
                <c:pt idx="3233">
                  <c:v>0</c:v>
                </c:pt>
                <c:pt idx="3234">
                  <c:v>0</c:v>
                </c:pt>
                <c:pt idx="3235">
                  <c:v>0</c:v>
                </c:pt>
                <c:pt idx="3236">
                  <c:v>0</c:v>
                </c:pt>
                <c:pt idx="3237">
                  <c:v>0</c:v>
                </c:pt>
                <c:pt idx="3238">
                  <c:v>0</c:v>
                </c:pt>
                <c:pt idx="3239">
                  <c:v>0</c:v>
                </c:pt>
                <c:pt idx="3240">
                  <c:v>0</c:v>
                </c:pt>
                <c:pt idx="3241">
                  <c:v>0</c:v>
                </c:pt>
                <c:pt idx="3242">
                  <c:v>0</c:v>
                </c:pt>
                <c:pt idx="3243">
                  <c:v>0</c:v>
                </c:pt>
                <c:pt idx="3244">
                  <c:v>0</c:v>
                </c:pt>
                <c:pt idx="3245">
                  <c:v>0</c:v>
                </c:pt>
                <c:pt idx="3246">
                  <c:v>0</c:v>
                </c:pt>
                <c:pt idx="3247">
                  <c:v>0</c:v>
                </c:pt>
                <c:pt idx="3248">
                  <c:v>0</c:v>
                </c:pt>
                <c:pt idx="3249">
                  <c:v>0</c:v>
                </c:pt>
                <c:pt idx="3250">
                  <c:v>0</c:v>
                </c:pt>
                <c:pt idx="3251">
                  <c:v>0</c:v>
                </c:pt>
                <c:pt idx="3252">
                  <c:v>0</c:v>
                </c:pt>
                <c:pt idx="3253">
                  <c:v>0</c:v>
                </c:pt>
                <c:pt idx="3254">
                  <c:v>0</c:v>
                </c:pt>
                <c:pt idx="3255">
                  <c:v>0</c:v>
                </c:pt>
                <c:pt idx="3256">
                  <c:v>0</c:v>
                </c:pt>
                <c:pt idx="3257">
                  <c:v>0</c:v>
                </c:pt>
                <c:pt idx="3258">
                  <c:v>0</c:v>
                </c:pt>
                <c:pt idx="3259">
                  <c:v>0</c:v>
                </c:pt>
                <c:pt idx="3260">
                  <c:v>0</c:v>
                </c:pt>
                <c:pt idx="3261">
                  <c:v>0</c:v>
                </c:pt>
                <c:pt idx="3262">
                  <c:v>0</c:v>
                </c:pt>
                <c:pt idx="3263">
                  <c:v>0</c:v>
                </c:pt>
                <c:pt idx="3264">
                  <c:v>0</c:v>
                </c:pt>
                <c:pt idx="3265">
                  <c:v>0</c:v>
                </c:pt>
                <c:pt idx="3266">
                  <c:v>0</c:v>
                </c:pt>
                <c:pt idx="3267">
                  <c:v>0</c:v>
                </c:pt>
                <c:pt idx="3268">
                  <c:v>0</c:v>
                </c:pt>
                <c:pt idx="3269">
                  <c:v>0</c:v>
                </c:pt>
                <c:pt idx="3270">
                  <c:v>0</c:v>
                </c:pt>
                <c:pt idx="3271">
                  <c:v>0</c:v>
                </c:pt>
                <c:pt idx="3272">
                  <c:v>0</c:v>
                </c:pt>
                <c:pt idx="3273">
                  <c:v>0</c:v>
                </c:pt>
                <c:pt idx="3274">
                  <c:v>0</c:v>
                </c:pt>
                <c:pt idx="3275">
                  <c:v>0</c:v>
                </c:pt>
                <c:pt idx="3276">
                  <c:v>0</c:v>
                </c:pt>
                <c:pt idx="3277">
                  <c:v>0</c:v>
                </c:pt>
                <c:pt idx="3278">
                  <c:v>0</c:v>
                </c:pt>
                <c:pt idx="3279">
                  <c:v>0</c:v>
                </c:pt>
                <c:pt idx="3280">
                  <c:v>0</c:v>
                </c:pt>
                <c:pt idx="3281">
                  <c:v>0</c:v>
                </c:pt>
                <c:pt idx="3282">
                  <c:v>0</c:v>
                </c:pt>
                <c:pt idx="3283">
                  <c:v>0</c:v>
                </c:pt>
                <c:pt idx="3284">
                  <c:v>0</c:v>
                </c:pt>
                <c:pt idx="3285">
                  <c:v>0</c:v>
                </c:pt>
                <c:pt idx="3286">
                  <c:v>0</c:v>
                </c:pt>
                <c:pt idx="3287">
                  <c:v>0</c:v>
                </c:pt>
                <c:pt idx="3288">
                  <c:v>0</c:v>
                </c:pt>
                <c:pt idx="3289">
                  <c:v>0</c:v>
                </c:pt>
                <c:pt idx="3290">
                  <c:v>0</c:v>
                </c:pt>
                <c:pt idx="3291">
                  <c:v>0</c:v>
                </c:pt>
                <c:pt idx="3292">
                  <c:v>0</c:v>
                </c:pt>
                <c:pt idx="3293">
                  <c:v>0</c:v>
                </c:pt>
                <c:pt idx="3294">
                  <c:v>0</c:v>
                </c:pt>
                <c:pt idx="3295">
                  <c:v>0</c:v>
                </c:pt>
                <c:pt idx="3296">
                  <c:v>0</c:v>
                </c:pt>
                <c:pt idx="3297">
                  <c:v>0</c:v>
                </c:pt>
                <c:pt idx="3298">
                  <c:v>0</c:v>
                </c:pt>
                <c:pt idx="3299">
                  <c:v>0</c:v>
                </c:pt>
                <c:pt idx="3300">
                  <c:v>0</c:v>
                </c:pt>
                <c:pt idx="3301">
                  <c:v>0</c:v>
                </c:pt>
                <c:pt idx="3302">
                  <c:v>0</c:v>
                </c:pt>
                <c:pt idx="3303">
                  <c:v>0</c:v>
                </c:pt>
                <c:pt idx="3304">
                  <c:v>0</c:v>
                </c:pt>
                <c:pt idx="3305">
                  <c:v>0</c:v>
                </c:pt>
                <c:pt idx="3306">
                  <c:v>0</c:v>
                </c:pt>
                <c:pt idx="3307">
                  <c:v>0</c:v>
                </c:pt>
                <c:pt idx="3308">
                  <c:v>0</c:v>
                </c:pt>
                <c:pt idx="3309">
                  <c:v>0</c:v>
                </c:pt>
                <c:pt idx="3310">
                  <c:v>0</c:v>
                </c:pt>
                <c:pt idx="3311">
                  <c:v>0</c:v>
                </c:pt>
                <c:pt idx="3312">
                  <c:v>0</c:v>
                </c:pt>
                <c:pt idx="3313">
                  <c:v>0</c:v>
                </c:pt>
                <c:pt idx="3314">
                  <c:v>0</c:v>
                </c:pt>
                <c:pt idx="3315">
                  <c:v>0</c:v>
                </c:pt>
                <c:pt idx="3316">
                  <c:v>0</c:v>
                </c:pt>
                <c:pt idx="3317">
                  <c:v>0</c:v>
                </c:pt>
                <c:pt idx="3318">
                  <c:v>0</c:v>
                </c:pt>
                <c:pt idx="3319">
                  <c:v>0</c:v>
                </c:pt>
                <c:pt idx="3320">
                  <c:v>0</c:v>
                </c:pt>
                <c:pt idx="3321">
                  <c:v>0</c:v>
                </c:pt>
                <c:pt idx="3322">
                  <c:v>0</c:v>
                </c:pt>
                <c:pt idx="3323">
                  <c:v>0</c:v>
                </c:pt>
                <c:pt idx="3324">
                  <c:v>0</c:v>
                </c:pt>
                <c:pt idx="3325">
                  <c:v>0</c:v>
                </c:pt>
                <c:pt idx="3326">
                  <c:v>0</c:v>
                </c:pt>
                <c:pt idx="3327">
                  <c:v>0</c:v>
                </c:pt>
                <c:pt idx="3328">
                  <c:v>0</c:v>
                </c:pt>
                <c:pt idx="3329">
                  <c:v>0</c:v>
                </c:pt>
                <c:pt idx="3330">
                  <c:v>0</c:v>
                </c:pt>
                <c:pt idx="3331">
                  <c:v>0</c:v>
                </c:pt>
                <c:pt idx="3332">
                  <c:v>0</c:v>
                </c:pt>
                <c:pt idx="3333">
                  <c:v>0</c:v>
                </c:pt>
                <c:pt idx="3334">
                  <c:v>0</c:v>
                </c:pt>
                <c:pt idx="3335">
                  <c:v>0</c:v>
                </c:pt>
                <c:pt idx="3336">
                  <c:v>0</c:v>
                </c:pt>
                <c:pt idx="3337">
                  <c:v>0</c:v>
                </c:pt>
                <c:pt idx="3338">
                  <c:v>0</c:v>
                </c:pt>
                <c:pt idx="3339">
                  <c:v>0</c:v>
                </c:pt>
                <c:pt idx="3340">
                  <c:v>0</c:v>
                </c:pt>
                <c:pt idx="3341">
                  <c:v>0</c:v>
                </c:pt>
                <c:pt idx="3342">
                  <c:v>0</c:v>
                </c:pt>
                <c:pt idx="3343">
                  <c:v>0</c:v>
                </c:pt>
                <c:pt idx="3344">
                  <c:v>0</c:v>
                </c:pt>
                <c:pt idx="3345">
                  <c:v>0</c:v>
                </c:pt>
                <c:pt idx="3346">
                  <c:v>0</c:v>
                </c:pt>
                <c:pt idx="3347">
                  <c:v>0</c:v>
                </c:pt>
                <c:pt idx="3348">
                  <c:v>0</c:v>
                </c:pt>
                <c:pt idx="3349">
                  <c:v>0</c:v>
                </c:pt>
                <c:pt idx="3350">
                  <c:v>0</c:v>
                </c:pt>
                <c:pt idx="3351">
                  <c:v>0</c:v>
                </c:pt>
                <c:pt idx="3352">
                  <c:v>0</c:v>
                </c:pt>
                <c:pt idx="3353">
                  <c:v>0</c:v>
                </c:pt>
                <c:pt idx="3354">
                  <c:v>0</c:v>
                </c:pt>
                <c:pt idx="3355">
                  <c:v>0</c:v>
                </c:pt>
                <c:pt idx="3356">
                  <c:v>0</c:v>
                </c:pt>
                <c:pt idx="3357">
                  <c:v>0</c:v>
                </c:pt>
                <c:pt idx="3358">
                  <c:v>0</c:v>
                </c:pt>
                <c:pt idx="3359">
                  <c:v>0</c:v>
                </c:pt>
                <c:pt idx="3360">
                  <c:v>0</c:v>
                </c:pt>
                <c:pt idx="3361">
                  <c:v>0</c:v>
                </c:pt>
                <c:pt idx="3362">
                  <c:v>0</c:v>
                </c:pt>
                <c:pt idx="3363">
                  <c:v>0</c:v>
                </c:pt>
                <c:pt idx="3364">
                  <c:v>0</c:v>
                </c:pt>
                <c:pt idx="3365">
                  <c:v>0</c:v>
                </c:pt>
                <c:pt idx="3366">
                  <c:v>0</c:v>
                </c:pt>
                <c:pt idx="3367">
                  <c:v>0</c:v>
                </c:pt>
                <c:pt idx="3368">
                  <c:v>0</c:v>
                </c:pt>
                <c:pt idx="3369">
                  <c:v>0</c:v>
                </c:pt>
                <c:pt idx="3370">
                  <c:v>0</c:v>
                </c:pt>
                <c:pt idx="3371">
                  <c:v>0</c:v>
                </c:pt>
                <c:pt idx="3372">
                  <c:v>0</c:v>
                </c:pt>
                <c:pt idx="3373">
                  <c:v>0</c:v>
                </c:pt>
                <c:pt idx="3374">
                  <c:v>0</c:v>
                </c:pt>
                <c:pt idx="3375">
                  <c:v>0</c:v>
                </c:pt>
                <c:pt idx="3376">
                  <c:v>0</c:v>
                </c:pt>
                <c:pt idx="3377">
                  <c:v>0</c:v>
                </c:pt>
                <c:pt idx="3378">
                  <c:v>0</c:v>
                </c:pt>
                <c:pt idx="3379">
                  <c:v>0</c:v>
                </c:pt>
                <c:pt idx="3380">
                  <c:v>0</c:v>
                </c:pt>
                <c:pt idx="3381">
                  <c:v>0</c:v>
                </c:pt>
                <c:pt idx="3382">
                  <c:v>0</c:v>
                </c:pt>
                <c:pt idx="3383">
                  <c:v>0</c:v>
                </c:pt>
                <c:pt idx="3384">
                  <c:v>0</c:v>
                </c:pt>
                <c:pt idx="3385">
                  <c:v>0</c:v>
                </c:pt>
                <c:pt idx="3386">
                  <c:v>0</c:v>
                </c:pt>
                <c:pt idx="3387">
                  <c:v>0</c:v>
                </c:pt>
                <c:pt idx="3388">
                  <c:v>0</c:v>
                </c:pt>
                <c:pt idx="3389">
                  <c:v>0</c:v>
                </c:pt>
                <c:pt idx="3390">
                  <c:v>0</c:v>
                </c:pt>
                <c:pt idx="3391">
                  <c:v>0</c:v>
                </c:pt>
                <c:pt idx="3392">
                  <c:v>0</c:v>
                </c:pt>
                <c:pt idx="3393">
                  <c:v>0</c:v>
                </c:pt>
                <c:pt idx="3394">
                  <c:v>0</c:v>
                </c:pt>
                <c:pt idx="3395">
                  <c:v>0</c:v>
                </c:pt>
                <c:pt idx="3396">
                  <c:v>0</c:v>
                </c:pt>
                <c:pt idx="3397">
                  <c:v>0</c:v>
                </c:pt>
                <c:pt idx="3398">
                  <c:v>0</c:v>
                </c:pt>
                <c:pt idx="3399">
                  <c:v>0</c:v>
                </c:pt>
                <c:pt idx="3400">
                  <c:v>0</c:v>
                </c:pt>
                <c:pt idx="3401">
                  <c:v>0</c:v>
                </c:pt>
                <c:pt idx="3402">
                  <c:v>0</c:v>
                </c:pt>
                <c:pt idx="3403">
                  <c:v>0</c:v>
                </c:pt>
                <c:pt idx="3404">
                  <c:v>0</c:v>
                </c:pt>
                <c:pt idx="3405">
                  <c:v>0</c:v>
                </c:pt>
                <c:pt idx="3406">
                  <c:v>0</c:v>
                </c:pt>
                <c:pt idx="3407">
                  <c:v>0</c:v>
                </c:pt>
                <c:pt idx="3408">
                  <c:v>0</c:v>
                </c:pt>
                <c:pt idx="3409">
                  <c:v>0</c:v>
                </c:pt>
                <c:pt idx="3410">
                  <c:v>0</c:v>
                </c:pt>
                <c:pt idx="3411">
                  <c:v>0</c:v>
                </c:pt>
                <c:pt idx="3412">
                  <c:v>0</c:v>
                </c:pt>
                <c:pt idx="3413">
                  <c:v>0</c:v>
                </c:pt>
                <c:pt idx="3414">
                  <c:v>0</c:v>
                </c:pt>
                <c:pt idx="3415">
                  <c:v>0</c:v>
                </c:pt>
                <c:pt idx="3416">
                  <c:v>0</c:v>
                </c:pt>
                <c:pt idx="3417">
                  <c:v>0</c:v>
                </c:pt>
                <c:pt idx="3418">
                  <c:v>0</c:v>
                </c:pt>
                <c:pt idx="3419">
                  <c:v>0</c:v>
                </c:pt>
                <c:pt idx="3420">
                  <c:v>0</c:v>
                </c:pt>
                <c:pt idx="3421">
                  <c:v>0</c:v>
                </c:pt>
                <c:pt idx="3422">
                  <c:v>0</c:v>
                </c:pt>
                <c:pt idx="3423">
                  <c:v>0</c:v>
                </c:pt>
                <c:pt idx="3424">
                  <c:v>0</c:v>
                </c:pt>
                <c:pt idx="3425">
                  <c:v>0</c:v>
                </c:pt>
                <c:pt idx="3426">
                  <c:v>0</c:v>
                </c:pt>
                <c:pt idx="3427">
                  <c:v>0</c:v>
                </c:pt>
                <c:pt idx="3428">
                  <c:v>0</c:v>
                </c:pt>
                <c:pt idx="3429">
                  <c:v>0</c:v>
                </c:pt>
                <c:pt idx="3430">
                  <c:v>0</c:v>
                </c:pt>
                <c:pt idx="3431">
                  <c:v>0</c:v>
                </c:pt>
                <c:pt idx="3432">
                  <c:v>0</c:v>
                </c:pt>
                <c:pt idx="3433">
                  <c:v>0</c:v>
                </c:pt>
                <c:pt idx="3434">
                  <c:v>0</c:v>
                </c:pt>
                <c:pt idx="3435">
                  <c:v>0</c:v>
                </c:pt>
                <c:pt idx="3436">
                  <c:v>0</c:v>
                </c:pt>
                <c:pt idx="3437">
                  <c:v>0</c:v>
                </c:pt>
                <c:pt idx="3438">
                  <c:v>0</c:v>
                </c:pt>
                <c:pt idx="3439">
                  <c:v>0</c:v>
                </c:pt>
                <c:pt idx="3440">
                  <c:v>0</c:v>
                </c:pt>
                <c:pt idx="3441">
                  <c:v>0</c:v>
                </c:pt>
                <c:pt idx="3442">
                  <c:v>0</c:v>
                </c:pt>
                <c:pt idx="3443">
                  <c:v>0</c:v>
                </c:pt>
                <c:pt idx="3444">
                  <c:v>0</c:v>
                </c:pt>
                <c:pt idx="3445">
                  <c:v>0</c:v>
                </c:pt>
                <c:pt idx="3446">
                  <c:v>0</c:v>
                </c:pt>
                <c:pt idx="3447">
                  <c:v>0</c:v>
                </c:pt>
                <c:pt idx="3448">
                  <c:v>0</c:v>
                </c:pt>
                <c:pt idx="3449">
                  <c:v>0</c:v>
                </c:pt>
                <c:pt idx="3450">
                  <c:v>0</c:v>
                </c:pt>
                <c:pt idx="3451">
                  <c:v>0</c:v>
                </c:pt>
                <c:pt idx="3452">
                  <c:v>0</c:v>
                </c:pt>
                <c:pt idx="3453">
                  <c:v>0</c:v>
                </c:pt>
                <c:pt idx="3454">
                  <c:v>0</c:v>
                </c:pt>
                <c:pt idx="3455">
                  <c:v>0</c:v>
                </c:pt>
                <c:pt idx="3456">
                  <c:v>0</c:v>
                </c:pt>
                <c:pt idx="3457">
                  <c:v>0</c:v>
                </c:pt>
                <c:pt idx="3458">
                  <c:v>0</c:v>
                </c:pt>
                <c:pt idx="3459">
                  <c:v>0</c:v>
                </c:pt>
                <c:pt idx="3460">
                  <c:v>0</c:v>
                </c:pt>
                <c:pt idx="3461">
                  <c:v>0</c:v>
                </c:pt>
                <c:pt idx="3462">
                  <c:v>0</c:v>
                </c:pt>
                <c:pt idx="3463">
                  <c:v>0</c:v>
                </c:pt>
                <c:pt idx="3464">
                  <c:v>0</c:v>
                </c:pt>
                <c:pt idx="3465">
                  <c:v>0</c:v>
                </c:pt>
                <c:pt idx="3466">
                  <c:v>0</c:v>
                </c:pt>
                <c:pt idx="3467">
                  <c:v>0</c:v>
                </c:pt>
                <c:pt idx="3468">
                  <c:v>0</c:v>
                </c:pt>
                <c:pt idx="3469">
                  <c:v>0</c:v>
                </c:pt>
                <c:pt idx="3470">
                  <c:v>0</c:v>
                </c:pt>
                <c:pt idx="3471">
                  <c:v>0</c:v>
                </c:pt>
                <c:pt idx="3472">
                  <c:v>0</c:v>
                </c:pt>
                <c:pt idx="3473">
                  <c:v>0</c:v>
                </c:pt>
                <c:pt idx="3474">
                  <c:v>0</c:v>
                </c:pt>
                <c:pt idx="3475">
                  <c:v>0</c:v>
                </c:pt>
                <c:pt idx="3476">
                  <c:v>0</c:v>
                </c:pt>
                <c:pt idx="3477">
                  <c:v>0</c:v>
                </c:pt>
                <c:pt idx="3478">
                  <c:v>0</c:v>
                </c:pt>
                <c:pt idx="3479">
                  <c:v>0</c:v>
                </c:pt>
                <c:pt idx="3480">
                  <c:v>0</c:v>
                </c:pt>
                <c:pt idx="3481">
                  <c:v>0</c:v>
                </c:pt>
                <c:pt idx="3482">
                  <c:v>0</c:v>
                </c:pt>
                <c:pt idx="3483">
                  <c:v>0</c:v>
                </c:pt>
                <c:pt idx="3484">
                  <c:v>0</c:v>
                </c:pt>
                <c:pt idx="3485">
                  <c:v>0</c:v>
                </c:pt>
                <c:pt idx="3486">
                  <c:v>0</c:v>
                </c:pt>
                <c:pt idx="3487">
                  <c:v>0</c:v>
                </c:pt>
                <c:pt idx="3488">
                  <c:v>0</c:v>
                </c:pt>
                <c:pt idx="3489">
                  <c:v>0</c:v>
                </c:pt>
                <c:pt idx="3490">
                  <c:v>0</c:v>
                </c:pt>
                <c:pt idx="3491">
                  <c:v>0</c:v>
                </c:pt>
                <c:pt idx="3492">
                  <c:v>0</c:v>
                </c:pt>
                <c:pt idx="3493">
                  <c:v>0</c:v>
                </c:pt>
                <c:pt idx="3494">
                  <c:v>0</c:v>
                </c:pt>
                <c:pt idx="3495">
                  <c:v>0</c:v>
                </c:pt>
                <c:pt idx="3496">
                  <c:v>0</c:v>
                </c:pt>
                <c:pt idx="3497">
                  <c:v>0</c:v>
                </c:pt>
                <c:pt idx="3498">
                  <c:v>0</c:v>
                </c:pt>
                <c:pt idx="3499">
                  <c:v>0</c:v>
                </c:pt>
                <c:pt idx="3500">
                  <c:v>0</c:v>
                </c:pt>
                <c:pt idx="3501">
                  <c:v>0</c:v>
                </c:pt>
                <c:pt idx="3502">
                  <c:v>0</c:v>
                </c:pt>
                <c:pt idx="3503">
                  <c:v>0</c:v>
                </c:pt>
                <c:pt idx="3504">
                  <c:v>0</c:v>
                </c:pt>
                <c:pt idx="3505">
                  <c:v>0</c:v>
                </c:pt>
                <c:pt idx="3506">
                  <c:v>0</c:v>
                </c:pt>
                <c:pt idx="3507">
                  <c:v>0</c:v>
                </c:pt>
                <c:pt idx="3508">
                  <c:v>0</c:v>
                </c:pt>
                <c:pt idx="3509">
                  <c:v>0</c:v>
                </c:pt>
                <c:pt idx="3510">
                  <c:v>0</c:v>
                </c:pt>
                <c:pt idx="3511">
                  <c:v>0</c:v>
                </c:pt>
                <c:pt idx="3512">
                  <c:v>0</c:v>
                </c:pt>
                <c:pt idx="3513">
                  <c:v>0</c:v>
                </c:pt>
                <c:pt idx="3514">
                  <c:v>0</c:v>
                </c:pt>
                <c:pt idx="3515">
                  <c:v>0</c:v>
                </c:pt>
                <c:pt idx="3516">
                  <c:v>0</c:v>
                </c:pt>
                <c:pt idx="3517">
                  <c:v>0</c:v>
                </c:pt>
                <c:pt idx="3518">
                  <c:v>0</c:v>
                </c:pt>
                <c:pt idx="3519">
                  <c:v>0</c:v>
                </c:pt>
                <c:pt idx="3520">
                  <c:v>0</c:v>
                </c:pt>
                <c:pt idx="3521">
                  <c:v>0</c:v>
                </c:pt>
                <c:pt idx="3522">
                  <c:v>0</c:v>
                </c:pt>
                <c:pt idx="3523">
                  <c:v>0</c:v>
                </c:pt>
                <c:pt idx="3524">
                  <c:v>0</c:v>
                </c:pt>
                <c:pt idx="3525">
                  <c:v>0</c:v>
                </c:pt>
                <c:pt idx="3526">
                  <c:v>0</c:v>
                </c:pt>
                <c:pt idx="3527">
                  <c:v>0</c:v>
                </c:pt>
                <c:pt idx="3528">
                  <c:v>0</c:v>
                </c:pt>
                <c:pt idx="3529">
                  <c:v>0</c:v>
                </c:pt>
                <c:pt idx="3530">
                  <c:v>0</c:v>
                </c:pt>
                <c:pt idx="3531">
                  <c:v>0</c:v>
                </c:pt>
                <c:pt idx="3532">
                  <c:v>0</c:v>
                </c:pt>
                <c:pt idx="3533">
                  <c:v>0</c:v>
                </c:pt>
                <c:pt idx="3534">
                  <c:v>0</c:v>
                </c:pt>
                <c:pt idx="3535">
                  <c:v>0</c:v>
                </c:pt>
                <c:pt idx="3536">
                  <c:v>0</c:v>
                </c:pt>
                <c:pt idx="3537">
                  <c:v>0</c:v>
                </c:pt>
                <c:pt idx="3538">
                  <c:v>0</c:v>
                </c:pt>
                <c:pt idx="3539">
                  <c:v>0</c:v>
                </c:pt>
                <c:pt idx="3540">
                  <c:v>0</c:v>
                </c:pt>
                <c:pt idx="3541">
                  <c:v>0</c:v>
                </c:pt>
                <c:pt idx="3542">
                  <c:v>0</c:v>
                </c:pt>
                <c:pt idx="3543">
                  <c:v>0</c:v>
                </c:pt>
                <c:pt idx="3544">
                  <c:v>0</c:v>
                </c:pt>
                <c:pt idx="3545">
                  <c:v>0</c:v>
                </c:pt>
                <c:pt idx="3546">
                  <c:v>0</c:v>
                </c:pt>
                <c:pt idx="3547">
                  <c:v>0</c:v>
                </c:pt>
                <c:pt idx="3548">
                  <c:v>0</c:v>
                </c:pt>
                <c:pt idx="3549">
                  <c:v>0</c:v>
                </c:pt>
                <c:pt idx="3550">
                  <c:v>0</c:v>
                </c:pt>
                <c:pt idx="3551">
                  <c:v>0</c:v>
                </c:pt>
                <c:pt idx="3552">
                  <c:v>0</c:v>
                </c:pt>
                <c:pt idx="3553">
                  <c:v>0</c:v>
                </c:pt>
                <c:pt idx="3554">
                  <c:v>0</c:v>
                </c:pt>
                <c:pt idx="3555">
                  <c:v>0</c:v>
                </c:pt>
                <c:pt idx="3556">
                  <c:v>0</c:v>
                </c:pt>
                <c:pt idx="3557">
                  <c:v>0</c:v>
                </c:pt>
                <c:pt idx="3558">
                  <c:v>0</c:v>
                </c:pt>
                <c:pt idx="3559">
                  <c:v>0</c:v>
                </c:pt>
                <c:pt idx="3560">
                  <c:v>0</c:v>
                </c:pt>
                <c:pt idx="3561">
                  <c:v>0</c:v>
                </c:pt>
                <c:pt idx="3562">
                  <c:v>0</c:v>
                </c:pt>
                <c:pt idx="3563">
                  <c:v>0</c:v>
                </c:pt>
                <c:pt idx="3564">
                  <c:v>0</c:v>
                </c:pt>
                <c:pt idx="3565">
                  <c:v>0</c:v>
                </c:pt>
                <c:pt idx="3566">
                  <c:v>0</c:v>
                </c:pt>
                <c:pt idx="3567">
                  <c:v>0</c:v>
                </c:pt>
                <c:pt idx="3568">
                  <c:v>0</c:v>
                </c:pt>
                <c:pt idx="3569">
                  <c:v>0</c:v>
                </c:pt>
                <c:pt idx="3570">
                  <c:v>0</c:v>
                </c:pt>
                <c:pt idx="3571">
                  <c:v>0</c:v>
                </c:pt>
                <c:pt idx="3572">
                  <c:v>0</c:v>
                </c:pt>
                <c:pt idx="3573">
                  <c:v>0</c:v>
                </c:pt>
                <c:pt idx="3574">
                  <c:v>0</c:v>
                </c:pt>
                <c:pt idx="3575">
                  <c:v>0</c:v>
                </c:pt>
                <c:pt idx="3576">
                  <c:v>0</c:v>
                </c:pt>
                <c:pt idx="3577">
                  <c:v>0</c:v>
                </c:pt>
                <c:pt idx="3578">
                  <c:v>0</c:v>
                </c:pt>
                <c:pt idx="3579">
                  <c:v>0</c:v>
                </c:pt>
                <c:pt idx="3580">
                  <c:v>0</c:v>
                </c:pt>
                <c:pt idx="3581">
                  <c:v>0</c:v>
                </c:pt>
                <c:pt idx="3582">
                  <c:v>0</c:v>
                </c:pt>
                <c:pt idx="3583">
                  <c:v>0</c:v>
                </c:pt>
                <c:pt idx="3584">
                  <c:v>0</c:v>
                </c:pt>
                <c:pt idx="3585">
                  <c:v>0</c:v>
                </c:pt>
                <c:pt idx="3586">
                  <c:v>0</c:v>
                </c:pt>
                <c:pt idx="3587">
                  <c:v>0</c:v>
                </c:pt>
                <c:pt idx="3588">
                  <c:v>0</c:v>
                </c:pt>
                <c:pt idx="3589">
                  <c:v>0</c:v>
                </c:pt>
                <c:pt idx="3590">
                  <c:v>0</c:v>
                </c:pt>
                <c:pt idx="3591">
                  <c:v>0</c:v>
                </c:pt>
                <c:pt idx="3592">
                  <c:v>0</c:v>
                </c:pt>
                <c:pt idx="3593">
                  <c:v>0</c:v>
                </c:pt>
                <c:pt idx="3594">
                  <c:v>0</c:v>
                </c:pt>
                <c:pt idx="3595">
                  <c:v>0</c:v>
                </c:pt>
                <c:pt idx="3596">
                  <c:v>0</c:v>
                </c:pt>
                <c:pt idx="3597">
                  <c:v>0</c:v>
                </c:pt>
                <c:pt idx="3598">
                  <c:v>0</c:v>
                </c:pt>
                <c:pt idx="3599">
                  <c:v>0</c:v>
                </c:pt>
                <c:pt idx="3600">
                  <c:v>0</c:v>
                </c:pt>
                <c:pt idx="3601">
                  <c:v>0</c:v>
                </c:pt>
                <c:pt idx="3602">
                  <c:v>0</c:v>
                </c:pt>
                <c:pt idx="3603">
                  <c:v>0</c:v>
                </c:pt>
                <c:pt idx="3604">
                  <c:v>0</c:v>
                </c:pt>
                <c:pt idx="3605">
                  <c:v>0</c:v>
                </c:pt>
                <c:pt idx="3606">
                  <c:v>0</c:v>
                </c:pt>
                <c:pt idx="3607">
                  <c:v>0</c:v>
                </c:pt>
                <c:pt idx="3608">
                  <c:v>0</c:v>
                </c:pt>
                <c:pt idx="3609">
                  <c:v>0</c:v>
                </c:pt>
                <c:pt idx="3610">
                  <c:v>0</c:v>
                </c:pt>
                <c:pt idx="3611">
                  <c:v>0</c:v>
                </c:pt>
                <c:pt idx="3612">
                  <c:v>0</c:v>
                </c:pt>
                <c:pt idx="3613">
                  <c:v>0</c:v>
                </c:pt>
                <c:pt idx="3614">
                  <c:v>0</c:v>
                </c:pt>
                <c:pt idx="3615">
                  <c:v>0</c:v>
                </c:pt>
                <c:pt idx="3616">
                  <c:v>0</c:v>
                </c:pt>
                <c:pt idx="3617">
                  <c:v>0</c:v>
                </c:pt>
                <c:pt idx="3618">
                  <c:v>0</c:v>
                </c:pt>
                <c:pt idx="3619">
                  <c:v>0</c:v>
                </c:pt>
                <c:pt idx="3620">
                  <c:v>0</c:v>
                </c:pt>
                <c:pt idx="3621">
                  <c:v>0</c:v>
                </c:pt>
                <c:pt idx="3622">
                  <c:v>0</c:v>
                </c:pt>
                <c:pt idx="3623">
                  <c:v>0</c:v>
                </c:pt>
                <c:pt idx="3624">
                  <c:v>0</c:v>
                </c:pt>
                <c:pt idx="3625">
                  <c:v>0</c:v>
                </c:pt>
                <c:pt idx="3626">
                  <c:v>0</c:v>
                </c:pt>
                <c:pt idx="3627">
                  <c:v>0</c:v>
                </c:pt>
                <c:pt idx="3628">
                  <c:v>0</c:v>
                </c:pt>
                <c:pt idx="3629">
                  <c:v>0</c:v>
                </c:pt>
                <c:pt idx="3630">
                  <c:v>0</c:v>
                </c:pt>
                <c:pt idx="3631">
                  <c:v>0</c:v>
                </c:pt>
                <c:pt idx="3632">
                  <c:v>0</c:v>
                </c:pt>
                <c:pt idx="3633">
                  <c:v>0</c:v>
                </c:pt>
                <c:pt idx="3634">
                  <c:v>0</c:v>
                </c:pt>
                <c:pt idx="3635">
                  <c:v>0</c:v>
                </c:pt>
                <c:pt idx="3636">
                  <c:v>0</c:v>
                </c:pt>
                <c:pt idx="3637">
                  <c:v>0</c:v>
                </c:pt>
                <c:pt idx="3638">
                  <c:v>0</c:v>
                </c:pt>
                <c:pt idx="3639">
                  <c:v>0</c:v>
                </c:pt>
                <c:pt idx="3640">
                  <c:v>0</c:v>
                </c:pt>
                <c:pt idx="3641">
                  <c:v>0</c:v>
                </c:pt>
                <c:pt idx="3642">
                  <c:v>0</c:v>
                </c:pt>
                <c:pt idx="3643">
                  <c:v>0</c:v>
                </c:pt>
                <c:pt idx="3644">
                  <c:v>0</c:v>
                </c:pt>
                <c:pt idx="3645">
                  <c:v>0</c:v>
                </c:pt>
                <c:pt idx="3646">
                  <c:v>0</c:v>
                </c:pt>
                <c:pt idx="3647">
                  <c:v>0</c:v>
                </c:pt>
                <c:pt idx="3648">
                  <c:v>0</c:v>
                </c:pt>
                <c:pt idx="3649">
                  <c:v>0</c:v>
                </c:pt>
                <c:pt idx="3650">
                  <c:v>0</c:v>
                </c:pt>
                <c:pt idx="3651">
                  <c:v>0</c:v>
                </c:pt>
                <c:pt idx="3652">
                  <c:v>0</c:v>
                </c:pt>
                <c:pt idx="3653">
                  <c:v>0</c:v>
                </c:pt>
                <c:pt idx="3654">
                  <c:v>0</c:v>
                </c:pt>
                <c:pt idx="3655">
                  <c:v>0</c:v>
                </c:pt>
                <c:pt idx="3656">
                  <c:v>0</c:v>
                </c:pt>
                <c:pt idx="3657">
                  <c:v>0</c:v>
                </c:pt>
                <c:pt idx="3658">
                  <c:v>0</c:v>
                </c:pt>
                <c:pt idx="3659">
                  <c:v>0</c:v>
                </c:pt>
                <c:pt idx="3660">
                  <c:v>0</c:v>
                </c:pt>
                <c:pt idx="3661">
                  <c:v>0</c:v>
                </c:pt>
                <c:pt idx="3662">
                  <c:v>0</c:v>
                </c:pt>
                <c:pt idx="3663">
                  <c:v>0</c:v>
                </c:pt>
                <c:pt idx="3664">
                  <c:v>0</c:v>
                </c:pt>
                <c:pt idx="3665">
                  <c:v>0</c:v>
                </c:pt>
                <c:pt idx="3666">
                  <c:v>0</c:v>
                </c:pt>
                <c:pt idx="3667">
                  <c:v>0</c:v>
                </c:pt>
                <c:pt idx="3668">
                  <c:v>0</c:v>
                </c:pt>
                <c:pt idx="3669">
                  <c:v>0</c:v>
                </c:pt>
                <c:pt idx="3670">
                  <c:v>0</c:v>
                </c:pt>
                <c:pt idx="3671">
                  <c:v>0</c:v>
                </c:pt>
                <c:pt idx="3672">
                  <c:v>0</c:v>
                </c:pt>
                <c:pt idx="3673">
                  <c:v>0</c:v>
                </c:pt>
                <c:pt idx="3674">
                  <c:v>0</c:v>
                </c:pt>
                <c:pt idx="3675">
                  <c:v>0</c:v>
                </c:pt>
                <c:pt idx="3676">
                  <c:v>0</c:v>
                </c:pt>
                <c:pt idx="3677">
                  <c:v>0</c:v>
                </c:pt>
                <c:pt idx="3678">
                  <c:v>0</c:v>
                </c:pt>
                <c:pt idx="3679">
                  <c:v>0</c:v>
                </c:pt>
                <c:pt idx="3680">
                  <c:v>0</c:v>
                </c:pt>
                <c:pt idx="3681">
                  <c:v>0</c:v>
                </c:pt>
                <c:pt idx="3682">
                  <c:v>0</c:v>
                </c:pt>
                <c:pt idx="3683">
                  <c:v>0</c:v>
                </c:pt>
                <c:pt idx="3684">
                  <c:v>0</c:v>
                </c:pt>
                <c:pt idx="3685">
                  <c:v>0</c:v>
                </c:pt>
                <c:pt idx="3686">
                  <c:v>0</c:v>
                </c:pt>
                <c:pt idx="3687">
                  <c:v>0</c:v>
                </c:pt>
                <c:pt idx="3688">
                  <c:v>0</c:v>
                </c:pt>
                <c:pt idx="3689">
                  <c:v>0</c:v>
                </c:pt>
                <c:pt idx="3690">
                  <c:v>0</c:v>
                </c:pt>
                <c:pt idx="3691">
                  <c:v>0</c:v>
                </c:pt>
                <c:pt idx="3692">
                  <c:v>0</c:v>
                </c:pt>
                <c:pt idx="3693">
                  <c:v>0</c:v>
                </c:pt>
                <c:pt idx="3694">
                  <c:v>0</c:v>
                </c:pt>
                <c:pt idx="3695">
                  <c:v>0</c:v>
                </c:pt>
                <c:pt idx="3696">
                  <c:v>0</c:v>
                </c:pt>
                <c:pt idx="3697">
                  <c:v>0</c:v>
                </c:pt>
                <c:pt idx="3698">
                  <c:v>0</c:v>
                </c:pt>
                <c:pt idx="3699">
                  <c:v>0</c:v>
                </c:pt>
                <c:pt idx="3700">
                  <c:v>0</c:v>
                </c:pt>
                <c:pt idx="3701">
                  <c:v>0</c:v>
                </c:pt>
                <c:pt idx="3702">
                  <c:v>0</c:v>
                </c:pt>
                <c:pt idx="3703">
                  <c:v>0</c:v>
                </c:pt>
                <c:pt idx="3704">
                  <c:v>0</c:v>
                </c:pt>
                <c:pt idx="3705">
                  <c:v>0</c:v>
                </c:pt>
                <c:pt idx="3706">
                  <c:v>0</c:v>
                </c:pt>
                <c:pt idx="3707">
                  <c:v>0</c:v>
                </c:pt>
                <c:pt idx="3708">
                  <c:v>0</c:v>
                </c:pt>
                <c:pt idx="3709">
                  <c:v>0</c:v>
                </c:pt>
                <c:pt idx="3710">
                  <c:v>0</c:v>
                </c:pt>
                <c:pt idx="3711">
                  <c:v>0</c:v>
                </c:pt>
                <c:pt idx="3712">
                  <c:v>0</c:v>
                </c:pt>
                <c:pt idx="3713">
                  <c:v>0</c:v>
                </c:pt>
                <c:pt idx="3714">
                  <c:v>0</c:v>
                </c:pt>
                <c:pt idx="3715">
                  <c:v>0</c:v>
                </c:pt>
                <c:pt idx="3716">
                  <c:v>0</c:v>
                </c:pt>
                <c:pt idx="3717">
                  <c:v>0</c:v>
                </c:pt>
                <c:pt idx="3718">
                  <c:v>0</c:v>
                </c:pt>
                <c:pt idx="3719">
                  <c:v>0</c:v>
                </c:pt>
                <c:pt idx="3720">
                  <c:v>0</c:v>
                </c:pt>
                <c:pt idx="3721">
                  <c:v>0</c:v>
                </c:pt>
                <c:pt idx="3722">
                  <c:v>0</c:v>
                </c:pt>
                <c:pt idx="3723">
                  <c:v>0</c:v>
                </c:pt>
                <c:pt idx="3724">
                  <c:v>0</c:v>
                </c:pt>
                <c:pt idx="3725">
                  <c:v>0</c:v>
                </c:pt>
                <c:pt idx="3726">
                  <c:v>0</c:v>
                </c:pt>
                <c:pt idx="3727">
                  <c:v>0</c:v>
                </c:pt>
                <c:pt idx="3728">
                  <c:v>0</c:v>
                </c:pt>
                <c:pt idx="3729">
                  <c:v>0</c:v>
                </c:pt>
                <c:pt idx="3730">
                  <c:v>0</c:v>
                </c:pt>
                <c:pt idx="3731">
                  <c:v>0</c:v>
                </c:pt>
                <c:pt idx="3732">
                  <c:v>0</c:v>
                </c:pt>
                <c:pt idx="3733">
                  <c:v>0</c:v>
                </c:pt>
                <c:pt idx="3734">
                  <c:v>0</c:v>
                </c:pt>
                <c:pt idx="3735">
                  <c:v>0</c:v>
                </c:pt>
                <c:pt idx="3736">
                  <c:v>0</c:v>
                </c:pt>
                <c:pt idx="3737">
                  <c:v>0</c:v>
                </c:pt>
                <c:pt idx="3738">
                  <c:v>0</c:v>
                </c:pt>
                <c:pt idx="3739">
                  <c:v>0</c:v>
                </c:pt>
                <c:pt idx="3740">
                  <c:v>0</c:v>
                </c:pt>
                <c:pt idx="3741">
                  <c:v>0</c:v>
                </c:pt>
                <c:pt idx="3742">
                  <c:v>0</c:v>
                </c:pt>
                <c:pt idx="3743">
                  <c:v>0</c:v>
                </c:pt>
                <c:pt idx="3744">
                  <c:v>0</c:v>
                </c:pt>
                <c:pt idx="3745">
                  <c:v>0</c:v>
                </c:pt>
                <c:pt idx="3746">
                  <c:v>0</c:v>
                </c:pt>
                <c:pt idx="3747">
                  <c:v>0</c:v>
                </c:pt>
                <c:pt idx="3748">
                  <c:v>0</c:v>
                </c:pt>
                <c:pt idx="3749">
                  <c:v>0</c:v>
                </c:pt>
                <c:pt idx="3750">
                  <c:v>0</c:v>
                </c:pt>
                <c:pt idx="3751">
                  <c:v>0</c:v>
                </c:pt>
                <c:pt idx="3752">
                  <c:v>0</c:v>
                </c:pt>
                <c:pt idx="3753">
                  <c:v>0</c:v>
                </c:pt>
                <c:pt idx="3754">
                  <c:v>0</c:v>
                </c:pt>
                <c:pt idx="3755">
                  <c:v>0</c:v>
                </c:pt>
                <c:pt idx="3756">
                  <c:v>0</c:v>
                </c:pt>
                <c:pt idx="3757">
                  <c:v>0</c:v>
                </c:pt>
                <c:pt idx="3758">
                  <c:v>0</c:v>
                </c:pt>
                <c:pt idx="3759">
                  <c:v>0</c:v>
                </c:pt>
                <c:pt idx="3760">
                  <c:v>0</c:v>
                </c:pt>
                <c:pt idx="3761">
                  <c:v>0</c:v>
                </c:pt>
                <c:pt idx="3762">
                  <c:v>0</c:v>
                </c:pt>
                <c:pt idx="3763">
                  <c:v>0</c:v>
                </c:pt>
                <c:pt idx="3764">
                  <c:v>0</c:v>
                </c:pt>
                <c:pt idx="3765">
                  <c:v>0</c:v>
                </c:pt>
                <c:pt idx="3766">
                  <c:v>0</c:v>
                </c:pt>
                <c:pt idx="3767">
                  <c:v>0</c:v>
                </c:pt>
                <c:pt idx="3768">
                  <c:v>0</c:v>
                </c:pt>
                <c:pt idx="3769">
                  <c:v>0</c:v>
                </c:pt>
                <c:pt idx="3770">
                  <c:v>0</c:v>
                </c:pt>
                <c:pt idx="3771">
                  <c:v>0</c:v>
                </c:pt>
                <c:pt idx="3772">
                  <c:v>0</c:v>
                </c:pt>
                <c:pt idx="3773">
                  <c:v>0</c:v>
                </c:pt>
                <c:pt idx="3774">
                  <c:v>0</c:v>
                </c:pt>
                <c:pt idx="3775">
                  <c:v>0</c:v>
                </c:pt>
                <c:pt idx="3776">
                  <c:v>0</c:v>
                </c:pt>
                <c:pt idx="3777">
                  <c:v>0</c:v>
                </c:pt>
                <c:pt idx="3778">
                  <c:v>0</c:v>
                </c:pt>
                <c:pt idx="3779">
                  <c:v>0</c:v>
                </c:pt>
                <c:pt idx="3780">
                  <c:v>0</c:v>
                </c:pt>
                <c:pt idx="3781">
                  <c:v>0</c:v>
                </c:pt>
                <c:pt idx="3782">
                  <c:v>0</c:v>
                </c:pt>
                <c:pt idx="3783">
                  <c:v>0</c:v>
                </c:pt>
                <c:pt idx="3784">
                  <c:v>0</c:v>
                </c:pt>
                <c:pt idx="3785">
                  <c:v>0</c:v>
                </c:pt>
                <c:pt idx="3786">
                  <c:v>0</c:v>
                </c:pt>
                <c:pt idx="3787">
                  <c:v>0</c:v>
                </c:pt>
                <c:pt idx="3788">
                  <c:v>0</c:v>
                </c:pt>
                <c:pt idx="3789">
                  <c:v>0</c:v>
                </c:pt>
                <c:pt idx="3790">
                  <c:v>0</c:v>
                </c:pt>
                <c:pt idx="3791">
                  <c:v>0</c:v>
                </c:pt>
                <c:pt idx="3792">
                  <c:v>0</c:v>
                </c:pt>
                <c:pt idx="3793">
                  <c:v>0</c:v>
                </c:pt>
                <c:pt idx="3794">
                  <c:v>0</c:v>
                </c:pt>
                <c:pt idx="3795">
                  <c:v>0</c:v>
                </c:pt>
                <c:pt idx="3796">
                  <c:v>0</c:v>
                </c:pt>
                <c:pt idx="3797">
                  <c:v>0</c:v>
                </c:pt>
                <c:pt idx="3798">
                  <c:v>0</c:v>
                </c:pt>
                <c:pt idx="3799">
                  <c:v>0</c:v>
                </c:pt>
                <c:pt idx="3800">
                  <c:v>0</c:v>
                </c:pt>
                <c:pt idx="3801">
                  <c:v>0</c:v>
                </c:pt>
                <c:pt idx="3802">
                  <c:v>0</c:v>
                </c:pt>
                <c:pt idx="3803">
                  <c:v>0</c:v>
                </c:pt>
                <c:pt idx="3804">
                  <c:v>0</c:v>
                </c:pt>
                <c:pt idx="3805">
                  <c:v>0</c:v>
                </c:pt>
                <c:pt idx="3806">
                  <c:v>0</c:v>
                </c:pt>
                <c:pt idx="3807">
                  <c:v>0</c:v>
                </c:pt>
                <c:pt idx="3808">
                  <c:v>0</c:v>
                </c:pt>
                <c:pt idx="3809">
                  <c:v>0</c:v>
                </c:pt>
                <c:pt idx="3810">
                  <c:v>0</c:v>
                </c:pt>
                <c:pt idx="3811">
                  <c:v>0</c:v>
                </c:pt>
                <c:pt idx="3812">
                  <c:v>0</c:v>
                </c:pt>
                <c:pt idx="3813">
                  <c:v>0</c:v>
                </c:pt>
                <c:pt idx="3814">
                  <c:v>0</c:v>
                </c:pt>
                <c:pt idx="3815">
                  <c:v>0</c:v>
                </c:pt>
                <c:pt idx="3816">
                  <c:v>0</c:v>
                </c:pt>
                <c:pt idx="3817">
                  <c:v>0</c:v>
                </c:pt>
                <c:pt idx="3818">
                  <c:v>0</c:v>
                </c:pt>
                <c:pt idx="3819">
                  <c:v>0</c:v>
                </c:pt>
                <c:pt idx="3820">
                  <c:v>0</c:v>
                </c:pt>
                <c:pt idx="3821">
                  <c:v>0</c:v>
                </c:pt>
                <c:pt idx="3822">
                  <c:v>0</c:v>
                </c:pt>
                <c:pt idx="3823">
                  <c:v>0</c:v>
                </c:pt>
                <c:pt idx="3824">
                  <c:v>0</c:v>
                </c:pt>
                <c:pt idx="3825">
                  <c:v>0</c:v>
                </c:pt>
                <c:pt idx="3826">
                  <c:v>0</c:v>
                </c:pt>
                <c:pt idx="3827">
                  <c:v>0</c:v>
                </c:pt>
                <c:pt idx="3828">
                  <c:v>0</c:v>
                </c:pt>
                <c:pt idx="3829">
                  <c:v>0</c:v>
                </c:pt>
                <c:pt idx="3830">
                  <c:v>0</c:v>
                </c:pt>
                <c:pt idx="3831">
                  <c:v>0</c:v>
                </c:pt>
                <c:pt idx="3832">
                  <c:v>0</c:v>
                </c:pt>
                <c:pt idx="3833">
                  <c:v>0</c:v>
                </c:pt>
                <c:pt idx="3834">
                  <c:v>0</c:v>
                </c:pt>
                <c:pt idx="3835">
                  <c:v>0</c:v>
                </c:pt>
                <c:pt idx="3836">
                  <c:v>0</c:v>
                </c:pt>
                <c:pt idx="3837">
                  <c:v>0</c:v>
                </c:pt>
                <c:pt idx="3838">
                  <c:v>0</c:v>
                </c:pt>
                <c:pt idx="3839">
                  <c:v>0</c:v>
                </c:pt>
                <c:pt idx="3840">
                  <c:v>0</c:v>
                </c:pt>
                <c:pt idx="3841">
                  <c:v>0</c:v>
                </c:pt>
                <c:pt idx="3842">
                  <c:v>0</c:v>
                </c:pt>
                <c:pt idx="3843">
                  <c:v>0</c:v>
                </c:pt>
                <c:pt idx="3844">
                  <c:v>0</c:v>
                </c:pt>
                <c:pt idx="3845">
                  <c:v>0</c:v>
                </c:pt>
                <c:pt idx="3846">
                  <c:v>0</c:v>
                </c:pt>
                <c:pt idx="3847">
                  <c:v>0</c:v>
                </c:pt>
                <c:pt idx="3848">
                  <c:v>0</c:v>
                </c:pt>
                <c:pt idx="3849">
                  <c:v>0</c:v>
                </c:pt>
                <c:pt idx="3850">
                  <c:v>0</c:v>
                </c:pt>
                <c:pt idx="3851">
                  <c:v>0</c:v>
                </c:pt>
                <c:pt idx="3852">
                  <c:v>0</c:v>
                </c:pt>
                <c:pt idx="3853">
                  <c:v>0</c:v>
                </c:pt>
                <c:pt idx="3854">
                  <c:v>0</c:v>
                </c:pt>
                <c:pt idx="3855">
                  <c:v>0</c:v>
                </c:pt>
                <c:pt idx="3856">
                  <c:v>0</c:v>
                </c:pt>
                <c:pt idx="3857">
                  <c:v>0</c:v>
                </c:pt>
                <c:pt idx="3858">
                  <c:v>0</c:v>
                </c:pt>
                <c:pt idx="3859">
                  <c:v>0</c:v>
                </c:pt>
                <c:pt idx="3860">
                  <c:v>0</c:v>
                </c:pt>
                <c:pt idx="3861">
                  <c:v>0</c:v>
                </c:pt>
                <c:pt idx="3862">
                  <c:v>0</c:v>
                </c:pt>
                <c:pt idx="3863">
                  <c:v>0</c:v>
                </c:pt>
                <c:pt idx="3864">
                  <c:v>0</c:v>
                </c:pt>
                <c:pt idx="3865">
                  <c:v>0</c:v>
                </c:pt>
                <c:pt idx="3866">
                  <c:v>0</c:v>
                </c:pt>
                <c:pt idx="3867">
                  <c:v>0</c:v>
                </c:pt>
                <c:pt idx="3868">
                  <c:v>0</c:v>
                </c:pt>
                <c:pt idx="3869">
                  <c:v>0</c:v>
                </c:pt>
                <c:pt idx="3870">
                  <c:v>0</c:v>
                </c:pt>
                <c:pt idx="3871">
                  <c:v>0</c:v>
                </c:pt>
                <c:pt idx="3872">
                  <c:v>0</c:v>
                </c:pt>
                <c:pt idx="3873">
                  <c:v>0</c:v>
                </c:pt>
                <c:pt idx="3874">
                  <c:v>0</c:v>
                </c:pt>
                <c:pt idx="3875">
                  <c:v>0</c:v>
                </c:pt>
                <c:pt idx="3876">
                  <c:v>0</c:v>
                </c:pt>
                <c:pt idx="3877">
                  <c:v>0</c:v>
                </c:pt>
                <c:pt idx="3878">
                  <c:v>0</c:v>
                </c:pt>
                <c:pt idx="3879">
                  <c:v>0</c:v>
                </c:pt>
                <c:pt idx="3880">
                  <c:v>0</c:v>
                </c:pt>
                <c:pt idx="3881">
                  <c:v>0</c:v>
                </c:pt>
                <c:pt idx="3882">
                  <c:v>0</c:v>
                </c:pt>
                <c:pt idx="3883">
                  <c:v>0</c:v>
                </c:pt>
                <c:pt idx="3884">
                  <c:v>0</c:v>
                </c:pt>
                <c:pt idx="3885">
                  <c:v>0</c:v>
                </c:pt>
                <c:pt idx="3886">
                  <c:v>0</c:v>
                </c:pt>
                <c:pt idx="3887">
                  <c:v>0</c:v>
                </c:pt>
                <c:pt idx="3888">
                  <c:v>0</c:v>
                </c:pt>
                <c:pt idx="3889">
                  <c:v>0</c:v>
                </c:pt>
                <c:pt idx="3890">
                  <c:v>0</c:v>
                </c:pt>
                <c:pt idx="3891">
                  <c:v>0</c:v>
                </c:pt>
                <c:pt idx="3892">
                  <c:v>0</c:v>
                </c:pt>
                <c:pt idx="3893">
                  <c:v>0</c:v>
                </c:pt>
                <c:pt idx="3894">
                  <c:v>0</c:v>
                </c:pt>
                <c:pt idx="3895">
                  <c:v>0</c:v>
                </c:pt>
                <c:pt idx="3896">
                  <c:v>0</c:v>
                </c:pt>
                <c:pt idx="3897">
                  <c:v>0</c:v>
                </c:pt>
                <c:pt idx="3898">
                  <c:v>0</c:v>
                </c:pt>
                <c:pt idx="3899">
                  <c:v>0</c:v>
                </c:pt>
                <c:pt idx="3900">
                  <c:v>0</c:v>
                </c:pt>
                <c:pt idx="3901">
                  <c:v>0</c:v>
                </c:pt>
                <c:pt idx="3902">
                  <c:v>0</c:v>
                </c:pt>
                <c:pt idx="3903">
                  <c:v>0</c:v>
                </c:pt>
                <c:pt idx="3904">
                  <c:v>0</c:v>
                </c:pt>
                <c:pt idx="3905">
                  <c:v>0</c:v>
                </c:pt>
                <c:pt idx="3906">
                  <c:v>0</c:v>
                </c:pt>
                <c:pt idx="3907">
                  <c:v>0</c:v>
                </c:pt>
                <c:pt idx="3908">
                  <c:v>0</c:v>
                </c:pt>
                <c:pt idx="3909">
                  <c:v>0</c:v>
                </c:pt>
                <c:pt idx="3910">
                  <c:v>0</c:v>
                </c:pt>
                <c:pt idx="3911">
                  <c:v>0</c:v>
                </c:pt>
                <c:pt idx="3912">
                  <c:v>0</c:v>
                </c:pt>
                <c:pt idx="3913">
                  <c:v>0</c:v>
                </c:pt>
                <c:pt idx="3914">
                  <c:v>0</c:v>
                </c:pt>
                <c:pt idx="3915">
                  <c:v>0</c:v>
                </c:pt>
                <c:pt idx="3916">
                  <c:v>0</c:v>
                </c:pt>
                <c:pt idx="3917">
                  <c:v>0</c:v>
                </c:pt>
                <c:pt idx="3918">
                  <c:v>0</c:v>
                </c:pt>
                <c:pt idx="3919">
                  <c:v>0</c:v>
                </c:pt>
                <c:pt idx="3920">
                  <c:v>0</c:v>
                </c:pt>
                <c:pt idx="3921">
                  <c:v>0</c:v>
                </c:pt>
                <c:pt idx="3922">
                  <c:v>0</c:v>
                </c:pt>
                <c:pt idx="3923">
                  <c:v>0</c:v>
                </c:pt>
                <c:pt idx="3924">
                  <c:v>0</c:v>
                </c:pt>
                <c:pt idx="3925">
                  <c:v>0</c:v>
                </c:pt>
                <c:pt idx="3926">
                  <c:v>0</c:v>
                </c:pt>
                <c:pt idx="3927">
                  <c:v>0</c:v>
                </c:pt>
                <c:pt idx="3928">
                  <c:v>0</c:v>
                </c:pt>
                <c:pt idx="3929">
                  <c:v>0</c:v>
                </c:pt>
                <c:pt idx="3930">
                  <c:v>0</c:v>
                </c:pt>
                <c:pt idx="3931">
                  <c:v>0</c:v>
                </c:pt>
                <c:pt idx="3932">
                  <c:v>0</c:v>
                </c:pt>
                <c:pt idx="3933">
                  <c:v>0</c:v>
                </c:pt>
                <c:pt idx="3934">
                  <c:v>0</c:v>
                </c:pt>
                <c:pt idx="3935">
                  <c:v>0</c:v>
                </c:pt>
                <c:pt idx="3936">
                  <c:v>0</c:v>
                </c:pt>
                <c:pt idx="3937">
                  <c:v>0</c:v>
                </c:pt>
                <c:pt idx="3938">
                  <c:v>0</c:v>
                </c:pt>
                <c:pt idx="3939">
                  <c:v>0</c:v>
                </c:pt>
                <c:pt idx="3940">
                  <c:v>0</c:v>
                </c:pt>
                <c:pt idx="3941">
                  <c:v>0</c:v>
                </c:pt>
                <c:pt idx="3942">
                  <c:v>0</c:v>
                </c:pt>
                <c:pt idx="3943">
                  <c:v>0</c:v>
                </c:pt>
                <c:pt idx="3944">
                  <c:v>0</c:v>
                </c:pt>
                <c:pt idx="3945">
                  <c:v>0</c:v>
                </c:pt>
                <c:pt idx="3946">
                  <c:v>0</c:v>
                </c:pt>
                <c:pt idx="3947">
                  <c:v>0</c:v>
                </c:pt>
                <c:pt idx="3948">
                  <c:v>0</c:v>
                </c:pt>
                <c:pt idx="3949">
                  <c:v>0</c:v>
                </c:pt>
                <c:pt idx="3950">
                  <c:v>0</c:v>
                </c:pt>
                <c:pt idx="3951">
                  <c:v>0</c:v>
                </c:pt>
                <c:pt idx="3952">
                  <c:v>0</c:v>
                </c:pt>
                <c:pt idx="3953">
                  <c:v>0</c:v>
                </c:pt>
                <c:pt idx="3954">
                  <c:v>0</c:v>
                </c:pt>
                <c:pt idx="3955">
                  <c:v>0</c:v>
                </c:pt>
                <c:pt idx="3956">
                  <c:v>0</c:v>
                </c:pt>
                <c:pt idx="3957">
                  <c:v>0</c:v>
                </c:pt>
                <c:pt idx="3958">
                  <c:v>0</c:v>
                </c:pt>
                <c:pt idx="3959">
                  <c:v>0</c:v>
                </c:pt>
                <c:pt idx="3960">
                  <c:v>0</c:v>
                </c:pt>
                <c:pt idx="3961">
                  <c:v>0</c:v>
                </c:pt>
                <c:pt idx="3962">
                  <c:v>0</c:v>
                </c:pt>
                <c:pt idx="3963">
                  <c:v>0</c:v>
                </c:pt>
                <c:pt idx="3964">
                  <c:v>0</c:v>
                </c:pt>
                <c:pt idx="3965">
                  <c:v>0</c:v>
                </c:pt>
                <c:pt idx="3966">
                  <c:v>0</c:v>
                </c:pt>
                <c:pt idx="3967">
                  <c:v>0</c:v>
                </c:pt>
                <c:pt idx="3968">
                  <c:v>0</c:v>
                </c:pt>
                <c:pt idx="3969">
                  <c:v>0</c:v>
                </c:pt>
                <c:pt idx="3970">
                  <c:v>0</c:v>
                </c:pt>
                <c:pt idx="3971">
                  <c:v>0</c:v>
                </c:pt>
                <c:pt idx="3972">
                  <c:v>0</c:v>
                </c:pt>
                <c:pt idx="3973">
                  <c:v>0</c:v>
                </c:pt>
                <c:pt idx="3974">
                  <c:v>0</c:v>
                </c:pt>
                <c:pt idx="3975">
                  <c:v>0</c:v>
                </c:pt>
                <c:pt idx="3976">
                  <c:v>0</c:v>
                </c:pt>
                <c:pt idx="3977">
                  <c:v>0</c:v>
                </c:pt>
                <c:pt idx="3978">
                  <c:v>0</c:v>
                </c:pt>
                <c:pt idx="3979">
                  <c:v>0</c:v>
                </c:pt>
                <c:pt idx="3980">
                  <c:v>0</c:v>
                </c:pt>
                <c:pt idx="3981">
                  <c:v>0</c:v>
                </c:pt>
                <c:pt idx="3982">
                  <c:v>0</c:v>
                </c:pt>
                <c:pt idx="3983">
                  <c:v>0</c:v>
                </c:pt>
                <c:pt idx="3984">
                  <c:v>0</c:v>
                </c:pt>
                <c:pt idx="3985">
                  <c:v>0</c:v>
                </c:pt>
                <c:pt idx="3986">
                  <c:v>0</c:v>
                </c:pt>
                <c:pt idx="3987">
                  <c:v>0</c:v>
                </c:pt>
                <c:pt idx="3988">
                  <c:v>0</c:v>
                </c:pt>
                <c:pt idx="3989">
                  <c:v>0</c:v>
                </c:pt>
                <c:pt idx="3990">
                  <c:v>0</c:v>
                </c:pt>
                <c:pt idx="3991">
                  <c:v>0</c:v>
                </c:pt>
                <c:pt idx="3992">
                  <c:v>0</c:v>
                </c:pt>
                <c:pt idx="3993">
                  <c:v>0</c:v>
                </c:pt>
                <c:pt idx="3994">
                  <c:v>0</c:v>
                </c:pt>
                <c:pt idx="3995">
                  <c:v>0</c:v>
                </c:pt>
                <c:pt idx="3996">
                  <c:v>0</c:v>
                </c:pt>
                <c:pt idx="3997">
                  <c:v>0</c:v>
                </c:pt>
                <c:pt idx="3998">
                  <c:v>0</c:v>
                </c:pt>
                <c:pt idx="3999">
                  <c:v>0</c:v>
                </c:pt>
                <c:pt idx="4000">
                  <c:v>0</c:v>
                </c:pt>
                <c:pt idx="4001">
                  <c:v>0</c:v>
                </c:pt>
                <c:pt idx="4002">
                  <c:v>0</c:v>
                </c:pt>
                <c:pt idx="4003">
                  <c:v>0</c:v>
                </c:pt>
                <c:pt idx="4004">
                  <c:v>0</c:v>
                </c:pt>
                <c:pt idx="4005">
                  <c:v>0</c:v>
                </c:pt>
                <c:pt idx="4006">
                  <c:v>0</c:v>
                </c:pt>
                <c:pt idx="4007">
                  <c:v>0</c:v>
                </c:pt>
                <c:pt idx="4008">
                  <c:v>0</c:v>
                </c:pt>
                <c:pt idx="4009">
                  <c:v>0</c:v>
                </c:pt>
                <c:pt idx="4010">
                  <c:v>0</c:v>
                </c:pt>
                <c:pt idx="4011">
                  <c:v>0</c:v>
                </c:pt>
                <c:pt idx="4012">
                  <c:v>0</c:v>
                </c:pt>
                <c:pt idx="4013">
                  <c:v>0</c:v>
                </c:pt>
                <c:pt idx="4014">
                  <c:v>0</c:v>
                </c:pt>
                <c:pt idx="4015">
                  <c:v>0</c:v>
                </c:pt>
                <c:pt idx="4016">
                  <c:v>0</c:v>
                </c:pt>
                <c:pt idx="4017">
                  <c:v>0</c:v>
                </c:pt>
                <c:pt idx="4018">
                  <c:v>0</c:v>
                </c:pt>
                <c:pt idx="4019">
                  <c:v>0</c:v>
                </c:pt>
                <c:pt idx="4020">
                  <c:v>0</c:v>
                </c:pt>
                <c:pt idx="4021">
                  <c:v>0</c:v>
                </c:pt>
                <c:pt idx="4022">
                  <c:v>0</c:v>
                </c:pt>
                <c:pt idx="4023">
                  <c:v>0</c:v>
                </c:pt>
                <c:pt idx="4024">
                  <c:v>0</c:v>
                </c:pt>
                <c:pt idx="4025">
                  <c:v>0</c:v>
                </c:pt>
                <c:pt idx="4026">
                  <c:v>0</c:v>
                </c:pt>
                <c:pt idx="4027">
                  <c:v>0</c:v>
                </c:pt>
                <c:pt idx="4028">
                  <c:v>0</c:v>
                </c:pt>
                <c:pt idx="4029">
                  <c:v>0</c:v>
                </c:pt>
                <c:pt idx="4030">
                  <c:v>0</c:v>
                </c:pt>
                <c:pt idx="4031">
                  <c:v>0</c:v>
                </c:pt>
                <c:pt idx="4032">
                  <c:v>0</c:v>
                </c:pt>
                <c:pt idx="4033">
                  <c:v>0</c:v>
                </c:pt>
                <c:pt idx="4034">
                  <c:v>0</c:v>
                </c:pt>
                <c:pt idx="4035">
                  <c:v>0</c:v>
                </c:pt>
                <c:pt idx="4036">
                  <c:v>0</c:v>
                </c:pt>
                <c:pt idx="4037">
                  <c:v>0</c:v>
                </c:pt>
                <c:pt idx="4038">
                  <c:v>0</c:v>
                </c:pt>
                <c:pt idx="4039">
                  <c:v>0</c:v>
                </c:pt>
                <c:pt idx="4040">
                  <c:v>0</c:v>
                </c:pt>
                <c:pt idx="4041">
                  <c:v>0</c:v>
                </c:pt>
                <c:pt idx="4042">
                  <c:v>0</c:v>
                </c:pt>
                <c:pt idx="4043">
                  <c:v>0</c:v>
                </c:pt>
                <c:pt idx="4044">
                  <c:v>0</c:v>
                </c:pt>
                <c:pt idx="4045">
                  <c:v>0</c:v>
                </c:pt>
                <c:pt idx="4046">
                  <c:v>0</c:v>
                </c:pt>
                <c:pt idx="4047">
                  <c:v>0</c:v>
                </c:pt>
                <c:pt idx="4048">
                  <c:v>0</c:v>
                </c:pt>
                <c:pt idx="4049">
                  <c:v>0</c:v>
                </c:pt>
                <c:pt idx="4050">
                  <c:v>0</c:v>
                </c:pt>
                <c:pt idx="4051">
                  <c:v>0</c:v>
                </c:pt>
                <c:pt idx="4052">
                  <c:v>0</c:v>
                </c:pt>
                <c:pt idx="4053">
                  <c:v>0</c:v>
                </c:pt>
                <c:pt idx="4054">
                  <c:v>0</c:v>
                </c:pt>
                <c:pt idx="4055">
                  <c:v>0</c:v>
                </c:pt>
                <c:pt idx="4056">
                  <c:v>0</c:v>
                </c:pt>
                <c:pt idx="4057">
                  <c:v>0</c:v>
                </c:pt>
                <c:pt idx="4058">
                  <c:v>0</c:v>
                </c:pt>
                <c:pt idx="4059">
                  <c:v>0</c:v>
                </c:pt>
                <c:pt idx="4060">
                  <c:v>0</c:v>
                </c:pt>
                <c:pt idx="4061">
                  <c:v>0</c:v>
                </c:pt>
                <c:pt idx="4062">
                  <c:v>0</c:v>
                </c:pt>
                <c:pt idx="4063">
                  <c:v>0</c:v>
                </c:pt>
                <c:pt idx="4064">
                  <c:v>0</c:v>
                </c:pt>
                <c:pt idx="4065">
                  <c:v>0</c:v>
                </c:pt>
                <c:pt idx="4066">
                  <c:v>0</c:v>
                </c:pt>
                <c:pt idx="4067">
                  <c:v>0</c:v>
                </c:pt>
                <c:pt idx="4068">
                  <c:v>0</c:v>
                </c:pt>
                <c:pt idx="4069">
                  <c:v>0</c:v>
                </c:pt>
                <c:pt idx="4070">
                  <c:v>0</c:v>
                </c:pt>
                <c:pt idx="4071">
                  <c:v>0</c:v>
                </c:pt>
                <c:pt idx="4072">
                  <c:v>0</c:v>
                </c:pt>
                <c:pt idx="4073">
                  <c:v>0</c:v>
                </c:pt>
                <c:pt idx="4074">
                  <c:v>0</c:v>
                </c:pt>
                <c:pt idx="4075">
                  <c:v>0</c:v>
                </c:pt>
                <c:pt idx="4076">
                  <c:v>0</c:v>
                </c:pt>
                <c:pt idx="4077">
                  <c:v>0</c:v>
                </c:pt>
                <c:pt idx="4078">
                  <c:v>0</c:v>
                </c:pt>
                <c:pt idx="4079">
                  <c:v>0</c:v>
                </c:pt>
                <c:pt idx="4080">
                  <c:v>0</c:v>
                </c:pt>
                <c:pt idx="4081">
                  <c:v>0</c:v>
                </c:pt>
                <c:pt idx="4082">
                  <c:v>0</c:v>
                </c:pt>
                <c:pt idx="4083">
                  <c:v>0</c:v>
                </c:pt>
                <c:pt idx="4084">
                  <c:v>0</c:v>
                </c:pt>
                <c:pt idx="4085">
                  <c:v>0</c:v>
                </c:pt>
                <c:pt idx="4086">
                  <c:v>0</c:v>
                </c:pt>
                <c:pt idx="4087">
                  <c:v>0</c:v>
                </c:pt>
                <c:pt idx="4088">
                  <c:v>0</c:v>
                </c:pt>
                <c:pt idx="4089">
                  <c:v>0</c:v>
                </c:pt>
                <c:pt idx="4090">
                  <c:v>0</c:v>
                </c:pt>
                <c:pt idx="4091">
                  <c:v>0</c:v>
                </c:pt>
                <c:pt idx="4092">
                  <c:v>0</c:v>
                </c:pt>
                <c:pt idx="4093">
                  <c:v>0</c:v>
                </c:pt>
                <c:pt idx="4094">
                  <c:v>0</c:v>
                </c:pt>
                <c:pt idx="4095">
                  <c:v>0</c:v>
                </c:pt>
                <c:pt idx="4096">
                  <c:v>0</c:v>
                </c:pt>
                <c:pt idx="4097">
                  <c:v>0</c:v>
                </c:pt>
                <c:pt idx="4098">
                  <c:v>0</c:v>
                </c:pt>
                <c:pt idx="4099">
                  <c:v>0</c:v>
                </c:pt>
                <c:pt idx="4100">
                  <c:v>0</c:v>
                </c:pt>
                <c:pt idx="4101">
                  <c:v>0</c:v>
                </c:pt>
                <c:pt idx="4102">
                  <c:v>0</c:v>
                </c:pt>
                <c:pt idx="4103">
                  <c:v>0</c:v>
                </c:pt>
                <c:pt idx="4104">
                  <c:v>0</c:v>
                </c:pt>
                <c:pt idx="4105">
                  <c:v>0</c:v>
                </c:pt>
                <c:pt idx="4106">
                  <c:v>0</c:v>
                </c:pt>
                <c:pt idx="4107">
                  <c:v>0</c:v>
                </c:pt>
                <c:pt idx="4108">
                  <c:v>0</c:v>
                </c:pt>
                <c:pt idx="4109">
                  <c:v>0</c:v>
                </c:pt>
                <c:pt idx="4110">
                  <c:v>0</c:v>
                </c:pt>
                <c:pt idx="4111">
                  <c:v>0</c:v>
                </c:pt>
                <c:pt idx="4112">
                  <c:v>0</c:v>
                </c:pt>
                <c:pt idx="4113">
                  <c:v>0</c:v>
                </c:pt>
                <c:pt idx="4114">
                  <c:v>0</c:v>
                </c:pt>
                <c:pt idx="4115">
                  <c:v>0</c:v>
                </c:pt>
                <c:pt idx="4116">
                  <c:v>0</c:v>
                </c:pt>
                <c:pt idx="4117">
                  <c:v>0</c:v>
                </c:pt>
                <c:pt idx="4118">
                  <c:v>0</c:v>
                </c:pt>
                <c:pt idx="4119">
                  <c:v>0</c:v>
                </c:pt>
                <c:pt idx="4120">
                  <c:v>0</c:v>
                </c:pt>
                <c:pt idx="4121">
                  <c:v>0</c:v>
                </c:pt>
                <c:pt idx="4122">
                  <c:v>0</c:v>
                </c:pt>
                <c:pt idx="4123">
                  <c:v>0</c:v>
                </c:pt>
                <c:pt idx="4124">
                  <c:v>0</c:v>
                </c:pt>
                <c:pt idx="4125">
                  <c:v>0</c:v>
                </c:pt>
                <c:pt idx="4126">
                  <c:v>0</c:v>
                </c:pt>
                <c:pt idx="4127">
                  <c:v>0</c:v>
                </c:pt>
                <c:pt idx="4128">
                  <c:v>0</c:v>
                </c:pt>
                <c:pt idx="4129">
                  <c:v>0</c:v>
                </c:pt>
                <c:pt idx="4130">
                  <c:v>0</c:v>
                </c:pt>
                <c:pt idx="4131">
                  <c:v>0</c:v>
                </c:pt>
                <c:pt idx="4132">
                  <c:v>0</c:v>
                </c:pt>
                <c:pt idx="4133">
                  <c:v>0</c:v>
                </c:pt>
                <c:pt idx="4134">
                  <c:v>0</c:v>
                </c:pt>
                <c:pt idx="4135">
                  <c:v>0</c:v>
                </c:pt>
                <c:pt idx="4136">
                  <c:v>0</c:v>
                </c:pt>
                <c:pt idx="4137">
                  <c:v>0</c:v>
                </c:pt>
                <c:pt idx="4138">
                  <c:v>0</c:v>
                </c:pt>
                <c:pt idx="4139">
                  <c:v>0</c:v>
                </c:pt>
                <c:pt idx="4140">
                  <c:v>0</c:v>
                </c:pt>
                <c:pt idx="4141">
                  <c:v>0</c:v>
                </c:pt>
                <c:pt idx="4142">
                  <c:v>0</c:v>
                </c:pt>
                <c:pt idx="4143">
                  <c:v>0</c:v>
                </c:pt>
                <c:pt idx="4144">
                  <c:v>0</c:v>
                </c:pt>
                <c:pt idx="4145">
                  <c:v>0</c:v>
                </c:pt>
                <c:pt idx="4146">
                  <c:v>0</c:v>
                </c:pt>
                <c:pt idx="4147">
                  <c:v>0</c:v>
                </c:pt>
                <c:pt idx="4148">
                  <c:v>0</c:v>
                </c:pt>
                <c:pt idx="4149">
                  <c:v>0</c:v>
                </c:pt>
                <c:pt idx="4150">
                  <c:v>0</c:v>
                </c:pt>
                <c:pt idx="4151">
                  <c:v>0</c:v>
                </c:pt>
                <c:pt idx="4152">
                  <c:v>0</c:v>
                </c:pt>
                <c:pt idx="4153">
                  <c:v>0</c:v>
                </c:pt>
                <c:pt idx="4154">
                  <c:v>0</c:v>
                </c:pt>
                <c:pt idx="4155">
                  <c:v>0</c:v>
                </c:pt>
                <c:pt idx="4156">
                  <c:v>0</c:v>
                </c:pt>
                <c:pt idx="4157">
                  <c:v>0</c:v>
                </c:pt>
                <c:pt idx="4158">
                  <c:v>0</c:v>
                </c:pt>
                <c:pt idx="4159">
                  <c:v>0</c:v>
                </c:pt>
                <c:pt idx="4160">
                  <c:v>0</c:v>
                </c:pt>
                <c:pt idx="4161">
                  <c:v>0</c:v>
                </c:pt>
                <c:pt idx="4162">
                  <c:v>0</c:v>
                </c:pt>
                <c:pt idx="4163">
                  <c:v>0</c:v>
                </c:pt>
                <c:pt idx="4164">
                  <c:v>0</c:v>
                </c:pt>
                <c:pt idx="4165">
                  <c:v>0</c:v>
                </c:pt>
                <c:pt idx="4166">
                  <c:v>0</c:v>
                </c:pt>
                <c:pt idx="4167">
                  <c:v>0</c:v>
                </c:pt>
                <c:pt idx="4168">
                  <c:v>0</c:v>
                </c:pt>
                <c:pt idx="4169">
                  <c:v>0</c:v>
                </c:pt>
                <c:pt idx="4170">
                  <c:v>0</c:v>
                </c:pt>
                <c:pt idx="4171">
                  <c:v>0</c:v>
                </c:pt>
                <c:pt idx="4172">
                  <c:v>0</c:v>
                </c:pt>
                <c:pt idx="4173">
                  <c:v>0</c:v>
                </c:pt>
                <c:pt idx="4174">
                  <c:v>0</c:v>
                </c:pt>
                <c:pt idx="4175">
                  <c:v>0</c:v>
                </c:pt>
                <c:pt idx="4176">
                  <c:v>0</c:v>
                </c:pt>
                <c:pt idx="4177">
                  <c:v>0</c:v>
                </c:pt>
                <c:pt idx="4178">
                  <c:v>0</c:v>
                </c:pt>
                <c:pt idx="4179">
                  <c:v>0</c:v>
                </c:pt>
                <c:pt idx="4180">
                  <c:v>0</c:v>
                </c:pt>
                <c:pt idx="4181">
                  <c:v>0</c:v>
                </c:pt>
                <c:pt idx="4182">
                  <c:v>0</c:v>
                </c:pt>
                <c:pt idx="4183">
                  <c:v>0</c:v>
                </c:pt>
                <c:pt idx="4184">
                  <c:v>0</c:v>
                </c:pt>
                <c:pt idx="4185">
                  <c:v>0</c:v>
                </c:pt>
                <c:pt idx="4186">
                  <c:v>0</c:v>
                </c:pt>
                <c:pt idx="4187">
                  <c:v>0</c:v>
                </c:pt>
                <c:pt idx="4188">
                  <c:v>0</c:v>
                </c:pt>
                <c:pt idx="4189">
                  <c:v>0</c:v>
                </c:pt>
                <c:pt idx="4190">
                  <c:v>0</c:v>
                </c:pt>
                <c:pt idx="4191">
                  <c:v>0</c:v>
                </c:pt>
                <c:pt idx="4192">
                  <c:v>0</c:v>
                </c:pt>
                <c:pt idx="4193">
                  <c:v>0</c:v>
                </c:pt>
                <c:pt idx="4194">
                  <c:v>0</c:v>
                </c:pt>
                <c:pt idx="4195">
                  <c:v>0</c:v>
                </c:pt>
                <c:pt idx="4196">
                  <c:v>0</c:v>
                </c:pt>
                <c:pt idx="4197">
                  <c:v>0</c:v>
                </c:pt>
                <c:pt idx="4198">
                  <c:v>0</c:v>
                </c:pt>
                <c:pt idx="4199">
                  <c:v>0</c:v>
                </c:pt>
                <c:pt idx="4200">
                  <c:v>0</c:v>
                </c:pt>
                <c:pt idx="4201">
                  <c:v>0</c:v>
                </c:pt>
                <c:pt idx="4202">
                  <c:v>0</c:v>
                </c:pt>
                <c:pt idx="4203">
                  <c:v>0</c:v>
                </c:pt>
                <c:pt idx="4204">
                  <c:v>0</c:v>
                </c:pt>
                <c:pt idx="4205">
                  <c:v>0</c:v>
                </c:pt>
                <c:pt idx="4206">
                  <c:v>0</c:v>
                </c:pt>
                <c:pt idx="4207">
                  <c:v>0</c:v>
                </c:pt>
                <c:pt idx="4208">
                  <c:v>0</c:v>
                </c:pt>
                <c:pt idx="4209">
                  <c:v>0</c:v>
                </c:pt>
                <c:pt idx="4210">
                  <c:v>0</c:v>
                </c:pt>
                <c:pt idx="4211">
                  <c:v>0</c:v>
                </c:pt>
                <c:pt idx="4212">
                  <c:v>0</c:v>
                </c:pt>
                <c:pt idx="4213">
                  <c:v>0</c:v>
                </c:pt>
                <c:pt idx="4214">
                  <c:v>0</c:v>
                </c:pt>
                <c:pt idx="4215">
                  <c:v>0</c:v>
                </c:pt>
                <c:pt idx="4216">
                  <c:v>0</c:v>
                </c:pt>
                <c:pt idx="4217">
                  <c:v>0</c:v>
                </c:pt>
                <c:pt idx="4218">
                  <c:v>0</c:v>
                </c:pt>
                <c:pt idx="4219">
                  <c:v>0</c:v>
                </c:pt>
                <c:pt idx="4220">
                  <c:v>0</c:v>
                </c:pt>
                <c:pt idx="4221">
                  <c:v>0</c:v>
                </c:pt>
                <c:pt idx="4222">
                  <c:v>0</c:v>
                </c:pt>
                <c:pt idx="4223">
                  <c:v>0</c:v>
                </c:pt>
                <c:pt idx="4224">
                  <c:v>0</c:v>
                </c:pt>
                <c:pt idx="4225">
                  <c:v>0</c:v>
                </c:pt>
                <c:pt idx="4226">
                  <c:v>0</c:v>
                </c:pt>
                <c:pt idx="4227">
                  <c:v>0</c:v>
                </c:pt>
                <c:pt idx="4228">
                  <c:v>0</c:v>
                </c:pt>
                <c:pt idx="4229">
                  <c:v>0</c:v>
                </c:pt>
                <c:pt idx="4230">
                  <c:v>0</c:v>
                </c:pt>
                <c:pt idx="4231">
                  <c:v>0</c:v>
                </c:pt>
                <c:pt idx="4232">
                  <c:v>0</c:v>
                </c:pt>
                <c:pt idx="4233">
                  <c:v>0</c:v>
                </c:pt>
                <c:pt idx="4234">
                  <c:v>0</c:v>
                </c:pt>
                <c:pt idx="4235">
                  <c:v>0</c:v>
                </c:pt>
                <c:pt idx="4236">
                  <c:v>0</c:v>
                </c:pt>
                <c:pt idx="4237">
                  <c:v>0</c:v>
                </c:pt>
                <c:pt idx="4238">
                  <c:v>0</c:v>
                </c:pt>
                <c:pt idx="4239">
                  <c:v>0</c:v>
                </c:pt>
                <c:pt idx="4240">
                  <c:v>0</c:v>
                </c:pt>
                <c:pt idx="4241">
                  <c:v>0</c:v>
                </c:pt>
                <c:pt idx="4242">
                  <c:v>0</c:v>
                </c:pt>
                <c:pt idx="4243">
                  <c:v>0</c:v>
                </c:pt>
                <c:pt idx="4244">
                  <c:v>0</c:v>
                </c:pt>
                <c:pt idx="4245">
                  <c:v>0</c:v>
                </c:pt>
                <c:pt idx="4246">
                  <c:v>0</c:v>
                </c:pt>
                <c:pt idx="4247">
                  <c:v>0</c:v>
                </c:pt>
                <c:pt idx="4248">
                  <c:v>0</c:v>
                </c:pt>
                <c:pt idx="4249">
                  <c:v>0</c:v>
                </c:pt>
                <c:pt idx="4250">
                  <c:v>0</c:v>
                </c:pt>
                <c:pt idx="4251">
                  <c:v>0</c:v>
                </c:pt>
                <c:pt idx="4252">
                  <c:v>0</c:v>
                </c:pt>
                <c:pt idx="4253">
                  <c:v>0</c:v>
                </c:pt>
                <c:pt idx="4254">
                  <c:v>0</c:v>
                </c:pt>
                <c:pt idx="4255">
                  <c:v>0</c:v>
                </c:pt>
                <c:pt idx="4256">
                  <c:v>0</c:v>
                </c:pt>
                <c:pt idx="4257">
                  <c:v>0</c:v>
                </c:pt>
                <c:pt idx="4258">
                  <c:v>0</c:v>
                </c:pt>
                <c:pt idx="4259">
                  <c:v>0</c:v>
                </c:pt>
                <c:pt idx="4260">
                  <c:v>0</c:v>
                </c:pt>
                <c:pt idx="4261">
                  <c:v>0</c:v>
                </c:pt>
                <c:pt idx="4262">
                  <c:v>0</c:v>
                </c:pt>
                <c:pt idx="4263">
                  <c:v>0</c:v>
                </c:pt>
                <c:pt idx="4264">
                  <c:v>0</c:v>
                </c:pt>
                <c:pt idx="4265">
                  <c:v>0</c:v>
                </c:pt>
                <c:pt idx="4266">
                  <c:v>0</c:v>
                </c:pt>
                <c:pt idx="4267">
                  <c:v>0</c:v>
                </c:pt>
                <c:pt idx="4268">
                  <c:v>0</c:v>
                </c:pt>
                <c:pt idx="4269">
                  <c:v>0</c:v>
                </c:pt>
                <c:pt idx="4270">
                  <c:v>0</c:v>
                </c:pt>
                <c:pt idx="4271">
                  <c:v>0</c:v>
                </c:pt>
                <c:pt idx="4272">
                  <c:v>0</c:v>
                </c:pt>
                <c:pt idx="4273">
                  <c:v>0</c:v>
                </c:pt>
                <c:pt idx="4274">
                  <c:v>0</c:v>
                </c:pt>
                <c:pt idx="4275">
                  <c:v>0</c:v>
                </c:pt>
                <c:pt idx="4276">
                  <c:v>0</c:v>
                </c:pt>
                <c:pt idx="4277">
                  <c:v>0</c:v>
                </c:pt>
                <c:pt idx="4278">
                  <c:v>0</c:v>
                </c:pt>
                <c:pt idx="4279">
                  <c:v>0</c:v>
                </c:pt>
                <c:pt idx="4280">
                  <c:v>0</c:v>
                </c:pt>
                <c:pt idx="4281">
                  <c:v>0</c:v>
                </c:pt>
                <c:pt idx="4282">
                  <c:v>0</c:v>
                </c:pt>
                <c:pt idx="4283">
                  <c:v>0</c:v>
                </c:pt>
                <c:pt idx="4284">
                  <c:v>0</c:v>
                </c:pt>
                <c:pt idx="4285">
                  <c:v>0</c:v>
                </c:pt>
                <c:pt idx="4286">
                  <c:v>0</c:v>
                </c:pt>
                <c:pt idx="4287">
                  <c:v>0</c:v>
                </c:pt>
                <c:pt idx="4288">
                  <c:v>0</c:v>
                </c:pt>
                <c:pt idx="4289">
                  <c:v>0</c:v>
                </c:pt>
                <c:pt idx="4290">
                  <c:v>0</c:v>
                </c:pt>
                <c:pt idx="4291">
                  <c:v>0</c:v>
                </c:pt>
                <c:pt idx="4292">
                  <c:v>0</c:v>
                </c:pt>
                <c:pt idx="4293">
                  <c:v>0</c:v>
                </c:pt>
                <c:pt idx="4294">
                  <c:v>0</c:v>
                </c:pt>
                <c:pt idx="4295">
                  <c:v>0</c:v>
                </c:pt>
                <c:pt idx="4296">
                  <c:v>0</c:v>
                </c:pt>
                <c:pt idx="4297">
                  <c:v>0</c:v>
                </c:pt>
                <c:pt idx="4298">
                  <c:v>0</c:v>
                </c:pt>
                <c:pt idx="4299">
                  <c:v>0</c:v>
                </c:pt>
                <c:pt idx="4300">
                  <c:v>0</c:v>
                </c:pt>
                <c:pt idx="4301">
                  <c:v>0</c:v>
                </c:pt>
                <c:pt idx="4302">
                  <c:v>0</c:v>
                </c:pt>
                <c:pt idx="4303">
                  <c:v>0</c:v>
                </c:pt>
                <c:pt idx="4304">
                  <c:v>0</c:v>
                </c:pt>
                <c:pt idx="4305">
                  <c:v>0</c:v>
                </c:pt>
                <c:pt idx="4306">
                  <c:v>0</c:v>
                </c:pt>
                <c:pt idx="4307">
                  <c:v>0</c:v>
                </c:pt>
                <c:pt idx="4308">
                  <c:v>0</c:v>
                </c:pt>
                <c:pt idx="4309">
                  <c:v>0</c:v>
                </c:pt>
                <c:pt idx="4310">
                  <c:v>0</c:v>
                </c:pt>
                <c:pt idx="4311">
                  <c:v>0</c:v>
                </c:pt>
                <c:pt idx="4312">
                  <c:v>0</c:v>
                </c:pt>
                <c:pt idx="4313">
                  <c:v>0</c:v>
                </c:pt>
                <c:pt idx="4314">
                  <c:v>0</c:v>
                </c:pt>
                <c:pt idx="4315">
                  <c:v>0</c:v>
                </c:pt>
                <c:pt idx="4316">
                  <c:v>0</c:v>
                </c:pt>
                <c:pt idx="4317">
                  <c:v>0</c:v>
                </c:pt>
                <c:pt idx="4318">
                  <c:v>0</c:v>
                </c:pt>
                <c:pt idx="4319">
                  <c:v>0</c:v>
                </c:pt>
                <c:pt idx="4320">
                  <c:v>0</c:v>
                </c:pt>
                <c:pt idx="4321">
                  <c:v>0</c:v>
                </c:pt>
                <c:pt idx="4322">
                  <c:v>0</c:v>
                </c:pt>
                <c:pt idx="4323">
                  <c:v>0</c:v>
                </c:pt>
                <c:pt idx="4324">
                  <c:v>0</c:v>
                </c:pt>
                <c:pt idx="4325">
                  <c:v>0</c:v>
                </c:pt>
                <c:pt idx="4326">
                  <c:v>0</c:v>
                </c:pt>
                <c:pt idx="4327">
                  <c:v>0</c:v>
                </c:pt>
                <c:pt idx="4328">
                  <c:v>0</c:v>
                </c:pt>
                <c:pt idx="4329">
                  <c:v>0</c:v>
                </c:pt>
                <c:pt idx="4330">
                  <c:v>0</c:v>
                </c:pt>
                <c:pt idx="4331">
                  <c:v>0</c:v>
                </c:pt>
                <c:pt idx="4332">
                  <c:v>0</c:v>
                </c:pt>
                <c:pt idx="4333">
                  <c:v>0</c:v>
                </c:pt>
                <c:pt idx="4334">
                  <c:v>0</c:v>
                </c:pt>
                <c:pt idx="4335">
                  <c:v>0</c:v>
                </c:pt>
                <c:pt idx="4336">
                  <c:v>0</c:v>
                </c:pt>
                <c:pt idx="4337">
                  <c:v>0</c:v>
                </c:pt>
                <c:pt idx="4338">
                  <c:v>0</c:v>
                </c:pt>
                <c:pt idx="4339">
                  <c:v>0</c:v>
                </c:pt>
                <c:pt idx="4340">
                  <c:v>0</c:v>
                </c:pt>
                <c:pt idx="4341">
                  <c:v>0</c:v>
                </c:pt>
                <c:pt idx="4342">
                  <c:v>0</c:v>
                </c:pt>
                <c:pt idx="4343">
                  <c:v>0</c:v>
                </c:pt>
                <c:pt idx="4344">
                  <c:v>0</c:v>
                </c:pt>
                <c:pt idx="4345">
                  <c:v>0</c:v>
                </c:pt>
                <c:pt idx="4346">
                  <c:v>0</c:v>
                </c:pt>
                <c:pt idx="4347">
                  <c:v>0</c:v>
                </c:pt>
                <c:pt idx="4348">
                  <c:v>0</c:v>
                </c:pt>
                <c:pt idx="4349">
                  <c:v>0</c:v>
                </c:pt>
                <c:pt idx="4350">
                  <c:v>0</c:v>
                </c:pt>
                <c:pt idx="4351">
                  <c:v>0</c:v>
                </c:pt>
                <c:pt idx="4352">
                  <c:v>0</c:v>
                </c:pt>
                <c:pt idx="4353">
                  <c:v>0</c:v>
                </c:pt>
                <c:pt idx="4354">
                  <c:v>0</c:v>
                </c:pt>
                <c:pt idx="4355">
                  <c:v>0</c:v>
                </c:pt>
                <c:pt idx="4356">
                  <c:v>0</c:v>
                </c:pt>
                <c:pt idx="4357">
                  <c:v>0</c:v>
                </c:pt>
                <c:pt idx="4358">
                  <c:v>0</c:v>
                </c:pt>
                <c:pt idx="4359">
                  <c:v>0</c:v>
                </c:pt>
                <c:pt idx="4360">
                  <c:v>0</c:v>
                </c:pt>
                <c:pt idx="4361">
                  <c:v>0</c:v>
                </c:pt>
                <c:pt idx="4362">
                  <c:v>0</c:v>
                </c:pt>
                <c:pt idx="4363">
                  <c:v>0</c:v>
                </c:pt>
                <c:pt idx="4364">
                  <c:v>0</c:v>
                </c:pt>
                <c:pt idx="4365">
                  <c:v>0</c:v>
                </c:pt>
                <c:pt idx="4366">
                  <c:v>0</c:v>
                </c:pt>
                <c:pt idx="4367">
                  <c:v>0</c:v>
                </c:pt>
                <c:pt idx="4368">
                  <c:v>0</c:v>
                </c:pt>
                <c:pt idx="4369">
                  <c:v>0</c:v>
                </c:pt>
                <c:pt idx="4370">
                  <c:v>0</c:v>
                </c:pt>
                <c:pt idx="4371">
                  <c:v>0</c:v>
                </c:pt>
                <c:pt idx="4372">
                  <c:v>0</c:v>
                </c:pt>
                <c:pt idx="4373">
                  <c:v>0</c:v>
                </c:pt>
                <c:pt idx="4374">
                  <c:v>0</c:v>
                </c:pt>
                <c:pt idx="4375">
                  <c:v>0</c:v>
                </c:pt>
                <c:pt idx="4376">
                  <c:v>0</c:v>
                </c:pt>
                <c:pt idx="4377">
                  <c:v>0</c:v>
                </c:pt>
                <c:pt idx="4378">
                  <c:v>0</c:v>
                </c:pt>
                <c:pt idx="4379">
                  <c:v>0</c:v>
                </c:pt>
                <c:pt idx="4380">
                  <c:v>0</c:v>
                </c:pt>
                <c:pt idx="4381">
                  <c:v>0</c:v>
                </c:pt>
                <c:pt idx="4382">
                  <c:v>0</c:v>
                </c:pt>
                <c:pt idx="4383">
                  <c:v>0</c:v>
                </c:pt>
                <c:pt idx="4384">
                  <c:v>0</c:v>
                </c:pt>
                <c:pt idx="4385">
                  <c:v>0</c:v>
                </c:pt>
                <c:pt idx="4386">
                  <c:v>0</c:v>
                </c:pt>
                <c:pt idx="4387">
                  <c:v>0</c:v>
                </c:pt>
                <c:pt idx="4388">
                  <c:v>0</c:v>
                </c:pt>
                <c:pt idx="4389">
                  <c:v>0</c:v>
                </c:pt>
                <c:pt idx="4390">
                  <c:v>0</c:v>
                </c:pt>
                <c:pt idx="4391">
                  <c:v>0</c:v>
                </c:pt>
                <c:pt idx="4392">
                  <c:v>0</c:v>
                </c:pt>
                <c:pt idx="4393">
                  <c:v>0</c:v>
                </c:pt>
                <c:pt idx="4394">
                  <c:v>0</c:v>
                </c:pt>
                <c:pt idx="4395">
                  <c:v>0</c:v>
                </c:pt>
                <c:pt idx="4396">
                  <c:v>0</c:v>
                </c:pt>
                <c:pt idx="4397">
                  <c:v>0</c:v>
                </c:pt>
                <c:pt idx="4398">
                  <c:v>0</c:v>
                </c:pt>
                <c:pt idx="4399">
                  <c:v>0</c:v>
                </c:pt>
                <c:pt idx="4400">
                  <c:v>0</c:v>
                </c:pt>
                <c:pt idx="4401">
                  <c:v>0</c:v>
                </c:pt>
                <c:pt idx="4402">
                  <c:v>0</c:v>
                </c:pt>
                <c:pt idx="4403">
                  <c:v>0</c:v>
                </c:pt>
                <c:pt idx="4404">
                  <c:v>0</c:v>
                </c:pt>
                <c:pt idx="4405">
                  <c:v>0</c:v>
                </c:pt>
                <c:pt idx="4406">
                  <c:v>0</c:v>
                </c:pt>
                <c:pt idx="4407">
                  <c:v>0</c:v>
                </c:pt>
                <c:pt idx="4408">
                  <c:v>0</c:v>
                </c:pt>
                <c:pt idx="4409">
                  <c:v>0</c:v>
                </c:pt>
                <c:pt idx="4410">
                  <c:v>0</c:v>
                </c:pt>
                <c:pt idx="4411">
                  <c:v>0</c:v>
                </c:pt>
                <c:pt idx="4412">
                  <c:v>0</c:v>
                </c:pt>
                <c:pt idx="4413">
                  <c:v>0</c:v>
                </c:pt>
                <c:pt idx="4414">
                  <c:v>0</c:v>
                </c:pt>
                <c:pt idx="4415">
                  <c:v>0</c:v>
                </c:pt>
                <c:pt idx="4416">
                  <c:v>0</c:v>
                </c:pt>
                <c:pt idx="4417">
                  <c:v>0</c:v>
                </c:pt>
                <c:pt idx="4418">
                  <c:v>0</c:v>
                </c:pt>
                <c:pt idx="4419">
                  <c:v>0</c:v>
                </c:pt>
                <c:pt idx="4420">
                  <c:v>0</c:v>
                </c:pt>
                <c:pt idx="4421">
                  <c:v>0</c:v>
                </c:pt>
                <c:pt idx="4422">
                  <c:v>0</c:v>
                </c:pt>
                <c:pt idx="4423">
                  <c:v>0</c:v>
                </c:pt>
                <c:pt idx="4424">
                  <c:v>0</c:v>
                </c:pt>
                <c:pt idx="4425">
                  <c:v>0</c:v>
                </c:pt>
                <c:pt idx="4426">
                  <c:v>0</c:v>
                </c:pt>
                <c:pt idx="4427">
                  <c:v>0</c:v>
                </c:pt>
                <c:pt idx="4428">
                  <c:v>0</c:v>
                </c:pt>
                <c:pt idx="4429">
                  <c:v>0</c:v>
                </c:pt>
                <c:pt idx="4430">
                  <c:v>0</c:v>
                </c:pt>
                <c:pt idx="4431">
                  <c:v>0</c:v>
                </c:pt>
                <c:pt idx="4432">
                  <c:v>0</c:v>
                </c:pt>
                <c:pt idx="4433">
                  <c:v>0</c:v>
                </c:pt>
                <c:pt idx="4434">
                  <c:v>0</c:v>
                </c:pt>
                <c:pt idx="4435">
                  <c:v>0</c:v>
                </c:pt>
                <c:pt idx="4436">
                  <c:v>0</c:v>
                </c:pt>
                <c:pt idx="4437">
                  <c:v>0</c:v>
                </c:pt>
                <c:pt idx="4438">
                  <c:v>0</c:v>
                </c:pt>
                <c:pt idx="4439">
                  <c:v>0</c:v>
                </c:pt>
                <c:pt idx="4440">
                  <c:v>0</c:v>
                </c:pt>
                <c:pt idx="4441">
                  <c:v>0</c:v>
                </c:pt>
                <c:pt idx="4442">
                  <c:v>0</c:v>
                </c:pt>
                <c:pt idx="4443">
                  <c:v>0</c:v>
                </c:pt>
                <c:pt idx="4444">
                  <c:v>0</c:v>
                </c:pt>
                <c:pt idx="4445">
                  <c:v>0</c:v>
                </c:pt>
                <c:pt idx="4446">
                  <c:v>0</c:v>
                </c:pt>
                <c:pt idx="4447">
                  <c:v>0</c:v>
                </c:pt>
                <c:pt idx="4448">
                  <c:v>0</c:v>
                </c:pt>
                <c:pt idx="4449">
                  <c:v>0</c:v>
                </c:pt>
                <c:pt idx="4450">
                  <c:v>0</c:v>
                </c:pt>
                <c:pt idx="4451">
                  <c:v>0</c:v>
                </c:pt>
                <c:pt idx="4452">
                  <c:v>0</c:v>
                </c:pt>
                <c:pt idx="4453">
                  <c:v>0</c:v>
                </c:pt>
                <c:pt idx="4454">
                  <c:v>0</c:v>
                </c:pt>
                <c:pt idx="4455">
                  <c:v>0</c:v>
                </c:pt>
                <c:pt idx="4456">
                  <c:v>0</c:v>
                </c:pt>
                <c:pt idx="4457">
                  <c:v>0</c:v>
                </c:pt>
                <c:pt idx="4458">
                  <c:v>0</c:v>
                </c:pt>
                <c:pt idx="4459">
                  <c:v>0</c:v>
                </c:pt>
                <c:pt idx="4460">
                  <c:v>0</c:v>
                </c:pt>
                <c:pt idx="4461">
                  <c:v>0</c:v>
                </c:pt>
                <c:pt idx="4462">
                  <c:v>0</c:v>
                </c:pt>
                <c:pt idx="4463">
                  <c:v>0</c:v>
                </c:pt>
                <c:pt idx="4464">
                  <c:v>0</c:v>
                </c:pt>
                <c:pt idx="4465">
                  <c:v>0</c:v>
                </c:pt>
                <c:pt idx="4466">
                  <c:v>0</c:v>
                </c:pt>
                <c:pt idx="4467">
                  <c:v>0</c:v>
                </c:pt>
                <c:pt idx="4468">
                  <c:v>0</c:v>
                </c:pt>
                <c:pt idx="4469">
                  <c:v>0</c:v>
                </c:pt>
                <c:pt idx="4470">
                  <c:v>0</c:v>
                </c:pt>
                <c:pt idx="4471">
                  <c:v>0</c:v>
                </c:pt>
                <c:pt idx="4472">
                  <c:v>0</c:v>
                </c:pt>
                <c:pt idx="4473">
                  <c:v>0</c:v>
                </c:pt>
                <c:pt idx="4474">
                  <c:v>0</c:v>
                </c:pt>
                <c:pt idx="4475">
                  <c:v>0</c:v>
                </c:pt>
                <c:pt idx="4476">
                  <c:v>0</c:v>
                </c:pt>
                <c:pt idx="4477">
                  <c:v>0</c:v>
                </c:pt>
                <c:pt idx="4478">
                  <c:v>0</c:v>
                </c:pt>
                <c:pt idx="4479">
                  <c:v>0</c:v>
                </c:pt>
                <c:pt idx="4480">
                  <c:v>0</c:v>
                </c:pt>
                <c:pt idx="4481">
                  <c:v>0</c:v>
                </c:pt>
                <c:pt idx="4482">
                  <c:v>0</c:v>
                </c:pt>
                <c:pt idx="4483">
                  <c:v>0</c:v>
                </c:pt>
                <c:pt idx="4484">
                  <c:v>0</c:v>
                </c:pt>
                <c:pt idx="4485">
                  <c:v>0</c:v>
                </c:pt>
                <c:pt idx="4486">
                  <c:v>0</c:v>
                </c:pt>
                <c:pt idx="4487">
                  <c:v>0</c:v>
                </c:pt>
                <c:pt idx="4488">
                  <c:v>0</c:v>
                </c:pt>
                <c:pt idx="4489">
                  <c:v>0</c:v>
                </c:pt>
                <c:pt idx="4490">
                  <c:v>0</c:v>
                </c:pt>
                <c:pt idx="4491">
                  <c:v>0</c:v>
                </c:pt>
                <c:pt idx="4492">
                  <c:v>0</c:v>
                </c:pt>
                <c:pt idx="4493">
                  <c:v>0</c:v>
                </c:pt>
                <c:pt idx="4494">
                  <c:v>0</c:v>
                </c:pt>
                <c:pt idx="4495">
                  <c:v>0</c:v>
                </c:pt>
                <c:pt idx="4496">
                  <c:v>0</c:v>
                </c:pt>
                <c:pt idx="4497">
                  <c:v>0</c:v>
                </c:pt>
                <c:pt idx="4498">
                  <c:v>0</c:v>
                </c:pt>
                <c:pt idx="4499">
                  <c:v>0</c:v>
                </c:pt>
                <c:pt idx="4500">
                  <c:v>0</c:v>
                </c:pt>
                <c:pt idx="4501">
                  <c:v>0</c:v>
                </c:pt>
                <c:pt idx="4502">
                  <c:v>0</c:v>
                </c:pt>
                <c:pt idx="4503">
                  <c:v>0</c:v>
                </c:pt>
                <c:pt idx="4504">
                  <c:v>0</c:v>
                </c:pt>
                <c:pt idx="4505">
                  <c:v>0</c:v>
                </c:pt>
                <c:pt idx="4506">
                  <c:v>0</c:v>
                </c:pt>
                <c:pt idx="4507">
                  <c:v>0</c:v>
                </c:pt>
                <c:pt idx="4508">
                  <c:v>0</c:v>
                </c:pt>
                <c:pt idx="4509">
                  <c:v>0</c:v>
                </c:pt>
                <c:pt idx="4510">
                  <c:v>0</c:v>
                </c:pt>
                <c:pt idx="4511">
                  <c:v>0</c:v>
                </c:pt>
                <c:pt idx="4512">
                  <c:v>0</c:v>
                </c:pt>
                <c:pt idx="4513">
                  <c:v>0</c:v>
                </c:pt>
                <c:pt idx="4514">
                  <c:v>0</c:v>
                </c:pt>
                <c:pt idx="4515">
                  <c:v>0</c:v>
                </c:pt>
                <c:pt idx="4516">
                  <c:v>0</c:v>
                </c:pt>
                <c:pt idx="4517">
                  <c:v>0</c:v>
                </c:pt>
                <c:pt idx="4518">
                  <c:v>0</c:v>
                </c:pt>
                <c:pt idx="4519">
                  <c:v>0</c:v>
                </c:pt>
                <c:pt idx="4520">
                  <c:v>0</c:v>
                </c:pt>
                <c:pt idx="4521">
                  <c:v>0</c:v>
                </c:pt>
                <c:pt idx="4522">
                  <c:v>0</c:v>
                </c:pt>
                <c:pt idx="4523">
                  <c:v>0</c:v>
                </c:pt>
                <c:pt idx="4524">
                  <c:v>0</c:v>
                </c:pt>
                <c:pt idx="4525">
                  <c:v>0</c:v>
                </c:pt>
                <c:pt idx="4526">
                  <c:v>0</c:v>
                </c:pt>
                <c:pt idx="4527">
                  <c:v>0</c:v>
                </c:pt>
                <c:pt idx="4528">
                  <c:v>0</c:v>
                </c:pt>
                <c:pt idx="4529">
                  <c:v>0</c:v>
                </c:pt>
                <c:pt idx="4530">
                  <c:v>0</c:v>
                </c:pt>
                <c:pt idx="4531">
                  <c:v>0</c:v>
                </c:pt>
                <c:pt idx="4532">
                  <c:v>0</c:v>
                </c:pt>
                <c:pt idx="4533">
                  <c:v>0</c:v>
                </c:pt>
                <c:pt idx="4534">
                  <c:v>0</c:v>
                </c:pt>
                <c:pt idx="4535">
                  <c:v>0</c:v>
                </c:pt>
                <c:pt idx="4536">
                  <c:v>0</c:v>
                </c:pt>
                <c:pt idx="4537">
                  <c:v>0</c:v>
                </c:pt>
                <c:pt idx="4538">
                  <c:v>0</c:v>
                </c:pt>
                <c:pt idx="4539">
                  <c:v>0</c:v>
                </c:pt>
                <c:pt idx="4540">
                  <c:v>0</c:v>
                </c:pt>
                <c:pt idx="4541">
                  <c:v>0</c:v>
                </c:pt>
                <c:pt idx="4542">
                  <c:v>0</c:v>
                </c:pt>
                <c:pt idx="4543">
                  <c:v>0</c:v>
                </c:pt>
                <c:pt idx="4544">
                  <c:v>0</c:v>
                </c:pt>
                <c:pt idx="4545">
                  <c:v>0</c:v>
                </c:pt>
                <c:pt idx="4546">
                  <c:v>0</c:v>
                </c:pt>
                <c:pt idx="4547">
                  <c:v>0</c:v>
                </c:pt>
                <c:pt idx="4548">
                  <c:v>0</c:v>
                </c:pt>
                <c:pt idx="4549">
                  <c:v>0</c:v>
                </c:pt>
                <c:pt idx="4550">
                  <c:v>0</c:v>
                </c:pt>
                <c:pt idx="4551">
                  <c:v>0</c:v>
                </c:pt>
                <c:pt idx="4552">
                  <c:v>0</c:v>
                </c:pt>
                <c:pt idx="4553">
                  <c:v>0</c:v>
                </c:pt>
                <c:pt idx="4554">
                  <c:v>0</c:v>
                </c:pt>
                <c:pt idx="4555">
                  <c:v>0</c:v>
                </c:pt>
                <c:pt idx="4556">
                  <c:v>0</c:v>
                </c:pt>
                <c:pt idx="4557">
                  <c:v>0</c:v>
                </c:pt>
                <c:pt idx="4558">
                  <c:v>0</c:v>
                </c:pt>
                <c:pt idx="4559">
                  <c:v>0</c:v>
                </c:pt>
                <c:pt idx="4560">
                  <c:v>0</c:v>
                </c:pt>
                <c:pt idx="4561">
                  <c:v>0</c:v>
                </c:pt>
                <c:pt idx="4562">
                  <c:v>0</c:v>
                </c:pt>
                <c:pt idx="4563">
                  <c:v>0</c:v>
                </c:pt>
                <c:pt idx="4564">
                  <c:v>0</c:v>
                </c:pt>
                <c:pt idx="4565">
                  <c:v>0</c:v>
                </c:pt>
                <c:pt idx="4566">
                  <c:v>0</c:v>
                </c:pt>
                <c:pt idx="4567">
                  <c:v>0</c:v>
                </c:pt>
                <c:pt idx="4568">
                  <c:v>0</c:v>
                </c:pt>
                <c:pt idx="4569">
                  <c:v>0</c:v>
                </c:pt>
                <c:pt idx="4570">
                  <c:v>0</c:v>
                </c:pt>
                <c:pt idx="4571">
                  <c:v>0</c:v>
                </c:pt>
                <c:pt idx="4572">
                  <c:v>0</c:v>
                </c:pt>
                <c:pt idx="4573">
                  <c:v>0</c:v>
                </c:pt>
                <c:pt idx="4574">
                  <c:v>0</c:v>
                </c:pt>
                <c:pt idx="4575">
                  <c:v>0</c:v>
                </c:pt>
                <c:pt idx="4576">
                  <c:v>0</c:v>
                </c:pt>
                <c:pt idx="4577">
                  <c:v>0</c:v>
                </c:pt>
                <c:pt idx="4578">
                  <c:v>0</c:v>
                </c:pt>
                <c:pt idx="4579">
                  <c:v>0</c:v>
                </c:pt>
                <c:pt idx="4580">
                  <c:v>0</c:v>
                </c:pt>
                <c:pt idx="4581">
                  <c:v>0</c:v>
                </c:pt>
                <c:pt idx="4582">
                  <c:v>0</c:v>
                </c:pt>
                <c:pt idx="4583">
                  <c:v>0</c:v>
                </c:pt>
                <c:pt idx="4584">
                  <c:v>0</c:v>
                </c:pt>
                <c:pt idx="4585">
                  <c:v>0</c:v>
                </c:pt>
                <c:pt idx="4586">
                  <c:v>0</c:v>
                </c:pt>
                <c:pt idx="4587">
                  <c:v>0</c:v>
                </c:pt>
                <c:pt idx="4588">
                  <c:v>0</c:v>
                </c:pt>
                <c:pt idx="4589">
                  <c:v>0</c:v>
                </c:pt>
                <c:pt idx="4590">
                  <c:v>0</c:v>
                </c:pt>
                <c:pt idx="4591">
                  <c:v>0</c:v>
                </c:pt>
                <c:pt idx="4592">
                  <c:v>0</c:v>
                </c:pt>
                <c:pt idx="4593">
                  <c:v>0</c:v>
                </c:pt>
                <c:pt idx="4594">
                  <c:v>0</c:v>
                </c:pt>
                <c:pt idx="4595">
                  <c:v>0</c:v>
                </c:pt>
                <c:pt idx="4596">
                  <c:v>0</c:v>
                </c:pt>
                <c:pt idx="4597">
                  <c:v>0</c:v>
                </c:pt>
                <c:pt idx="4598">
                  <c:v>0</c:v>
                </c:pt>
                <c:pt idx="4599">
                  <c:v>0</c:v>
                </c:pt>
                <c:pt idx="4600">
                  <c:v>0</c:v>
                </c:pt>
                <c:pt idx="4601">
                  <c:v>0</c:v>
                </c:pt>
                <c:pt idx="4602">
                  <c:v>0</c:v>
                </c:pt>
                <c:pt idx="4603">
                  <c:v>0</c:v>
                </c:pt>
                <c:pt idx="4604">
                  <c:v>0</c:v>
                </c:pt>
                <c:pt idx="4605">
                  <c:v>0</c:v>
                </c:pt>
                <c:pt idx="4606">
                  <c:v>0</c:v>
                </c:pt>
                <c:pt idx="4607">
                  <c:v>0</c:v>
                </c:pt>
                <c:pt idx="4608">
                  <c:v>0</c:v>
                </c:pt>
                <c:pt idx="4609">
                  <c:v>0</c:v>
                </c:pt>
                <c:pt idx="4610">
                  <c:v>0</c:v>
                </c:pt>
                <c:pt idx="4611">
                  <c:v>0</c:v>
                </c:pt>
                <c:pt idx="4612">
                  <c:v>0</c:v>
                </c:pt>
                <c:pt idx="4613">
                  <c:v>0</c:v>
                </c:pt>
                <c:pt idx="4614">
                  <c:v>0</c:v>
                </c:pt>
                <c:pt idx="4615">
                  <c:v>0</c:v>
                </c:pt>
                <c:pt idx="4616">
                  <c:v>0</c:v>
                </c:pt>
                <c:pt idx="4617">
                  <c:v>0</c:v>
                </c:pt>
                <c:pt idx="4618">
                  <c:v>0</c:v>
                </c:pt>
                <c:pt idx="4619">
                  <c:v>0</c:v>
                </c:pt>
                <c:pt idx="4620">
                  <c:v>0</c:v>
                </c:pt>
                <c:pt idx="4621">
                  <c:v>0</c:v>
                </c:pt>
                <c:pt idx="4622">
                  <c:v>0</c:v>
                </c:pt>
                <c:pt idx="4623">
                  <c:v>0</c:v>
                </c:pt>
                <c:pt idx="4624">
                  <c:v>0</c:v>
                </c:pt>
                <c:pt idx="4625">
                  <c:v>0</c:v>
                </c:pt>
                <c:pt idx="4626">
                  <c:v>0</c:v>
                </c:pt>
                <c:pt idx="4627">
                  <c:v>0</c:v>
                </c:pt>
                <c:pt idx="4628">
                  <c:v>0</c:v>
                </c:pt>
                <c:pt idx="4629">
                  <c:v>0</c:v>
                </c:pt>
                <c:pt idx="4630">
                  <c:v>0</c:v>
                </c:pt>
                <c:pt idx="4631">
                  <c:v>0</c:v>
                </c:pt>
                <c:pt idx="4632">
                  <c:v>0</c:v>
                </c:pt>
                <c:pt idx="4633">
                  <c:v>0</c:v>
                </c:pt>
                <c:pt idx="4634">
                  <c:v>0</c:v>
                </c:pt>
                <c:pt idx="4635">
                  <c:v>0</c:v>
                </c:pt>
                <c:pt idx="4636">
                  <c:v>0</c:v>
                </c:pt>
                <c:pt idx="4637">
                  <c:v>0</c:v>
                </c:pt>
                <c:pt idx="4638">
                  <c:v>0</c:v>
                </c:pt>
                <c:pt idx="4639">
                  <c:v>0</c:v>
                </c:pt>
                <c:pt idx="4640">
                  <c:v>0</c:v>
                </c:pt>
                <c:pt idx="4641">
                  <c:v>0</c:v>
                </c:pt>
                <c:pt idx="4642">
                  <c:v>0</c:v>
                </c:pt>
                <c:pt idx="4643">
                  <c:v>0</c:v>
                </c:pt>
                <c:pt idx="4644">
                  <c:v>0</c:v>
                </c:pt>
                <c:pt idx="4645">
                  <c:v>0</c:v>
                </c:pt>
                <c:pt idx="4646">
                  <c:v>0</c:v>
                </c:pt>
                <c:pt idx="4647">
                  <c:v>0</c:v>
                </c:pt>
                <c:pt idx="4648">
                  <c:v>0</c:v>
                </c:pt>
                <c:pt idx="4649">
                  <c:v>0</c:v>
                </c:pt>
                <c:pt idx="4650">
                  <c:v>0</c:v>
                </c:pt>
                <c:pt idx="4651">
                  <c:v>0</c:v>
                </c:pt>
                <c:pt idx="4652">
                  <c:v>0</c:v>
                </c:pt>
                <c:pt idx="4653">
                  <c:v>0</c:v>
                </c:pt>
                <c:pt idx="4654">
                  <c:v>0</c:v>
                </c:pt>
                <c:pt idx="4655">
                  <c:v>0</c:v>
                </c:pt>
                <c:pt idx="4656">
                  <c:v>0</c:v>
                </c:pt>
                <c:pt idx="4657">
                  <c:v>0</c:v>
                </c:pt>
                <c:pt idx="4658">
                  <c:v>0</c:v>
                </c:pt>
                <c:pt idx="4659">
                  <c:v>0</c:v>
                </c:pt>
                <c:pt idx="4660">
                  <c:v>0</c:v>
                </c:pt>
                <c:pt idx="4661">
                  <c:v>0</c:v>
                </c:pt>
                <c:pt idx="4662">
                  <c:v>0</c:v>
                </c:pt>
                <c:pt idx="4663">
                  <c:v>0</c:v>
                </c:pt>
                <c:pt idx="4664">
                  <c:v>0</c:v>
                </c:pt>
                <c:pt idx="4665">
                  <c:v>0</c:v>
                </c:pt>
                <c:pt idx="4666">
                  <c:v>0</c:v>
                </c:pt>
                <c:pt idx="4667">
                  <c:v>0</c:v>
                </c:pt>
                <c:pt idx="4668">
                  <c:v>0</c:v>
                </c:pt>
                <c:pt idx="4669">
                  <c:v>0</c:v>
                </c:pt>
                <c:pt idx="4670">
                  <c:v>0</c:v>
                </c:pt>
                <c:pt idx="4671">
                  <c:v>0</c:v>
                </c:pt>
                <c:pt idx="4672">
                  <c:v>0</c:v>
                </c:pt>
                <c:pt idx="4673">
                  <c:v>0</c:v>
                </c:pt>
                <c:pt idx="4674">
                  <c:v>0</c:v>
                </c:pt>
                <c:pt idx="4675">
                  <c:v>0</c:v>
                </c:pt>
                <c:pt idx="4676">
                  <c:v>0</c:v>
                </c:pt>
                <c:pt idx="4677">
                  <c:v>0</c:v>
                </c:pt>
                <c:pt idx="4678">
                  <c:v>0</c:v>
                </c:pt>
                <c:pt idx="4679">
                  <c:v>0</c:v>
                </c:pt>
                <c:pt idx="4680">
                  <c:v>0</c:v>
                </c:pt>
                <c:pt idx="4681">
                  <c:v>0</c:v>
                </c:pt>
                <c:pt idx="4682">
                  <c:v>0</c:v>
                </c:pt>
                <c:pt idx="4683">
                  <c:v>0</c:v>
                </c:pt>
                <c:pt idx="4684">
                  <c:v>0</c:v>
                </c:pt>
                <c:pt idx="4685">
                  <c:v>0</c:v>
                </c:pt>
                <c:pt idx="4686">
                  <c:v>0</c:v>
                </c:pt>
                <c:pt idx="4687">
                  <c:v>0</c:v>
                </c:pt>
                <c:pt idx="4688">
                  <c:v>0</c:v>
                </c:pt>
                <c:pt idx="4689">
                  <c:v>0</c:v>
                </c:pt>
                <c:pt idx="4690">
                  <c:v>0</c:v>
                </c:pt>
                <c:pt idx="4691">
                  <c:v>0</c:v>
                </c:pt>
                <c:pt idx="4692">
                  <c:v>0</c:v>
                </c:pt>
                <c:pt idx="4693">
                  <c:v>0</c:v>
                </c:pt>
                <c:pt idx="4694">
                  <c:v>0</c:v>
                </c:pt>
                <c:pt idx="4695">
                  <c:v>0</c:v>
                </c:pt>
                <c:pt idx="4696">
                  <c:v>0</c:v>
                </c:pt>
                <c:pt idx="4697">
                  <c:v>0</c:v>
                </c:pt>
                <c:pt idx="4698">
                  <c:v>0</c:v>
                </c:pt>
                <c:pt idx="4699">
                  <c:v>0</c:v>
                </c:pt>
                <c:pt idx="4700">
                  <c:v>0</c:v>
                </c:pt>
                <c:pt idx="4701">
                  <c:v>0</c:v>
                </c:pt>
                <c:pt idx="4702">
                  <c:v>0</c:v>
                </c:pt>
                <c:pt idx="4703">
                  <c:v>0</c:v>
                </c:pt>
                <c:pt idx="4704">
                  <c:v>0</c:v>
                </c:pt>
                <c:pt idx="4705">
                  <c:v>0</c:v>
                </c:pt>
                <c:pt idx="4706">
                  <c:v>0</c:v>
                </c:pt>
                <c:pt idx="4707">
                  <c:v>0</c:v>
                </c:pt>
                <c:pt idx="4708">
                  <c:v>0</c:v>
                </c:pt>
                <c:pt idx="4709">
                  <c:v>0</c:v>
                </c:pt>
                <c:pt idx="4710">
                  <c:v>0</c:v>
                </c:pt>
                <c:pt idx="4711">
                  <c:v>0</c:v>
                </c:pt>
                <c:pt idx="4712">
                  <c:v>0</c:v>
                </c:pt>
                <c:pt idx="4713">
                  <c:v>0</c:v>
                </c:pt>
                <c:pt idx="4714">
                  <c:v>0</c:v>
                </c:pt>
                <c:pt idx="4715">
                  <c:v>0</c:v>
                </c:pt>
                <c:pt idx="4716">
                  <c:v>0</c:v>
                </c:pt>
                <c:pt idx="4717">
                  <c:v>0</c:v>
                </c:pt>
                <c:pt idx="4718">
                  <c:v>0</c:v>
                </c:pt>
                <c:pt idx="4719">
                  <c:v>0</c:v>
                </c:pt>
                <c:pt idx="4720">
                  <c:v>0</c:v>
                </c:pt>
                <c:pt idx="4721">
                  <c:v>0</c:v>
                </c:pt>
                <c:pt idx="4722">
                  <c:v>0</c:v>
                </c:pt>
                <c:pt idx="4723">
                  <c:v>0</c:v>
                </c:pt>
                <c:pt idx="4724">
                  <c:v>0</c:v>
                </c:pt>
                <c:pt idx="4725">
                  <c:v>0</c:v>
                </c:pt>
                <c:pt idx="4726">
                  <c:v>0</c:v>
                </c:pt>
                <c:pt idx="4727">
                  <c:v>0</c:v>
                </c:pt>
                <c:pt idx="4728">
                  <c:v>0</c:v>
                </c:pt>
                <c:pt idx="4729">
                  <c:v>0</c:v>
                </c:pt>
                <c:pt idx="4730">
                  <c:v>0</c:v>
                </c:pt>
                <c:pt idx="4731">
                  <c:v>0</c:v>
                </c:pt>
                <c:pt idx="4732">
                  <c:v>0</c:v>
                </c:pt>
                <c:pt idx="4733">
                  <c:v>0</c:v>
                </c:pt>
                <c:pt idx="4734">
                  <c:v>0</c:v>
                </c:pt>
                <c:pt idx="4735">
                  <c:v>0</c:v>
                </c:pt>
                <c:pt idx="4736">
                  <c:v>0</c:v>
                </c:pt>
                <c:pt idx="4737">
                  <c:v>0</c:v>
                </c:pt>
                <c:pt idx="4738">
                  <c:v>0</c:v>
                </c:pt>
                <c:pt idx="4739">
                  <c:v>0</c:v>
                </c:pt>
                <c:pt idx="4740">
                  <c:v>0</c:v>
                </c:pt>
                <c:pt idx="4741">
                  <c:v>0</c:v>
                </c:pt>
                <c:pt idx="4742">
                  <c:v>0</c:v>
                </c:pt>
                <c:pt idx="4743">
                  <c:v>0</c:v>
                </c:pt>
                <c:pt idx="4744">
                  <c:v>0</c:v>
                </c:pt>
                <c:pt idx="4745">
                  <c:v>0</c:v>
                </c:pt>
                <c:pt idx="4746">
                  <c:v>0</c:v>
                </c:pt>
                <c:pt idx="4747">
                  <c:v>0</c:v>
                </c:pt>
                <c:pt idx="4748">
                  <c:v>0</c:v>
                </c:pt>
                <c:pt idx="4749">
                  <c:v>0</c:v>
                </c:pt>
                <c:pt idx="4750">
                  <c:v>0</c:v>
                </c:pt>
                <c:pt idx="4751">
                  <c:v>0</c:v>
                </c:pt>
                <c:pt idx="4752">
                  <c:v>0</c:v>
                </c:pt>
                <c:pt idx="4753">
                  <c:v>0</c:v>
                </c:pt>
                <c:pt idx="4754">
                  <c:v>0</c:v>
                </c:pt>
                <c:pt idx="4755">
                  <c:v>0</c:v>
                </c:pt>
                <c:pt idx="4756">
                  <c:v>0</c:v>
                </c:pt>
                <c:pt idx="4757">
                  <c:v>0</c:v>
                </c:pt>
                <c:pt idx="4758">
                  <c:v>0</c:v>
                </c:pt>
                <c:pt idx="4759">
                  <c:v>0</c:v>
                </c:pt>
                <c:pt idx="4760">
                  <c:v>0</c:v>
                </c:pt>
                <c:pt idx="4761">
                  <c:v>0</c:v>
                </c:pt>
                <c:pt idx="4762">
                  <c:v>0</c:v>
                </c:pt>
                <c:pt idx="4763">
                  <c:v>0</c:v>
                </c:pt>
                <c:pt idx="4764">
                  <c:v>0</c:v>
                </c:pt>
                <c:pt idx="4765">
                  <c:v>0</c:v>
                </c:pt>
                <c:pt idx="4766">
                  <c:v>0</c:v>
                </c:pt>
                <c:pt idx="4767">
                  <c:v>0</c:v>
                </c:pt>
                <c:pt idx="4768">
                  <c:v>0</c:v>
                </c:pt>
                <c:pt idx="4769">
                  <c:v>0</c:v>
                </c:pt>
                <c:pt idx="4770">
                  <c:v>0</c:v>
                </c:pt>
                <c:pt idx="4771">
                  <c:v>0</c:v>
                </c:pt>
                <c:pt idx="4772">
                  <c:v>0</c:v>
                </c:pt>
                <c:pt idx="4773">
                  <c:v>0</c:v>
                </c:pt>
                <c:pt idx="4774">
                  <c:v>0</c:v>
                </c:pt>
                <c:pt idx="4775">
                  <c:v>0</c:v>
                </c:pt>
                <c:pt idx="4776">
                  <c:v>0</c:v>
                </c:pt>
                <c:pt idx="4777">
                  <c:v>0</c:v>
                </c:pt>
                <c:pt idx="4778">
                  <c:v>0</c:v>
                </c:pt>
                <c:pt idx="4779">
                  <c:v>0</c:v>
                </c:pt>
                <c:pt idx="4780">
                  <c:v>0</c:v>
                </c:pt>
                <c:pt idx="4781">
                  <c:v>0</c:v>
                </c:pt>
                <c:pt idx="4782">
                  <c:v>0</c:v>
                </c:pt>
                <c:pt idx="4783">
                  <c:v>0</c:v>
                </c:pt>
                <c:pt idx="4784">
                  <c:v>0</c:v>
                </c:pt>
                <c:pt idx="4785">
                  <c:v>0</c:v>
                </c:pt>
                <c:pt idx="4786">
                  <c:v>0</c:v>
                </c:pt>
                <c:pt idx="4787">
                  <c:v>0</c:v>
                </c:pt>
                <c:pt idx="4788">
                  <c:v>0</c:v>
                </c:pt>
                <c:pt idx="4789">
                  <c:v>0</c:v>
                </c:pt>
                <c:pt idx="4790">
                  <c:v>0</c:v>
                </c:pt>
                <c:pt idx="4791">
                  <c:v>0</c:v>
                </c:pt>
                <c:pt idx="4792">
                  <c:v>0</c:v>
                </c:pt>
                <c:pt idx="4793">
                  <c:v>0</c:v>
                </c:pt>
                <c:pt idx="4794">
                  <c:v>0</c:v>
                </c:pt>
                <c:pt idx="4795">
                  <c:v>0</c:v>
                </c:pt>
                <c:pt idx="4796">
                  <c:v>0</c:v>
                </c:pt>
                <c:pt idx="4797">
                  <c:v>0</c:v>
                </c:pt>
                <c:pt idx="4798">
                  <c:v>0</c:v>
                </c:pt>
                <c:pt idx="4799">
                  <c:v>0</c:v>
                </c:pt>
                <c:pt idx="4800">
                  <c:v>0</c:v>
                </c:pt>
                <c:pt idx="4801">
                  <c:v>0</c:v>
                </c:pt>
                <c:pt idx="4802">
                  <c:v>0</c:v>
                </c:pt>
                <c:pt idx="4803">
                  <c:v>0</c:v>
                </c:pt>
                <c:pt idx="4804">
                  <c:v>0</c:v>
                </c:pt>
                <c:pt idx="4805">
                  <c:v>0</c:v>
                </c:pt>
                <c:pt idx="4806">
                  <c:v>0</c:v>
                </c:pt>
                <c:pt idx="4807">
                  <c:v>0</c:v>
                </c:pt>
                <c:pt idx="4808">
                  <c:v>0</c:v>
                </c:pt>
                <c:pt idx="4809">
                  <c:v>0</c:v>
                </c:pt>
                <c:pt idx="4810">
                  <c:v>0</c:v>
                </c:pt>
                <c:pt idx="4811">
                  <c:v>0</c:v>
                </c:pt>
                <c:pt idx="4812">
                  <c:v>0</c:v>
                </c:pt>
                <c:pt idx="4813">
                  <c:v>0</c:v>
                </c:pt>
                <c:pt idx="4814">
                  <c:v>0</c:v>
                </c:pt>
                <c:pt idx="4815">
                  <c:v>0</c:v>
                </c:pt>
                <c:pt idx="4816">
                  <c:v>0</c:v>
                </c:pt>
                <c:pt idx="4817">
                  <c:v>0</c:v>
                </c:pt>
                <c:pt idx="4818">
                  <c:v>0</c:v>
                </c:pt>
                <c:pt idx="4819">
                  <c:v>0</c:v>
                </c:pt>
                <c:pt idx="4820">
                  <c:v>0</c:v>
                </c:pt>
                <c:pt idx="4821">
                  <c:v>0</c:v>
                </c:pt>
                <c:pt idx="4822">
                  <c:v>0</c:v>
                </c:pt>
                <c:pt idx="4823">
                  <c:v>0</c:v>
                </c:pt>
                <c:pt idx="4824">
                  <c:v>0</c:v>
                </c:pt>
                <c:pt idx="4825">
                  <c:v>0</c:v>
                </c:pt>
                <c:pt idx="4826">
                  <c:v>0</c:v>
                </c:pt>
                <c:pt idx="4827">
                  <c:v>0</c:v>
                </c:pt>
                <c:pt idx="4828">
                  <c:v>0</c:v>
                </c:pt>
                <c:pt idx="4829">
                  <c:v>0</c:v>
                </c:pt>
                <c:pt idx="4830">
                  <c:v>0</c:v>
                </c:pt>
                <c:pt idx="4831">
                  <c:v>0</c:v>
                </c:pt>
                <c:pt idx="4832">
                  <c:v>0</c:v>
                </c:pt>
                <c:pt idx="4833">
                  <c:v>0</c:v>
                </c:pt>
                <c:pt idx="4834">
                  <c:v>0</c:v>
                </c:pt>
                <c:pt idx="4835">
                  <c:v>0</c:v>
                </c:pt>
                <c:pt idx="4836">
                  <c:v>0</c:v>
                </c:pt>
              </c:numCache>
            </c:numRef>
          </c:val>
          <c:smooth val="0"/>
        </c:ser>
        <c:dLbls>
          <c:showLegendKey val="0"/>
          <c:showVal val="0"/>
          <c:showCatName val="0"/>
          <c:showSerName val="0"/>
          <c:showPercent val="0"/>
          <c:showBubbleSize val="0"/>
        </c:dLbls>
        <c:smooth val="0"/>
        <c:axId val="1135435088"/>
        <c:axId val="1135434000"/>
        <c:extLst>
          <c:ext xmlns:c15="http://schemas.microsoft.com/office/drawing/2012/chart" uri="{02D57815-91ED-43cb-92C2-25804820EDAC}">
            <c15:filteredLineSeries>
              <c15:ser>
                <c:idx val="0"/>
                <c:order val="0"/>
                <c:tx>
                  <c:strRef>
                    <c:extLst>
                      <c:ext uri="{02D57815-91ED-43cb-92C2-25804820EDAC}">
                        <c15:formulaRef>
                          <c15:sqref>微盘_2018!$L$13</c15:sqref>
                        </c15:formulaRef>
                      </c:ext>
                    </c:extLst>
                    <c:strCache>
                      <c:ptCount val="1"/>
                      <c:pt idx="0">
                        <c:v>微盘烟蒂100</c:v>
                      </c:pt>
                    </c:strCache>
                  </c:strRef>
                </c:tx>
                <c:spPr>
                  <a:ln w="28575" cap="rnd">
                    <a:solidFill>
                      <a:schemeClr val="accent1"/>
                    </a:solidFill>
                    <a:round/>
                  </a:ln>
                  <a:effectLst/>
                </c:spPr>
                <c:marker>
                  <c:symbol val="none"/>
                </c:marker>
                <c:cat>
                  <c:numRef>
                    <c:extLst>
                      <c:ext uri="{02D57815-91ED-43cb-92C2-25804820EDAC}">
                        <c15:formulaRef>
                          <c15:sqref>微盘_2018!$A$14:$A$10002</c15:sqref>
                        </c15:formulaRef>
                      </c:ext>
                    </c:extLst>
                    <c:numCache>
                      <c:formatCode>yyyy/mm/dd</c:formatCode>
                      <c:ptCount val="9989"/>
                      <c:pt idx="0">
                        <c:v>43462</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43507</c:v>
                      </c:pt>
                      <c:pt idx="25">
                        <c:v>43508</c:v>
                      </c:pt>
                      <c:pt idx="26">
                        <c:v>43509</c:v>
                      </c:pt>
                      <c:pt idx="27">
                        <c:v>43510</c:v>
                      </c:pt>
                      <c:pt idx="28">
                        <c:v>43511</c:v>
                      </c:pt>
                      <c:pt idx="29">
                        <c:v>43514</c:v>
                      </c:pt>
                      <c:pt idx="30">
                        <c:v>43515</c:v>
                      </c:pt>
                      <c:pt idx="31">
                        <c:v>43516</c:v>
                      </c:pt>
                      <c:pt idx="32">
                        <c:v>43517</c:v>
                      </c:pt>
                      <c:pt idx="33">
                        <c:v>43518</c:v>
                      </c:pt>
                      <c:pt idx="34">
                        <c:v>43521</c:v>
                      </c:pt>
                      <c:pt idx="35">
                        <c:v>43522</c:v>
                      </c:pt>
                      <c:pt idx="36">
                        <c:v>43523</c:v>
                      </c:pt>
                      <c:pt idx="37">
                        <c:v>43524</c:v>
                      </c:pt>
                      <c:pt idx="38">
                        <c:v>43525</c:v>
                      </c:pt>
                      <c:pt idx="39">
                        <c:v>43528</c:v>
                      </c:pt>
                      <c:pt idx="40">
                        <c:v>43529</c:v>
                      </c:pt>
                      <c:pt idx="41">
                        <c:v>43530</c:v>
                      </c:pt>
                      <c:pt idx="42">
                        <c:v>43531</c:v>
                      </c:pt>
                      <c:pt idx="43">
                        <c:v>43532</c:v>
                      </c:pt>
                      <c:pt idx="44">
                        <c:v>43535</c:v>
                      </c:pt>
                      <c:pt idx="45">
                        <c:v>43536</c:v>
                      </c:pt>
                      <c:pt idx="46">
                        <c:v>43537</c:v>
                      </c:pt>
                      <c:pt idx="47">
                        <c:v>43538</c:v>
                      </c:pt>
                      <c:pt idx="48">
                        <c:v>43539</c:v>
                      </c:pt>
                      <c:pt idx="49">
                        <c:v>43542</c:v>
                      </c:pt>
                      <c:pt idx="50">
                        <c:v>43543</c:v>
                      </c:pt>
                      <c:pt idx="51">
                        <c:v>43544</c:v>
                      </c:pt>
                      <c:pt idx="52">
                        <c:v>43545</c:v>
                      </c:pt>
                      <c:pt idx="53">
                        <c:v>43546</c:v>
                      </c:pt>
                      <c:pt idx="54">
                        <c:v>43549</c:v>
                      </c:pt>
                      <c:pt idx="55">
                        <c:v>43550</c:v>
                      </c:pt>
                      <c:pt idx="56">
                        <c:v>43551</c:v>
                      </c:pt>
                      <c:pt idx="57">
                        <c:v>43552</c:v>
                      </c:pt>
                      <c:pt idx="58">
                        <c:v>43553</c:v>
                      </c:pt>
                      <c:pt idx="59">
                        <c:v>43556</c:v>
                      </c:pt>
                      <c:pt idx="60">
                        <c:v>43557</c:v>
                      </c:pt>
                      <c:pt idx="61">
                        <c:v>43558</c:v>
                      </c:pt>
                      <c:pt idx="62">
                        <c:v>43559</c:v>
                      </c:pt>
                      <c:pt idx="63">
                        <c:v>43563</c:v>
                      </c:pt>
                      <c:pt idx="64">
                        <c:v>43564</c:v>
                      </c:pt>
                      <c:pt idx="65">
                        <c:v>43565</c:v>
                      </c:pt>
                      <c:pt idx="66">
                        <c:v>43566</c:v>
                      </c:pt>
                      <c:pt idx="67">
                        <c:v>43567</c:v>
                      </c:pt>
                      <c:pt idx="68">
                        <c:v>43570</c:v>
                      </c:pt>
                      <c:pt idx="69">
                        <c:v>43571</c:v>
                      </c:pt>
                      <c:pt idx="70">
                        <c:v>43572</c:v>
                      </c:pt>
                      <c:pt idx="71">
                        <c:v>43573</c:v>
                      </c:pt>
                      <c:pt idx="72">
                        <c:v>43574</c:v>
                      </c:pt>
                      <c:pt idx="73">
                        <c:v>43577</c:v>
                      </c:pt>
                      <c:pt idx="74">
                        <c:v>43578</c:v>
                      </c:pt>
                      <c:pt idx="75">
                        <c:v>43579</c:v>
                      </c:pt>
                      <c:pt idx="76">
                        <c:v>43580</c:v>
                      </c:pt>
                      <c:pt idx="77">
                        <c:v>43581</c:v>
                      </c:pt>
                      <c:pt idx="78">
                        <c:v>43584</c:v>
                      </c:pt>
                      <c:pt idx="79">
                        <c:v>43585</c:v>
                      </c:pt>
                      <c:pt idx="80">
                        <c:v>43591</c:v>
                      </c:pt>
                      <c:pt idx="81">
                        <c:v>43592</c:v>
                      </c:pt>
                      <c:pt idx="82">
                        <c:v>43593</c:v>
                      </c:pt>
                      <c:pt idx="83">
                        <c:v>43594</c:v>
                      </c:pt>
                      <c:pt idx="84">
                        <c:v>43595</c:v>
                      </c:pt>
                      <c:pt idx="85">
                        <c:v>43598</c:v>
                      </c:pt>
                      <c:pt idx="86">
                        <c:v>43599</c:v>
                      </c:pt>
                      <c:pt idx="87">
                        <c:v>43600</c:v>
                      </c:pt>
                      <c:pt idx="88">
                        <c:v>43601</c:v>
                      </c:pt>
                      <c:pt idx="89">
                        <c:v>43602</c:v>
                      </c:pt>
                      <c:pt idx="90">
                        <c:v>43605</c:v>
                      </c:pt>
                      <c:pt idx="91">
                        <c:v>43606</c:v>
                      </c:pt>
                      <c:pt idx="92">
                        <c:v>43607</c:v>
                      </c:pt>
                      <c:pt idx="93">
                        <c:v>43608</c:v>
                      </c:pt>
                      <c:pt idx="94">
                        <c:v>43609</c:v>
                      </c:pt>
                      <c:pt idx="95">
                        <c:v>43612</c:v>
                      </c:pt>
                      <c:pt idx="96">
                        <c:v>43613</c:v>
                      </c:pt>
                      <c:pt idx="97">
                        <c:v>43614</c:v>
                      </c:pt>
                      <c:pt idx="98">
                        <c:v>43615</c:v>
                      </c:pt>
                      <c:pt idx="99">
                        <c:v>43616</c:v>
                      </c:pt>
                      <c:pt idx="100">
                        <c:v>43619</c:v>
                      </c:pt>
                      <c:pt idx="101">
                        <c:v>43620</c:v>
                      </c:pt>
                      <c:pt idx="102">
                        <c:v>43621</c:v>
                      </c:pt>
                      <c:pt idx="103">
                        <c:v>43622</c:v>
                      </c:pt>
                      <c:pt idx="104">
                        <c:v>43626</c:v>
                      </c:pt>
                      <c:pt idx="105">
                        <c:v>43627</c:v>
                      </c:pt>
                      <c:pt idx="106">
                        <c:v>43628</c:v>
                      </c:pt>
                      <c:pt idx="107">
                        <c:v>43629</c:v>
                      </c:pt>
                      <c:pt idx="108">
                        <c:v>43630</c:v>
                      </c:pt>
                      <c:pt idx="109">
                        <c:v>43633</c:v>
                      </c:pt>
                      <c:pt idx="110">
                        <c:v>43634</c:v>
                      </c:pt>
                      <c:pt idx="111">
                        <c:v>43635</c:v>
                      </c:pt>
                      <c:pt idx="112">
                        <c:v>43636</c:v>
                      </c:pt>
                      <c:pt idx="113">
                        <c:v>43637</c:v>
                      </c:pt>
                      <c:pt idx="114">
                        <c:v>43640</c:v>
                      </c:pt>
                      <c:pt idx="115">
                        <c:v>43641</c:v>
                      </c:pt>
                      <c:pt idx="116">
                        <c:v>43642</c:v>
                      </c:pt>
                      <c:pt idx="117">
                        <c:v>43643</c:v>
                      </c:pt>
                      <c:pt idx="118">
                        <c:v>43644</c:v>
                      </c:pt>
                      <c:pt idx="119">
                        <c:v>43647</c:v>
                      </c:pt>
                      <c:pt idx="120">
                        <c:v>43648</c:v>
                      </c:pt>
                      <c:pt idx="121">
                        <c:v>43649</c:v>
                      </c:pt>
                      <c:pt idx="122">
                        <c:v>43650</c:v>
                      </c:pt>
                      <c:pt idx="123">
                        <c:v>43651</c:v>
                      </c:pt>
                      <c:pt idx="124">
                        <c:v>43654</c:v>
                      </c:pt>
                      <c:pt idx="125">
                        <c:v>43655</c:v>
                      </c:pt>
                      <c:pt idx="126">
                        <c:v>43656</c:v>
                      </c:pt>
                      <c:pt idx="127">
                        <c:v>43657</c:v>
                      </c:pt>
                      <c:pt idx="128">
                        <c:v>43658</c:v>
                      </c:pt>
                      <c:pt idx="129">
                        <c:v>43661</c:v>
                      </c:pt>
                      <c:pt idx="130">
                        <c:v>43662</c:v>
                      </c:pt>
                      <c:pt idx="131">
                        <c:v>43663</c:v>
                      </c:pt>
                      <c:pt idx="132">
                        <c:v>43664</c:v>
                      </c:pt>
                      <c:pt idx="133">
                        <c:v>43665</c:v>
                      </c:pt>
                      <c:pt idx="134">
                        <c:v>43668</c:v>
                      </c:pt>
                      <c:pt idx="135">
                        <c:v>43669</c:v>
                      </c:pt>
                      <c:pt idx="136">
                        <c:v>43670</c:v>
                      </c:pt>
                      <c:pt idx="137">
                        <c:v>43671</c:v>
                      </c:pt>
                      <c:pt idx="138">
                        <c:v>43672</c:v>
                      </c:pt>
                      <c:pt idx="139">
                        <c:v>43675</c:v>
                      </c:pt>
                      <c:pt idx="140">
                        <c:v>43676</c:v>
                      </c:pt>
                      <c:pt idx="141">
                        <c:v>43677</c:v>
                      </c:pt>
                      <c:pt idx="142">
                        <c:v>43678</c:v>
                      </c:pt>
                      <c:pt idx="143">
                        <c:v>43679</c:v>
                      </c:pt>
                      <c:pt idx="144">
                        <c:v>43682</c:v>
                      </c:pt>
                      <c:pt idx="145">
                        <c:v>43683</c:v>
                      </c:pt>
                      <c:pt idx="146">
                        <c:v>43684</c:v>
                      </c:pt>
                      <c:pt idx="147">
                        <c:v>43685</c:v>
                      </c:pt>
                      <c:pt idx="148">
                        <c:v>43686</c:v>
                      </c:pt>
                      <c:pt idx="149">
                        <c:v>43689</c:v>
                      </c:pt>
                      <c:pt idx="150">
                        <c:v>43690</c:v>
                      </c:pt>
                      <c:pt idx="151">
                        <c:v>43691</c:v>
                      </c:pt>
                      <c:pt idx="152">
                        <c:v>43692</c:v>
                      </c:pt>
                      <c:pt idx="153">
                        <c:v>43693</c:v>
                      </c:pt>
                      <c:pt idx="154">
                        <c:v>43696</c:v>
                      </c:pt>
                      <c:pt idx="155">
                        <c:v>43697</c:v>
                      </c:pt>
                      <c:pt idx="156">
                        <c:v>43698</c:v>
                      </c:pt>
                      <c:pt idx="157">
                        <c:v>43699</c:v>
                      </c:pt>
                      <c:pt idx="158">
                        <c:v>43700</c:v>
                      </c:pt>
                      <c:pt idx="159">
                        <c:v>43703</c:v>
                      </c:pt>
                      <c:pt idx="160">
                        <c:v>43704</c:v>
                      </c:pt>
                      <c:pt idx="161">
                        <c:v>43705</c:v>
                      </c:pt>
                      <c:pt idx="162">
                        <c:v>43706</c:v>
                      </c:pt>
                      <c:pt idx="163">
                        <c:v>43707</c:v>
                      </c:pt>
                      <c:pt idx="164">
                        <c:v>43710</c:v>
                      </c:pt>
                      <c:pt idx="165">
                        <c:v>43711</c:v>
                      </c:pt>
                      <c:pt idx="166">
                        <c:v>43712</c:v>
                      </c:pt>
                      <c:pt idx="167">
                        <c:v>43713</c:v>
                      </c:pt>
                      <c:pt idx="168">
                        <c:v>43714</c:v>
                      </c:pt>
                      <c:pt idx="169">
                        <c:v>43717</c:v>
                      </c:pt>
                      <c:pt idx="170">
                        <c:v>43718</c:v>
                      </c:pt>
                      <c:pt idx="171">
                        <c:v>43719</c:v>
                      </c:pt>
                      <c:pt idx="172">
                        <c:v>43720</c:v>
                      </c:pt>
                      <c:pt idx="173">
                        <c:v>43724</c:v>
                      </c:pt>
                      <c:pt idx="174">
                        <c:v>43725</c:v>
                      </c:pt>
                      <c:pt idx="175">
                        <c:v>43726</c:v>
                      </c:pt>
                      <c:pt idx="176">
                        <c:v>43727</c:v>
                      </c:pt>
                      <c:pt idx="177">
                        <c:v>43728</c:v>
                      </c:pt>
                      <c:pt idx="178">
                        <c:v>43731</c:v>
                      </c:pt>
                      <c:pt idx="179">
                        <c:v>43732</c:v>
                      </c:pt>
                      <c:pt idx="180">
                        <c:v>43733</c:v>
                      </c:pt>
                      <c:pt idx="181">
                        <c:v>43734</c:v>
                      </c:pt>
                      <c:pt idx="182">
                        <c:v>43735</c:v>
                      </c:pt>
                      <c:pt idx="183">
                        <c:v>43738</c:v>
                      </c:pt>
                      <c:pt idx="184">
                        <c:v>43746</c:v>
                      </c:pt>
                      <c:pt idx="185">
                        <c:v>43747</c:v>
                      </c:pt>
                      <c:pt idx="186">
                        <c:v>43748</c:v>
                      </c:pt>
                      <c:pt idx="187">
                        <c:v>43749</c:v>
                      </c:pt>
                      <c:pt idx="188">
                        <c:v>43752</c:v>
                      </c:pt>
                      <c:pt idx="189">
                        <c:v>43753</c:v>
                      </c:pt>
                      <c:pt idx="190">
                        <c:v>43754</c:v>
                      </c:pt>
                      <c:pt idx="191">
                        <c:v>43755</c:v>
                      </c:pt>
                      <c:pt idx="192">
                        <c:v>43756</c:v>
                      </c:pt>
                      <c:pt idx="193">
                        <c:v>43759</c:v>
                      </c:pt>
                      <c:pt idx="194">
                        <c:v>43760</c:v>
                      </c:pt>
                      <c:pt idx="195">
                        <c:v>43761</c:v>
                      </c:pt>
                      <c:pt idx="196">
                        <c:v>43762</c:v>
                      </c:pt>
                      <c:pt idx="197">
                        <c:v>43763</c:v>
                      </c:pt>
                      <c:pt idx="198">
                        <c:v>43766</c:v>
                      </c:pt>
                      <c:pt idx="199">
                        <c:v>43767</c:v>
                      </c:pt>
                      <c:pt idx="200">
                        <c:v>43768</c:v>
                      </c:pt>
                      <c:pt idx="201">
                        <c:v>43769</c:v>
                      </c:pt>
                      <c:pt idx="202">
                        <c:v>43770</c:v>
                      </c:pt>
                      <c:pt idx="203">
                        <c:v>43773</c:v>
                      </c:pt>
                      <c:pt idx="204">
                        <c:v>43774</c:v>
                      </c:pt>
                      <c:pt idx="205">
                        <c:v>43775</c:v>
                      </c:pt>
                      <c:pt idx="206">
                        <c:v>43776</c:v>
                      </c:pt>
                      <c:pt idx="207">
                        <c:v>43777</c:v>
                      </c:pt>
                      <c:pt idx="208">
                        <c:v>43780</c:v>
                      </c:pt>
                      <c:pt idx="209">
                        <c:v>43781</c:v>
                      </c:pt>
                      <c:pt idx="210">
                        <c:v>43782</c:v>
                      </c:pt>
                      <c:pt idx="211">
                        <c:v>43783</c:v>
                      </c:pt>
                      <c:pt idx="212">
                        <c:v>43784</c:v>
                      </c:pt>
                      <c:pt idx="213">
                        <c:v>43787</c:v>
                      </c:pt>
                      <c:pt idx="214">
                        <c:v>43788</c:v>
                      </c:pt>
                      <c:pt idx="215">
                        <c:v>43789</c:v>
                      </c:pt>
                      <c:pt idx="216">
                        <c:v>43790</c:v>
                      </c:pt>
                      <c:pt idx="217">
                        <c:v>43791</c:v>
                      </c:pt>
                      <c:pt idx="218">
                        <c:v>43794</c:v>
                      </c:pt>
                      <c:pt idx="219">
                        <c:v>43795</c:v>
                      </c:pt>
                      <c:pt idx="220">
                        <c:v>43796</c:v>
                      </c:pt>
                      <c:pt idx="221">
                        <c:v>43797</c:v>
                      </c:pt>
                      <c:pt idx="222">
                        <c:v>43798</c:v>
                      </c:pt>
                      <c:pt idx="223">
                        <c:v>43801</c:v>
                      </c:pt>
                      <c:pt idx="224">
                        <c:v>43802</c:v>
                      </c:pt>
                      <c:pt idx="225">
                        <c:v>43803</c:v>
                      </c:pt>
                      <c:pt idx="226">
                        <c:v>43804</c:v>
                      </c:pt>
                      <c:pt idx="227">
                        <c:v>43805</c:v>
                      </c:pt>
                      <c:pt idx="228">
                        <c:v>43808</c:v>
                      </c:pt>
                      <c:pt idx="229">
                        <c:v>43809</c:v>
                      </c:pt>
                      <c:pt idx="230">
                        <c:v>43810</c:v>
                      </c:pt>
                      <c:pt idx="231">
                        <c:v>43811</c:v>
                      </c:pt>
                      <c:pt idx="232">
                        <c:v>43812</c:v>
                      </c:pt>
                      <c:pt idx="233">
                        <c:v>43815</c:v>
                      </c:pt>
                      <c:pt idx="234">
                        <c:v>43816</c:v>
                      </c:pt>
                      <c:pt idx="235">
                        <c:v>43817</c:v>
                      </c:pt>
                      <c:pt idx="236">
                        <c:v>43818</c:v>
                      </c:pt>
                      <c:pt idx="237">
                        <c:v>43819</c:v>
                      </c:pt>
                      <c:pt idx="238">
                        <c:v>43822</c:v>
                      </c:pt>
                      <c:pt idx="239">
                        <c:v>43823</c:v>
                      </c:pt>
                      <c:pt idx="240">
                        <c:v>43824</c:v>
                      </c:pt>
                      <c:pt idx="241">
                        <c:v>43825</c:v>
                      </c:pt>
                      <c:pt idx="242">
                        <c:v>43826</c:v>
                      </c:pt>
                      <c:pt idx="243">
                        <c:v>43829</c:v>
                      </c:pt>
                      <c:pt idx="244">
                        <c:v>43830</c:v>
                      </c:pt>
                      <c:pt idx="245">
                        <c:v>43832</c:v>
                      </c:pt>
                      <c:pt idx="246">
                        <c:v>43833</c:v>
                      </c:pt>
                      <c:pt idx="247">
                        <c:v>43836</c:v>
                      </c:pt>
                      <c:pt idx="248">
                        <c:v>43837</c:v>
                      </c:pt>
                      <c:pt idx="249">
                        <c:v>43838</c:v>
                      </c:pt>
                      <c:pt idx="250">
                        <c:v>43839</c:v>
                      </c:pt>
                      <c:pt idx="251">
                        <c:v>43840</c:v>
                      </c:pt>
                      <c:pt idx="252">
                        <c:v>43843</c:v>
                      </c:pt>
                      <c:pt idx="253">
                        <c:v>43844</c:v>
                      </c:pt>
                      <c:pt idx="254">
                        <c:v>43845</c:v>
                      </c:pt>
                      <c:pt idx="255">
                        <c:v>43846</c:v>
                      </c:pt>
                      <c:pt idx="256">
                        <c:v>43847</c:v>
                      </c:pt>
                      <c:pt idx="257">
                        <c:v>43850</c:v>
                      </c:pt>
                      <c:pt idx="258">
                        <c:v>43851</c:v>
                      </c:pt>
                      <c:pt idx="259">
                        <c:v>43852</c:v>
                      </c:pt>
                      <c:pt idx="260">
                        <c:v>43853</c:v>
                      </c:pt>
                      <c:pt idx="261">
                        <c:v>43864</c:v>
                      </c:pt>
                      <c:pt idx="262">
                        <c:v>43865</c:v>
                      </c:pt>
                      <c:pt idx="263">
                        <c:v>43866</c:v>
                      </c:pt>
                      <c:pt idx="264">
                        <c:v>43867</c:v>
                      </c:pt>
                      <c:pt idx="265">
                        <c:v>43868</c:v>
                      </c:pt>
                      <c:pt idx="266">
                        <c:v>43871</c:v>
                      </c:pt>
                      <c:pt idx="267">
                        <c:v>43872</c:v>
                      </c:pt>
                      <c:pt idx="268">
                        <c:v>43873</c:v>
                      </c:pt>
                      <c:pt idx="269">
                        <c:v>43874</c:v>
                      </c:pt>
                      <c:pt idx="270">
                        <c:v>43875</c:v>
                      </c:pt>
                      <c:pt idx="271">
                        <c:v>43878</c:v>
                      </c:pt>
                      <c:pt idx="272">
                        <c:v>43879</c:v>
                      </c:pt>
                      <c:pt idx="273">
                        <c:v>43880</c:v>
                      </c:pt>
                      <c:pt idx="274">
                        <c:v>43881</c:v>
                      </c:pt>
                      <c:pt idx="275">
                        <c:v>43882</c:v>
                      </c:pt>
                      <c:pt idx="276">
                        <c:v>43885</c:v>
                      </c:pt>
                      <c:pt idx="277">
                        <c:v>43886</c:v>
                      </c:pt>
                      <c:pt idx="278">
                        <c:v>43887</c:v>
                      </c:pt>
                      <c:pt idx="279">
                        <c:v>43888</c:v>
                      </c:pt>
                      <c:pt idx="280">
                        <c:v>43889</c:v>
                      </c:pt>
                      <c:pt idx="281">
                        <c:v>43892</c:v>
                      </c:pt>
                      <c:pt idx="282">
                        <c:v>43893</c:v>
                      </c:pt>
                      <c:pt idx="283">
                        <c:v>43894</c:v>
                      </c:pt>
                      <c:pt idx="284">
                        <c:v>43895</c:v>
                      </c:pt>
                      <c:pt idx="285">
                        <c:v>43896</c:v>
                      </c:pt>
                      <c:pt idx="286">
                        <c:v>43899</c:v>
                      </c:pt>
                      <c:pt idx="287">
                        <c:v>43900</c:v>
                      </c:pt>
                      <c:pt idx="288">
                        <c:v>43901</c:v>
                      </c:pt>
                      <c:pt idx="289">
                        <c:v>43902</c:v>
                      </c:pt>
                      <c:pt idx="290">
                        <c:v>43903</c:v>
                      </c:pt>
                      <c:pt idx="291">
                        <c:v>43906</c:v>
                      </c:pt>
                      <c:pt idx="292">
                        <c:v>43907</c:v>
                      </c:pt>
                      <c:pt idx="293">
                        <c:v>43908</c:v>
                      </c:pt>
                      <c:pt idx="294">
                        <c:v>43909</c:v>
                      </c:pt>
                      <c:pt idx="295">
                        <c:v>43910</c:v>
                      </c:pt>
                      <c:pt idx="296">
                        <c:v>43913</c:v>
                      </c:pt>
                      <c:pt idx="297">
                        <c:v>43914</c:v>
                      </c:pt>
                      <c:pt idx="298">
                        <c:v>43915</c:v>
                      </c:pt>
                      <c:pt idx="299">
                        <c:v>43916</c:v>
                      </c:pt>
                      <c:pt idx="300">
                        <c:v>43917</c:v>
                      </c:pt>
                      <c:pt idx="301">
                        <c:v>43920</c:v>
                      </c:pt>
                      <c:pt idx="302">
                        <c:v>43921</c:v>
                      </c:pt>
                      <c:pt idx="303">
                        <c:v>43922</c:v>
                      </c:pt>
                      <c:pt idx="304">
                        <c:v>43923</c:v>
                      </c:pt>
                      <c:pt idx="305">
                        <c:v>43924</c:v>
                      </c:pt>
                      <c:pt idx="306">
                        <c:v>43928</c:v>
                      </c:pt>
                      <c:pt idx="307">
                        <c:v>43929</c:v>
                      </c:pt>
                      <c:pt idx="308">
                        <c:v>43930</c:v>
                      </c:pt>
                      <c:pt idx="309">
                        <c:v>43931</c:v>
                      </c:pt>
                      <c:pt idx="310">
                        <c:v>43934</c:v>
                      </c:pt>
                      <c:pt idx="311">
                        <c:v>43935</c:v>
                      </c:pt>
                      <c:pt idx="312">
                        <c:v>43936</c:v>
                      </c:pt>
                      <c:pt idx="313">
                        <c:v>43937</c:v>
                      </c:pt>
                      <c:pt idx="314">
                        <c:v>43938</c:v>
                      </c:pt>
                      <c:pt idx="315">
                        <c:v>43941</c:v>
                      </c:pt>
                      <c:pt idx="316">
                        <c:v>43942</c:v>
                      </c:pt>
                      <c:pt idx="317">
                        <c:v>43943</c:v>
                      </c:pt>
                      <c:pt idx="318">
                        <c:v>43944</c:v>
                      </c:pt>
                      <c:pt idx="319">
                        <c:v>43945</c:v>
                      </c:pt>
                      <c:pt idx="320">
                        <c:v>43948</c:v>
                      </c:pt>
                      <c:pt idx="321">
                        <c:v>43949</c:v>
                      </c:pt>
                      <c:pt idx="322">
                        <c:v>43950</c:v>
                      </c:pt>
                      <c:pt idx="323">
                        <c:v>43951</c:v>
                      </c:pt>
                      <c:pt idx="324">
                        <c:v>43957</c:v>
                      </c:pt>
                      <c:pt idx="325">
                        <c:v>43958</c:v>
                      </c:pt>
                      <c:pt idx="326">
                        <c:v>43959</c:v>
                      </c:pt>
                      <c:pt idx="327">
                        <c:v>43962</c:v>
                      </c:pt>
                      <c:pt idx="328">
                        <c:v>43963</c:v>
                      </c:pt>
                      <c:pt idx="329">
                        <c:v>43964</c:v>
                      </c:pt>
                      <c:pt idx="330">
                        <c:v>43965</c:v>
                      </c:pt>
                      <c:pt idx="331">
                        <c:v>43966</c:v>
                      </c:pt>
                      <c:pt idx="332">
                        <c:v>43969</c:v>
                      </c:pt>
                      <c:pt idx="333">
                        <c:v>43970</c:v>
                      </c:pt>
                      <c:pt idx="334">
                        <c:v>43971</c:v>
                      </c:pt>
                      <c:pt idx="335">
                        <c:v>43972</c:v>
                      </c:pt>
                      <c:pt idx="336">
                        <c:v>43973</c:v>
                      </c:pt>
                      <c:pt idx="337">
                        <c:v>43976</c:v>
                      </c:pt>
                      <c:pt idx="338">
                        <c:v>43977</c:v>
                      </c:pt>
                      <c:pt idx="339">
                        <c:v>43978</c:v>
                      </c:pt>
                      <c:pt idx="340">
                        <c:v>43979</c:v>
                      </c:pt>
                      <c:pt idx="341">
                        <c:v>43980</c:v>
                      </c:pt>
                      <c:pt idx="342">
                        <c:v>43983</c:v>
                      </c:pt>
                      <c:pt idx="343">
                        <c:v>43984</c:v>
                      </c:pt>
                      <c:pt idx="344">
                        <c:v>43985</c:v>
                      </c:pt>
                      <c:pt idx="345">
                        <c:v>43986</c:v>
                      </c:pt>
                      <c:pt idx="346">
                        <c:v>43987</c:v>
                      </c:pt>
                      <c:pt idx="347">
                        <c:v>43990</c:v>
                      </c:pt>
                      <c:pt idx="348">
                        <c:v>43991</c:v>
                      </c:pt>
                      <c:pt idx="349">
                        <c:v>43992</c:v>
                      </c:pt>
                      <c:pt idx="350">
                        <c:v>43993</c:v>
                      </c:pt>
                      <c:pt idx="351">
                        <c:v>43994</c:v>
                      </c:pt>
                      <c:pt idx="352">
                        <c:v>43997</c:v>
                      </c:pt>
                      <c:pt idx="353">
                        <c:v>43998</c:v>
                      </c:pt>
                      <c:pt idx="354">
                        <c:v>43999</c:v>
                      </c:pt>
                      <c:pt idx="355">
                        <c:v>44000</c:v>
                      </c:pt>
                      <c:pt idx="356">
                        <c:v>44001</c:v>
                      </c:pt>
                      <c:pt idx="357">
                        <c:v>44004</c:v>
                      </c:pt>
                      <c:pt idx="358">
                        <c:v>44005</c:v>
                      </c:pt>
                      <c:pt idx="359">
                        <c:v>44006</c:v>
                      </c:pt>
                      <c:pt idx="360">
                        <c:v>44011</c:v>
                      </c:pt>
                      <c:pt idx="361">
                        <c:v>44012</c:v>
                      </c:pt>
                      <c:pt idx="362">
                        <c:v>44013</c:v>
                      </c:pt>
                      <c:pt idx="363">
                        <c:v>44014</c:v>
                      </c:pt>
                      <c:pt idx="364">
                        <c:v>44015</c:v>
                      </c:pt>
                      <c:pt idx="365">
                        <c:v>44018</c:v>
                      </c:pt>
                      <c:pt idx="366">
                        <c:v>44019</c:v>
                      </c:pt>
                      <c:pt idx="367">
                        <c:v>44020</c:v>
                      </c:pt>
                      <c:pt idx="368">
                        <c:v>44021</c:v>
                      </c:pt>
                      <c:pt idx="369">
                        <c:v>44022</c:v>
                      </c:pt>
                      <c:pt idx="370">
                        <c:v>44025</c:v>
                      </c:pt>
                      <c:pt idx="371">
                        <c:v>44026</c:v>
                      </c:pt>
                      <c:pt idx="372">
                        <c:v>44027</c:v>
                      </c:pt>
                      <c:pt idx="373">
                        <c:v>44028</c:v>
                      </c:pt>
                      <c:pt idx="374">
                        <c:v>44029</c:v>
                      </c:pt>
                      <c:pt idx="375">
                        <c:v>44032</c:v>
                      </c:pt>
                      <c:pt idx="376">
                        <c:v>44033</c:v>
                      </c:pt>
                      <c:pt idx="377">
                        <c:v>44034</c:v>
                      </c:pt>
                      <c:pt idx="378">
                        <c:v>44035</c:v>
                      </c:pt>
                      <c:pt idx="379">
                        <c:v>44036</c:v>
                      </c:pt>
                      <c:pt idx="380">
                        <c:v>44039</c:v>
                      </c:pt>
                      <c:pt idx="381">
                        <c:v>44040</c:v>
                      </c:pt>
                      <c:pt idx="382">
                        <c:v>44041</c:v>
                      </c:pt>
                      <c:pt idx="383">
                        <c:v>44042</c:v>
                      </c:pt>
                      <c:pt idx="384">
                        <c:v>44043</c:v>
                      </c:pt>
                      <c:pt idx="385">
                        <c:v>44046</c:v>
                      </c:pt>
                      <c:pt idx="386">
                        <c:v>44047</c:v>
                      </c:pt>
                      <c:pt idx="387">
                        <c:v>44048</c:v>
                      </c:pt>
                      <c:pt idx="388">
                        <c:v>44049</c:v>
                      </c:pt>
                      <c:pt idx="389">
                        <c:v>44050</c:v>
                      </c:pt>
                      <c:pt idx="390">
                        <c:v>44053</c:v>
                      </c:pt>
                      <c:pt idx="391">
                        <c:v>44054</c:v>
                      </c:pt>
                      <c:pt idx="392">
                        <c:v>44055</c:v>
                      </c:pt>
                      <c:pt idx="393">
                        <c:v>44056</c:v>
                      </c:pt>
                      <c:pt idx="394">
                        <c:v>44057</c:v>
                      </c:pt>
                      <c:pt idx="395">
                        <c:v>44060</c:v>
                      </c:pt>
                      <c:pt idx="396">
                        <c:v>44061</c:v>
                      </c:pt>
                      <c:pt idx="397">
                        <c:v>44062</c:v>
                      </c:pt>
                      <c:pt idx="398">
                        <c:v>44063</c:v>
                      </c:pt>
                      <c:pt idx="399">
                        <c:v>44064</c:v>
                      </c:pt>
                      <c:pt idx="400">
                        <c:v>44067</c:v>
                      </c:pt>
                      <c:pt idx="401">
                        <c:v>44068</c:v>
                      </c:pt>
                      <c:pt idx="402">
                        <c:v>44069</c:v>
                      </c:pt>
                      <c:pt idx="403">
                        <c:v>44070</c:v>
                      </c:pt>
                      <c:pt idx="404">
                        <c:v>44071</c:v>
                      </c:pt>
                      <c:pt idx="405">
                        <c:v>44074</c:v>
                      </c:pt>
                      <c:pt idx="406">
                        <c:v>44075</c:v>
                      </c:pt>
                      <c:pt idx="407">
                        <c:v>44076</c:v>
                      </c:pt>
                      <c:pt idx="408">
                        <c:v>44077</c:v>
                      </c:pt>
                      <c:pt idx="409">
                        <c:v>44078</c:v>
                      </c:pt>
                      <c:pt idx="410">
                        <c:v>44081</c:v>
                      </c:pt>
                      <c:pt idx="411">
                        <c:v>44082</c:v>
                      </c:pt>
                      <c:pt idx="412">
                        <c:v>44083</c:v>
                      </c:pt>
                      <c:pt idx="413">
                        <c:v>44084</c:v>
                      </c:pt>
                      <c:pt idx="414">
                        <c:v>44085</c:v>
                      </c:pt>
                      <c:pt idx="415">
                        <c:v>44088</c:v>
                      </c:pt>
                      <c:pt idx="416">
                        <c:v>44089</c:v>
                      </c:pt>
                      <c:pt idx="417">
                        <c:v>44090</c:v>
                      </c:pt>
                      <c:pt idx="418">
                        <c:v>44091</c:v>
                      </c:pt>
                      <c:pt idx="419">
                        <c:v>44092</c:v>
                      </c:pt>
                      <c:pt idx="420">
                        <c:v>44095</c:v>
                      </c:pt>
                      <c:pt idx="421">
                        <c:v>44096</c:v>
                      </c:pt>
                      <c:pt idx="422">
                        <c:v>44097</c:v>
                      </c:pt>
                      <c:pt idx="423">
                        <c:v>44098</c:v>
                      </c:pt>
                      <c:pt idx="424">
                        <c:v>44099</c:v>
                      </c:pt>
                      <c:pt idx="425">
                        <c:v>44102</c:v>
                      </c:pt>
                      <c:pt idx="426">
                        <c:v>44103</c:v>
                      </c:pt>
                      <c:pt idx="427">
                        <c:v>44104</c:v>
                      </c:pt>
                      <c:pt idx="428">
                        <c:v>44113</c:v>
                      </c:pt>
                      <c:pt idx="429">
                        <c:v>44116</c:v>
                      </c:pt>
                      <c:pt idx="430">
                        <c:v>44117</c:v>
                      </c:pt>
                      <c:pt idx="431">
                        <c:v>44118</c:v>
                      </c:pt>
                      <c:pt idx="432">
                        <c:v>44119</c:v>
                      </c:pt>
                      <c:pt idx="433">
                        <c:v>44120</c:v>
                      </c:pt>
                      <c:pt idx="434">
                        <c:v>44123</c:v>
                      </c:pt>
                      <c:pt idx="435">
                        <c:v>44124</c:v>
                      </c:pt>
                      <c:pt idx="436">
                        <c:v>44125</c:v>
                      </c:pt>
                      <c:pt idx="437">
                        <c:v>44126</c:v>
                      </c:pt>
                      <c:pt idx="438">
                        <c:v>44127</c:v>
                      </c:pt>
                      <c:pt idx="439">
                        <c:v>44130</c:v>
                      </c:pt>
                      <c:pt idx="440">
                        <c:v>44131</c:v>
                      </c:pt>
                      <c:pt idx="441">
                        <c:v>44132</c:v>
                      </c:pt>
                      <c:pt idx="442">
                        <c:v>44133</c:v>
                      </c:pt>
                      <c:pt idx="443">
                        <c:v>44134</c:v>
                      </c:pt>
                      <c:pt idx="444">
                        <c:v>44137</c:v>
                      </c:pt>
                      <c:pt idx="445">
                        <c:v>44138</c:v>
                      </c:pt>
                      <c:pt idx="446">
                        <c:v>44139</c:v>
                      </c:pt>
                      <c:pt idx="447">
                        <c:v>44140</c:v>
                      </c:pt>
                      <c:pt idx="448">
                        <c:v>44141</c:v>
                      </c:pt>
                      <c:pt idx="449">
                        <c:v>44144</c:v>
                      </c:pt>
                      <c:pt idx="450">
                        <c:v>44145</c:v>
                      </c:pt>
                      <c:pt idx="451">
                        <c:v>44146</c:v>
                      </c:pt>
                      <c:pt idx="452">
                        <c:v>44147</c:v>
                      </c:pt>
                      <c:pt idx="453">
                        <c:v>44148</c:v>
                      </c:pt>
                      <c:pt idx="454">
                        <c:v>44151</c:v>
                      </c:pt>
                      <c:pt idx="455">
                        <c:v>44152</c:v>
                      </c:pt>
                      <c:pt idx="456">
                        <c:v>44153</c:v>
                      </c:pt>
                      <c:pt idx="457">
                        <c:v>44154</c:v>
                      </c:pt>
                      <c:pt idx="458">
                        <c:v>44155</c:v>
                      </c:pt>
                      <c:pt idx="459">
                        <c:v>44158</c:v>
                      </c:pt>
                      <c:pt idx="460">
                        <c:v>44159</c:v>
                      </c:pt>
                      <c:pt idx="461">
                        <c:v>44160</c:v>
                      </c:pt>
                      <c:pt idx="462">
                        <c:v>44161</c:v>
                      </c:pt>
                      <c:pt idx="463">
                        <c:v>44162</c:v>
                      </c:pt>
                      <c:pt idx="464">
                        <c:v>44165</c:v>
                      </c:pt>
                      <c:pt idx="465">
                        <c:v>44166</c:v>
                      </c:pt>
                      <c:pt idx="466">
                        <c:v>44167</c:v>
                      </c:pt>
                      <c:pt idx="467">
                        <c:v>44168</c:v>
                      </c:pt>
                      <c:pt idx="468">
                        <c:v>44169</c:v>
                      </c:pt>
                      <c:pt idx="469">
                        <c:v>44172</c:v>
                      </c:pt>
                      <c:pt idx="470">
                        <c:v>44173</c:v>
                      </c:pt>
                      <c:pt idx="471">
                        <c:v>44174</c:v>
                      </c:pt>
                      <c:pt idx="472">
                        <c:v>44175</c:v>
                      </c:pt>
                      <c:pt idx="473">
                        <c:v>44176</c:v>
                      </c:pt>
                      <c:pt idx="474">
                        <c:v>44179</c:v>
                      </c:pt>
                      <c:pt idx="475">
                        <c:v>44180</c:v>
                      </c:pt>
                      <c:pt idx="476">
                        <c:v>44181</c:v>
                      </c:pt>
                      <c:pt idx="477">
                        <c:v>44182</c:v>
                      </c:pt>
                      <c:pt idx="478">
                        <c:v>44183</c:v>
                      </c:pt>
                      <c:pt idx="479">
                        <c:v>44186</c:v>
                      </c:pt>
                      <c:pt idx="480">
                        <c:v>44187</c:v>
                      </c:pt>
                      <c:pt idx="481">
                        <c:v>44188</c:v>
                      </c:pt>
                      <c:pt idx="482">
                        <c:v>44189</c:v>
                      </c:pt>
                      <c:pt idx="483">
                        <c:v>44190</c:v>
                      </c:pt>
                      <c:pt idx="484">
                        <c:v>44193</c:v>
                      </c:pt>
                      <c:pt idx="485">
                        <c:v>44194</c:v>
                      </c:pt>
                      <c:pt idx="486">
                        <c:v>44195</c:v>
                      </c:pt>
                      <c:pt idx="487">
                        <c:v>44196</c:v>
                      </c:pt>
                      <c:pt idx="488">
                        <c:v>44200</c:v>
                      </c:pt>
                      <c:pt idx="489">
                        <c:v>44201</c:v>
                      </c:pt>
                      <c:pt idx="490">
                        <c:v>44202</c:v>
                      </c:pt>
                      <c:pt idx="491">
                        <c:v>44203</c:v>
                      </c:pt>
                      <c:pt idx="492">
                        <c:v>44204</c:v>
                      </c:pt>
                      <c:pt idx="493">
                        <c:v>44207</c:v>
                      </c:pt>
                      <c:pt idx="494">
                        <c:v>44208</c:v>
                      </c:pt>
                      <c:pt idx="495">
                        <c:v>44209</c:v>
                      </c:pt>
                      <c:pt idx="496">
                        <c:v>44210</c:v>
                      </c:pt>
                      <c:pt idx="497">
                        <c:v>44211</c:v>
                      </c:pt>
                      <c:pt idx="498">
                        <c:v>44214</c:v>
                      </c:pt>
                      <c:pt idx="499">
                        <c:v>44215</c:v>
                      </c:pt>
                      <c:pt idx="500">
                        <c:v>44216</c:v>
                      </c:pt>
                      <c:pt idx="501">
                        <c:v>44217</c:v>
                      </c:pt>
                      <c:pt idx="502">
                        <c:v>44218</c:v>
                      </c:pt>
                      <c:pt idx="503">
                        <c:v>44221</c:v>
                      </c:pt>
                      <c:pt idx="504">
                        <c:v>44222</c:v>
                      </c:pt>
                      <c:pt idx="505">
                        <c:v>44223</c:v>
                      </c:pt>
                      <c:pt idx="506">
                        <c:v>44224</c:v>
                      </c:pt>
                      <c:pt idx="507">
                        <c:v>44225</c:v>
                      </c:pt>
                      <c:pt idx="508">
                        <c:v>44228</c:v>
                      </c:pt>
                      <c:pt idx="509">
                        <c:v>44229</c:v>
                      </c:pt>
                      <c:pt idx="510">
                        <c:v>44230</c:v>
                      </c:pt>
                      <c:pt idx="511">
                        <c:v>44231</c:v>
                      </c:pt>
                      <c:pt idx="512">
                        <c:v>44232</c:v>
                      </c:pt>
                      <c:pt idx="513">
                        <c:v>44235</c:v>
                      </c:pt>
                      <c:pt idx="514">
                        <c:v>44236</c:v>
                      </c:pt>
                      <c:pt idx="515">
                        <c:v>44237</c:v>
                      </c:pt>
                      <c:pt idx="516">
                        <c:v>44245</c:v>
                      </c:pt>
                      <c:pt idx="517">
                        <c:v>44246</c:v>
                      </c:pt>
                      <c:pt idx="518">
                        <c:v>44249</c:v>
                      </c:pt>
                      <c:pt idx="519">
                        <c:v>44250</c:v>
                      </c:pt>
                      <c:pt idx="520">
                        <c:v>44251</c:v>
                      </c:pt>
                      <c:pt idx="521">
                        <c:v>44252</c:v>
                      </c:pt>
                      <c:pt idx="522">
                        <c:v>44253</c:v>
                      </c:pt>
                      <c:pt idx="523">
                        <c:v>44256</c:v>
                      </c:pt>
                      <c:pt idx="524">
                        <c:v>44257</c:v>
                      </c:pt>
                      <c:pt idx="525">
                        <c:v>44258</c:v>
                      </c:pt>
                      <c:pt idx="526">
                        <c:v>44259</c:v>
                      </c:pt>
                      <c:pt idx="527">
                        <c:v>44260</c:v>
                      </c:pt>
                      <c:pt idx="528">
                        <c:v>44263</c:v>
                      </c:pt>
                      <c:pt idx="529">
                        <c:v>44264</c:v>
                      </c:pt>
                      <c:pt idx="530">
                        <c:v>44265</c:v>
                      </c:pt>
                      <c:pt idx="531">
                        <c:v>44266</c:v>
                      </c:pt>
                      <c:pt idx="532">
                        <c:v>44267</c:v>
                      </c:pt>
                      <c:pt idx="533">
                        <c:v>44270</c:v>
                      </c:pt>
                      <c:pt idx="534">
                        <c:v>44271</c:v>
                      </c:pt>
                      <c:pt idx="535">
                        <c:v>44272</c:v>
                      </c:pt>
                      <c:pt idx="536">
                        <c:v>44273</c:v>
                      </c:pt>
                      <c:pt idx="537">
                        <c:v>44274</c:v>
                      </c:pt>
                      <c:pt idx="538">
                        <c:v>44277</c:v>
                      </c:pt>
                      <c:pt idx="539">
                        <c:v>44278</c:v>
                      </c:pt>
                      <c:pt idx="540">
                        <c:v>44279</c:v>
                      </c:pt>
                      <c:pt idx="541">
                        <c:v>44280</c:v>
                      </c:pt>
                      <c:pt idx="542">
                        <c:v>44281</c:v>
                      </c:pt>
                      <c:pt idx="543">
                        <c:v>44284</c:v>
                      </c:pt>
                      <c:pt idx="544">
                        <c:v>44285</c:v>
                      </c:pt>
                      <c:pt idx="545">
                        <c:v>44286</c:v>
                      </c:pt>
                      <c:pt idx="546">
                        <c:v>44287</c:v>
                      </c:pt>
                      <c:pt idx="547">
                        <c:v>44288</c:v>
                      </c:pt>
                      <c:pt idx="548">
                        <c:v>44292</c:v>
                      </c:pt>
                      <c:pt idx="549">
                        <c:v>44293</c:v>
                      </c:pt>
                      <c:pt idx="550">
                        <c:v>44294</c:v>
                      </c:pt>
                      <c:pt idx="551">
                        <c:v>44295</c:v>
                      </c:pt>
                      <c:pt idx="552">
                        <c:v>44298</c:v>
                      </c:pt>
                      <c:pt idx="553">
                        <c:v>44299</c:v>
                      </c:pt>
                      <c:pt idx="554">
                        <c:v>44300</c:v>
                      </c:pt>
                      <c:pt idx="555">
                        <c:v>44301</c:v>
                      </c:pt>
                      <c:pt idx="556">
                        <c:v>44302</c:v>
                      </c:pt>
                      <c:pt idx="557">
                        <c:v>44305</c:v>
                      </c:pt>
                      <c:pt idx="558">
                        <c:v>44306</c:v>
                      </c:pt>
                      <c:pt idx="559">
                        <c:v>44307</c:v>
                      </c:pt>
                      <c:pt idx="560">
                        <c:v>44308</c:v>
                      </c:pt>
                      <c:pt idx="561">
                        <c:v>44309</c:v>
                      </c:pt>
                      <c:pt idx="562">
                        <c:v>44312</c:v>
                      </c:pt>
                      <c:pt idx="563">
                        <c:v>44313</c:v>
                      </c:pt>
                      <c:pt idx="564">
                        <c:v>44314</c:v>
                      </c:pt>
                      <c:pt idx="565">
                        <c:v>44315</c:v>
                      </c:pt>
                      <c:pt idx="566">
                        <c:v>44316</c:v>
                      </c:pt>
                      <c:pt idx="567">
                        <c:v>44322</c:v>
                      </c:pt>
                      <c:pt idx="568">
                        <c:v>44323</c:v>
                      </c:pt>
                      <c:pt idx="569">
                        <c:v>44326</c:v>
                      </c:pt>
                      <c:pt idx="570">
                        <c:v>44327</c:v>
                      </c:pt>
                      <c:pt idx="571">
                        <c:v>44328</c:v>
                      </c:pt>
                      <c:pt idx="572">
                        <c:v>44329</c:v>
                      </c:pt>
                      <c:pt idx="573">
                        <c:v>44330</c:v>
                      </c:pt>
                      <c:pt idx="574">
                        <c:v>44333</c:v>
                      </c:pt>
                      <c:pt idx="575">
                        <c:v>44334</c:v>
                      </c:pt>
                      <c:pt idx="576">
                        <c:v>44335</c:v>
                      </c:pt>
                      <c:pt idx="577">
                        <c:v>44336</c:v>
                      </c:pt>
                      <c:pt idx="578">
                        <c:v>44337</c:v>
                      </c:pt>
                      <c:pt idx="579">
                        <c:v>44340</c:v>
                      </c:pt>
                      <c:pt idx="580">
                        <c:v>44341</c:v>
                      </c:pt>
                      <c:pt idx="581">
                        <c:v>44342</c:v>
                      </c:pt>
                      <c:pt idx="582">
                        <c:v>44343</c:v>
                      </c:pt>
                      <c:pt idx="583">
                        <c:v>44344</c:v>
                      </c:pt>
                      <c:pt idx="584">
                        <c:v>44347</c:v>
                      </c:pt>
                      <c:pt idx="585">
                        <c:v>44348</c:v>
                      </c:pt>
                      <c:pt idx="586">
                        <c:v>44349</c:v>
                      </c:pt>
                      <c:pt idx="587">
                        <c:v>44350</c:v>
                      </c:pt>
                      <c:pt idx="588">
                        <c:v>44351</c:v>
                      </c:pt>
                      <c:pt idx="589">
                        <c:v>44354</c:v>
                      </c:pt>
                      <c:pt idx="590">
                        <c:v>44355</c:v>
                      </c:pt>
                      <c:pt idx="591">
                        <c:v>44356</c:v>
                      </c:pt>
                      <c:pt idx="592">
                        <c:v>44357</c:v>
                      </c:pt>
                      <c:pt idx="593">
                        <c:v>44358</c:v>
                      </c:pt>
                      <c:pt idx="594">
                        <c:v>44362</c:v>
                      </c:pt>
                      <c:pt idx="595">
                        <c:v>44363</c:v>
                      </c:pt>
                      <c:pt idx="596">
                        <c:v>44364</c:v>
                      </c:pt>
                      <c:pt idx="597">
                        <c:v>44365</c:v>
                      </c:pt>
                      <c:pt idx="598">
                        <c:v>44368</c:v>
                      </c:pt>
                      <c:pt idx="599">
                        <c:v>44369</c:v>
                      </c:pt>
                      <c:pt idx="600">
                        <c:v>44370</c:v>
                      </c:pt>
                      <c:pt idx="601">
                        <c:v>44371</c:v>
                      </c:pt>
                      <c:pt idx="602">
                        <c:v>44372</c:v>
                      </c:pt>
                      <c:pt idx="603">
                        <c:v>44375</c:v>
                      </c:pt>
                      <c:pt idx="604">
                        <c:v>44376</c:v>
                      </c:pt>
                      <c:pt idx="605">
                        <c:v>44377</c:v>
                      </c:pt>
                      <c:pt idx="606">
                        <c:v>44378</c:v>
                      </c:pt>
                      <c:pt idx="607">
                        <c:v>44379</c:v>
                      </c:pt>
                      <c:pt idx="608">
                        <c:v>44382</c:v>
                      </c:pt>
                      <c:pt idx="609">
                        <c:v>44383</c:v>
                      </c:pt>
                      <c:pt idx="610">
                        <c:v>44384</c:v>
                      </c:pt>
                      <c:pt idx="611">
                        <c:v>44385</c:v>
                      </c:pt>
                      <c:pt idx="612">
                        <c:v>44386</c:v>
                      </c:pt>
                      <c:pt idx="613">
                        <c:v>44389</c:v>
                      </c:pt>
                      <c:pt idx="614">
                        <c:v>44390</c:v>
                      </c:pt>
                      <c:pt idx="615">
                        <c:v>44391</c:v>
                      </c:pt>
                      <c:pt idx="616">
                        <c:v>44392</c:v>
                      </c:pt>
                      <c:pt idx="617">
                        <c:v>44393</c:v>
                      </c:pt>
                      <c:pt idx="618">
                        <c:v>44396</c:v>
                      </c:pt>
                      <c:pt idx="619">
                        <c:v>44397</c:v>
                      </c:pt>
                      <c:pt idx="620">
                        <c:v>44398</c:v>
                      </c:pt>
                      <c:pt idx="621">
                        <c:v>44399</c:v>
                      </c:pt>
                      <c:pt idx="622">
                        <c:v>44400</c:v>
                      </c:pt>
                      <c:pt idx="623">
                        <c:v>44403</c:v>
                      </c:pt>
                      <c:pt idx="624">
                        <c:v>44404</c:v>
                      </c:pt>
                      <c:pt idx="625">
                        <c:v>44405</c:v>
                      </c:pt>
                      <c:pt idx="626">
                        <c:v>44406</c:v>
                      </c:pt>
                      <c:pt idx="627">
                        <c:v>44407</c:v>
                      </c:pt>
                      <c:pt idx="628">
                        <c:v>44410</c:v>
                      </c:pt>
                      <c:pt idx="629">
                        <c:v>44411</c:v>
                      </c:pt>
                      <c:pt idx="630">
                        <c:v>44412</c:v>
                      </c:pt>
                      <c:pt idx="631">
                        <c:v>44413</c:v>
                      </c:pt>
                      <c:pt idx="632">
                        <c:v>44414</c:v>
                      </c:pt>
                      <c:pt idx="633">
                        <c:v>44417</c:v>
                      </c:pt>
                      <c:pt idx="634">
                        <c:v>44418</c:v>
                      </c:pt>
                      <c:pt idx="635">
                        <c:v>44419</c:v>
                      </c:pt>
                      <c:pt idx="636">
                        <c:v>44420</c:v>
                      </c:pt>
                      <c:pt idx="637">
                        <c:v>44421</c:v>
                      </c:pt>
                      <c:pt idx="638">
                        <c:v>44424</c:v>
                      </c:pt>
                      <c:pt idx="639">
                        <c:v>44425</c:v>
                      </c:pt>
                      <c:pt idx="640">
                        <c:v>44426</c:v>
                      </c:pt>
                      <c:pt idx="641">
                        <c:v>44427</c:v>
                      </c:pt>
                      <c:pt idx="642">
                        <c:v>44428</c:v>
                      </c:pt>
                      <c:pt idx="643">
                        <c:v>44431</c:v>
                      </c:pt>
                      <c:pt idx="644">
                        <c:v>44432</c:v>
                      </c:pt>
                      <c:pt idx="645">
                        <c:v>44433</c:v>
                      </c:pt>
                      <c:pt idx="646">
                        <c:v>44434</c:v>
                      </c:pt>
                      <c:pt idx="647">
                        <c:v>44435</c:v>
                      </c:pt>
                      <c:pt idx="648">
                        <c:v>44438</c:v>
                      </c:pt>
                      <c:pt idx="649">
                        <c:v>44439</c:v>
                      </c:pt>
                      <c:pt idx="650">
                        <c:v>44440</c:v>
                      </c:pt>
                      <c:pt idx="651">
                        <c:v>44441</c:v>
                      </c:pt>
                      <c:pt idx="652">
                        <c:v>44442</c:v>
                      </c:pt>
                      <c:pt idx="653">
                        <c:v>44445</c:v>
                      </c:pt>
                      <c:pt idx="654">
                        <c:v>44446</c:v>
                      </c:pt>
                      <c:pt idx="655">
                        <c:v>44447</c:v>
                      </c:pt>
                      <c:pt idx="656">
                        <c:v>44448</c:v>
                      </c:pt>
                      <c:pt idx="657">
                        <c:v>44449</c:v>
                      </c:pt>
                      <c:pt idx="658">
                        <c:v>44452</c:v>
                      </c:pt>
                      <c:pt idx="659">
                        <c:v>44453</c:v>
                      </c:pt>
                      <c:pt idx="660">
                        <c:v>44454</c:v>
                      </c:pt>
                      <c:pt idx="661">
                        <c:v>44455</c:v>
                      </c:pt>
                      <c:pt idx="662">
                        <c:v>44456</c:v>
                      </c:pt>
                      <c:pt idx="663">
                        <c:v>44461</c:v>
                      </c:pt>
                      <c:pt idx="664">
                        <c:v>44462</c:v>
                      </c:pt>
                      <c:pt idx="665">
                        <c:v>44463</c:v>
                      </c:pt>
                      <c:pt idx="666">
                        <c:v>44466</c:v>
                      </c:pt>
                      <c:pt idx="667">
                        <c:v>44467</c:v>
                      </c:pt>
                      <c:pt idx="668">
                        <c:v>44468</c:v>
                      </c:pt>
                      <c:pt idx="669">
                        <c:v>44469</c:v>
                      </c:pt>
                      <c:pt idx="670">
                        <c:v>44477</c:v>
                      </c:pt>
                      <c:pt idx="671">
                        <c:v>44480</c:v>
                      </c:pt>
                      <c:pt idx="672">
                        <c:v>44481</c:v>
                      </c:pt>
                      <c:pt idx="673">
                        <c:v>44482</c:v>
                      </c:pt>
                      <c:pt idx="674">
                        <c:v>44483</c:v>
                      </c:pt>
                      <c:pt idx="675">
                        <c:v>44484</c:v>
                      </c:pt>
                      <c:pt idx="676">
                        <c:v>44487</c:v>
                      </c:pt>
                      <c:pt idx="677">
                        <c:v>44488</c:v>
                      </c:pt>
                      <c:pt idx="678">
                        <c:v>44489</c:v>
                      </c:pt>
                      <c:pt idx="679">
                        <c:v>44490</c:v>
                      </c:pt>
                      <c:pt idx="680">
                        <c:v>44491</c:v>
                      </c:pt>
                      <c:pt idx="681">
                        <c:v>44494</c:v>
                      </c:pt>
                      <c:pt idx="682">
                        <c:v>44495</c:v>
                      </c:pt>
                      <c:pt idx="683">
                        <c:v>44496</c:v>
                      </c:pt>
                      <c:pt idx="684">
                        <c:v>44497</c:v>
                      </c:pt>
                      <c:pt idx="685">
                        <c:v>44498</c:v>
                      </c:pt>
                      <c:pt idx="686">
                        <c:v>44501</c:v>
                      </c:pt>
                      <c:pt idx="687">
                        <c:v>44502</c:v>
                      </c:pt>
                      <c:pt idx="688">
                        <c:v>44503</c:v>
                      </c:pt>
                      <c:pt idx="689">
                        <c:v>44504</c:v>
                      </c:pt>
                      <c:pt idx="690">
                        <c:v>44505</c:v>
                      </c:pt>
                      <c:pt idx="691">
                        <c:v>44508</c:v>
                      </c:pt>
                      <c:pt idx="692">
                        <c:v>44509</c:v>
                      </c:pt>
                      <c:pt idx="693">
                        <c:v>44510</c:v>
                      </c:pt>
                      <c:pt idx="694">
                        <c:v>44511</c:v>
                      </c:pt>
                      <c:pt idx="695">
                        <c:v>44512</c:v>
                      </c:pt>
                      <c:pt idx="696">
                        <c:v>44515</c:v>
                      </c:pt>
                      <c:pt idx="697">
                        <c:v>44516</c:v>
                      </c:pt>
                      <c:pt idx="698">
                        <c:v>44517</c:v>
                      </c:pt>
                      <c:pt idx="699">
                        <c:v>44518</c:v>
                      </c:pt>
                      <c:pt idx="700">
                        <c:v>44519</c:v>
                      </c:pt>
                      <c:pt idx="701">
                        <c:v>44522</c:v>
                      </c:pt>
                      <c:pt idx="702">
                        <c:v>44523</c:v>
                      </c:pt>
                      <c:pt idx="703">
                        <c:v>44524</c:v>
                      </c:pt>
                      <c:pt idx="704">
                        <c:v>44525</c:v>
                      </c:pt>
                      <c:pt idx="705">
                        <c:v>44526</c:v>
                      </c:pt>
                      <c:pt idx="706">
                        <c:v>44529</c:v>
                      </c:pt>
                      <c:pt idx="707">
                        <c:v>44530</c:v>
                      </c:pt>
                      <c:pt idx="708">
                        <c:v>44531</c:v>
                      </c:pt>
                      <c:pt idx="709">
                        <c:v>44532</c:v>
                      </c:pt>
                      <c:pt idx="710">
                        <c:v>44533</c:v>
                      </c:pt>
                      <c:pt idx="711">
                        <c:v>44536</c:v>
                      </c:pt>
                      <c:pt idx="712">
                        <c:v>44537</c:v>
                      </c:pt>
                      <c:pt idx="713">
                        <c:v>44538</c:v>
                      </c:pt>
                      <c:pt idx="714">
                        <c:v>44539</c:v>
                      </c:pt>
                      <c:pt idx="715">
                        <c:v>44540</c:v>
                      </c:pt>
                      <c:pt idx="716">
                        <c:v>44543</c:v>
                      </c:pt>
                      <c:pt idx="717">
                        <c:v>44544</c:v>
                      </c:pt>
                      <c:pt idx="718">
                        <c:v>44545</c:v>
                      </c:pt>
                      <c:pt idx="719">
                        <c:v>44546</c:v>
                      </c:pt>
                      <c:pt idx="720">
                        <c:v>44547</c:v>
                      </c:pt>
                      <c:pt idx="721">
                        <c:v>44550</c:v>
                      </c:pt>
                      <c:pt idx="722">
                        <c:v>44551</c:v>
                      </c:pt>
                      <c:pt idx="723">
                        <c:v>44552</c:v>
                      </c:pt>
                      <c:pt idx="724">
                        <c:v>44553</c:v>
                      </c:pt>
                      <c:pt idx="725">
                        <c:v>44554</c:v>
                      </c:pt>
                      <c:pt idx="726">
                        <c:v>44557</c:v>
                      </c:pt>
                      <c:pt idx="727">
                        <c:v>44558</c:v>
                      </c:pt>
                      <c:pt idx="728">
                        <c:v>44559</c:v>
                      </c:pt>
                      <c:pt idx="729">
                        <c:v>44560</c:v>
                      </c:pt>
                      <c:pt idx="730">
                        <c:v>44561</c:v>
                      </c:pt>
                      <c:pt idx="731">
                        <c:v>44565</c:v>
                      </c:pt>
                      <c:pt idx="732">
                        <c:v>44566</c:v>
                      </c:pt>
                      <c:pt idx="733">
                        <c:v>44567</c:v>
                      </c:pt>
                      <c:pt idx="734">
                        <c:v>44568</c:v>
                      </c:pt>
                      <c:pt idx="735">
                        <c:v>44571</c:v>
                      </c:pt>
                      <c:pt idx="736">
                        <c:v>44572</c:v>
                      </c:pt>
                      <c:pt idx="737">
                        <c:v>44573</c:v>
                      </c:pt>
                      <c:pt idx="738">
                        <c:v>44574</c:v>
                      </c:pt>
                      <c:pt idx="739">
                        <c:v>44575</c:v>
                      </c:pt>
                      <c:pt idx="740">
                        <c:v>44578</c:v>
                      </c:pt>
                      <c:pt idx="741">
                        <c:v>44579</c:v>
                      </c:pt>
                      <c:pt idx="742">
                        <c:v>44580</c:v>
                      </c:pt>
                      <c:pt idx="743">
                        <c:v>44581</c:v>
                      </c:pt>
                      <c:pt idx="744">
                        <c:v>44582</c:v>
                      </c:pt>
                      <c:pt idx="745">
                        <c:v>44585</c:v>
                      </c:pt>
                      <c:pt idx="746">
                        <c:v>44586</c:v>
                      </c:pt>
                      <c:pt idx="747">
                        <c:v>44587</c:v>
                      </c:pt>
                      <c:pt idx="748">
                        <c:v>44588</c:v>
                      </c:pt>
                      <c:pt idx="749">
                        <c:v>44589</c:v>
                      </c:pt>
                      <c:pt idx="750">
                        <c:v>44599</c:v>
                      </c:pt>
                      <c:pt idx="751">
                        <c:v>44600</c:v>
                      </c:pt>
                      <c:pt idx="752">
                        <c:v>44601</c:v>
                      </c:pt>
                      <c:pt idx="753">
                        <c:v>44602</c:v>
                      </c:pt>
                      <c:pt idx="754">
                        <c:v>44603</c:v>
                      </c:pt>
                      <c:pt idx="755">
                        <c:v>44606</c:v>
                      </c:pt>
                      <c:pt idx="756">
                        <c:v>44607</c:v>
                      </c:pt>
                      <c:pt idx="757">
                        <c:v>44608</c:v>
                      </c:pt>
                      <c:pt idx="758">
                        <c:v>44609</c:v>
                      </c:pt>
                      <c:pt idx="759">
                        <c:v>44610</c:v>
                      </c:pt>
                      <c:pt idx="760">
                        <c:v>44613</c:v>
                      </c:pt>
                      <c:pt idx="761">
                        <c:v>44614</c:v>
                      </c:pt>
                      <c:pt idx="762">
                        <c:v>44615</c:v>
                      </c:pt>
                      <c:pt idx="763">
                        <c:v>44616</c:v>
                      </c:pt>
                      <c:pt idx="764">
                        <c:v>44617</c:v>
                      </c:pt>
                      <c:pt idx="765">
                        <c:v>44620</c:v>
                      </c:pt>
                      <c:pt idx="766">
                        <c:v>44621</c:v>
                      </c:pt>
                      <c:pt idx="767">
                        <c:v>44622</c:v>
                      </c:pt>
                      <c:pt idx="768">
                        <c:v>44623</c:v>
                      </c:pt>
                      <c:pt idx="769">
                        <c:v>44624</c:v>
                      </c:pt>
                      <c:pt idx="770">
                        <c:v>44627</c:v>
                      </c:pt>
                      <c:pt idx="771">
                        <c:v>44628</c:v>
                      </c:pt>
                      <c:pt idx="772">
                        <c:v>44629</c:v>
                      </c:pt>
                      <c:pt idx="773">
                        <c:v>44630</c:v>
                      </c:pt>
                      <c:pt idx="774">
                        <c:v>44631</c:v>
                      </c:pt>
                      <c:pt idx="775">
                        <c:v>44634</c:v>
                      </c:pt>
                      <c:pt idx="776">
                        <c:v>44635</c:v>
                      </c:pt>
                      <c:pt idx="777">
                        <c:v>44636</c:v>
                      </c:pt>
                      <c:pt idx="778">
                        <c:v>44637</c:v>
                      </c:pt>
                      <c:pt idx="779">
                        <c:v>44638</c:v>
                      </c:pt>
                      <c:pt idx="780">
                        <c:v>44641</c:v>
                      </c:pt>
                      <c:pt idx="781">
                        <c:v>44642</c:v>
                      </c:pt>
                      <c:pt idx="782">
                        <c:v>44643</c:v>
                      </c:pt>
                      <c:pt idx="783">
                        <c:v>44644</c:v>
                      </c:pt>
                      <c:pt idx="784">
                        <c:v>44645</c:v>
                      </c:pt>
                      <c:pt idx="785">
                        <c:v>44648</c:v>
                      </c:pt>
                      <c:pt idx="786">
                        <c:v>44649</c:v>
                      </c:pt>
                      <c:pt idx="787">
                        <c:v>44650</c:v>
                      </c:pt>
                      <c:pt idx="788">
                        <c:v>44651</c:v>
                      </c:pt>
                      <c:pt idx="789">
                        <c:v>44652</c:v>
                      </c:pt>
                      <c:pt idx="790">
                        <c:v>44657</c:v>
                      </c:pt>
                      <c:pt idx="791">
                        <c:v>44658</c:v>
                      </c:pt>
                      <c:pt idx="792">
                        <c:v>44659</c:v>
                      </c:pt>
                      <c:pt idx="793">
                        <c:v>44662</c:v>
                      </c:pt>
                      <c:pt idx="794">
                        <c:v>44663</c:v>
                      </c:pt>
                      <c:pt idx="795">
                        <c:v>44664</c:v>
                      </c:pt>
                      <c:pt idx="796">
                        <c:v>44665</c:v>
                      </c:pt>
                      <c:pt idx="797">
                        <c:v>44666</c:v>
                      </c:pt>
                      <c:pt idx="798">
                        <c:v>44669</c:v>
                      </c:pt>
                      <c:pt idx="799">
                        <c:v>44670</c:v>
                      </c:pt>
                      <c:pt idx="800">
                        <c:v>44671</c:v>
                      </c:pt>
                      <c:pt idx="801">
                        <c:v>44672</c:v>
                      </c:pt>
                      <c:pt idx="802">
                        <c:v>44673</c:v>
                      </c:pt>
                      <c:pt idx="803">
                        <c:v>44676</c:v>
                      </c:pt>
                      <c:pt idx="804">
                        <c:v>44677</c:v>
                      </c:pt>
                      <c:pt idx="805">
                        <c:v>44678</c:v>
                      </c:pt>
                      <c:pt idx="806">
                        <c:v>44679</c:v>
                      </c:pt>
                      <c:pt idx="807">
                        <c:v>44680</c:v>
                      </c:pt>
                      <c:pt idx="808">
                        <c:v>44686</c:v>
                      </c:pt>
                      <c:pt idx="809">
                        <c:v>44687</c:v>
                      </c:pt>
                      <c:pt idx="810">
                        <c:v>44690</c:v>
                      </c:pt>
                      <c:pt idx="811">
                        <c:v>44691</c:v>
                      </c:pt>
                      <c:pt idx="812">
                        <c:v>44692</c:v>
                      </c:pt>
                      <c:pt idx="813">
                        <c:v>44693</c:v>
                      </c:pt>
                      <c:pt idx="814">
                        <c:v>44694</c:v>
                      </c:pt>
                      <c:pt idx="815">
                        <c:v>44697</c:v>
                      </c:pt>
                      <c:pt idx="816">
                        <c:v>44698</c:v>
                      </c:pt>
                      <c:pt idx="817">
                        <c:v>44699</c:v>
                      </c:pt>
                      <c:pt idx="818">
                        <c:v>44700</c:v>
                      </c:pt>
                      <c:pt idx="819">
                        <c:v>44701</c:v>
                      </c:pt>
                      <c:pt idx="820">
                        <c:v>44704</c:v>
                      </c:pt>
                      <c:pt idx="821">
                        <c:v>44705</c:v>
                      </c:pt>
                      <c:pt idx="822">
                        <c:v>44706</c:v>
                      </c:pt>
                      <c:pt idx="823">
                        <c:v>44707</c:v>
                      </c:pt>
                      <c:pt idx="824">
                        <c:v>44708</c:v>
                      </c:pt>
                      <c:pt idx="825">
                        <c:v>44711</c:v>
                      </c:pt>
                      <c:pt idx="826">
                        <c:v>44712</c:v>
                      </c:pt>
                      <c:pt idx="827">
                        <c:v>44713</c:v>
                      </c:pt>
                      <c:pt idx="828">
                        <c:v>44714</c:v>
                      </c:pt>
                      <c:pt idx="829">
                        <c:v>44718</c:v>
                      </c:pt>
                      <c:pt idx="830">
                        <c:v>44719</c:v>
                      </c:pt>
                      <c:pt idx="831">
                        <c:v>44720</c:v>
                      </c:pt>
                      <c:pt idx="832">
                        <c:v>44721</c:v>
                      </c:pt>
                      <c:pt idx="833">
                        <c:v>44722</c:v>
                      </c:pt>
                      <c:pt idx="834">
                        <c:v>44725</c:v>
                      </c:pt>
                      <c:pt idx="835">
                        <c:v>44726</c:v>
                      </c:pt>
                      <c:pt idx="836">
                        <c:v>44727</c:v>
                      </c:pt>
                      <c:pt idx="837">
                        <c:v>44728</c:v>
                      </c:pt>
                      <c:pt idx="838">
                        <c:v>44729</c:v>
                      </c:pt>
                      <c:pt idx="839">
                        <c:v>44732</c:v>
                      </c:pt>
                      <c:pt idx="840">
                        <c:v>44733</c:v>
                      </c:pt>
                      <c:pt idx="841">
                        <c:v>44734</c:v>
                      </c:pt>
                      <c:pt idx="842">
                        <c:v>44735</c:v>
                      </c:pt>
                      <c:pt idx="843">
                        <c:v>44736</c:v>
                      </c:pt>
                      <c:pt idx="844">
                        <c:v>44739</c:v>
                      </c:pt>
                      <c:pt idx="845">
                        <c:v>44740</c:v>
                      </c:pt>
                      <c:pt idx="846">
                        <c:v>44741</c:v>
                      </c:pt>
                      <c:pt idx="847">
                        <c:v>44742</c:v>
                      </c:pt>
                      <c:pt idx="848">
                        <c:v>44743</c:v>
                      </c:pt>
                      <c:pt idx="849">
                        <c:v>44746</c:v>
                      </c:pt>
                      <c:pt idx="850">
                        <c:v>44747</c:v>
                      </c:pt>
                      <c:pt idx="851">
                        <c:v>44748</c:v>
                      </c:pt>
                      <c:pt idx="852">
                        <c:v>44749</c:v>
                      </c:pt>
                      <c:pt idx="853">
                        <c:v>44750</c:v>
                      </c:pt>
                      <c:pt idx="854">
                        <c:v>44753</c:v>
                      </c:pt>
                      <c:pt idx="855">
                        <c:v>44754</c:v>
                      </c:pt>
                      <c:pt idx="856">
                        <c:v>44755</c:v>
                      </c:pt>
                      <c:pt idx="857">
                        <c:v>44756</c:v>
                      </c:pt>
                      <c:pt idx="858">
                        <c:v>44757</c:v>
                      </c:pt>
                      <c:pt idx="859">
                        <c:v>44760</c:v>
                      </c:pt>
                      <c:pt idx="860">
                        <c:v>44761</c:v>
                      </c:pt>
                      <c:pt idx="861">
                        <c:v>44762</c:v>
                      </c:pt>
                      <c:pt idx="862">
                        <c:v>44763</c:v>
                      </c:pt>
                      <c:pt idx="863">
                        <c:v>44764</c:v>
                      </c:pt>
                      <c:pt idx="864">
                        <c:v>44767</c:v>
                      </c:pt>
                      <c:pt idx="865">
                        <c:v>44768</c:v>
                      </c:pt>
                      <c:pt idx="866">
                        <c:v>44769</c:v>
                      </c:pt>
                      <c:pt idx="867">
                        <c:v>44770</c:v>
                      </c:pt>
                      <c:pt idx="868">
                        <c:v>44771</c:v>
                      </c:pt>
                      <c:pt idx="869">
                        <c:v>44774</c:v>
                      </c:pt>
                      <c:pt idx="870">
                        <c:v>44775</c:v>
                      </c:pt>
                      <c:pt idx="871">
                        <c:v>44776</c:v>
                      </c:pt>
                      <c:pt idx="872">
                        <c:v>44777</c:v>
                      </c:pt>
                      <c:pt idx="873">
                        <c:v>44778</c:v>
                      </c:pt>
                      <c:pt idx="874">
                        <c:v>44781</c:v>
                      </c:pt>
                      <c:pt idx="875">
                        <c:v>44782</c:v>
                      </c:pt>
                      <c:pt idx="876">
                        <c:v>44783</c:v>
                      </c:pt>
                      <c:pt idx="877">
                        <c:v>44784</c:v>
                      </c:pt>
                      <c:pt idx="878">
                        <c:v>44785</c:v>
                      </c:pt>
                      <c:pt idx="879">
                        <c:v>44788</c:v>
                      </c:pt>
                      <c:pt idx="880">
                        <c:v>44789</c:v>
                      </c:pt>
                      <c:pt idx="881">
                        <c:v>44790</c:v>
                      </c:pt>
                      <c:pt idx="882">
                        <c:v>44791</c:v>
                      </c:pt>
                      <c:pt idx="883">
                        <c:v>44792</c:v>
                      </c:pt>
                      <c:pt idx="884">
                        <c:v>44795</c:v>
                      </c:pt>
                      <c:pt idx="885">
                        <c:v>44796</c:v>
                      </c:pt>
                      <c:pt idx="886">
                        <c:v>44797</c:v>
                      </c:pt>
                      <c:pt idx="887">
                        <c:v>44798</c:v>
                      </c:pt>
                      <c:pt idx="888">
                        <c:v>44799</c:v>
                      </c:pt>
                      <c:pt idx="889">
                        <c:v>44802</c:v>
                      </c:pt>
                      <c:pt idx="890">
                        <c:v>44803</c:v>
                      </c:pt>
                      <c:pt idx="891">
                        <c:v>44804</c:v>
                      </c:pt>
                      <c:pt idx="892">
                        <c:v>44805</c:v>
                      </c:pt>
                      <c:pt idx="893">
                        <c:v>44806</c:v>
                      </c:pt>
                      <c:pt idx="894">
                        <c:v>44809</c:v>
                      </c:pt>
                      <c:pt idx="895">
                        <c:v>44810</c:v>
                      </c:pt>
                      <c:pt idx="896">
                        <c:v>44811</c:v>
                      </c:pt>
                      <c:pt idx="897">
                        <c:v>44812</c:v>
                      </c:pt>
                      <c:pt idx="898">
                        <c:v>44813</c:v>
                      </c:pt>
                      <c:pt idx="899">
                        <c:v>44817</c:v>
                      </c:pt>
                      <c:pt idx="900">
                        <c:v>44818</c:v>
                      </c:pt>
                      <c:pt idx="901">
                        <c:v>44819</c:v>
                      </c:pt>
                      <c:pt idx="902">
                        <c:v>44820</c:v>
                      </c:pt>
                      <c:pt idx="903">
                        <c:v>44823</c:v>
                      </c:pt>
                      <c:pt idx="904">
                        <c:v>44824</c:v>
                      </c:pt>
                      <c:pt idx="905">
                        <c:v>44825</c:v>
                      </c:pt>
                      <c:pt idx="906">
                        <c:v>44826</c:v>
                      </c:pt>
                      <c:pt idx="907">
                        <c:v>44827</c:v>
                      </c:pt>
                      <c:pt idx="908">
                        <c:v>44830</c:v>
                      </c:pt>
                      <c:pt idx="909">
                        <c:v>44831</c:v>
                      </c:pt>
                      <c:pt idx="910">
                        <c:v>44832</c:v>
                      </c:pt>
                      <c:pt idx="911">
                        <c:v>44833</c:v>
                      </c:pt>
                      <c:pt idx="912">
                        <c:v>44834</c:v>
                      </c:pt>
                      <c:pt idx="913">
                        <c:v>44844</c:v>
                      </c:pt>
                      <c:pt idx="914">
                        <c:v>44845</c:v>
                      </c:pt>
                      <c:pt idx="915">
                        <c:v>44846</c:v>
                      </c:pt>
                      <c:pt idx="916">
                        <c:v>44847</c:v>
                      </c:pt>
                      <c:pt idx="917">
                        <c:v>44848</c:v>
                      </c:pt>
                      <c:pt idx="918">
                        <c:v>44851</c:v>
                      </c:pt>
                      <c:pt idx="919">
                        <c:v>44852</c:v>
                      </c:pt>
                      <c:pt idx="920">
                        <c:v>44853</c:v>
                      </c:pt>
                      <c:pt idx="921">
                        <c:v>44854</c:v>
                      </c:pt>
                      <c:pt idx="922">
                        <c:v>44855</c:v>
                      </c:pt>
                      <c:pt idx="923">
                        <c:v>44858</c:v>
                      </c:pt>
                      <c:pt idx="924">
                        <c:v>44859</c:v>
                      </c:pt>
                      <c:pt idx="925">
                        <c:v>44860</c:v>
                      </c:pt>
                      <c:pt idx="926">
                        <c:v>44861</c:v>
                      </c:pt>
                      <c:pt idx="927">
                        <c:v>44862</c:v>
                      </c:pt>
                      <c:pt idx="928">
                        <c:v>44865</c:v>
                      </c:pt>
                      <c:pt idx="929">
                        <c:v>44866</c:v>
                      </c:pt>
                      <c:pt idx="930">
                        <c:v>44867</c:v>
                      </c:pt>
                      <c:pt idx="931">
                        <c:v>44868</c:v>
                      </c:pt>
                      <c:pt idx="932">
                        <c:v>44869</c:v>
                      </c:pt>
                      <c:pt idx="933">
                        <c:v>44872</c:v>
                      </c:pt>
                      <c:pt idx="934">
                        <c:v>44873</c:v>
                      </c:pt>
                      <c:pt idx="935">
                        <c:v>44874</c:v>
                      </c:pt>
                      <c:pt idx="936">
                        <c:v>44875</c:v>
                      </c:pt>
                      <c:pt idx="937">
                        <c:v>44876</c:v>
                      </c:pt>
                      <c:pt idx="938">
                        <c:v>44879</c:v>
                      </c:pt>
                      <c:pt idx="939">
                        <c:v>44880</c:v>
                      </c:pt>
                      <c:pt idx="940">
                        <c:v>44881</c:v>
                      </c:pt>
                      <c:pt idx="941">
                        <c:v>44882</c:v>
                      </c:pt>
                      <c:pt idx="942">
                        <c:v>44883</c:v>
                      </c:pt>
                      <c:pt idx="943">
                        <c:v>44886</c:v>
                      </c:pt>
                      <c:pt idx="944">
                        <c:v>44887</c:v>
                      </c:pt>
                      <c:pt idx="945">
                        <c:v>44888</c:v>
                      </c:pt>
                      <c:pt idx="946">
                        <c:v>44889</c:v>
                      </c:pt>
                      <c:pt idx="947">
                        <c:v>44890</c:v>
                      </c:pt>
                      <c:pt idx="948">
                        <c:v>44893</c:v>
                      </c:pt>
                      <c:pt idx="949">
                        <c:v>44894</c:v>
                      </c:pt>
                      <c:pt idx="950">
                        <c:v>44895</c:v>
                      </c:pt>
                      <c:pt idx="951">
                        <c:v>44896</c:v>
                      </c:pt>
                      <c:pt idx="952">
                        <c:v>44897</c:v>
                      </c:pt>
                      <c:pt idx="953">
                        <c:v>44900</c:v>
                      </c:pt>
                      <c:pt idx="954">
                        <c:v>44901</c:v>
                      </c:pt>
                      <c:pt idx="955">
                        <c:v>44902</c:v>
                      </c:pt>
                      <c:pt idx="956">
                        <c:v>44903</c:v>
                      </c:pt>
                      <c:pt idx="957">
                        <c:v>44904</c:v>
                      </c:pt>
                      <c:pt idx="958">
                        <c:v>44907</c:v>
                      </c:pt>
                      <c:pt idx="959">
                        <c:v>44908</c:v>
                      </c:pt>
                      <c:pt idx="960">
                        <c:v>44909</c:v>
                      </c:pt>
                      <c:pt idx="961">
                        <c:v>44910</c:v>
                      </c:pt>
                      <c:pt idx="962">
                        <c:v>44911</c:v>
                      </c:pt>
                      <c:pt idx="963">
                        <c:v>44914</c:v>
                      </c:pt>
                      <c:pt idx="964">
                        <c:v>44915</c:v>
                      </c:pt>
                      <c:pt idx="965">
                        <c:v>44916</c:v>
                      </c:pt>
                      <c:pt idx="966">
                        <c:v>44917</c:v>
                      </c:pt>
                      <c:pt idx="967">
                        <c:v>44918</c:v>
                      </c:pt>
                      <c:pt idx="968">
                        <c:v>44921</c:v>
                      </c:pt>
                      <c:pt idx="969">
                        <c:v>44922</c:v>
                      </c:pt>
                      <c:pt idx="970">
                        <c:v>44923</c:v>
                      </c:pt>
                      <c:pt idx="971">
                        <c:v>44924</c:v>
                      </c:pt>
                      <c:pt idx="972">
                        <c:v>44925</c:v>
                      </c:pt>
                      <c:pt idx="973">
                        <c:v>44929</c:v>
                      </c:pt>
                      <c:pt idx="974">
                        <c:v>44930</c:v>
                      </c:pt>
                      <c:pt idx="975">
                        <c:v>44931</c:v>
                      </c:pt>
                      <c:pt idx="976">
                        <c:v>44932</c:v>
                      </c:pt>
                      <c:pt idx="977">
                        <c:v>44935</c:v>
                      </c:pt>
                      <c:pt idx="978">
                        <c:v>44936</c:v>
                      </c:pt>
                      <c:pt idx="979">
                        <c:v>44937</c:v>
                      </c:pt>
                      <c:pt idx="980">
                        <c:v>44938</c:v>
                      </c:pt>
                      <c:pt idx="981">
                        <c:v>44939</c:v>
                      </c:pt>
                      <c:pt idx="982">
                        <c:v>44942</c:v>
                      </c:pt>
                      <c:pt idx="983">
                        <c:v>44943</c:v>
                      </c:pt>
                      <c:pt idx="984">
                        <c:v>44944</c:v>
                      </c:pt>
                      <c:pt idx="985">
                        <c:v>44945</c:v>
                      </c:pt>
                      <c:pt idx="986">
                        <c:v>44946</c:v>
                      </c:pt>
                      <c:pt idx="987">
                        <c:v>44956</c:v>
                      </c:pt>
                      <c:pt idx="988">
                        <c:v>44957</c:v>
                      </c:pt>
                      <c:pt idx="989">
                        <c:v>44958</c:v>
                      </c:pt>
                      <c:pt idx="990">
                        <c:v>44959</c:v>
                      </c:pt>
                      <c:pt idx="991">
                        <c:v>44960</c:v>
                      </c:pt>
                      <c:pt idx="992">
                        <c:v>44963</c:v>
                      </c:pt>
                      <c:pt idx="993">
                        <c:v>44964</c:v>
                      </c:pt>
                      <c:pt idx="994">
                        <c:v>44965</c:v>
                      </c:pt>
                      <c:pt idx="995">
                        <c:v>44966</c:v>
                      </c:pt>
                      <c:pt idx="996">
                        <c:v>44967</c:v>
                      </c:pt>
                      <c:pt idx="997">
                        <c:v>44970</c:v>
                      </c:pt>
                      <c:pt idx="998">
                        <c:v>44971</c:v>
                      </c:pt>
                      <c:pt idx="999">
                        <c:v>44972</c:v>
                      </c:pt>
                      <c:pt idx="1000">
                        <c:v>44973</c:v>
                      </c:pt>
                      <c:pt idx="1001">
                        <c:v>44974</c:v>
                      </c:pt>
                      <c:pt idx="1002">
                        <c:v>44977</c:v>
                      </c:pt>
                      <c:pt idx="1003">
                        <c:v>44978</c:v>
                      </c:pt>
                      <c:pt idx="1004">
                        <c:v>44979</c:v>
                      </c:pt>
                      <c:pt idx="1005">
                        <c:v>44980</c:v>
                      </c:pt>
                      <c:pt idx="1006">
                        <c:v>44981</c:v>
                      </c:pt>
                      <c:pt idx="1007">
                        <c:v>44984</c:v>
                      </c:pt>
                      <c:pt idx="1008">
                        <c:v>44985</c:v>
                      </c:pt>
                      <c:pt idx="1009">
                        <c:v>44986</c:v>
                      </c:pt>
                      <c:pt idx="1010">
                        <c:v>44987</c:v>
                      </c:pt>
                      <c:pt idx="1011">
                        <c:v>44988</c:v>
                      </c:pt>
                      <c:pt idx="1012">
                        <c:v>44991</c:v>
                      </c:pt>
                      <c:pt idx="1013">
                        <c:v>44992</c:v>
                      </c:pt>
                      <c:pt idx="1014">
                        <c:v>44993</c:v>
                      </c:pt>
                      <c:pt idx="1015">
                        <c:v>44994</c:v>
                      </c:pt>
                      <c:pt idx="1016">
                        <c:v>44995</c:v>
                      </c:pt>
                      <c:pt idx="1017">
                        <c:v>44998</c:v>
                      </c:pt>
                      <c:pt idx="1018">
                        <c:v>44999</c:v>
                      </c:pt>
                      <c:pt idx="1019">
                        <c:v>45000</c:v>
                      </c:pt>
                      <c:pt idx="1020">
                        <c:v>45001</c:v>
                      </c:pt>
                      <c:pt idx="1021">
                        <c:v>45002</c:v>
                      </c:pt>
                      <c:pt idx="1022">
                        <c:v>45005</c:v>
                      </c:pt>
                      <c:pt idx="1023">
                        <c:v>45006</c:v>
                      </c:pt>
                      <c:pt idx="1024">
                        <c:v>45007</c:v>
                      </c:pt>
                      <c:pt idx="1025">
                        <c:v>45008</c:v>
                      </c:pt>
                      <c:pt idx="1026">
                        <c:v>45009</c:v>
                      </c:pt>
                      <c:pt idx="1027">
                        <c:v>45012</c:v>
                      </c:pt>
                      <c:pt idx="1028">
                        <c:v>45013</c:v>
                      </c:pt>
                      <c:pt idx="1029">
                        <c:v>45014</c:v>
                      </c:pt>
                      <c:pt idx="1030">
                        <c:v>45015</c:v>
                      </c:pt>
                      <c:pt idx="1031">
                        <c:v>45016</c:v>
                      </c:pt>
                      <c:pt idx="1032">
                        <c:v>45019</c:v>
                      </c:pt>
                      <c:pt idx="1033">
                        <c:v>45020</c:v>
                      </c:pt>
                      <c:pt idx="1034">
                        <c:v>45022</c:v>
                      </c:pt>
                      <c:pt idx="1035">
                        <c:v>45023</c:v>
                      </c:pt>
                      <c:pt idx="1036">
                        <c:v>45026</c:v>
                      </c:pt>
                      <c:pt idx="1037">
                        <c:v>45027</c:v>
                      </c:pt>
                      <c:pt idx="1038">
                        <c:v>45028</c:v>
                      </c:pt>
                      <c:pt idx="1039">
                        <c:v>45029</c:v>
                      </c:pt>
                      <c:pt idx="1040">
                        <c:v>45030</c:v>
                      </c:pt>
                      <c:pt idx="1041">
                        <c:v>45033</c:v>
                      </c:pt>
                      <c:pt idx="1042">
                        <c:v>45034</c:v>
                      </c:pt>
                      <c:pt idx="1043">
                        <c:v>45035</c:v>
                      </c:pt>
                      <c:pt idx="1044">
                        <c:v>45036</c:v>
                      </c:pt>
                      <c:pt idx="1045">
                        <c:v>45037</c:v>
                      </c:pt>
                      <c:pt idx="1046">
                        <c:v>45040</c:v>
                      </c:pt>
                      <c:pt idx="1047">
                        <c:v>45041</c:v>
                      </c:pt>
                      <c:pt idx="1048">
                        <c:v>45042</c:v>
                      </c:pt>
                      <c:pt idx="1049">
                        <c:v>45043</c:v>
                      </c:pt>
                      <c:pt idx="1050">
                        <c:v>45044</c:v>
                      </c:pt>
                      <c:pt idx="1051">
                        <c:v>45050</c:v>
                      </c:pt>
                      <c:pt idx="1052">
                        <c:v>45051</c:v>
                      </c:pt>
                      <c:pt idx="1053">
                        <c:v>45054</c:v>
                      </c:pt>
                      <c:pt idx="1054">
                        <c:v>45055</c:v>
                      </c:pt>
                      <c:pt idx="1055">
                        <c:v>45056</c:v>
                      </c:pt>
                      <c:pt idx="1056">
                        <c:v>45057</c:v>
                      </c:pt>
                      <c:pt idx="1057">
                        <c:v>45058</c:v>
                      </c:pt>
                      <c:pt idx="1058">
                        <c:v>45061</c:v>
                      </c:pt>
                      <c:pt idx="1059">
                        <c:v>45062</c:v>
                      </c:pt>
                      <c:pt idx="1060">
                        <c:v>45063</c:v>
                      </c:pt>
                      <c:pt idx="1061">
                        <c:v>45064</c:v>
                      </c:pt>
                      <c:pt idx="1062">
                        <c:v>45065</c:v>
                      </c:pt>
                      <c:pt idx="1063">
                        <c:v>45068</c:v>
                      </c:pt>
                      <c:pt idx="1064">
                        <c:v>45069</c:v>
                      </c:pt>
                      <c:pt idx="1065">
                        <c:v>45070</c:v>
                      </c:pt>
                      <c:pt idx="1066">
                        <c:v>45071</c:v>
                      </c:pt>
                      <c:pt idx="1067">
                        <c:v>45072</c:v>
                      </c:pt>
                      <c:pt idx="1068">
                        <c:v>45075</c:v>
                      </c:pt>
                      <c:pt idx="1069">
                        <c:v>45076</c:v>
                      </c:pt>
                      <c:pt idx="1070">
                        <c:v>45077</c:v>
                      </c:pt>
                      <c:pt idx="1071">
                        <c:v>45078</c:v>
                      </c:pt>
                      <c:pt idx="1072">
                        <c:v>45079</c:v>
                      </c:pt>
                      <c:pt idx="1073">
                        <c:v>45082</c:v>
                      </c:pt>
                      <c:pt idx="1074">
                        <c:v>45083</c:v>
                      </c:pt>
                      <c:pt idx="1075">
                        <c:v>45084</c:v>
                      </c:pt>
                      <c:pt idx="1076">
                        <c:v>45085</c:v>
                      </c:pt>
                      <c:pt idx="1077">
                        <c:v>45086</c:v>
                      </c:pt>
                      <c:pt idx="1078">
                        <c:v>45089</c:v>
                      </c:pt>
                      <c:pt idx="1079">
                        <c:v>45090</c:v>
                      </c:pt>
                      <c:pt idx="1080">
                        <c:v>45091</c:v>
                      </c:pt>
                      <c:pt idx="1081">
                        <c:v>45092</c:v>
                      </c:pt>
                      <c:pt idx="1082">
                        <c:v>45093</c:v>
                      </c:pt>
                      <c:pt idx="1083">
                        <c:v>45096</c:v>
                      </c:pt>
                      <c:pt idx="1084">
                        <c:v>45097</c:v>
                      </c:pt>
                      <c:pt idx="1085">
                        <c:v>45098</c:v>
                      </c:pt>
                      <c:pt idx="1086">
                        <c:v>45103</c:v>
                      </c:pt>
                      <c:pt idx="1087">
                        <c:v>45104</c:v>
                      </c:pt>
                      <c:pt idx="1088">
                        <c:v>45105</c:v>
                      </c:pt>
                      <c:pt idx="1089">
                        <c:v>45106</c:v>
                      </c:pt>
                      <c:pt idx="1090">
                        <c:v>45107</c:v>
                      </c:pt>
                      <c:pt idx="1091">
                        <c:v>45110</c:v>
                      </c:pt>
                      <c:pt idx="1092">
                        <c:v>45111</c:v>
                      </c:pt>
                      <c:pt idx="1093">
                        <c:v>45112</c:v>
                      </c:pt>
                      <c:pt idx="1094">
                        <c:v>45113</c:v>
                      </c:pt>
                      <c:pt idx="1095">
                        <c:v>45114</c:v>
                      </c:pt>
                      <c:pt idx="1096">
                        <c:v>45117</c:v>
                      </c:pt>
                      <c:pt idx="1097">
                        <c:v>45118</c:v>
                      </c:pt>
                      <c:pt idx="1098">
                        <c:v>45119</c:v>
                      </c:pt>
                      <c:pt idx="1099">
                        <c:v>45120</c:v>
                      </c:pt>
                      <c:pt idx="1100">
                        <c:v>45121</c:v>
                      </c:pt>
                      <c:pt idx="1101">
                        <c:v>45124</c:v>
                      </c:pt>
                      <c:pt idx="1102">
                        <c:v>45125</c:v>
                      </c:pt>
                      <c:pt idx="1103">
                        <c:v>45126</c:v>
                      </c:pt>
                      <c:pt idx="1104">
                        <c:v>45127</c:v>
                      </c:pt>
                      <c:pt idx="1105">
                        <c:v>45128</c:v>
                      </c:pt>
                      <c:pt idx="1106">
                        <c:v>45131</c:v>
                      </c:pt>
                      <c:pt idx="1107">
                        <c:v>45132</c:v>
                      </c:pt>
                      <c:pt idx="1108">
                        <c:v>45133</c:v>
                      </c:pt>
                      <c:pt idx="1109">
                        <c:v>45134</c:v>
                      </c:pt>
                      <c:pt idx="1110">
                        <c:v>45135</c:v>
                      </c:pt>
                      <c:pt idx="1111">
                        <c:v>45138</c:v>
                      </c:pt>
                      <c:pt idx="1112">
                        <c:v>45139</c:v>
                      </c:pt>
                      <c:pt idx="1113">
                        <c:v>45140</c:v>
                      </c:pt>
                      <c:pt idx="1114">
                        <c:v>45141</c:v>
                      </c:pt>
                      <c:pt idx="1115">
                        <c:v>45142</c:v>
                      </c:pt>
                      <c:pt idx="1116">
                        <c:v>45145</c:v>
                      </c:pt>
                      <c:pt idx="1117">
                        <c:v>45146</c:v>
                      </c:pt>
                      <c:pt idx="1118">
                        <c:v>45147</c:v>
                      </c:pt>
                      <c:pt idx="1119">
                        <c:v>45148</c:v>
                      </c:pt>
                      <c:pt idx="1120">
                        <c:v>45149</c:v>
                      </c:pt>
                      <c:pt idx="1121">
                        <c:v>45152</c:v>
                      </c:pt>
                      <c:pt idx="1122">
                        <c:v>45153</c:v>
                      </c:pt>
                      <c:pt idx="1123">
                        <c:v>45154</c:v>
                      </c:pt>
                      <c:pt idx="1124">
                        <c:v>45155</c:v>
                      </c:pt>
                      <c:pt idx="1125">
                        <c:v>45156</c:v>
                      </c:pt>
                      <c:pt idx="1126">
                        <c:v>45159</c:v>
                      </c:pt>
                      <c:pt idx="1127">
                        <c:v>45160</c:v>
                      </c:pt>
                      <c:pt idx="1128">
                        <c:v>45161</c:v>
                      </c:pt>
                      <c:pt idx="1129">
                        <c:v>45162</c:v>
                      </c:pt>
                      <c:pt idx="1130">
                        <c:v>45163</c:v>
                      </c:pt>
                      <c:pt idx="1131">
                        <c:v>45166</c:v>
                      </c:pt>
                      <c:pt idx="1132">
                        <c:v>45167</c:v>
                      </c:pt>
                      <c:pt idx="1133">
                        <c:v>45168</c:v>
                      </c:pt>
                      <c:pt idx="1134">
                        <c:v>45169</c:v>
                      </c:pt>
                      <c:pt idx="1135">
                        <c:v>45170</c:v>
                      </c:pt>
                      <c:pt idx="1136">
                        <c:v>45173</c:v>
                      </c:pt>
                      <c:pt idx="1137">
                        <c:v>45174</c:v>
                      </c:pt>
                      <c:pt idx="1138">
                        <c:v>45175</c:v>
                      </c:pt>
                      <c:pt idx="1139">
                        <c:v>45176</c:v>
                      </c:pt>
                      <c:pt idx="1140">
                        <c:v>45177</c:v>
                      </c:pt>
                      <c:pt idx="1141">
                        <c:v>45180</c:v>
                      </c:pt>
                      <c:pt idx="1142">
                        <c:v>45181</c:v>
                      </c:pt>
                      <c:pt idx="1143">
                        <c:v>45182</c:v>
                      </c:pt>
                      <c:pt idx="1144">
                        <c:v>45183</c:v>
                      </c:pt>
                      <c:pt idx="1145">
                        <c:v>45184</c:v>
                      </c:pt>
                      <c:pt idx="1146">
                        <c:v>45187</c:v>
                      </c:pt>
                      <c:pt idx="1147">
                        <c:v>45188</c:v>
                      </c:pt>
                      <c:pt idx="1148">
                        <c:v>45189</c:v>
                      </c:pt>
                      <c:pt idx="1149">
                        <c:v>45190</c:v>
                      </c:pt>
                      <c:pt idx="1150">
                        <c:v>45191</c:v>
                      </c:pt>
                      <c:pt idx="1151">
                        <c:v>45194</c:v>
                      </c:pt>
                      <c:pt idx="1152">
                        <c:v>45195</c:v>
                      </c:pt>
                      <c:pt idx="1153">
                        <c:v>45196</c:v>
                      </c:pt>
                      <c:pt idx="1154">
                        <c:v>45197</c:v>
                      </c:pt>
                      <c:pt idx="1155">
                        <c:v>45208</c:v>
                      </c:pt>
                      <c:pt idx="1156">
                        <c:v>45209</c:v>
                      </c:pt>
                      <c:pt idx="1157">
                        <c:v>45210</c:v>
                      </c:pt>
                      <c:pt idx="1158">
                        <c:v>45211</c:v>
                      </c:pt>
                      <c:pt idx="1159">
                        <c:v>45212</c:v>
                      </c:pt>
                      <c:pt idx="1160">
                        <c:v>45215</c:v>
                      </c:pt>
                      <c:pt idx="1161">
                        <c:v>45216</c:v>
                      </c:pt>
                      <c:pt idx="1162">
                        <c:v>45217</c:v>
                      </c:pt>
                      <c:pt idx="1163">
                        <c:v>45218</c:v>
                      </c:pt>
                      <c:pt idx="1164">
                        <c:v>45219</c:v>
                      </c:pt>
                      <c:pt idx="1165">
                        <c:v>45222</c:v>
                      </c:pt>
                      <c:pt idx="1166">
                        <c:v>45223</c:v>
                      </c:pt>
                      <c:pt idx="1167">
                        <c:v>45224</c:v>
                      </c:pt>
                      <c:pt idx="1168">
                        <c:v>45225</c:v>
                      </c:pt>
                      <c:pt idx="1169">
                        <c:v>45226</c:v>
                      </c:pt>
                      <c:pt idx="1170">
                        <c:v>45229</c:v>
                      </c:pt>
                      <c:pt idx="1171">
                        <c:v>45230</c:v>
                      </c:pt>
                      <c:pt idx="1172">
                        <c:v>45231</c:v>
                      </c:pt>
                      <c:pt idx="1173">
                        <c:v>45232</c:v>
                      </c:pt>
                      <c:pt idx="1174">
                        <c:v>45233</c:v>
                      </c:pt>
                      <c:pt idx="1175">
                        <c:v>45236</c:v>
                      </c:pt>
                      <c:pt idx="1176">
                        <c:v>45237</c:v>
                      </c:pt>
                      <c:pt idx="1177">
                        <c:v>45238</c:v>
                      </c:pt>
                      <c:pt idx="1178">
                        <c:v>45239</c:v>
                      </c:pt>
                      <c:pt idx="1179">
                        <c:v>45240</c:v>
                      </c:pt>
                      <c:pt idx="1180">
                        <c:v>45243</c:v>
                      </c:pt>
                      <c:pt idx="1181">
                        <c:v>45244</c:v>
                      </c:pt>
                      <c:pt idx="1182">
                        <c:v>45245</c:v>
                      </c:pt>
                      <c:pt idx="1183">
                        <c:v>45246</c:v>
                      </c:pt>
                      <c:pt idx="1184">
                        <c:v>45247</c:v>
                      </c:pt>
                      <c:pt idx="1185">
                        <c:v>45250</c:v>
                      </c:pt>
                      <c:pt idx="1186">
                        <c:v>45251</c:v>
                      </c:pt>
                      <c:pt idx="1187">
                        <c:v>45252</c:v>
                      </c:pt>
                      <c:pt idx="1188">
                        <c:v>45253</c:v>
                      </c:pt>
                      <c:pt idx="1189">
                        <c:v>45254</c:v>
                      </c:pt>
                      <c:pt idx="1190">
                        <c:v>45257</c:v>
                      </c:pt>
                      <c:pt idx="1191">
                        <c:v>45258</c:v>
                      </c:pt>
                      <c:pt idx="1192">
                        <c:v>45259</c:v>
                      </c:pt>
                      <c:pt idx="1193">
                        <c:v>45260</c:v>
                      </c:pt>
                      <c:pt idx="1194">
                        <c:v>45261</c:v>
                      </c:pt>
                      <c:pt idx="1195">
                        <c:v>45264</c:v>
                      </c:pt>
                      <c:pt idx="1196">
                        <c:v>45265</c:v>
                      </c:pt>
                      <c:pt idx="1197">
                        <c:v>45266</c:v>
                      </c:pt>
                      <c:pt idx="1198">
                        <c:v>45267</c:v>
                      </c:pt>
                      <c:pt idx="1199">
                        <c:v>45268</c:v>
                      </c:pt>
                      <c:pt idx="1200">
                        <c:v>45271</c:v>
                      </c:pt>
                      <c:pt idx="1201">
                        <c:v>45272</c:v>
                      </c:pt>
                      <c:pt idx="1202">
                        <c:v>45273</c:v>
                      </c:pt>
                      <c:pt idx="1203">
                        <c:v>45274</c:v>
                      </c:pt>
                      <c:pt idx="1204">
                        <c:v>45275</c:v>
                      </c:pt>
                      <c:pt idx="1205">
                        <c:v>45278</c:v>
                      </c:pt>
                      <c:pt idx="1206">
                        <c:v>45279</c:v>
                      </c:pt>
                      <c:pt idx="1207">
                        <c:v>45280</c:v>
                      </c:pt>
                      <c:pt idx="1208">
                        <c:v>45281</c:v>
                      </c:pt>
                      <c:pt idx="1209">
                        <c:v>45282</c:v>
                      </c:pt>
                      <c:pt idx="1210">
                        <c:v>45285</c:v>
                      </c:pt>
                      <c:pt idx="1211">
                        <c:v>45286</c:v>
                      </c:pt>
                      <c:pt idx="1212">
                        <c:v>45287</c:v>
                      </c:pt>
                      <c:pt idx="1213">
                        <c:v>45288</c:v>
                      </c:pt>
                      <c:pt idx="1214">
                        <c:v>45289</c:v>
                      </c:pt>
                      <c:pt idx="1215">
                        <c:v>45293</c:v>
                      </c:pt>
                      <c:pt idx="1216">
                        <c:v>45294</c:v>
                      </c:pt>
                      <c:pt idx="1217">
                        <c:v>45295</c:v>
                      </c:pt>
                      <c:pt idx="1218">
                        <c:v>45296</c:v>
                      </c:pt>
                      <c:pt idx="1219">
                        <c:v>45299</c:v>
                      </c:pt>
                      <c:pt idx="1220">
                        <c:v>45300</c:v>
                      </c:pt>
                      <c:pt idx="1221">
                        <c:v>45301</c:v>
                      </c:pt>
                      <c:pt idx="1222">
                        <c:v>45302</c:v>
                      </c:pt>
                      <c:pt idx="1223">
                        <c:v>45303</c:v>
                      </c:pt>
                      <c:pt idx="1224">
                        <c:v>45306</c:v>
                      </c:pt>
                      <c:pt idx="1225">
                        <c:v>45307</c:v>
                      </c:pt>
                      <c:pt idx="1226">
                        <c:v>45308</c:v>
                      </c:pt>
                      <c:pt idx="1227">
                        <c:v>45309</c:v>
                      </c:pt>
                      <c:pt idx="1228">
                        <c:v>45310</c:v>
                      </c:pt>
                      <c:pt idx="1229">
                        <c:v>45313</c:v>
                      </c:pt>
                      <c:pt idx="1230">
                        <c:v>45314</c:v>
                      </c:pt>
                      <c:pt idx="1231">
                        <c:v>45315</c:v>
                      </c:pt>
                      <c:pt idx="1232">
                        <c:v>45316</c:v>
                      </c:pt>
                      <c:pt idx="1233">
                        <c:v>45317</c:v>
                      </c:pt>
                      <c:pt idx="1234">
                        <c:v>45320</c:v>
                      </c:pt>
                      <c:pt idx="1235">
                        <c:v>45321</c:v>
                      </c:pt>
                      <c:pt idx="1236">
                        <c:v>45322</c:v>
                      </c:pt>
                      <c:pt idx="1237">
                        <c:v>45323</c:v>
                      </c:pt>
                      <c:pt idx="1238">
                        <c:v>45324</c:v>
                      </c:pt>
                      <c:pt idx="1239">
                        <c:v>45327</c:v>
                      </c:pt>
                      <c:pt idx="1240">
                        <c:v>45328</c:v>
                      </c:pt>
                      <c:pt idx="1241">
                        <c:v>45329</c:v>
                      </c:pt>
                      <c:pt idx="1242">
                        <c:v>45330</c:v>
                      </c:pt>
                      <c:pt idx="1243">
                        <c:v>45341</c:v>
                      </c:pt>
                      <c:pt idx="1244">
                        <c:v>45342</c:v>
                      </c:pt>
                      <c:pt idx="1245">
                        <c:v>45343</c:v>
                      </c:pt>
                      <c:pt idx="1246">
                        <c:v>45344</c:v>
                      </c:pt>
                      <c:pt idx="1247">
                        <c:v>45345</c:v>
                      </c:pt>
                      <c:pt idx="1248">
                        <c:v>45348</c:v>
                      </c:pt>
                      <c:pt idx="1249">
                        <c:v>45349</c:v>
                      </c:pt>
                      <c:pt idx="1250">
                        <c:v>45350</c:v>
                      </c:pt>
                      <c:pt idx="1251">
                        <c:v>45351</c:v>
                      </c:pt>
                      <c:pt idx="1252">
                        <c:v>45352</c:v>
                      </c:pt>
                      <c:pt idx="1253">
                        <c:v>45355</c:v>
                      </c:pt>
                      <c:pt idx="1254">
                        <c:v>45356</c:v>
                      </c:pt>
                      <c:pt idx="1255">
                        <c:v>45357</c:v>
                      </c:pt>
                      <c:pt idx="1256">
                        <c:v>45358</c:v>
                      </c:pt>
                      <c:pt idx="1257">
                        <c:v>45359</c:v>
                      </c:pt>
                      <c:pt idx="1258">
                        <c:v>45362</c:v>
                      </c:pt>
                      <c:pt idx="1259">
                        <c:v>45363</c:v>
                      </c:pt>
                      <c:pt idx="1260">
                        <c:v>45364</c:v>
                      </c:pt>
                      <c:pt idx="1261">
                        <c:v>45365</c:v>
                      </c:pt>
                      <c:pt idx="1262">
                        <c:v>45366</c:v>
                      </c:pt>
                      <c:pt idx="1263">
                        <c:v>45369</c:v>
                      </c:pt>
                      <c:pt idx="1264">
                        <c:v>45370</c:v>
                      </c:pt>
                      <c:pt idx="1265">
                        <c:v>45371</c:v>
                      </c:pt>
                      <c:pt idx="1266">
                        <c:v>45372</c:v>
                      </c:pt>
                      <c:pt idx="1267">
                        <c:v>45373</c:v>
                      </c:pt>
                      <c:pt idx="1268">
                        <c:v>45376</c:v>
                      </c:pt>
                      <c:pt idx="1269">
                        <c:v>45377</c:v>
                      </c:pt>
                      <c:pt idx="1270">
                        <c:v>45378</c:v>
                      </c:pt>
                      <c:pt idx="1271">
                        <c:v>45379</c:v>
                      </c:pt>
                      <c:pt idx="1272">
                        <c:v>45380</c:v>
                      </c:pt>
                      <c:pt idx="1273">
                        <c:v>45383</c:v>
                      </c:pt>
                      <c:pt idx="1274">
                        <c:v>45384</c:v>
                      </c:pt>
                      <c:pt idx="1275">
                        <c:v>45385</c:v>
                      </c:pt>
                      <c:pt idx="1276">
                        <c:v>45390</c:v>
                      </c:pt>
                      <c:pt idx="1277">
                        <c:v>45391</c:v>
                      </c:pt>
                      <c:pt idx="1278">
                        <c:v>45392</c:v>
                      </c:pt>
                      <c:pt idx="1279">
                        <c:v>45393</c:v>
                      </c:pt>
                      <c:pt idx="1280">
                        <c:v>45394</c:v>
                      </c:pt>
                      <c:pt idx="1281">
                        <c:v>45397</c:v>
                      </c:pt>
                      <c:pt idx="1282">
                        <c:v>45398</c:v>
                      </c:pt>
                      <c:pt idx="1283">
                        <c:v>45399</c:v>
                      </c:pt>
                      <c:pt idx="1284">
                        <c:v>45400</c:v>
                      </c:pt>
                      <c:pt idx="1285">
                        <c:v>45401</c:v>
                      </c:pt>
                      <c:pt idx="1286">
                        <c:v>45404</c:v>
                      </c:pt>
                      <c:pt idx="1287">
                        <c:v>45405</c:v>
                      </c:pt>
                      <c:pt idx="1288">
                        <c:v>45406</c:v>
                      </c:pt>
                      <c:pt idx="1289">
                        <c:v>45407</c:v>
                      </c:pt>
                      <c:pt idx="1290">
                        <c:v>45408</c:v>
                      </c:pt>
                      <c:pt idx="1291">
                        <c:v>45411</c:v>
                      </c:pt>
                      <c:pt idx="1292">
                        <c:v>45412</c:v>
                      </c:pt>
                      <c:pt idx="1293">
                        <c:v>45418</c:v>
                      </c:pt>
                      <c:pt idx="1294">
                        <c:v>45419</c:v>
                      </c:pt>
                      <c:pt idx="1295">
                        <c:v>45420</c:v>
                      </c:pt>
                      <c:pt idx="1296">
                        <c:v>45421</c:v>
                      </c:pt>
                      <c:pt idx="1297">
                        <c:v>45422</c:v>
                      </c:pt>
                      <c:pt idx="1298">
                        <c:v>45425</c:v>
                      </c:pt>
                      <c:pt idx="1299">
                        <c:v>45426</c:v>
                      </c:pt>
                      <c:pt idx="1300">
                        <c:v>45427</c:v>
                      </c:pt>
                      <c:pt idx="1301">
                        <c:v>45428</c:v>
                      </c:pt>
                      <c:pt idx="1302">
                        <c:v>45429</c:v>
                      </c:pt>
                      <c:pt idx="1303">
                        <c:v>45432</c:v>
                      </c:pt>
                      <c:pt idx="1304">
                        <c:v>45433</c:v>
                      </c:pt>
                      <c:pt idx="1305">
                        <c:v>45434</c:v>
                      </c:pt>
                      <c:pt idx="1306">
                        <c:v>45435</c:v>
                      </c:pt>
                      <c:pt idx="1307">
                        <c:v>45436</c:v>
                      </c:pt>
                      <c:pt idx="1308">
                        <c:v>45439</c:v>
                      </c:pt>
                      <c:pt idx="1309">
                        <c:v>45440</c:v>
                      </c:pt>
                      <c:pt idx="1310">
                        <c:v>45441</c:v>
                      </c:pt>
                      <c:pt idx="1311">
                        <c:v>45442</c:v>
                      </c:pt>
                      <c:pt idx="1312">
                        <c:v>45443</c:v>
                      </c:pt>
                      <c:pt idx="1313">
                        <c:v>45446</c:v>
                      </c:pt>
                      <c:pt idx="1314">
                        <c:v>45447</c:v>
                      </c:pt>
                      <c:pt idx="1315">
                        <c:v>45448</c:v>
                      </c:pt>
                      <c:pt idx="1316">
                        <c:v>45449</c:v>
                      </c:pt>
                      <c:pt idx="1317">
                        <c:v>45450</c:v>
                      </c:pt>
                      <c:pt idx="1318">
                        <c:v>45454</c:v>
                      </c:pt>
                      <c:pt idx="1319">
                        <c:v>45455</c:v>
                      </c:pt>
                      <c:pt idx="1320">
                        <c:v>45456</c:v>
                      </c:pt>
                      <c:pt idx="1321">
                        <c:v>45457</c:v>
                      </c:pt>
                      <c:pt idx="1322">
                        <c:v>45460</c:v>
                      </c:pt>
                      <c:pt idx="1323">
                        <c:v>45461</c:v>
                      </c:pt>
                      <c:pt idx="1324">
                        <c:v>45462</c:v>
                      </c:pt>
                      <c:pt idx="1325">
                        <c:v>45463</c:v>
                      </c:pt>
                      <c:pt idx="1326">
                        <c:v>45464</c:v>
                      </c:pt>
                      <c:pt idx="1327">
                        <c:v>45467</c:v>
                      </c:pt>
                      <c:pt idx="1328">
                        <c:v>45468</c:v>
                      </c:pt>
                      <c:pt idx="1329">
                        <c:v>45469</c:v>
                      </c:pt>
                      <c:pt idx="1330">
                        <c:v>45470</c:v>
                      </c:pt>
                      <c:pt idx="1331">
                        <c:v>45471</c:v>
                      </c:pt>
                      <c:pt idx="1332">
                        <c:v>45474</c:v>
                      </c:pt>
                      <c:pt idx="1333">
                        <c:v>45475</c:v>
                      </c:pt>
                      <c:pt idx="1334">
                        <c:v>45476</c:v>
                      </c:pt>
                      <c:pt idx="1335">
                        <c:v>45477</c:v>
                      </c:pt>
                      <c:pt idx="1336">
                        <c:v>45478</c:v>
                      </c:pt>
                      <c:pt idx="1337">
                        <c:v>45481</c:v>
                      </c:pt>
                      <c:pt idx="1338">
                        <c:v>45482</c:v>
                      </c:pt>
                      <c:pt idx="1339">
                        <c:v>45483</c:v>
                      </c:pt>
                      <c:pt idx="1340">
                        <c:v>45484</c:v>
                      </c:pt>
                      <c:pt idx="1341">
                        <c:v>45485</c:v>
                      </c:pt>
                      <c:pt idx="1342">
                        <c:v>45488</c:v>
                      </c:pt>
                      <c:pt idx="1343">
                        <c:v>45489</c:v>
                      </c:pt>
                      <c:pt idx="1344">
                        <c:v>45490</c:v>
                      </c:pt>
                      <c:pt idx="1345">
                        <c:v>45491</c:v>
                      </c:pt>
                      <c:pt idx="1346">
                        <c:v>45492</c:v>
                      </c:pt>
                      <c:pt idx="1347">
                        <c:v>45495</c:v>
                      </c:pt>
                      <c:pt idx="1348">
                        <c:v>45496</c:v>
                      </c:pt>
                      <c:pt idx="1349">
                        <c:v>45497</c:v>
                      </c:pt>
                      <c:pt idx="1350">
                        <c:v>45498</c:v>
                      </c:pt>
                      <c:pt idx="1351">
                        <c:v>45499</c:v>
                      </c:pt>
                      <c:pt idx="1352">
                        <c:v>45502</c:v>
                      </c:pt>
                      <c:pt idx="1353">
                        <c:v>45503</c:v>
                      </c:pt>
                      <c:pt idx="1354">
                        <c:v>45504</c:v>
                      </c:pt>
                      <c:pt idx="1355">
                        <c:v>45505</c:v>
                      </c:pt>
                      <c:pt idx="1356">
                        <c:v>45506</c:v>
                      </c:pt>
                      <c:pt idx="1357">
                        <c:v>45509</c:v>
                      </c:pt>
                      <c:pt idx="1358">
                        <c:v>45510</c:v>
                      </c:pt>
                      <c:pt idx="1359">
                        <c:v>45511</c:v>
                      </c:pt>
                      <c:pt idx="1360">
                        <c:v>45512</c:v>
                      </c:pt>
                      <c:pt idx="1361">
                        <c:v>45513</c:v>
                      </c:pt>
                      <c:pt idx="1362">
                        <c:v>45516</c:v>
                      </c:pt>
                      <c:pt idx="1363">
                        <c:v>45517</c:v>
                      </c:pt>
                      <c:pt idx="1364">
                        <c:v>45518</c:v>
                      </c:pt>
                      <c:pt idx="1365">
                        <c:v>45519</c:v>
                      </c:pt>
                      <c:pt idx="1366">
                        <c:v>45520</c:v>
                      </c:pt>
                      <c:pt idx="1367">
                        <c:v>45523</c:v>
                      </c:pt>
                      <c:pt idx="1368">
                        <c:v>45524</c:v>
                      </c:pt>
                      <c:pt idx="1369">
                        <c:v>45525</c:v>
                      </c:pt>
                      <c:pt idx="1370">
                        <c:v>45526</c:v>
                      </c:pt>
                      <c:pt idx="1371">
                        <c:v>45527</c:v>
                      </c:pt>
                      <c:pt idx="1372">
                        <c:v>45530</c:v>
                      </c:pt>
                      <c:pt idx="1373">
                        <c:v>45531</c:v>
                      </c:pt>
                      <c:pt idx="1374">
                        <c:v>45532</c:v>
                      </c:pt>
                      <c:pt idx="1375">
                        <c:v>45533</c:v>
                      </c:pt>
                      <c:pt idx="1376">
                        <c:v>45534</c:v>
                      </c:pt>
                      <c:pt idx="1377">
                        <c:v>45537</c:v>
                      </c:pt>
                      <c:pt idx="1378">
                        <c:v>45538</c:v>
                      </c:pt>
                      <c:pt idx="1379">
                        <c:v>45539</c:v>
                      </c:pt>
                      <c:pt idx="1380">
                        <c:v>45540</c:v>
                      </c:pt>
                      <c:pt idx="1381">
                        <c:v>45541</c:v>
                      </c:pt>
                      <c:pt idx="1382">
                        <c:v>45544</c:v>
                      </c:pt>
                      <c:pt idx="1383">
                        <c:v>45545</c:v>
                      </c:pt>
                      <c:pt idx="1384">
                        <c:v>45546</c:v>
                      </c:pt>
                      <c:pt idx="1385">
                        <c:v>45547</c:v>
                      </c:pt>
                      <c:pt idx="1386">
                        <c:v>45548</c:v>
                      </c:pt>
                      <c:pt idx="1387">
                        <c:v>45553</c:v>
                      </c:pt>
                      <c:pt idx="1388">
                        <c:v>45554</c:v>
                      </c:pt>
                      <c:pt idx="1389">
                        <c:v>45555</c:v>
                      </c:pt>
                      <c:pt idx="1390">
                        <c:v>45558</c:v>
                      </c:pt>
                      <c:pt idx="1391">
                        <c:v>45559</c:v>
                      </c:pt>
                      <c:pt idx="1392">
                        <c:v>45560</c:v>
                      </c:pt>
                      <c:pt idx="1393">
                        <c:v>45561</c:v>
                      </c:pt>
                      <c:pt idx="1394">
                        <c:v>45562</c:v>
                      </c:pt>
                      <c:pt idx="1395">
                        <c:v>45565</c:v>
                      </c:pt>
                      <c:pt idx="1396">
                        <c:v>45573</c:v>
                      </c:pt>
                      <c:pt idx="1397">
                        <c:v>45574</c:v>
                      </c:pt>
                      <c:pt idx="1398">
                        <c:v>45575</c:v>
                      </c:pt>
                      <c:pt idx="1399">
                        <c:v>45576</c:v>
                      </c:pt>
                      <c:pt idx="1400">
                        <c:v>45579</c:v>
                      </c:pt>
                      <c:pt idx="1401">
                        <c:v>45580</c:v>
                      </c:pt>
                      <c:pt idx="1402">
                        <c:v>45581</c:v>
                      </c:pt>
                      <c:pt idx="1403">
                        <c:v>45582</c:v>
                      </c:pt>
                      <c:pt idx="1404">
                        <c:v>45583</c:v>
                      </c:pt>
                      <c:pt idx="1405">
                        <c:v>45586</c:v>
                      </c:pt>
                      <c:pt idx="1406">
                        <c:v>45587</c:v>
                      </c:pt>
                      <c:pt idx="1407">
                        <c:v>45588</c:v>
                      </c:pt>
                      <c:pt idx="1408">
                        <c:v>45589</c:v>
                      </c:pt>
                      <c:pt idx="1409">
                        <c:v>45590</c:v>
                      </c:pt>
                      <c:pt idx="1410">
                        <c:v>45593</c:v>
                      </c:pt>
                      <c:pt idx="1411">
                        <c:v>45594</c:v>
                      </c:pt>
                      <c:pt idx="1412">
                        <c:v>45595</c:v>
                      </c:pt>
                      <c:pt idx="1413">
                        <c:v>45596</c:v>
                      </c:pt>
                      <c:pt idx="1414">
                        <c:v>45597</c:v>
                      </c:pt>
                      <c:pt idx="1415">
                        <c:v>45600</c:v>
                      </c:pt>
                      <c:pt idx="1416">
                        <c:v>45601</c:v>
                      </c:pt>
                      <c:pt idx="1417">
                        <c:v>45602</c:v>
                      </c:pt>
                      <c:pt idx="1418">
                        <c:v>45603</c:v>
                      </c:pt>
                      <c:pt idx="1419">
                        <c:v>45604</c:v>
                      </c:pt>
                      <c:pt idx="1420">
                        <c:v>45607</c:v>
                      </c:pt>
                      <c:pt idx="1421">
                        <c:v>45608</c:v>
                      </c:pt>
                      <c:pt idx="1422">
                        <c:v>45609</c:v>
                      </c:pt>
                      <c:pt idx="1423">
                        <c:v>45610</c:v>
                      </c:pt>
                      <c:pt idx="1424">
                        <c:v>45611</c:v>
                      </c:pt>
                      <c:pt idx="1425">
                        <c:v>45614</c:v>
                      </c:pt>
                      <c:pt idx="1426">
                        <c:v>45615</c:v>
                      </c:pt>
                      <c:pt idx="1427">
                        <c:v>45616</c:v>
                      </c:pt>
                      <c:pt idx="1428">
                        <c:v>45617</c:v>
                      </c:pt>
                      <c:pt idx="1429">
                        <c:v>45618</c:v>
                      </c:pt>
                      <c:pt idx="1430">
                        <c:v>45621</c:v>
                      </c:pt>
                      <c:pt idx="1431">
                        <c:v>45622</c:v>
                      </c:pt>
                      <c:pt idx="1432">
                        <c:v>45623</c:v>
                      </c:pt>
                      <c:pt idx="1433">
                        <c:v>45624</c:v>
                      </c:pt>
                      <c:pt idx="1434">
                        <c:v>45625</c:v>
                      </c:pt>
                      <c:pt idx="1435">
                        <c:v>45628</c:v>
                      </c:pt>
                      <c:pt idx="1436">
                        <c:v>45629</c:v>
                      </c:pt>
                      <c:pt idx="1437">
                        <c:v>45630</c:v>
                      </c:pt>
                      <c:pt idx="1438">
                        <c:v>45631</c:v>
                      </c:pt>
                      <c:pt idx="1439">
                        <c:v>45632</c:v>
                      </c:pt>
                      <c:pt idx="1440">
                        <c:v>45635</c:v>
                      </c:pt>
                      <c:pt idx="1441">
                        <c:v>45636</c:v>
                      </c:pt>
                      <c:pt idx="1442">
                        <c:v>45637</c:v>
                      </c:pt>
                      <c:pt idx="1443">
                        <c:v>45638</c:v>
                      </c:pt>
                      <c:pt idx="1444">
                        <c:v>45639</c:v>
                      </c:pt>
                      <c:pt idx="1445">
                        <c:v>45642</c:v>
                      </c:pt>
                      <c:pt idx="1446">
                        <c:v>45643</c:v>
                      </c:pt>
                      <c:pt idx="1447">
                        <c:v>45644</c:v>
                      </c:pt>
                      <c:pt idx="1448">
                        <c:v>45645</c:v>
                      </c:pt>
                      <c:pt idx="1449">
                        <c:v>45646</c:v>
                      </c:pt>
                      <c:pt idx="1450">
                        <c:v>45649</c:v>
                      </c:pt>
                      <c:pt idx="1451">
                        <c:v>45650</c:v>
                      </c:pt>
                      <c:pt idx="1452">
                        <c:v>45651</c:v>
                      </c:pt>
                      <c:pt idx="1453">
                        <c:v>45652</c:v>
                      </c:pt>
                      <c:pt idx="1454">
                        <c:v>45653</c:v>
                      </c:pt>
                      <c:pt idx="1455">
                        <c:v>45656</c:v>
                      </c:pt>
                      <c:pt idx="1456">
                        <c:v>45657</c:v>
                      </c:pt>
                      <c:pt idx="1457">
                        <c:v>45659</c:v>
                      </c:pt>
                      <c:pt idx="1458">
                        <c:v>45660</c:v>
                      </c:pt>
                      <c:pt idx="1459">
                        <c:v>45663</c:v>
                      </c:pt>
                      <c:pt idx="1460">
                        <c:v>45664</c:v>
                      </c:pt>
                      <c:pt idx="1461">
                        <c:v>45665</c:v>
                      </c:pt>
                      <c:pt idx="1462">
                        <c:v>45666</c:v>
                      </c:pt>
                      <c:pt idx="1463">
                        <c:v>45667</c:v>
                      </c:pt>
                      <c:pt idx="1464">
                        <c:v>45670</c:v>
                      </c:pt>
                      <c:pt idx="1465">
                        <c:v>45671</c:v>
                      </c:pt>
                      <c:pt idx="1466">
                        <c:v>45672</c:v>
                      </c:pt>
                      <c:pt idx="1467">
                        <c:v>45673</c:v>
                      </c:pt>
                      <c:pt idx="1468">
                        <c:v>45674</c:v>
                      </c:pt>
                      <c:pt idx="1469">
                        <c:v>45677</c:v>
                      </c:pt>
                      <c:pt idx="1470">
                        <c:v>45678</c:v>
                      </c:pt>
                      <c:pt idx="1471">
                        <c:v>45679</c:v>
                      </c:pt>
                      <c:pt idx="1472">
                        <c:v>45680</c:v>
                      </c:pt>
                      <c:pt idx="1473">
                        <c:v>45681</c:v>
                      </c:pt>
                      <c:pt idx="1474">
                        <c:v>45684</c:v>
                      </c:pt>
                      <c:pt idx="1475">
                        <c:v>45693</c:v>
                      </c:pt>
                      <c:pt idx="1476">
                        <c:v>45694</c:v>
                      </c:pt>
                      <c:pt idx="1477">
                        <c:v>45695</c:v>
                      </c:pt>
                      <c:pt idx="1478">
                        <c:v>45698</c:v>
                      </c:pt>
                      <c:pt idx="1479">
                        <c:v>45699</c:v>
                      </c:pt>
                      <c:pt idx="1480">
                        <c:v>45700</c:v>
                      </c:pt>
                      <c:pt idx="1481">
                        <c:v>45701</c:v>
                      </c:pt>
                      <c:pt idx="1482">
                        <c:v>45702</c:v>
                      </c:pt>
                      <c:pt idx="1483">
                        <c:v>45705</c:v>
                      </c:pt>
                      <c:pt idx="1484">
                        <c:v>45706</c:v>
                      </c:pt>
                      <c:pt idx="1485">
                        <c:v>45707</c:v>
                      </c:pt>
                      <c:pt idx="1486">
                        <c:v>45708</c:v>
                      </c:pt>
                      <c:pt idx="1487">
                        <c:v>45709</c:v>
                      </c:pt>
                      <c:pt idx="1488">
                        <c:v>45712</c:v>
                      </c:pt>
                      <c:pt idx="1489">
                        <c:v>45713</c:v>
                      </c:pt>
                      <c:pt idx="1490">
                        <c:v>45714</c:v>
                      </c:pt>
                      <c:pt idx="1491">
                        <c:v>45715</c:v>
                      </c:pt>
                      <c:pt idx="1492">
                        <c:v>45716</c:v>
                      </c:pt>
                      <c:pt idx="1493">
                        <c:v>45719</c:v>
                      </c:pt>
                      <c:pt idx="1494">
                        <c:v>45720</c:v>
                      </c:pt>
                      <c:pt idx="1495">
                        <c:v>45721</c:v>
                      </c:pt>
                      <c:pt idx="1496">
                        <c:v>45722</c:v>
                      </c:pt>
                      <c:pt idx="1497">
                        <c:v>45723</c:v>
                      </c:pt>
                      <c:pt idx="1498">
                        <c:v>45726</c:v>
                      </c:pt>
                      <c:pt idx="1499">
                        <c:v>45727</c:v>
                      </c:pt>
                      <c:pt idx="1500">
                        <c:v>45728</c:v>
                      </c:pt>
                      <c:pt idx="1501">
                        <c:v>45729</c:v>
                      </c:pt>
                      <c:pt idx="1502">
                        <c:v>45730</c:v>
                      </c:pt>
                      <c:pt idx="1503">
                        <c:v>45733</c:v>
                      </c:pt>
                      <c:pt idx="1504">
                        <c:v>45734</c:v>
                      </c:pt>
                      <c:pt idx="1505">
                        <c:v>45735</c:v>
                      </c:pt>
                      <c:pt idx="1506">
                        <c:v>45736</c:v>
                      </c:pt>
                      <c:pt idx="1507">
                        <c:v>45737</c:v>
                      </c:pt>
                      <c:pt idx="1508">
                        <c:v>45740</c:v>
                      </c:pt>
                      <c:pt idx="1509">
                        <c:v>45741</c:v>
                      </c:pt>
                      <c:pt idx="1510">
                        <c:v>45742</c:v>
                      </c:pt>
                      <c:pt idx="1511">
                        <c:v>45743</c:v>
                      </c:pt>
                      <c:pt idx="1512">
                        <c:v>45744</c:v>
                      </c:pt>
                      <c:pt idx="1513">
                        <c:v>45747</c:v>
                      </c:pt>
                      <c:pt idx="1514">
                        <c:v>45748</c:v>
                      </c:pt>
                      <c:pt idx="1515">
                        <c:v>45749</c:v>
                      </c:pt>
                      <c:pt idx="1516">
                        <c:v>45750</c:v>
                      </c:pt>
                      <c:pt idx="1517">
                        <c:v>45754</c:v>
                      </c:pt>
                      <c:pt idx="1518">
                        <c:v>45755</c:v>
                      </c:pt>
                      <c:pt idx="1519">
                        <c:v>45756</c:v>
                      </c:pt>
                      <c:pt idx="1520">
                        <c:v>45757</c:v>
                      </c:pt>
                      <c:pt idx="1521">
                        <c:v>45758</c:v>
                      </c:pt>
                      <c:pt idx="1522">
                        <c:v>45761</c:v>
                      </c:pt>
                      <c:pt idx="1523">
                        <c:v>45762</c:v>
                      </c:pt>
                      <c:pt idx="1524">
                        <c:v>45763</c:v>
                      </c:pt>
                      <c:pt idx="1525">
                        <c:v>45764</c:v>
                      </c:pt>
                      <c:pt idx="1526">
                        <c:v>45765</c:v>
                      </c:pt>
                      <c:pt idx="1527">
                        <c:v>45768</c:v>
                      </c:pt>
                      <c:pt idx="1528">
                        <c:v>45769</c:v>
                      </c:pt>
                      <c:pt idx="1529">
                        <c:v>45770</c:v>
                      </c:pt>
                      <c:pt idx="1530">
                        <c:v>45771</c:v>
                      </c:pt>
                      <c:pt idx="1531">
                        <c:v>45772</c:v>
                      </c:pt>
                      <c:pt idx="1532">
                        <c:v>45775</c:v>
                      </c:pt>
                      <c:pt idx="1533">
                        <c:v>45776</c:v>
                      </c:pt>
                      <c:pt idx="1534">
                        <c:v>45777</c:v>
                      </c:pt>
                      <c:pt idx="1535">
                        <c:v>45783</c:v>
                      </c:pt>
                      <c:pt idx="1536">
                        <c:v>45784</c:v>
                      </c:pt>
                      <c:pt idx="1537">
                        <c:v>45785</c:v>
                      </c:pt>
                      <c:pt idx="1538">
                        <c:v>45786</c:v>
                      </c:pt>
                      <c:pt idx="1539">
                        <c:v>45789</c:v>
                      </c:pt>
                      <c:pt idx="1540">
                        <c:v>45790</c:v>
                      </c:pt>
                      <c:pt idx="1541">
                        <c:v>45791</c:v>
                      </c:pt>
                      <c:pt idx="1542">
                        <c:v>45792</c:v>
                      </c:pt>
                      <c:pt idx="1543">
                        <c:v>45793</c:v>
                      </c:pt>
                      <c:pt idx="1544">
                        <c:v>45796</c:v>
                      </c:pt>
                      <c:pt idx="1545">
                        <c:v>45797</c:v>
                      </c:pt>
                      <c:pt idx="1546">
                        <c:v>45798</c:v>
                      </c:pt>
                      <c:pt idx="1547">
                        <c:v>45799</c:v>
                      </c:pt>
                      <c:pt idx="1548">
                        <c:v>45800</c:v>
                      </c:pt>
                      <c:pt idx="1549">
                        <c:v>45803</c:v>
                      </c:pt>
                      <c:pt idx="1550">
                        <c:v>45804</c:v>
                      </c:pt>
                      <c:pt idx="1551">
                        <c:v>45805</c:v>
                      </c:pt>
                      <c:pt idx="1552">
                        <c:v>45806</c:v>
                      </c:pt>
                      <c:pt idx="1553">
                        <c:v>45807</c:v>
                      </c:pt>
                      <c:pt idx="1554">
                        <c:v>45811</c:v>
                      </c:pt>
                      <c:pt idx="1555">
                        <c:v>45812</c:v>
                      </c:pt>
                      <c:pt idx="1556">
                        <c:v>45813</c:v>
                      </c:pt>
                      <c:pt idx="1557">
                        <c:v>45814</c:v>
                      </c:pt>
                      <c:pt idx="1558">
                        <c:v>45817</c:v>
                      </c:pt>
                      <c:pt idx="1559">
                        <c:v>45818</c:v>
                      </c:pt>
                      <c:pt idx="1560">
                        <c:v>45819</c:v>
                      </c:pt>
                      <c:pt idx="1561">
                        <c:v>45820</c:v>
                      </c:pt>
                      <c:pt idx="1562">
                        <c:v>45821</c:v>
                      </c:pt>
                      <c:pt idx="1563">
                        <c:v>45824</c:v>
                      </c:pt>
                      <c:pt idx="1564">
                        <c:v>45825</c:v>
                      </c:pt>
                      <c:pt idx="1565">
                        <c:v>45826</c:v>
                      </c:pt>
                      <c:pt idx="1566">
                        <c:v>45827</c:v>
                      </c:pt>
                      <c:pt idx="1567">
                        <c:v>45828</c:v>
                      </c:pt>
                      <c:pt idx="1568">
                        <c:v>45831</c:v>
                      </c:pt>
                      <c:pt idx="1569">
                        <c:v>45832</c:v>
                      </c:pt>
                      <c:pt idx="1570">
                        <c:v>45833</c:v>
                      </c:pt>
                      <c:pt idx="1571">
                        <c:v>45834</c:v>
                      </c:pt>
                      <c:pt idx="1572">
                        <c:v>45835</c:v>
                      </c:pt>
                      <c:pt idx="1573">
                        <c:v>45838</c:v>
                      </c:pt>
                      <c:pt idx="1574">
                        <c:v>45839</c:v>
                      </c:pt>
                      <c:pt idx="1575">
                        <c:v>45840</c:v>
                      </c:pt>
                      <c:pt idx="1576">
                        <c:v>45841</c:v>
                      </c:pt>
                      <c:pt idx="1577">
                        <c:v>45842</c:v>
                      </c:pt>
                      <c:pt idx="1578">
                        <c:v>45845</c:v>
                      </c:pt>
                      <c:pt idx="1579">
                        <c:v>45846</c:v>
                      </c:pt>
                      <c:pt idx="1580">
                        <c:v>45847</c:v>
                      </c:pt>
                      <c:pt idx="1581">
                        <c:v>45848</c:v>
                      </c:pt>
                      <c:pt idx="1582">
                        <c:v>45849</c:v>
                      </c:pt>
                      <c:pt idx="1583">
                        <c:v>45852</c:v>
                      </c:pt>
                      <c:pt idx="1584">
                        <c:v>45853</c:v>
                      </c:pt>
                      <c:pt idx="1585">
                        <c:v>45854</c:v>
                      </c:pt>
                      <c:pt idx="1586">
                        <c:v>45855</c:v>
                      </c:pt>
                      <c:pt idx="1587">
                        <c:v>45856</c:v>
                      </c:pt>
                      <c:pt idx="1588">
                        <c:v>45859</c:v>
                      </c:pt>
                      <c:pt idx="1589">
                        <c:v>45860</c:v>
                      </c:pt>
                      <c:pt idx="1590">
                        <c:v>45861</c:v>
                      </c:pt>
                      <c:pt idx="1591">
                        <c:v>45862</c:v>
                      </c:pt>
                      <c:pt idx="1592">
                        <c:v>45863</c:v>
                      </c:pt>
                      <c:pt idx="1593">
                        <c:v>45866</c:v>
                      </c:pt>
                      <c:pt idx="1594">
                        <c:v>45867</c:v>
                      </c:pt>
                      <c:pt idx="1595">
                        <c:v>45868</c:v>
                      </c:pt>
                      <c:pt idx="1596">
                        <c:v>45869</c:v>
                      </c:pt>
                      <c:pt idx="1597">
                        <c:v>45870</c:v>
                      </c:pt>
                      <c:pt idx="1598">
                        <c:v>45873</c:v>
                      </c:pt>
                      <c:pt idx="1599">
                        <c:v>45874</c:v>
                      </c:pt>
                      <c:pt idx="1600">
                        <c:v>45875</c:v>
                      </c:pt>
                      <c:pt idx="1601">
                        <c:v>45876</c:v>
                      </c:pt>
                      <c:pt idx="1602">
                        <c:v>45877</c:v>
                      </c:pt>
                      <c:pt idx="1603">
                        <c:v>45880</c:v>
                      </c:pt>
                      <c:pt idx="1604">
                        <c:v>45881</c:v>
                      </c:pt>
                      <c:pt idx="1605">
                        <c:v>45882</c:v>
                      </c:pt>
                      <c:pt idx="1606">
                        <c:v>45883</c:v>
                      </c:pt>
                      <c:pt idx="1607">
                        <c:v>45884</c:v>
                      </c:pt>
                      <c:pt idx="1608">
                        <c:v>45887</c:v>
                      </c:pt>
                      <c:pt idx="1609">
                        <c:v>45888</c:v>
                      </c:pt>
                      <c:pt idx="1610">
                        <c:v>45889</c:v>
                      </c:pt>
                      <c:pt idx="1611">
                        <c:v>45890</c:v>
                      </c:pt>
                      <c:pt idx="1612">
                        <c:v>45891</c:v>
                      </c:pt>
                      <c:pt idx="1613">
                        <c:v>45894</c:v>
                      </c:pt>
                      <c:pt idx="1614">
                        <c:v>45895</c:v>
                      </c:pt>
                      <c:pt idx="1615">
                        <c:v>45896</c:v>
                      </c:pt>
                      <c:pt idx="1616">
                        <c:v>45897</c:v>
                      </c:pt>
                      <c:pt idx="1617">
                        <c:v>45898</c:v>
                      </c:pt>
                      <c:pt idx="1618">
                        <c:v>45901</c:v>
                      </c:pt>
                      <c:pt idx="1619">
                        <c:v>45902</c:v>
                      </c:pt>
                      <c:pt idx="1620">
                        <c:v>45903</c:v>
                      </c:pt>
                      <c:pt idx="1621">
                        <c:v>45904</c:v>
                      </c:pt>
                      <c:pt idx="1622">
                        <c:v>45905</c:v>
                      </c:pt>
                      <c:pt idx="1623">
                        <c:v>45908</c:v>
                      </c:pt>
                      <c:pt idx="1624">
                        <c:v>45909</c:v>
                      </c:pt>
                      <c:pt idx="1625">
                        <c:v>45910</c:v>
                      </c:pt>
                      <c:pt idx="1626">
                        <c:v>45911</c:v>
                      </c:pt>
                      <c:pt idx="1627">
                        <c:v>45912</c:v>
                      </c:pt>
                      <c:pt idx="1628">
                        <c:v>45915</c:v>
                      </c:pt>
                      <c:pt idx="1629">
                        <c:v>45916</c:v>
                      </c:pt>
                      <c:pt idx="1630">
                        <c:v>45917</c:v>
                      </c:pt>
                      <c:pt idx="1631">
                        <c:v>45918</c:v>
                      </c:pt>
                      <c:pt idx="1632">
                        <c:v>45919</c:v>
                      </c:pt>
                      <c:pt idx="1633">
                        <c:v>45922</c:v>
                      </c:pt>
                      <c:pt idx="1634">
                        <c:v>45923</c:v>
                      </c:pt>
                      <c:pt idx="1635">
                        <c:v>45924</c:v>
                      </c:pt>
                      <c:pt idx="1636">
                        <c:v>45925</c:v>
                      </c:pt>
                      <c:pt idx="1637">
                        <c:v>45926</c:v>
                      </c:pt>
                      <c:pt idx="1638">
                        <c:v>45929</c:v>
                      </c:pt>
                      <c:pt idx="1639">
                        <c:v>45930</c:v>
                      </c:pt>
                      <c:pt idx="1640">
                        <c:v>45939</c:v>
                      </c:pt>
                      <c:pt idx="1641">
                        <c:v>45940</c:v>
                      </c:pt>
                      <c:pt idx="1642">
                        <c:v>45943</c:v>
                      </c:pt>
                      <c:pt idx="1643">
                        <c:v>45944</c:v>
                      </c:pt>
                      <c:pt idx="1644">
                        <c:v>45945</c:v>
                      </c:pt>
                      <c:pt idx="1645">
                        <c:v>45946</c:v>
                      </c:pt>
                      <c:pt idx="1646">
                        <c:v>45947</c:v>
                      </c:pt>
                      <c:pt idx="1647">
                        <c:v>45950</c:v>
                      </c:pt>
                      <c:pt idx="1648">
                        <c:v>45951</c:v>
                      </c:pt>
                      <c:pt idx="1649">
                        <c:v>45952</c:v>
                      </c:pt>
                      <c:pt idx="1650">
                        <c:v>45953</c:v>
                      </c:pt>
                      <c:pt idx="1651">
                        <c:v>45954</c:v>
                      </c:pt>
                      <c:pt idx="1652">
                        <c:v>45957</c:v>
                      </c:pt>
                      <c:pt idx="1653">
                        <c:v>45958</c:v>
                      </c:pt>
                      <c:pt idx="1654">
                        <c:v>45959</c:v>
                      </c:pt>
                      <c:pt idx="1655">
                        <c:v>45960</c:v>
                      </c:pt>
                      <c:pt idx="1656">
                        <c:v>45961</c:v>
                      </c:pt>
                      <c:pt idx="1657">
                        <c:v>45964</c:v>
                      </c:pt>
                      <c:pt idx="1658">
                        <c:v>45965</c:v>
                      </c:pt>
                      <c:pt idx="1659">
                        <c:v>45966</c:v>
                      </c:pt>
                      <c:pt idx="1660">
                        <c:v>45967</c:v>
                      </c:pt>
                      <c:pt idx="1661">
                        <c:v>45968</c:v>
                      </c:pt>
                      <c:pt idx="1662">
                        <c:v>45971</c:v>
                      </c:pt>
                      <c:pt idx="1663">
                        <c:v>45972</c:v>
                      </c:pt>
                      <c:pt idx="1664">
                        <c:v>45973</c:v>
                      </c:pt>
                      <c:pt idx="1665">
                        <c:v>45974</c:v>
                      </c:pt>
                      <c:pt idx="1666">
                        <c:v>45975</c:v>
                      </c:pt>
                      <c:pt idx="1667">
                        <c:v>45978</c:v>
                      </c:pt>
                      <c:pt idx="1668">
                        <c:v>45979</c:v>
                      </c:pt>
                      <c:pt idx="1669">
                        <c:v>45980</c:v>
                      </c:pt>
                      <c:pt idx="1670">
                        <c:v>45981</c:v>
                      </c:pt>
                      <c:pt idx="1671">
                        <c:v>45982</c:v>
                      </c:pt>
                      <c:pt idx="1672">
                        <c:v>45985</c:v>
                      </c:pt>
                      <c:pt idx="1673">
                        <c:v>45986</c:v>
                      </c:pt>
                      <c:pt idx="1674">
                        <c:v>45987</c:v>
                      </c:pt>
                      <c:pt idx="1675">
                        <c:v>45988</c:v>
                      </c:pt>
                      <c:pt idx="1676">
                        <c:v>45989</c:v>
                      </c:pt>
                      <c:pt idx="1677">
                        <c:v>45992</c:v>
                      </c:pt>
                      <c:pt idx="1678">
                        <c:v>45993</c:v>
                      </c:pt>
                      <c:pt idx="1679">
                        <c:v>45994</c:v>
                      </c:pt>
                      <c:pt idx="1680">
                        <c:v>45995</c:v>
                      </c:pt>
                      <c:pt idx="1681">
                        <c:v>45996</c:v>
                      </c:pt>
                      <c:pt idx="1682">
                        <c:v>45999</c:v>
                      </c:pt>
                      <c:pt idx="1683">
                        <c:v>46000</c:v>
                      </c:pt>
                      <c:pt idx="1684">
                        <c:v>46001</c:v>
                      </c:pt>
                      <c:pt idx="1685">
                        <c:v>46002</c:v>
                      </c:pt>
                      <c:pt idx="1686">
                        <c:v>46003</c:v>
                      </c:pt>
                      <c:pt idx="1687">
                        <c:v>46006</c:v>
                      </c:pt>
                      <c:pt idx="1688">
                        <c:v>46007</c:v>
                      </c:pt>
                      <c:pt idx="1689">
                        <c:v>46008</c:v>
                      </c:pt>
                      <c:pt idx="1690">
                        <c:v>46009</c:v>
                      </c:pt>
                      <c:pt idx="1691">
                        <c:v>46010</c:v>
                      </c:pt>
                      <c:pt idx="1692">
                        <c:v>46013</c:v>
                      </c:pt>
                      <c:pt idx="1693">
                        <c:v>46014</c:v>
                      </c:pt>
                      <c:pt idx="1694">
                        <c:v>46015</c:v>
                      </c:pt>
                      <c:pt idx="1695">
                        <c:v>46016</c:v>
                      </c:pt>
                      <c:pt idx="1696">
                        <c:v>46017</c:v>
                      </c:pt>
                      <c:pt idx="1697">
                        <c:v>46020</c:v>
                      </c:pt>
                      <c:pt idx="1698">
                        <c:v>46021</c:v>
                      </c:pt>
                      <c:pt idx="1699">
                        <c:v>46022</c:v>
                      </c:pt>
                      <c:pt idx="1700">
                        <c:v>46027</c:v>
                      </c:pt>
                      <c:pt idx="1701">
                        <c:v>46028</c:v>
                      </c:pt>
                      <c:pt idx="1702">
                        <c:v>46029</c:v>
                      </c:pt>
                      <c:pt idx="1703">
                        <c:v>46030</c:v>
                      </c:pt>
                      <c:pt idx="1704">
                        <c:v>46031</c:v>
                      </c:pt>
                      <c:pt idx="1705">
                        <c:v>46034</c:v>
                      </c:pt>
                      <c:pt idx="1706">
                        <c:v>46035</c:v>
                      </c:pt>
                      <c:pt idx="1707">
                        <c:v>46036</c:v>
                      </c:pt>
                      <c:pt idx="1708">
                        <c:v>46037</c:v>
                      </c:pt>
                      <c:pt idx="1709">
                        <c:v>46038</c:v>
                      </c:pt>
                      <c:pt idx="1710">
                        <c:v>46041</c:v>
                      </c:pt>
                      <c:pt idx="1711">
                        <c:v>46042</c:v>
                      </c:pt>
                      <c:pt idx="1712">
                        <c:v>46043</c:v>
                      </c:pt>
                      <c:pt idx="1713">
                        <c:v>46044</c:v>
                      </c:pt>
                      <c:pt idx="1714">
                        <c:v>46045</c:v>
                      </c:pt>
                      <c:pt idx="1715">
                        <c:v>46048</c:v>
                      </c:pt>
                      <c:pt idx="1716">
                        <c:v>46049</c:v>
                      </c:pt>
                      <c:pt idx="1717">
                        <c:v>46050</c:v>
                      </c:pt>
                      <c:pt idx="1718">
                        <c:v>46051</c:v>
                      </c:pt>
                      <c:pt idx="1719">
                        <c:v>46052</c:v>
                      </c:pt>
                      <c:pt idx="1720">
                        <c:v>46055</c:v>
                      </c:pt>
                      <c:pt idx="1721">
                        <c:v>46056</c:v>
                      </c:pt>
                      <c:pt idx="1722">
                        <c:v>46057</c:v>
                      </c:pt>
                      <c:pt idx="1723">
                        <c:v>46058</c:v>
                      </c:pt>
                      <c:pt idx="1724">
                        <c:v>46059</c:v>
                      </c:pt>
                      <c:pt idx="1725">
                        <c:v>46062</c:v>
                      </c:pt>
                      <c:pt idx="1726">
                        <c:v>46063</c:v>
                      </c:pt>
                      <c:pt idx="1727">
                        <c:v>46064</c:v>
                      </c:pt>
                      <c:pt idx="1728">
                        <c:v>46065</c:v>
                      </c:pt>
                      <c:pt idx="1729">
                        <c:v>46066</c:v>
                      </c:pt>
                      <c:pt idx="1730">
                        <c:v>46077</c:v>
                      </c:pt>
                      <c:pt idx="1731">
                        <c:v>46078</c:v>
                      </c:pt>
                      <c:pt idx="1732">
                        <c:v>46079</c:v>
                      </c:pt>
                      <c:pt idx="1733">
                        <c:v>46080</c:v>
                      </c:pt>
                      <c:pt idx="1734">
                        <c:v>46083</c:v>
                      </c:pt>
                      <c:pt idx="1735">
                        <c:v>46084</c:v>
                      </c:pt>
                      <c:pt idx="1736">
                        <c:v>46085</c:v>
                      </c:pt>
                      <c:pt idx="1737">
                        <c:v>46086</c:v>
                      </c:pt>
                      <c:pt idx="1738">
                        <c:v>46087</c:v>
                      </c:pt>
                      <c:pt idx="1739">
                        <c:v>46090</c:v>
                      </c:pt>
                      <c:pt idx="1740">
                        <c:v>46091</c:v>
                      </c:pt>
                      <c:pt idx="1741">
                        <c:v>46092</c:v>
                      </c:pt>
                      <c:pt idx="1742">
                        <c:v>46093</c:v>
                      </c:pt>
                      <c:pt idx="1743">
                        <c:v>46094</c:v>
                      </c:pt>
                      <c:pt idx="1744">
                        <c:v>46097</c:v>
                      </c:pt>
                      <c:pt idx="1745">
                        <c:v>46098</c:v>
                      </c:pt>
                      <c:pt idx="1746">
                        <c:v>46099</c:v>
                      </c:pt>
                      <c:pt idx="1747">
                        <c:v>46100</c:v>
                      </c:pt>
                      <c:pt idx="1748">
                        <c:v>46101</c:v>
                      </c:pt>
                      <c:pt idx="1749">
                        <c:v>46104</c:v>
                      </c:pt>
                      <c:pt idx="1750">
                        <c:v>46105</c:v>
                      </c:pt>
                      <c:pt idx="1751">
                        <c:v>46106</c:v>
                      </c:pt>
                      <c:pt idx="1752">
                        <c:v>46107</c:v>
                      </c:pt>
                      <c:pt idx="1753">
                        <c:v>46108</c:v>
                      </c:pt>
                      <c:pt idx="1754">
                        <c:v>46111</c:v>
                      </c:pt>
                      <c:pt idx="1755">
                        <c:v>46112</c:v>
                      </c:pt>
                      <c:pt idx="1756">
                        <c:v>46113</c:v>
                      </c:pt>
                      <c:pt idx="1757">
                        <c:v>46114</c:v>
                      </c:pt>
                      <c:pt idx="1758">
                        <c:v>46115</c:v>
                      </c:pt>
                      <c:pt idx="1759">
                        <c:v>46119</c:v>
                      </c:pt>
                      <c:pt idx="1760">
                        <c:v>46120</c:v>
                      </c:pt>
                      <c:pt idx="1761">
                        <c:v>46121</c:v>
                      </c:pt>
                      <c:pt idx="1762">
                        <c:v>46122</c:v>
                      </c:pt>
                      <c:pt idx="1763">
                        <c:v>46125</c:v>
                      </c:pt>
                      <c:pt idx="1764">
                        <c:v>46126</c:v>
                      </c:pt>
                      <c:pt idx="1765">
                        <c:v>46127</c:v>
                      </c:pt>
                      <c:pt idx="1766">
                        <c:v>46128</c:v>
                      </c:pt>
                      <c:pt idx="1767">
                        <c:v>46129</c:v>
                      </c:pt>
                      <c:pt idx="1768">
                        <c:v>46132</c:v>
                      </c:pt>
                      <c:pt idx="1769">
                        <c:v>46133</c:v>
                      </c:pt>
                      <c:pt idx="1770">
                        <c:v>46134</c:v>
                      </c:pt>
                      <c:pt idx="1771">
                        <c:v>46135</c:v>
                      </c:pt>
                      <c:pt idx="1772">
                        <c:v>46136</c:v>
                      </c:pt>
                      <c:pt idx="1773">
                        <c:v>46139</c:v>
                      </c:pt>
                      <c:pt idx="1774">
                        <c:v>46140</c:v>
                      </c:pt>
                      <c:pt idx="1775">
                        <c:v>46141</c:v>
                      </c:pt>
                      <c:pt idx="1776">
                        <c:v>46142</c:v>
                      </c:pt>
                      <c:pt idx="1777">
                        <c:v>46148</c:v>
                      </c:pt>
                      <c:pt idx="1778">
                        <c:v>46149</c:v>
                      </c:pt>
                      <c:pt idx="1779">
                        <c:v>46150</c:v>
                      </c:pt>
                      <c:pt idx="1780">
                        <c:v>46153</c:v>
                      </c:pt>
                      <c:pt idx="1781">
                        <c:v>46154</c:v>
                      </c:pt>
                      <c:pt idx="1782">
                        <c:v>46155</c:v>
                      </c:pt>
                      <c:pt idx="1783">
                        <c:v>46156</c:v>
                      </c:pt>
                      <c:pt idx="1784">
                        <c:v>46157</c:v>
                      </c:pt>
                    </c:numCache>
                  </c:numRef>
                </c:cat>
                <c:val>
                  <c:numRef>
                    <c:extLst>
                      <c:ext uri="{02D57815-91ED-43cb-92C2-25804820EDAC}">
                        <c15:formulaRef>
                          <c15:sqref>微盘_2018!$L$14:$L$10000</c15:sqref>
                        </c15:formulaRef>
                      </c:ext>
                    </c:extLst>
                    <c:numCache>
                      <c:formatCode>0.0000</c:formatCode>
                      <c:ptCount val="9987"/>
                      <c:pt idx="0">
                        <c:v>1</c:v>
                      </c:pt>
                      <c:pt idx="1">
                        <c:v>0.99683877055461056</c:v>
                      </c:pt>
                      <c:pt idx="2">
                        <c:v>0.99368272896191445</c:v>
                      </c:pt>
                      <c:pt idx="3">
                        <c:v>1.0164203149757038</c:v>
                      </c:pt>
                      <c:pt idx="4">
                        <c:v>1.02849356003503</c:v>
                      </c:pt>
                      <c:pt idx="5">
                        <c:v>1.0252720879497297</c:v>
                      </c:pt>
                      <c:pt idx="6">
                        <c:v>1.0463340310960267</c:v>
                      </c:pt>
                      <c:pt idx="7">
                        <c:v>1.0498823021810415</c:v>
                      </c:pt>
                      <c:pt idx="8">
                        <c:v>1.0528341124778084</c:v>
                      </c:pt>
                      <c:pt idx="9">
                        <c:v>1.0460400438769299</c:v>
                      </c:pt>
                      <c:pt idx="10">
                        <c:v>1.0620658710472397</c:v>
                      </c:pt>
                      <c:pt idx="11">
                        <c:v>1.0641741257177029</c:v>
                      </c:pt>
                      <c:pt idx="12">
                        <c:v>1.0529859149062328</c:v>
                      </c:pt>
                      <c:pt idx="13">
                        <c:v>1.0626805603533434</c:v>
                      </c:pt>
                      <c:pt idx="14">
                        <c:v>1.0686976857783024</c:v>
                      </c:pt>
                      <c:pt idx="15">
                        <c:v>1.0545358713171893</c:v>
                      </c:pt>
                      <c:pt idx="16">
                        <c:v>1.0589124691345164</c:v>
                      </c:pt>
                      <c:pt idx="17">
                        <c:v>1.0642729714005221</c:v>
                      </c:pt>
                      <c:pt idx="18">
                        <c:v>1.067385529801248</c:v>
                      </c:pt>
                      <c:pt idx="19">
                        <c:v>1.0696808965307272</c:v>
                      </c:pt>
                      <c:pt idx="20">
                        <c:v>1.066153271048695</c:v>
                      </c:pt>
                      <c:pt idx="21">
                        <c:v>1.0552957402444583</c:v>
                      </c:pt>
                      <c:pt idx="22">
                        <c:v>1.0561553705679041</c:v>
                      </c:pt>
                      <c:pt idx="23">
                        <c:v>1.0740696206468301</c:v>
                      </c:pt>
                      <c:pt idx="24">
                        <c:v>1.0989951157341207</c:v>
                      </c:pt>
                      <c:pt idx="25">
                        <c:v>1.1096665101107954</c:v>
                      </c:pt>
                      <c:pt idx="26">
                        <c:v>1.122634353279504</c:v>
                      </c:pt>
                      <c:pt idx="27">
                        <c:v>1.1297035515772038</c:v>
                      </c:pt>
                      <c:pt idx="28">
                        <c:v>1.1086002331793272</c:v>
                      </c:pt>
                      <c:pt idx="29">
                        <c:v>1.1422234803324971</c:v>
                      </c:pt>
                      <c:pt idx="30">
                        <c:v>1.1464922359880567</c:v>
                      </c:pt>
                      <c:pt idx="31">
                        <c:v>1.1519432931347093</c:v>
                      </c:pt>
                      <c:pt idx="32">
                        <c:v>1.1482374417927752</c:v>
                      </c:pt>
                      <c:pt idx="33">
                        <c:v>1.1608558057703422</c:v>
                      </c:pt>
                      <c:pt idx="34">
                        <c:v>1.2129495975996607</c:v>
                      </c:pt>
                      <c:pt idx="35">
                        <c:v>1.2069409423208051</c:v>
                      </c:pt>
                      <c:pt idx="36">
                        <c:v>1.2051281275745866</c:v>
                      </c:pt>
                      <c:pt idx="37">
                        <c:v>1.2096115060445829</c:v>
                      </c:pt>
                      <c:pt idx="38">
                        <c:v>1.2238871867125451</c:v>
                      </c:pt>
                      <c:pt idx="39">
                        <c:v>1.2429622015880073</c:v>
                      </c:pt>
                      <c:pt idx="40">
                        <c:v>1.2639577418981283</c:v>
                      </c:pt>
                      <c:pt idx="41">
                        <c:v>1.285719258587972</c:v>
                      </c:pt>
                      <c:pt idx="42">
                        <c:v>1.2786936731270671</c:v>
                      </c:pt>
                      <c:pt idx="43">
                        <c:v>1.2301545215459644</c:v>
                      </c:pt>
                      <c:pt idx="44">
                        <c:v>1.2738827577473417</c:v>
                      </c:pt>
                      <c:pt idx="45">
                        <c:v>1.287186912285875</c:v>
                      </c:pt>
                      <c:pt idx="46">
                        <c:v>1.2684975113643817</c:v>
                      </c:pt>
                      <c:pt idx="47">
                        <c:v>1.2508068253537381</c:v>
                      </c:pt>
                      <c:pt idx="48">
                        <c:v>1.2774528497219999</c:v>
                      </c:pt>
                      <c:pt idx="49">
                        <c:v>1.3065434906817897</c:v>
                      </c:pt>
                      <c:pt idx="50">
                        <c:v>1.3020205489176773</c:v>
                      </c:pt>
                      <c:pt idx="51">
                        <c:v>1.2954326646385423</c:v>
                      </c:pt>
                      <c:pt idx="52">
                        <c:v>1.3021585896856738</c:v>
                      </c:pt>
                      <c:pt idx="53">
                        <c:v>1.3101301369289942</c:v>
                      </c:pt>
                      <c:pt idx="54">
                        <c:v>1.2905418310278971</c:v>
                      </c:pt>
                      <c:pt idx="55">
                        <c:v>1.2619411227755533</c:v>
                      </c:pt>
                      <c:pt idx="56">
                        <c:v>1.2796209371177374</c:v>
                      </c:pt>
                      <c:pt idx="57">
                        <c:v>1.2706425488966047</c:v>
                      </c:pt>
                      <c:pt idx="58">
                        <c:v>1.3069596251832751</c:v>
                      </c:pt>
                      <c:pt idx="59">
                        <c:v>1.3382097426486446</c:v>
                      </c:pt>
                      <c:pt idx="60">
                        <c:v>1.3472197582044654</c:v>
                      </c:pt>
                      <c:pt idx="61">
                        <c:v>1.3681001400469062</c:v>
                      </c:pt>
                      <c:pt idx="62">
                        <c:v>1.3768534579729024</c:v>
                      </c:pt>
                      <c:pt idx="63">
                        <c:v>1.3720378196321987</c:v>
                      </c:pt>
                      <c:pt idx="64">
                        <c:v>1.4174364684471026</c:v>
                      </c:pt>
                      <c:pt idx="65">
                        <c:v>1.4741266087915119</c:v>
                      </c:pt>
                      <c:pt idx="66">
                        <c:v>1.4483185186560732</c:v>
                      </c:pt>
                      <c:pt idx="67">
                        <c:v>1.4447401200941816</c:v>
                      </c:pt>
                      <c:pt idx="68">
                        <c:v>1.4502745759830187</c:v>
                      </c:pt>
                      <c:pt idx="69">
                        <c:v>1.4770795326619881</c:v>
                      </c:pt>
                      <c:pt idx="70">
                        <c:v>1.4839138828013618</c:v>
                      </c:pt>
                      <c:pt idx="71">
                        <c:v>1.4937279655444518</c:v>
                      </c:pt>
                      <c:pt idx="72">
                        <c:v>1.5469535596961164</c:v>
                      </c:pt>
                      <c:pt idx="73">
                        <c:v>1.4950894030092656</c:v>
                      </c:pt>
                      <c:pt idx="74">
                        <c:v>1.4738953659039185</c:v>
                      </c:pt>
                      <c:pt idx="75">
                        <c:v>1.4718734050397113</c:v>
                      </c:pt>
                      <c:pt idx="76">
                        <c:v>1.4117152512931603</c:v>
                      </c:pt>
                      <c:pt idx="77">
                        <c:v>1.3864352537867657</c:v>
                      </c:pt>
                      <c:pt idx="78">
                        <c:v>1.378876417831653</c:v>
                      </c:pt>
                      <c:pt idx="79">
                        <c:v>1.375255102988111</c:v>
                      </c:pt>
                      <c:pt idx="80">
                        <c:v>1.2745033156635281</c:v>
                      </c:pt>
                      <c:pt idx="81">
                        <c:v>1.3064646154447888</c:v>
                      </c:pt>
                      <c:pt idx="82">
                        <c:v>1.2921284891594311</c:v>
                      </c:pt>
                      <c:pt idx="83">
                        <c:v>1.2784429892841291</c:v>
                      </c:pt>
                      <c:pt idx="84">
                        <c:v>1.3356919475574938</c:v>
                      </c:pt>
                      <c:pt idx="85">
                        <c:v>1.3162610517743243</c:v>
                      </c:pt>
                      <c:pt idx="86">
                        <c:v>1.3031535202649493</c:v>
                      </c:pt>
                      <c:pt idx="87">
                        <c:v>1.3452399719763919</c:v>
                      </c:pt>
                      <c:pt idx="88">
                        <c:v>1.3521076377638259</c:v>
                      </c:pt>
                      <c:pt idx="89">
                        <c:v>1.3067960612121938</c:v>
                      </c:pt>
                      <c:pt idx="90">
                        <c:v>1.2941741211919697</c:v>
                      </c:pt>
                      <c:pt idx="91">
                        <c:v>1.3250699607583014</c:v>
                      </c:pt>
                      <c:pt idx="92">
                        <c:v>1.313688815188869</c:v>
                      </c:pt>
                      <c:pt idx="93">
                        <c:v>1.2771652327799428</c:v>
                      </c:pt>
                      <c:pt idx="94">
                        <c:v>1.2867682401254674</c:v>
                      </c:pt>
                      <c:pt idx="95">
                        <c:v>1.3034442697381805</c:v>
                      </c:pt>
                      <c:pt idx="96">
                        <c:v>1.3174064608806912</c:v>
                      </c:pt>
                      <c:pt idx="97">
                        <c:v>1.3097766979452197</c:v>
                      </c:pt>
                      <c:pt idx="98">
                        <c:v>1.2927863673164899</c:v>
                      </c:pt>
                      <c:pt idx="99">
                        <c:v>1.2854501027916696</c:v>
                      </c:pt>
                      <c:pt idx="100">
                        <c:v>1.2789230641256373</c:v>
                      </c:pt>
                      <c:pt idx="101">
                        <c:v>1.2598217802297427</c:v>
                      </c:pt>
                      <c:pt idx="102">
                        <c:v>1.2707247429094364</c:v>
                      </c:pt>
                      <c:pt idx="103">
                        <c:v>1.2568458676013046</c:v>
                      </c:pt>
                      <c:pt idx="104">
                        <c:v>1.2666572110867709</c:v>
                      </c:pt>
                      <c:pt idx="105">
                        <c:v>1.3020117742066575</c:v>
                      </c:pt>
                      <c:pt idx="106">
                        <c:v>1.2846338316659429</c:v>
                      </c:pt>
                      <c:pt idx="107">
                        <c:v>1.2769883818806793</c:v>
                      </c:pt>
                      <c:pt idx="108">
                        <c:v>1.2585620270870321</c:v>
                      </c:pt>
                      <c:pt idx="109">
                        <c:v>1.2566695380214257</c:v>
                      </c:pt>
                      <c:pt idx="110">
                        <c:v>1.2593633832325311</c:v>
                      </c:pt>
                      <c:pt idx="111">
                        <c:v>1.2792070898818637</c:v>
                      </c:pt>
                      <c:pt idx="112">
                        <c:v>1.3121122068381537</c:v>
                      </c:pt>
                      <c:pt idx="113">
                        <c:v>1.3193273104847878</c:v>
                      </c:pt>
                      <c:pt idx="114">
                        <c:v>1.3319444060929104</c:v>
                      </c:pt>
                      <c:pt idx="115">
                        <c:v>1.3236264733936762</c:v>
                      </c:pt>
                      <c:pt idx="116">
                        <c:v>1.3285459659308003</c:v>
                      </c:pt>
                      <c:pt idx="117">
                        <c:v>1.3350511902714555</c:v>
                      </c:pt>
                      <c:pt idx="118">
                        <c:v>1.3253785314209727</c:v>
                      </c:pt>
                      <c:pt idx="119">
                        <c:v>1.3810953273265725</c:v>
                      </c:pt>
                      <c:pt idx="120">
                        <c:v>1.3825071395680382</c:v>
                      </c:pt>
                      <c:pt idx="121">
                        <c:v>1.3657653151737186</c:v>
                      </c:pt>
                      <c:pt idx="122">
                        <c:v>1.3583183755797981</c:v>
                      </c:pt>
                      <c:pt idx="123">
                        <c:v>1.3719155298691832</c:v>
                      </c:pt>
                      <c:pt idx="124">
                        <c:v>1.326881082496457</c:v>
                      </c:pt>
                      <c:pt idx="125">
                        <c:v>1.3234944969601725</c:v>
                      </c:pt>
                      <c:pt idx="126">
                        <c:v>1.3198474607395916</c:v>
                      </c:pt>
                      <c:pt idx="127">
                        <c:v>1.3170221450334767</c:v>
                      </c:pt>
                      <c:pt idx="128">
                        <c:v>1.3245883246551386</c:v>
                      </c:pt>
                      <c:pt idx="129">
                        <c:v>1.3260101644779556</c:v>
                      </c:pt>
                      <c:pt idx="130">
                        <c:v>1.3159173893713128</c:v>
                      </c:pt>
                      <c:pt idx="131">
                        <c:v>1.3142681695900045</c:v>
                      </c:pt>
                      <c:pt idx="132">
                        <c:v>1.299419380911607</c:v>
                      </c:pt>
                      <c:pt idx="133">
                        <c:v>1.3023819789822952</c:v>
                      </c:pt>
                      <c:pt idx="134">
                        <c:v>1.2820671945693509</c:v>
                      </c:pt>
                      <c:pt idx="135">
                        <c:v>1.2911705851240605</c:v>
                      </c:pt>
                      <c:pt idx="136">
                        <c:v>1.3025409040509688</c:v>
                      </c:pt>
                      <c:pt idx="137">
                        <c:v>1.3084268979496281</c:v>
                      </c:pt>
                      <c:pt idx="138">
                        <c:v>1.3147449080814937</c:v>
                      </c:pt>
                      <c:pt idx="139">
                        <c:v>1.3028618809201935</c:v>
                      </c:pt>
                      <c:pt idx="140">
                        <c:v>1.314068529119746</c:v>
                      </c:pt>
                      <c:pt idx="141">
                        <c:v>1.3110732593043715</c:v>
                      </c:pt>
                      <c:pt idx="142">
                        <c:v>1.2914345599366555</c:v>
                      </c:pt>
                      <c:pt idx="143">
                        <c:v>1.2745414958041952</c:v>
                      </c:pt>
                      <c:pt idx="144">
                        <c:v>1.2568750305284815</c:v>
                      </c:pt>
                      <c:pt idx="145">
                        <c:v>1.2300888834984596</c:v>
                      </c:pt>
                      <c:pt idx="146">
                        <c:v>1.2209408759745484</c:v>
                      </c:pt>
                      <c:pt idx="147">
                        <c:v>1.2347857713092714</c:v>
                      </c:pt>
                      <c:pt idx="148">
                        <c:v>1.2147934992079172</c:v>
                      </c:pt>
                      <c:pt idx="149">
                        <c:v>1.2294897741984563</c:v>
                      </c:pt>
                      <c:pt idx="150">
                        <c:v>1.2333197062024208</c:v>
                      </c:pt>
                      <c:pt idx="151">
                        <c:v>1.2409045407926327</c:v>
                      </c:pt>
                      <c:pt idx="152">
                        <c:v>1.2433390392100723</c:v>
                      </c:pt>
                      <c:pt idx="153">
                        <c:v>1.2433464546582749</c:v>
                      </c:pt>
                      <c:pt idx="154">
                        <c:v>1.2766185763674085</c:v>
                      </c:pt>
                      <c:pt idx="155">
                        <c:v>1.2821577004208076</c:v>
                      </c:pt>
                      <c:pt idx="156">
                        <c:v>1.2996606487891615</c:v>
                      </c:pt>
                      <c:pt idx="157">
                        <c:v>1.3043666148663478</c:v>
                      </c:pt>
                      <c:pt idx="158">
                        <c:v>1.3081482576885708</c:v>
                      </c:pt>
                      <c:pt idx="159">
                        <c:v>1.2945820127763092</c:v>
                      </c:pt>
                      <c:pt idx="160">
                        <c:v>1.3243356224275573</c:v>
                      </c:pt>
                      <c:pt idx="161">
                        <c:v>1.3256078654996253</c:v>
                      </c:pt>
                      <c:pt idx="162">
                        <c:v>1.3177948901792844</c:v>
                      </c:pt>
                      <c:pt idx="163">
                        <c:v>1.3169520008050137</c:v>
                      </c:pt>
                      <c:pt idx="164">
                        <c:v>1.3548011938843878</c:v>
                      </c:pt>
                      <c:pt idx="165">
                        <c:v>1.360150498738226</c:v>
                      </c:pt>
                      <c:pt idx="166">
                        <c:v>1.386150306585046</c:v>
                      </c:pt>
                      <c:pt idx="167">
                        <c:v>1.3808735183284253</c:v>
                      </c:pt>
                      <c:pt idx="168">
                        <c:v>1.3853587377857799</c:v>
                      </c:pt>
                      <c:pt idx="169">
                        <c:v>1.4053259431478009</c:v>
                      </c:pt>
                      <c:pt idx="170">
                        <c:v>1.4044724545979264</c:v>
                      </c:pt>
                      <c:pt idx="171">
                        <c:v>1.3966638021507563</c:v>
                      </c:pt>
                      <c:pt idx="172">
                        <c:v>1.4086635824314131</c:v>
                      </c:pt>
                      <c:pt idx="173">
                        <c:v>1.4033409466947699</c:v>
                      </c:pt>
                      <c:pt idx="174">
                        <c:v>1.3696980201658548</c:v>
                      </c:pt>
                      <c:pt idx="175">
                        <c:v>1.3771760061200835</c:v>
                      </c:pt>
                      <c:pt idx="176">
                        <c:v>1.3861065755214066</c:v>
                      </c:pt>
                      <c:pt idx="177">
                        <c:v>1.3846200221994942</c:v>
                      </c:pt>
                      <c:pt idx="178">
                        <c:v>1.3749663328533914</c:v>
                      </c:pt>
                      <c:pt idx="179">
                        <c:v>1.3818213177162402</c:v>
                      </c:pt>
                      <c:pt idx="180">
                        <c:v>1.364912879903927</c:v>
                      </c:pt>
                      <c:pt idx="181">
                        <c:v>1.3464141461674486</c:v>
                      </c:pt>
                      <c:pt idx="182">
                        <c:v>1.343975995177664</c:v>
                      </c:pt>
                      <c:pt idx="183">
                        <c:v>1.3422108504272217</c:v>
                      </c:pt>
                      <c:pt idx="184">
                        <c:v>1.3512860343494051</c:v>
                      </c:pt>
                      <c:pt idx="185">
                        <c:v>1.3452644170742989</c:v>
                      </c:pt>
                      <c:pt idx="186">
                        <c:v>1.3582262683456734</c:v>
                      </c:pt>
                      <c:pt idx="187">
                        <c:v>1.3700737872163498</c:v>
                      </c:pt>
                      <c:pt idx="188">
                        <c:v>1.3854188078620795</c:v>
                      </c:pt>
                      <c:pt idx="189">
                        <c:v>1.3792158287227576</c:v>
                      </c:pt>
                      <c:pt idx="190">
                        <c:v>1.3761681821101457</c:v>
                      </c:pt>
                      <c:pt idx="191">
                        <c:v>1.3669007943433518</c:v>
                      </c:pt>
                      <c:pt idx="192">
                        <c:v>1.350090880026652</c:v>
                      </c:pt>
                      <c:pt idx="193">
                        <c:v>1.3542988214125651</c:v>
                      </c:pt>
                      <c:pt idx="194">
                        <c:v>1.3666389052828174</c:v>
                      </c:pt>
                      <c:pt idx="195">
                        <c:v>1.3596662982298664</c:v>
                      </c:pt>
                      <c:pt idx="196">
                        <c:v>1.3536650279765232</c:v>
                      </c:pt>
                      <c:pt idx="197">
                        <c:v>1.3466291938421664</c:v>
                      </c:pt>
                      <c:pt idx="198">
                        <c:v>1.3577318015154101</c:v>
                      </c:pt>
                      <c:pt idx="199">
                        <c:v>1.3731584827596197</c:v>
                      </c:pt>
                      <c:pt idx="200">
                        <c:v>1.3527656935092578</c:v>
                      </c:pt>
                      <c:pt idx="201">
                        <c:v>1.3462246207553921</c:v>
                      </c:pt>
                      <c:pt idx="202">
                        <c:v>1.4091841239586158</c:v>
                      </c:pt>
                      <c:pt idx="203">
                        <c:v>1.4190542053321642</c:v>
                      </c:pt>
                      <c:pt idx="204">
                        <c:v>1.4192618704306361</c:v>
                      </c:pt>
                      <c:pt idx="205">
                        <c:v>1.4090091984177611</c:v>
                      </c:pt>
                      <c:pt idx="206">
                        <c:v>1.4154453345581433</c:v>
                      </c:pt>
                      <c:pt idx="207">
                        <c:v>1.4141498651228119</c:v>
                      </c:pt>
                      <c:pt idx="208">
                        <c:v>1.3729301964680396</c:v>
                      </c:pt>
                      <c:pt idx="209">
                        <c:v>1.3547541672278764</c:v>
                      </c:pt>
                      <c:pt idx="210">
                        <c:v>1.3471209947154588</c:v>
                      </c:pt>
                      <c:pt idx="211">
                        <c:v>1.3526918619204091</c:v>
                      </c:pt>
                      <c:pt idx="212">
                        <c:v>1.3420743650279148</c:v>
                      </c:pt>
                      <c:pt idx="213">
                        <c:v>1.3464423946353661</c:v>
                      </c:pt>
                      <c:pt idx="214">
                        <c:v>1.3661684038495179</c:v>
                      </c:pt>
                      <c:pt idx="215">
                        <c:v>1.3548756252207035</c:v>
                      </c:pt>
                      <c:pt idx="216">
                        <c:v>1.3403273612442863</c:v>
                      </c:pt>
                      <c:pt idx="217">
                        <c:v>1.3289452555384198</c:v>
                      </c:pt>
                      <c:pt idx="218">
                        <c:v>1.3447804952223703</c:v>
                      </c:pt>
                      <c:pt idx="219">
                        <c:v>1.3496136010039115</c:v>
                      </c:pt>
                      <c:pt idx="220">
                        <c:v>1.3384461891001294</c:v>
                      </c:pt>
                      <c:pt idx="221">
                        <c:v>1.3415736246299095</c:v>
                      </c:pt>
                      <c:pt idx="222">
                        <c:v>1.3365334420357844</c:v>
                      </c:pt>
                      <c:pt idx="223">
                        <c:v>1.3350864706867558</c:v>
                      </c:pt>
                      <c:pt idx="224">
                        <c:v>1.3715753169423008</c:v>
                      </c:pt>
                      <c:pt idx="225">
                        <c:v>1.387625750074837</c:v>
                      </c:pt>
                      <c:pt idx="226">
                        <c:v>1.3909020497725559</c:v>
                      </c:pt>
                      <c:pt idx="227">
                        <c:v>1.3959924899875185</c:v>
                      </c:pt>
                      <c:pt idx="228">
                        <c:v>1.3948073992425383</c:v>
                      </c:pt>
                      <c:pt idx="229">
                        <c:v>1.3975263913791311</c:v>
                      </c:pt>
                      <c:pt idx="230">
                        <c:v>1.3938540003540305</c:v>
                      </c:pt>
                      <c:pt idx="231">
                        <c:v>1.3919830686969148</c:v>
                      </c:pt>
                      <c:pt idx="232">
                        <c:v>1.4130925081933243</c:v>
                      </c:pt>
                      <c:pt idx="233">
                        <c:v>1.4233752866716121</c:v>
                      </c:pt>
                      <c:pt idx="234">
                        <c:v>1.4429400408024513</c:v>
                      </c:pt>
                      <c:pt idx="235">
                        <c:v>1.4486517466010111</c:v>
                      </c:pt>
                      <c:pt idx="236">
                        <c:v>1.4628033368594149</c:v>
                      </c:pt>
                      <c:pt idx="237">
                        <c:v>1.4530959877708665</c:v>
                      </c:pt>
                      <c:pt idx="238">
                        <c:v>1.4333134658991724</c:v>
                      </c:pt>
                      <c:pt idx="239">
                        <c:v>1.4481805071233751</c:v>
                      </c:pt>
                      <c:pt idx="240">
                        <c:v>1.4447944351071829</c:v>
                      </c:pt>
                      <c:pt idx="241">
                        <c:v>1.4552490322079648</c:v>
                      </c:pt>
                      <c:pt idx="242">
                        <c:v>1.45004912021156</c:v>
                      </c:pt>
                      <c:pt idx="243">
                        <c:v>1.4671896840753917</c:v>
                      </c:pt>
                      <c:pt idx="244">
                        <c:v>1.4726886926058769</c:v>
                      </c:pt>
                      <c:pt idx="245">
                        <c:v>1.5124301426685043</c:v>
                      </c:pt>
                      <c:pt idx="246">
                        <c:v>1.5073182900220918</c:v>
                      </c:pt>
                      <c:pt idx="247">
                        <c:v>1.4985597104674364</c:v>
                      </c:pt>
                      <c:pt idx="248">
                        <c:v>1.5284522705426962</c:v>
                      </c:pt>
                      <c:pt idx="249">
                        <c:v>1.5274508670825242</c:v>
                      </c:pt>
                      <c:pt idx="250">
                        <c:v>1.5483476219474579</c:v>
                      </c:pt>
                      <c:pt idx="251">
                        <c:v>1.5438207136632536</c:v>
                      </c:pt>
                      <c:pt idx="252">
                        <c:v>1.5527868231534476</c:v>
                      </c:pt>
                      <c:pt idx="253">
                        <c:v>1.5541354931352884</c:v>
                      </c:pt>
                      <c:pt idx="254">
                        <c:v>1.5409651251608056</c:v>
                      </c:pt>
                      <c:pt idx="255">
                        <c:v>1.520155999055451</c:v>
                      </c:pt>
                      <c:pt idx="256">
                        <c:v>1.5292601366953849</c:v>
                      </c:pt>
                      <c:pt idx="257">
                        <c:v>1.5456882756681347</c:v>
                      </c:pt>
                      <c:pt idx="258">
                        <c:v>1.5133338787107571</c:v>
                      </c:pt>
                      <c:pt idx="259">
                        <c:v>1.510674481351225</c:v>
                      </c:pt>
                      <c:pt idx="260">
                        <c:v>1.4521067759297575</c:v>
                      </c:pt>
                      <c:pt idx="261">
                        <c:v>1.322181931776665</c:v>
                      </c:pt>
                      <c:pt idx="262">
                        <c:v>1.3566727826442984</c:v>
                      </c:pt>
                      <c:pt idx="263">
                        <c:v>1.3893108295745027</c:v>
                      </c:pt>
                      <c:pt idx="264">
                        <c:v>1.4164867739867351</c:v>
                      </c:pt>
                      <c:pt idx="265">
                        <c:v>1.4158987737889388</c:v>
                      </c:pt>
                      <c:pt idx="266">
                        <c:v>1.4160821071077947</c:v>
                      </c:pt>
                      <c:pt idx="267">
                        <c:v>1.4325502943750299</c:v>
                      </c:pt>
                      <c:pt idx="268">
                        <c:v>1.4386852085701938</c:v>
                      </c:pt>
                      <c:pt idx="269">
                        <c:v>1.4179053216188477</c:v>
                      </c:pt>
                      <c:pt idx="270">
                        <c:v>1.4148663287230074</c:v>
                      </c:pt>
                      <c:pt idx="271">
                        <c:v>1.4432619443635082</c:v>
                      </c:pt>
                      <c:pt idx="272">
                        <c:v>1.4452449964302176</c:v>
                      </c:pt>
                      <c:pt idx="273">
                        <c:v>1.4339736043478883</c:v>
                      </c:pt>
                      <c:pt idx="274">
                        <c:v>1.4670829680205175</c:v>
                      </c:pt>
                      <c:pt idx="275">
                        <c:v>1.463484714123148</c:v>
                      </c:pt>
                      <c:pt idx="276">
                        <c:v>1.4601683429500707</c:v>
                      </c:pt>
                      <c:pt idx="277">
                        <c:v>1.4431419481518215</c:v>
                      </c:pt>
                      <c:pt idx="278">
                        <c:v>1.4426398973798147</c:v>
                      </c:pt>
                      <c:pt idx="279">
                        <c:v>1.4488963882543946</c:v>
                      </c:pt>
                      <c:pt idx="280">
                        <c:v>1.3966133770740423</c:v>
                      </c:pt>
                      <c:pt idx="281">
                        <c:v>1.4384488340354091</c:v>
                      </c:pt>
                      <c:pt idx="282">
                        <c:v>1.4462224256450447</c:v>
                      </c:pt>
                      <c:pt idx="283">
                        <c:v>1.4501776896778036</c:v>
                      </c:pt>
                      <c:pt idx="284">
                        <c:v>1.4980942205165226</c:v>
                      </c:pt>
                      <c:pt idx="285">
                        <c:v>1.4790267281715803</c:v>
                      </c:pt>
                      <c:pt idx="286">
                        <c:v>1.428607212507321</c:v>
                      </c:pt>
                      <c:pt idx="287">
                        <c:v>1.4603829782530695</c:v>
                      </c:pt>
                      <c:pt idx="288">
                        <c:v>1.4397715887239315</c:v>
                      </c:pt>
                      <c:pt idx="289">
                        <c:v>1.4096717078951564</c:v>
                      </c:pt>
                      <c:pt idx="290">
                        <c:v>1.3857721730626669</c:v>
                      </c:pt>
                      <c:pt idx="291">
                        <c:v>1.3307672799166297</c:v>
                      </c:pt>
                      <c:pt idx="292">
                        <c:v>1.3137648108714153</c:v>
                      </c:pt>
                      <c:pt idx="293">
                        <c:v>1.2957290511271549</c:v>
                      </c:pt>
                      <c:pt idx="294">
                        <c:v>1.2806933432758458</c:v>
                      </c:pt>
                      <c:pt idx="295">
                        <c:v>1.3011416502241595</c:v>
                      </c:pt>
                      <c:pt idx="296">
                        <c:v>1.2498167013711781</c:v>
                      </c:pt>
                      <c:pt idx="297">
                        <c:v>1.2865187861602112</c:v>
                      </c:pt>
                      <c:pt idx="298">
                        <c:v>1.326034281803923</c:v>
                      </c:pt>
                      <c:pt idx="299">
                        <c:v>1.3101850312814647</c:v>
                      </c:pt>
                      <c:pt idx="300">
                        <c:v>1.3109961354966495</c:v>
                      </c:pt>
                      <c:pt idx="301">
                        <c:v>1.2952583801719675</c:v>
                      </c:pt>
                      <c:pt idx="302">
                        <c:v>1.2968728368063587</c:v>
                      </c:pt>
                      <c:pt idx="303">
                        <c:v>1.288165883312745</c:v>
                      </c:pt>
                      <c:pt idx="304">
                        <c:v>1.3056924490680704</c:v>
                      </c:pt>
                      <c:pt idx="305">
                        <c:v>1.2945951907346747</c:v>
                      </c:pt>
                      <c:pt idx="306">
                        <c:v>1.3248288791358747</c:v>
                      </c:pt>
                      <c:pt idx="307">
                        <c:v>1.3183326687878785</c:v>
                      </c:pt>
                      <c:pt idx="308">
                        <c:v>1.3263408464303987</c:v>
                      </c:pt>
                      <c:pt idx="309">
                        <c:v>1.3314156232797467</c:v>
                      </c:pt>
                      <c:pt idx="310">
                        <c:v>1.3536929573655065</c:v>
                      </c:pt>
                      <c:pt idx="311">
                        <c:v>1.3652564195567771</c:v>
                      </c:pt>
                      <c:pt idx="312">
                        <c:v>1.3372483766511944</c:v>
                      </c:pt>
                      <c:pt idx="313">
                        <c:v>1.349381835607415</c:v>
                      </c:pt>
                      <c:pt idx="314">
                        <c:v>1.3457248703907203</c:v>
                      </c:pt>
                      <c:pt idx="315">
                        <c:v>1.3516181509463632</c:v>
                      </c:pt>
                      <c:pt idx="316">
                        <c:v>1.3382463358382779</c:v>
                      </c:pt>
                      <c:pt idx="317">
                        <c:v>1.3562628783460366</c:v>
                      </c:pt>
                      <c:pt idx="318">
                        <c:v>1.3611918103702811</c:v>
                      </c:pt>
                      <c:pt idx="319">
                        <c:v>1.3410334434100548</c:v>
                      </c:pt>
                      <c:pt idx="320">
                        <c:v>1.3381969780628282</c:v>
                      </c:pt>
                      <c:pt idx="321">
                        <c:v>1.3339269591824423</c:v>
                      </c:pt>
                      <c:pt idx="322">
                        <c:v>1.3325606570988953</c:v>
                      </c:pt>
                      <c:pt idx="323">
                        <c:v>1.3452363155014015</c:v>
                      </c:pt>
                      <c:pt idx="324">
                        <c:v>1.3671217430275979</c:v>
                      </c:pt>
                      <c:pt idx="325">
                        <c:v>1.3662745904839748</c:v>
                      </c:pt>
                      <c:pt idx="326">
                        <c:v>1.3770105443257865</c:v>
                      </c:pt>
                      <c:pt idx="327">
                        <c:v>1.3818158817248982</c:v>
                      </c:pt>
                      <c:pt idx="328">
                        <c:v>1.3800437980121583</c:v>
                      </c:pt>
                      <c:pt idx="329">
                        <c:v>1.3894032592145655</c:v>
                      </c:pt>
                      <c:pt idx="330">
                        <c:v>1.3794027575958405</c:v>
                      </c:pt>
                      <c:pt idx="331">
                        <c:v>1.3841406497417539</c:v>
                      </c:pt>
                      <c:pt idx="332">
                        <c:v>1.3856082825133753</c:v>
                      </c:pt>
                      <c:pt idx="333">
                        <c:v>1.3926726451211608</c:v>
                      </c:pt>
                      <c:pt idx="334">
                        <c:v>1.3786372591766662</c:v>
                      </c:pt>
                      <c:pt idx="335">
                        <c:v>1.381389240946215</c:v>
                      </c:pt>
                      <c:pt idx="336">
                        <c:v>1.3533371134549275</c:v>
                      </c:pt>
                      <c:pt idx="337">
                        <c:v>1.3492301415501635</c:v>
                      </c:pt>
                      <c:pt idx="338">
                        <c:v>1.3735204098188727</c:v>
                      </c:pt>
                      <c:pt idx="339">
                        <c:v>1.3806295463865474</c:v>
                      </c:pt>
                      <c:pt idx="340">
                        <c:v>1.3828252652041948</c:v>
                      </c:pt>
                      <c:pt idx="341">
                        <c:v>1.4024630845818189</c:v>
                      </c:pt>
                      <c:pt idx="342">
                        <c:v>1.4328180225488958</c:v>
                      </c:pt>
                      <c:pt idx="343">
                        <c:v>1.4395957465334821</c:v>
                      </c:pt>
                      <c:pt idx="344">
                        <c:v>1.4428345513598884</c:v>
                      </c:pt>
                      <c:pt idx="345">
                        <c:v>1.4491844355111996</c:v>
                      </c:pt>
                      <c:pt idx="346">
                        <c:v>1.4377329346512586</c:v>
                      </c:pt>
                      <c:pt idx="347">
                        <c:v>1.4309419603780071</c:v>
                      </c:pt>
                      <c:pt idx="348">
                        <c:v>1.4450273374802991</c:v>
                      </c:pt>
                      <c:pt idx="349">
                        <c:v>1.4431519050478545</c:v>
                      </c:pt>
                      <c:pt idx="350">
                        <c:v>1.4388181694494981</c:v>
                      </c:pt>
                      <c:pt idx="351">
                        <c:v>1.4508935571400587</c:v>
                      </c:pt>
                      <c:pt idx="352">
                        <c:v>1.4533944562957222</c:v>
                      </c:pt>
                      <c:pt idx="353">
                        <c:v>1.4700423691384172</c:v>
                      </c:pt>
                      <c:pt idx="354">
                        <c:v>1.4822576425587697</c:v>
                      </c:pt>
                      <c:pt idx="355">
                        <c:v>1.4853681792240672</c:v>
                      </c:pt>
                      <c:pt idx="356">
                        <c:v>1.4965240011521417</c:v>
                      </c:pt>
                      <c:pt idx="357">
                        <c:v>1.4812009217466329</c:v>
                      </c:pt>
                      <c:pt idx="358">
                        <c:v>1.4742433508826502</c:v>
                      </c:pt>
                      <c:pt idx="359">
                        <c:v>1.4643037634623486</c:v>
                      </c:pt>
                      <c:pt idx="360">
                        <c:v>1.4466760747891492</c:v>
                      </c:pt>
                      <c:pt idx="361">
                        <c:v>1.4620355209597942</c:v>
                      </c:pt>
                      <c:pt idx="362">
                        <c:v>1.4709388969735548</c:v>
                      </c:pt>
                      <c:pt idx="363">
                        <c:v>1.5035174919909196</c:v>
                      </c:pt>
                      <c:pt idx="364">
                        <c:v>1.5390090383721085</c:v>
                      </c:pt>
                      <c:pt idx="365">
                        <c:v>1.6045935778868587</c:v>
                      </c:pt>
                      <c:pt idx="366">
                        <c:v>1.6138128666030032</c:v>
                      </c:pt>
                      <c:pt idx="367">
                        <c:v>1.6525138636556658</c:v>
                      </c:pt>
                      <c:pt idx="368">
                        <c:v>1.6888831692252273</c:v>
                      </c:pt>
                      <c:pt idx="369">
                        <c:v>1.6804501704433803</c:v>
                      </c:pt>
                      <c:pt idx="370">
                        <c:v>1.7220696888040812</c:v>
                      </c:pt>
                      <c:pt idx="371">
                        <c:v>1.7062942276721351</c:v>
                      </c:pt>
                      <c:pt idx="372">
                        <c:v>1.6575052255687133</c:v>
                      </c:pt>
                      <c:pt idx="373">
                        <c:v>1.5879071663924795</c:v>
                      </c:pt>
                      <c:pt idx="374">
                        <c:v>1.5762464109272931</c:v>
                      </c:pt>
                      <c:pt idx="375">
                        <c:v>1.6443550003038898</c:v>
                      </c:pt>
                      <c:pt idx="376">
                        <c:v>1.6508791152603768</c:v>
                      </c:pt>
                      <c:pt idx="377">
                        <c:v>1.6493321721408947</c:v>
                      </c:pt>
                      <c:pt idx="378">
                        <c:v>1.6430992168053562</c:v>
                      </c:pt>
                      <c:pt idx="379">
                        <c:v>1.5840098777839633</c:v>
                      </c:pt>
                      <c:pt idx="380">
                        <c:v>1.5812761207877897</c:v>
                      </c:pt>
                      <c:pt idx="381">
                        <c:v>1.5903490530994988</c:v>
                      </c:pt>
                      <c:pt idx="382">
                        <c:v>1.6241174630188342</c:v>
                      </c:pt>
                      <c:pt idx="383">
                        <c:v>1.6305399508369469</c:v>
                      </c:pt>
                      <c:pt idx="384">
                        <c:v>1.6428492874446152</c:v>
                      </c:pt>
                      <c:pt idx="385">
                        <c:v>1.6763561834818757</c:v>
                      </c:pt>
                      <c:pt idx="386">
                        <c:v>1.6641927160440613</c:v>
                      </c:pt>
                      <c:pt idx="387">
                        <c:v>1.6603624481662356</c:v>
                      </c:pt>
                      <c:pt idx="388">
                        <c:v>1.6563701237581221</c:v>
                      </c:pt>
                      <c:pt idx="389">
                        <c:v>1.6476091127626071</c:v>
                      </c:pt>
                      <c:pt idx="390">
                        <c:v>1.668024197518722</c:v>
                      </c:pt>
                      <c:pt idx="391">
                        <c:v>1.6497629532733249</c:v>
                      </c:pt>
                      <c:pt idx="392">
                        <c:v>1.6430034764980121</c:v>
                      </c:pt>
                      <c:pt idx="393">
                        <c:v>1.6501119069206622</c:v>
                      </c:pt>
                      <c:pt idx="394">
                        <c:v>1.6587292178526027</c:v>
                      </c:pt>
                      <c:pt idx="395">
                        <c:v>1.6865697685681602</c:v>
                      </c:pt>
                      <c:pt idx="396">
                        <c:v>1.6833549091046991</c:v>
                      </c:pt>
                      <c:pt idx="397">
                        <c:v>1.6583061568816782</c:v>
                      </c:pt>
                      <c:pt idx="398">
                        <c:v>1.6348916426251201</c:v>
                      </c:pt>
                      <c:pt idx="399">
                        <c:v>1.6458794617236954</c:v>
                      </c:pt>
                      <c:pt idx="400">
                        <c:v>1.650652254706634</c:v>
                      </c:pt>
                      <c:pt idx="401">
                        <c:v>1.639774534940716</c:v>
                      </c:pt>
                      <c:pt idx="402">
                        <c:v>1.6162903242421658</c:v>
                      </c:pt>
                      <c:pt idx="403">
                        <c:v>1.6263471758874659</c:v>
                      </c:pt>
                      <c:pt idx="404">
                        <c:v>1.6609325436111402</c:v>
                      </c:pt>
                      <c:pt idx="405">
                        <c:v>1.6473766722305039</c:v>
                      </c:pt>
                      <c:pt idx="406">
                        <c:v>1.656191193234468</c:v>
                      </c:pt>
                      <c:pt idx="407">
                        <c:v>1.6561037267857721</c:v>
                      </c:pt>
                      <c:pt idx="408">
                        <c:v>1.6540551583118623</c:v>
                      </c:pt>
                      <c:pt idx="409">
                        <c:v>1.6513101011036646</c:v>
                      </c:pt>
                      <c:pt idx="410">
                        <c:v>1.6388953242947981</c:v>
                      </c:pt>
                      <c:pt idx="411">
                        <c:v>1.6540231630344753</c:v>
                      </c:pt>
                      <c:pt idx="412">
                        <c:v>1.6295899956638793</c:v>
                      </c:pt>
                      <c:pt idx="413">
                        <c:v>1.6081213848928086</c:v>
                      </c:pt>
                      <c:pt idx="414">
                        <c:v>1.6163507622876467</c:v>
                      </c:pt>
                      <c:pt idx="415">
                        <c:v>1.6275143617809631</c:v>
                      </c:pt>
                      <c:pt idx="416">
                        <c:v>1.6346294649060553</c:v>
                      </c:pt>
                      <c:pt idx="417">
                        <c:v>1.6270248422884692</c:v>
                      </c:pt>
                      <c:pt idx="418">
                        <c:v>1.6328389678527409</c:v>
                      </c:pt>
                      <c:pt idx="419">
                        <c:v>1.6544314150606967</c:v>
                      </c:pt>
                      <c:pt idx="420">
                        <c:v>1.6651652071358478</c:v>
                      </c:pt>
                      <c:pt idx="421">
                        <c:v>1.6363570159517142</c:v>
                      </c:pt>
                      <c:pt idx="422">
                        <c:v>1.6396542020402598</c:v>
                      </c:pt>
                      <c:pt idx="423">
                        <c:v>1.6010888777576255</c:v>
                      </c:pt>
                      <c:pt idx="424">
                        <c:v>1.595053207401002</c:v>
                      </c:pt>
                      <c:pt idx="425">
                        <c:v>1.5733593422921146</c:v>
                      </c:pt>
                      <c:pt idx="426">
                        <c:v>1.5749289374334934</c:v>
                      </c:pt>
                      <c:pt idx="427">
                        <c:v>1.5712874481606942</c:v>
                      </c:pt>
                      <c:pt idx="428">
                        <c:v>1.6119381911246065</c:v>
                      </c:pt>
                      <c:pt idx="429">
                        <c:v>1.6498500383337587</c:v>
                      </c:pt>
                      <c:pt idx="430">
                        <c:v>1.6550158078432637</c:v>
                      </c:pt>
                      <c:pt idx="431">
                        <c:v>1.6646218476184067</c:v>
                      </c:pt>
                      <c:pt idx="432">
                        <c:v>1.6596838589363536</c:v>
                      </c:pt>
                      <c:pt idx="433">
                        <c:v>1.6560509371985321</c:v>
                      </c:pt>
                      <c:pt idx="434">
                        <c:v>1.6502890718793017</c:v>
                      </c:pt>
                      <c:pt idx="435">
                        <c:v>1.6688502059563963</c:v>
                      </c:pt>
                      <c:pt idx="436">
                        <c:v>1.6643267386354672</c:v>
                      </c:pt>
                      <c:pt idx="437">
                        <c:v>1.6644763068533723</c:v>
                      </c:pt>
                      <c:pt idx="438">
                        <c:v>1.6539142029990026</c:v>
                      </c:pt>
                      <c:pt idx="439">
                        <c:v>1.6491395192202485</c:v>
                      </c:pt>
                      <c:pt idx="440">
                        <c:v>1.6356261194162929</c:v>
                      </c:pt>
                      <c:pt idx="441">
                        <c:v>1.6412155205876042</c:v>
                      </c:pt>
                      <c:pt idx="442">
                        <c:v>1.6464047123645957</c:v>
                      </c:pt>
                      <c:pt idx="443">
                        <c:v>1.636319832305851</c:v>
                      </c:pt>
                      <c:pt idx="444">
                        <c:v>1.628064204256221</c:v>
                      </c:pt>
                      <c:pt idx="445">
                        <c:v>1.6572619630152343</c:v>
                      </c:pt>
                      <c:pt idx="446">
                        <c:v>1.6482418485919934</c:v>
                      </c:pt>
                      <c:pt idx="447">
                        <c:v>1.6796209970140048</c:v>
                      </c:pt>
                      <c:pt idx="448">
                        <c:v>1.6724559699553858</c:v>
                      </c:pt>
                      <c:pt idx="449">
                        <c:v>1.6982044453449989</c:v>
                      </c:pt>
                      <c:pt idx="450">
                        <c:v>1.6842420116495023</c:v>
                      </c:pt>
                      <c:pt idx="451">
                        <c:v>1.6809420449651786</c:v>
                      </c:pt>
                      <c:pt idx="452">
                        <c:v>1.6803215604913273</c:v>
                      </c:pt>
                      <c:pt idx="453">
                        <c:v>1.6701109933012359</c:v>
                      </c:pt>
                      <c:pt idx="454">
                        <c:v>1.7050900578089769</c:v>
                      </c:pt>
                      <c:pt idx="455">
                        <c:v>1.6970360747440878</c:v>
                      </c:pt>
                      <c:pt idx="456">
                        <c:v>1.7031232340303781</c:v>
                      </c:pt>
                      <c:pt idx="457">
                        <c:v>1.7100981266578197</c:v>
                      </c:pt>
                      <c:pt idx="458">
                        <c:v>1.715529258137332</c:v>
                      </c:pt>
                      <c:pt idx="459">
                        <c:v>1.7282820443817974</c:v>
                      </c:pt>
                      <c:pt idx="460">
                        <c:v>1.7268430157258037</c:v>
                      </c:pt>
                      <c:pt idx="461">
                        <c:v>1.7066510823082151</c:v>
                      </c:pt>
                      <c:pt idx="462">
                        <c:v>1.7038512736854479</c:v>
                      </c:pt>
                      <c:pt idx="463">
                        <c:v>1.7073715744689726</c:v>
                      </c:pt>
                      <c:pt idx="464">
                        <c:v>1.7000473788752672</c:v>
                      </c:pt>
                      <c:pt idx="465">
                        <c:v>1.7178430723438376</c:v>
                      </c:pt>
                      <c:pt idx="466">
                        <c:v>1.7204494016549665</c:v>
                      </c:pt>
                      <c:pt idx="467">
                        <c:v>1.7163563505529014</c:v>
                      </c:pt>
                      <c:pt idx="468">
                        <c:v>1.7099963293982634</c:v>
                      </c:pt>
                      <c:pt idx="469">
                        <c:v>1.700468159518457</c:v>
                      </c:pt>
                      <c:pt idx="470">
                        <c:v>1.6925924742932887</c:v>
                      </c:pt>
                      <c:pt idx="471">
                        <c:v>1.6633004716876028</c:v>
                      </c:pt>
                      <c:pt idx="472">
                        <c:v>1.6643011587744285</c:v>
                      </c:pt>
                      <c:pt idx="473">
                        <c:v>1.6462084743543588</c:v>
                      </c:pt>
                      <c:pt idx="474">
                        <c:v>1.6439303030572467</c:v>
                      </c:pt>
                      <c:pt idx="475">
                        <c:v>1.6478399671820207</c:v>
                      </c:pt>
                      <c:pt idx="476">
                        <c:v>1.6368513910515032</c:v>
                      </c:pt>
                      <c:pt idx="477">
                        <c:v>1.6523493870218344</c:v>
                      </c:pt>
                      <c:pt idx="478">
                        <c:v>1.6533849446295905</c:v>
                      </c:pt>
                      <c:pt idx="479">
                        <c:v>1.6628396923121243</c:v>
                      </c:pt>
                      <c:pt idx="480">
                        <c:v>1.635810779818454</c:v>
                      </c:pt>
                      <c:pt idx="481">
                        <c:v>1.6528468933770661</c:v>
                      </c:pt>
                      <c:pt idx="482">
                        <c:v>1.6243316718633014</c:v>
                      </c:pt>
                      <c:pt idx="483">
                        <c:v>1.6303547421905318</c:v>
                      </c:pt>
                      <c:pt idx="484">
                        <c:v>1.6113184978437922</c:v>
                      </c:pt>
                      <c:pt idx="485">
                        <c:v>1.6074039733285443</c:v>
                      </c:pt>
                      <c:pt idx="486">
                        <c:v>1.615967416991299</c:v>
                      </c:pt>
                      <c:pt idx="487">
                        <c:v>1.6371046792507156</c:v>
                      </c:pt>
                      <c:pt idx="488">
                        <c:v>1.6495582881354822</c:v>
                      </c:pt>
                      <c:pt idx="489">
                        <c:v>1.6443558406386678</c:v>
                      </c:pt>
                      <c:pt idx="490">
                        <c:v>1.640318339250016</c:v>
                      </c:pt>
                      <c:pt idx="491">
                        <c:v>1.6105093411670204</c:v>
                      </c:pt>
                      <c:pt idx="492">
                        <c:v>1.6165085790477556</c:v>
                      </c:pt>
                      <c:pt idx="493">
                        <c:v>1.5822469340154943</c:v>
                      </c:pt>
                      <c:pt idx="494">
                        <c:v>1.6109292364697796</c:v>
                      </c:pt>
                      <c:pt idx="495">
                        <c:v>1.6178467217702828</c:v>
                      </c:pt>
                      <c:pt idx="496">
                        <c:v>1.6214278597816201</c:v>
                      </c:pt>
                      <c:pt idx="497">
                        <c:v>1.630020222026733</c:v>
                      </c:pt>
                      <c:pt idx="498">
                        <c:v>1.6498378455273541</c:v>
                      </c:pt>
                      <c:pt idx="499">
                        <c:v>1.6510479849225945</c:v>
                      </c:pt>
                      <c:pt idx="500">
                        <c:v>1.651673840887218</c:v>
                      </c:pt>
                      <c:pt idx="501">
                        <c:v>1.653706692572422</c:v>
                      </c:pt>
                      <c:pt idx="502">
                        <c:v>1.6362952474762242</c:v>
                      </c:pt>
                      <c:pt idx="503">
                        <c:v>1.6214384505038066</c:v>
                      </c:pt>
                      <c:pt idx="504">
                        <c:v>1.6025422640491933</c:v>
                      </c:pt>
                      <c:pt idx="505">
                        <c:v>1.6109555971648211</c:v>
                      </c:pt>
                      <c:pt idx="506">
                        <c:v>1.5924686074034551</c:v>
                      </c:pt>
                      <c:pt idx="507">
                        <c:v>1.5655497844861237</c:v>
                      </c:pt>
                      <c:pt idx="508">
                        <c:v>1.5649805985018879</c:v>
                      </c:pt>
                      <c:pt idx="509">
                        <c:v>1.5691187123341648</c:v>
                      </c:pt>
                      <c:pt idx="510">
                        <c:v>1.5458543050573403</c:v>
                      </c:pt>
                      <c:pt idx="511">
                        <c:v>1.5198729343086237</c:v>
                      </c:pt>
                      <c:pt idx="512">
                        <c:v>1.5064825986332184</c:v>
                      </c:pt>
                      <c:pt idx="513">
                        <c:v>1.5145016759609471</c:v>
                      </c:pt>
                      <c:pt idx="514">
                        <c:v>1.5430014727992949</c:v>
                      </c:pt>
                      <c:pt idx="515">
                        <c:v>1.5508833431851616</c:v>
                      </c:pt>
                      <c:pt idx="516">
                        <c:v>1.5865367732987496</c:v>
                      </c:pt>
                      <c:pt idx="517">
                        <c:v>1.6300733783202566</c:v>
                      </c:pt>
                      <c:pt idx="518">
                        <c:v>1.6422982448792263</c:v>
                      </c:pt>
                      <c:pt idx="519">
                        <c:v>1.6325943580034799</c:v>
                      </c:pt>
                      <c:pt idx="520">
                        <c:v>1.6300767349403416</c:v>
                      </c:pt>
                      <c:pt idx="521">
                        <c:v>1.6229414075394788</c:v>
                      </c:pt>
                      <c:pt idx="522">
                        <c:v>1.6022294332127334</c:v>
                      </c:pt>
                      <c:pt idx="523">
                        <c:v>1.6375498735197227</c:v>
                      </c:pt>
                      <c:pt idx="524">
                        <c:v>1.6277976075112779</c:v>
                      </c:pt>
                      <c:pt idx="525">
                        <c:v>1.6605994473430965</c:v>
                      </c:pt>
                      <c:pt idx="526">
                        <c:v>1.6551967977260842</c:v>
                      </c:pt>
                      <c:pt idx="527">
                        <c:v>1.6636784758956984</c:v>
                      </c:pt>
                      <c:pt idx="528">
                        <c:v>1.6558611328411783</c:v>
                      </c:pt>
                      <c:pt idx="529">
                        <c:v>1.627087227181105</c:v>
                      </c:pt>
                      <c:pt idx="530">
                        <c:v>1.6036938843484292</c:v>
                      </c:pt>
                      <c:pt idx="531">
                        <c:v>1.6356112680840615</c:v>
                      </c:pt>
                      <c:pt idx="532">
                        <c:v>1.6469648360909581</c:v>
                      </c:pt>
                      <c:pt idx="533">
                        <c:v>1.6607265693314839</c:v>
                      </c:pt>
                      <c:pt idx="534">
                        <c:v>1.6685429459508381</c:v>
                      </c:pt>
                      <c:pt idx="535">
                        <c:v>1.673357222818777</c:v>
                      </c:pt>
                      <c:pt idx="536">
                        <c:v>1.6759857876146376</c:v>
                      </c:pt>
                      <c:pt idx="537">
                        <c:v>1.6712452350072127</c:v>
                      </c:pt>
                      <c:pt idx="538">
                        <c:v>1.6942458798771196</c:v>
                      </c:pt>
                      <c:pt idx="539">
                        <c:v>1.6822734452277677</c:v>
                      </c:pt>
                      <c:pt idx="540">
                        <c:v>1.6625664312463415</c:v>
                      </c:pt>
                      <c:pt idx="541">
                        <c:v>1.6591572826252547</c:v>
                      </c:pt>
                      <c:pt idx="542">
                        <c:v>1.6733440033239928</c:v>
                      </c:pt>
                      <c:pt idx="543">
                        <c:v>1.6784292573092126</c:v>
                      </c:pt>
                      <c:pt idx="544">
                        <c:v>1.6745113075335156</c:v>
                      </c:pt>
                      <c:pt idx="545">
                        <c:v>1.6897858334256362</c:v>
                      </c:pt>
                      <c:pt idx="546">
                        <c:v>1.6969209052128209</c:v>
                      </c:pt>
                      <c:pt idx="547">
                        <c:v>1.6950573746819035</c:v>
                      </c:pt>
                      <c:pt idx="548">
                        <c:v>1.7109604809489911</c:v>
                      </c:pt>
                      <c:pt idx="549">
                        <c:v>1.7303591593138647</c:v>
                      </c:pt>
                      <c:pt idx="550">
                        <c:v>1.7110070529987036</c:v>
                      </c:pt>
                      <c:pt idx="551">
                        <c:v>1.717166539482377</c:v>
                      </c:pt>
                      <c:pt idx="552">
                        <c:v>1.7038065660721331</c:v>
                      </c:pt>
                      <c:pt idx="553">
                        <c:v>1.6801033591524013</c:v>
                      </c:pt>
                      <c:pt idx="554">
                        <c:v>1.6976996924047003</c:v>
                      </c:pt>
                      <c:pt idx="555">
                        <c:v>1.7021144903306784</c:v>
                      </c:pt>
                      <c:pt idx="556">
                        <c:v>1.7341196794715843</c:v>
                      </c:pt>
                      <c:pt idx="557">
                        <c:v>1.7409132048531171</c:v>
                      </c:pt>
                      <c:pt idx="558">
                        <c:v>1.7398623967384452</c:v>
                      </c:pt>
                      <c:pt idx="559">
                        <c:v>1.727794784545722</c:v>
                      </c:pt>
                      <c:pt idx="560">
                        <c:v>1.7250092981020311</c:v>
                      </c:pt>
                      <c:pt idx="561">
                        <c:v>1.7096555927002697</c:v>
                      </c:pt>
                      <c:pt idx="562">
                        <c:v>1.7011415461425319</c:v>
                      </c:pt>
                      <c:pt idx="563">
                        <c:v>1.6973337179839059</c:v>
                      </c:pt>
                      <c:pt idx="564">
                        <c:v>1.7046935629657463</c:v>
                      </c:pt>
                      <c:pt idx="565">
                        <c:v>1.7077322437924929</c:v>
                      </c:pt>
                      <c:pt idx="566">
                        <c:v>1.7024845122590369</c:v>
                      </c:pt>
                      <c:pt idx="567">
                        <c:v>1.7332804409139342</c:v>
                      </c:pt>
                      <c:pt idx="568">
                        <c:v>1.7337701755751536</c:v>
                      </c:pt>
                      <c:pt idx="569">
                        <c:v>1.7677923997675724</c:v>
                      </c:pt>
                      <c:pt idx="570">
                        <c:v>1.7917839617305853</c:v>
                      </c:pt>
                      <c:pt idx="571">
                        <c:v>1.8182276837889417</c:v>
                      </c:pt>
                      <c:pt idx="572">
                        <c:v>1.8039115598579269</c:v>
                      </c:pt>
                      <c:pt idx="573">
                        <c:v>1.8420118993326022</c:v>
                      </c:pt>
                      <c:pt idx="574">
                        <c:v>1.8376918155395043</c:v>
                      </c:pt>
                      <c:pt idx="575">
                        <c:v>1.8395507427457769</c:v>
                      </c:pt>
                      <c:pt idx="576">
                        <c:v>1.8420832801048028</c:v>
                      </c:pt>
                      <c:pt idx="577">
                        <c:v>1.8153552671136934</c:v>
                      </c:pt>
                      <c:pt idx="578">
                        <c:v>1.8331734906290489</c:v>
                      </c:pt>
                      <c:pt idx="579">
                        <c:v>1.8180921922878615</c:v>
                      </c:pt>
                      <c:pt idx="580">
                        <c:v>1.8161390220265827</c:v>
                      </c:pt>
                      <c:pt idx="581">
                        <c:v>1.8221574504921061</c:v>
                      </c:pt>
                      <c:pt idx="582">
                        <c:v>1.8276371404137792</c:v>
                      </c:pt>
                      <c:pt idx="583">
                        <c:v>1.825128181192827</c:v>
                      </c:pt>
                      <c:pt idx="584">
                        <c:v>1.8284073601946402</c:v>
                      </c:pt>
                      <c:pt idx="585">
                        <c:v>1.8299954026487379</c:v>
                      </c:pt>
                      <c:pt idx="586">
                        <c:v>1.817904174992065</c:v>
                      </c:pt>
                      <c:pt idx="587">
                        <c:v>1.8223698424238632</c:v>
                      </c:pt>
                      <c:pt idx="588">
                        <c:v>1.8168387479041805</c:v>
                      </c:pt>
                      <c:pt idx="589">
                        <c:v>1.8143205237062079</c:v>
                      </c:pt>
                      <c:pt idx="590">
                        <c:v>1.8157507100264345</c:v>
                      </c:pt>
                      <c:pt idx="591">
                        <c:v>1.8136693794440215</c:v>
                      </c:pt>
                      <c:pt idx="592">
                        <c:v>1.8143370812612187</c:v>
                      </c:pt>
                      <c:pt idx="593">
                        <c:v>1.7997513958817444</c:v>
                      </c:pt>
                      <c:pt idx="594">
                        <c:v>1.7981911359364626</c:v>
                      </c:pt>
                      <c:pt idx="595">
                        <c:v>1.793905515550577</c:v>
                      </c:pt>
                      <c:pt idx="596">
                        <c:v>1.7890596086426649</c:v>
                      </c:pt>
                      <c:pt idx="597">
                        <c:v>1.7821624509485936</c:v>
                      </c:pt>
                      <c:pt idx="598">
                        <c:v>1.7617352507978086</c:v>
                      </c:pt>
                      <c:pt idx="599">
                        <c:v>1.7548934995742473</c:v>
                      </c:pt>
                      <c:pt idx="600">
                        <c:v>1.7813098550112094</c:v>
                      </c:pt>
                      <c:pt idx="601">
                        <c:v>1.7722518010472854</c:v>
                      </c:pt>
                      <c:pt idx="602">
                        <c:v>1.7841452448740085</c:v>
                      </c:pt>
                      <c:pt idx="603">
                        <c:v>1.7939964434569493</c:v>
                      </c:pt>
                      <c:pt idx="604">
                        <c:v>1.7632487319218864</c:v>
                      </c:pt>
                      <c:pt idx="605">
                        <c:v>1.7789170002221024</c:v>
                      </c:pt>
                      <c:pt idx="606">
                        <c:v>1.7703792145715831</c:v>
                      </c:pt>
                      <c:pt idx="607">
                        <c:v>1.7536550250028253</c:v>
                      </c:pt>
                      <c:pt idx="608">
                        <c:v>1.7417263834151777</c:v>
                      </c:pt>
                      <c:pt idx="609">
                        <c:v>1.7495771096422859</c:v>
                      </c:pt>
                      <c:pt idx="610">
                        <c:v>1.7504188250849544</c:v>
                      </c:pt>
                      <c:pt idx="611">
                        <c:v>1.7273680835509841</c:v>
                      </c:pt>
                      <c:pt idx="612">
                        <c:v>1.7356661871355685</c:v>
                      </c:pt>
                      <c:pt idx="613">
                        <c:v>1.736676566593375</c:v>
                      </c:pt>
                      <c:pt idx="614">
                        <c:v>1.7524973197263309</c:v>
                      </c:pt>
                      <c:pt idx="615">
                        <c:v>1.7418757047912381</c:v>
                      </c:pt>
                      <c:pt idx="616">
                        <c:v>1.7485198867116669</c:v>
                      </c:pt>
                      <c:pt idx="617">
                        <c:v>1.7549813088325608</c:v>
                      </c:pt>
                      <c:pt idx="618">
                        <c:v>1.7623976271079751</c:v>
                      </c:pt>
                      <c:pt idx="619">
                        <c:v>1.7612852502786016</c:v>
                      </c:pt>
                      <c:pt idx="620">
                        <c:v>1.7576567798535008</c:v>
                      </c:pt>
                      <c:pt idx="621">
                        <c:v>1.7593943171575352</c:v>
                      </c:pt>
                      <c:pt idx="622">
                        <c:v>1.7397048436895652</c:v>
                      </c:pt>
                      <c:pt idx="623">
                        <c:v>1.7028637527736805</c:v>
                      </c:pt>
                      <c:pt idx="624">
                        <c:v>1.667302046809761</c:v>
                      </c:pt>
                      <c:pt idx="625">
                        <c:v>1.6530011819663155</c:v>
                      </c:pt>
                      <c:pt idx="626">
                        <c:v>1.6588748845553507</c:v>
                      </c:pt>
                      <c:pt idx="627">
                        <c:v>1.6619670388730123</c:v>
                      </c:pt>
                      <c:pt idx="628">
                        <c:v>1.7037736115205619</c:v>
                      </c:pt>
                      <c:pt idx="629">
                        <c:v>1.7182265325400339</c:v>
                      </c:pt>
                      <c:pt idx="630">
                        <c:v>1.7161686004775816</c:v>
                      </c:pt>
                      <c:pt idx="631">
                        <c:v>1.7262611974904953</c:v>
                      </c:pt>
                      <c:pt idx="632">
                        <c:v>1.7151182292682909</c:v>
                      </c:pt>
                      <c:pt idx="633">
                        <c:v>1.7438813137809024</c:v>
                      </c:pt>
                      <c:pt idx="634">
                        <c:v>1.754365492354369</c:v>
                      </c:pt>
                      <c:pt idx="635">
                        <c:v>1.7492900382322689</c:v>
                      </c:pt>
                      <c:pt idx="636">
                        <c:v>1.7313124006887497</c:v>
                      </c:pt>
                      <c:pt idx="637">
                        <c:v>1.7361297125632542</c:v>
                      </c:pt>
                      <c:pt idx="638">
                        <c:v>1.7559289885797742</c:v>
                      </c:pt>
                      <c:pt idx="639">
                        <c:v>1.7349219313655468</c:v>
                      </c:pt>
                      <c:pt idx="640">
                        <c:v>1.7537649299513929</c:v>
                      </c:pt>
                      <c:pt idx="641">
                        <c:v>1.7394761885684991</c:v>
                      </c:pt>
                      <c:pt idx="642">
                        <c:v>1.7289834264431683</c:v>
                      </c:pt>
                      <c:pt idx="643">
                        <c:v>1.760596109013018</c:v>
                      </c:pt>
                      <c:pt idx="644">
                        <c:v>1.7553286643382118</c:v>
                      </c:pt>
                      <c:pt idx="645">
                        <c:v>1.7722464245414302</c:v>
                      </c:pt>
                      <c:pt idx="646">
                        <c:v>1.7595519855724679</c:v>
                      </c:pt>
                      <c:pt idx="647">
                        <c:v>1.7618918444169869</c:v>
                      </c:pt>
                      <c:pt idx="648">
                        <c:v>1.7369235389144715</c:v>
                      </c:pt>
                      <c:pt idx="649">
                        <c:v>1.7672613339767456</c:v>
                      </c:pt>
                      <c:pt idx="650">
                        <c:v>1.8029250322677215</c:v>
                      </c:pt>
                      <c:pt idx="651">
                        <c:v>1.7986091419913293</c:v>
                      </c:pt>
                      <c:pt idx="652">
                        <c:v>1.8029751609786779</c:v>
                      </c:pt>
                      <c:pt idx="653">
                        <c:v>1.8338853574312954</c:v>
                      </c:pt>
                      <c:pt idx="654">
                        <c:v>1.8510961547152089</c:v>
                      </c:pt>
                      <c:pt idx="655">
                        <c:v>1.8619737915803072</c:v>
                      </c:pt>
                      <c:pt idx="656">
                        <c:v>1.8799451474102939</c:v>
                      </c:pt>
                      <c:pt idx="657">
                        <c:v>1.8738083164457615</c:v>
                      </c:pt>
                      <c:pt idx="658">
                        <c:v>1.8871532820307653</c:v>
                      </c:pt>
                      <c:pt idx="659">
                        <c:v>1.8504440694526185</c:v>
                      </c:pt>
                      <c:pt idx="660">
                        <c:v>1.8287195800151772</c:v>
                      </c:pt>
                      <c:pt idx="661">
                        <c:v>1.8016691249401584</c:v>
                      </c:pt>
                      <c:pt idx="662">
                        <c:v>1.801621609890061</c:v>
                      </c:pt>
                      <c:pt idx="663">
                        <c:v>1.8128059614824845</c:v>
                      </c:pt>
                      <c:pt idx="664">
                        <c:v>1.8433638030977593</c:v>
                      </c:pt>
                      <c:pt idx="665">
                        <c:v>1.7940685313567601</c:v>
                      </c:pt>
                      <c:pt idx="666">
                        <c:v>1.7592110243297121</c:v>
                      </c:pt>
                      <c:pt idx="667">
                        <c:v>1.7585966513126809</c:v>
                      </c:pt>
                      <c:pt idx="668">
                        <c:v>1.740870896727517</c:v>
                      </c:pt>
                      <c:pt idx="669">
                        <c:v>1.7425365402954232</c:v>
                      </c:pt>
                      <c:pt idx="670">
                        <c:v>1.7791166697208656</c:v>
                      </c:pt>
                      <c:pt idx="671">
                        <c:v>1.7791577140258523</c:v>
                      </c:pt>
                      <c:pt idx="672">
                        <c:v>1.7631632332857194</c:v>
                      </c:pt>
                      <c:pt idx="673">
                        <c:v>1.7610664051920029</c:v>
                      </c:pt>
                      <c:pt idx="674">
                        <c:v>1.7551767404457976</c:v>
                      </c:pt>
                      <c:pt idx="675">
                        <c:v>1.7440037128917945</c:v>
                      </c:pt>
                      <c:pt idx="676">
                        <c:v>1.7401648729451893</c:v>
                      </c:pt>
                      <c:pt idx="677">
                        <c:v>1.7438681752883989</c:v>
                      </c:pt>
                      <c:pt idx="678">
                        <c:v>1.7463727819609824</c:v>
                      </c:pt>
                      <c:pt idx="679">
                        <c:v>1.7513095632228353</c:v>
                      </c:pt>
                      <c:pt idx="680">
                        <c:v>1.7599059020314063</c:v>
                      </c:pt>
                      <c:pt idx="681">
                        <c:v>1.7449255574367089</c:v>
                      </c:pt>
                      <c:pt idx="682">
                        <c:v>1.7323493092149207</c:v>
                      </c:pt>
                      <c:pt idx="683">
                        <c:v>1.6908345731772918</c:v>
                      </c:pt>
                      <c:pt idx="684">
                        <c:v>1.6666299253106995</c:v>
                      </c:pt>
                      <c:pt idx="685">
                        <c:v>1.6914949599010174</c:v>
                      </c:pt>
                      <c:pt idx="686">
                        <c:v>1.7009954458950107</c:v>
                      </c:pt>
                      <c:pt idx="687">
                        <c:v>1.683949527081795</c:v>
                      </c:pt>
                      <c:pt idx="688">
                        <c:v>1.6904276312847049</c:v>
                      </c:pt>
                      <c:pt idx="689">
                        <c:v>1.6997759742719782</c:v>
                      </c:pt>
                      <c:pt idx="690">
                        <c:v>1.6921713001369563</c:v>
                      </c:pt>
                      <c:pt idx="691">
                        <c:v>1.6895761116789458</c:v>
                      </c:pt>
                      <c:pt idx="692">
                        <c:v>1.6909444294242033</c:v>
                      </c:pt>
                      <c:pt idx="693">
                        <c:v>1.6744684460364818</c:v>
                      </c:pt>
                      <c:pt idx="694">
                        <c:v>1.7141430835257447</c:v>
                      </c:pt>
                      <c:pt idx="695">
                        <c:v>1.70713797813412</c:v>
                      </c:pt>
                      <c:pt idx="696">
                        <c:v>1.722375956707566</c:v>
                      </c:pt>
                      <c:pt idx="697">
                        <c:v>1.7119146539867227</c:v>
                      </c:pt>
                      <c:pt idx="698">
                        <c:v>1.7207749526067109</c:v>
                      </c:pt>
                      <c:pt idx="699">
                        <c:v>1.7075845884773733</c:v>
                      </c:pt>
                      <c:pt idx="700">
                        <c:v>1.7259306635509213</c:v>
                      </c:pt>
                      <c:pt idx="701">
                        <c:v>1.7251239145085553</c:v>
                      </c:pt>
                      <c:pt idx="702">
                        <c:v>1.7337970835251348</c:v>
                      </c:pt>
                      <c:pt idx="703">
                        <c:v>1.7350448778636376</c:v>
                      </c:pt>
                      <c:pt idx="704">
                        <c:v>1.7261168229094006</c:v>
                      </c:pt>
                      <c:pt idx="705">
                        <c:v>1.7150220815678934</c:v>
                      </c:pt>
                      <c:pt idx="706">
                        <c:v>1.6962666862899745</c:v>
                      </c:pt>
                      <c:pt idx="707">
                        <c:v>1.7025454715129495</c:v>
                      </c:pt>
                      <c:pt idx="708">
                        <c:v>1.7205509463902111</c:v>
                      </c:pt>
                      <c:pt idx="709">
                        <c:v>1.7368849280444638</c:v>
                      </c:pt>
                      <c:pt idx="710">
                        <c:v>1.7481352309316396</c:v>
                      </c:pt>
                      <c:pt idx="711">
                        <c:v>1.745207401891913</c:v>
                      </c:pt>
                      <c:pt idx="712">
                        <c:v>1.7704970888342935</c:v>
                      </c:pt>
                      <c:pt idx="713">
                        <c:v>1.7734270439668383</c:v>
                      </c:pt>
                      <c:pt idx="714">
                        <c:v>1.7886953666372654</c:v>
                      </c:pt>
                      <c:pt idx="715">
                        <c:v>1.7819387721531883</c:v>
                      </c:pt>
                      <c:pt idx="716">
                        <c:v>1.8013321660852495</c:v>
                      </c:pt>
                      <c:pt idx="717">
                        <c:v>1.7817575726317909</c:v>
                      </c:pt>
                      <c:pt idx="718">
                        <c:v>1.7841956101382046</c:v>
                      </c:pt>
                      <c:pt idx="719">
                        <c:v>1.803349094530339</c:v>
                      </c:pt>
                      <c:pt idx="720">
                        <c:v>1.7902912883779858</c:v>
                      </c:pt>
                      <c:pt idx="721">
                        <c:v>1.7718639836707324</c:v>
                      </c:pt>
                      <c:pt idx="722">
                        <c:v>1.7965571463786187</c:v>
                      </c:pt>
                      <c:pt idx="723">
                        <c:v>1.8023765484382968</c:v>
                      </c:pt>
                      <c:pt idx="724">
                        <c:v>1.8009623126424719</c:v>
                      </c:pt>
                      <c:pt idx="725">
                        <c:v>1.7807017228000208</c:v>
                      </c:pt>
                      <c:pt idx="726">
                        <c:v>1.799240436373384</c:v>
                      </c:pt>
                      <c:pt idx="727">
                        <c:v>1.8006176601251489</c:v>
                      </c:pt>
                      <c:pt idx="728">
                        <c:v>1.7862654465816157</c:v>
                      </c:pt>
                      <c:pt idx="729">
                        <c:v>1.7971924181928791</c:v>
                      </c:pt>
                      <c:pt idx="730">
                        <c:v>1.8100670399821288</c:v>
                      </c:pt>
                      <c:pt idx="731">
                        <c:v>1.8452316305590795</c:v>
                      </c:pt>
                      <c:pt idx="732">
                        <c:v>1.8550608213053801</c:v>
                      </c:pt>
                      <c:pt idx="733">
                        <c:v>1.864640163610449</c:v>
                      </c:pt>
                      <c:pt idx="734">
                        <c:v>1.877101877967875</c:v>
                      </c:pt>
                      <c:pt idx="735">
                        <c:v>1.8814008675901301</c:v>
                      </c:pt>
                      <c:pt idx="736">
                        <c:v>1.8646287530793937</c:v>
                      </c:pt>
                      <c:pt idx="737">
                        <c:v>1.8549297988125995</c:v>
                      </c:pt>
                      <c:pt idx="738">
                        <c:v>1.841779345094533</c:v>
                      </c:pt>
                      <c:pt idx="739">
                        <c:v>1.801361277542086</c:v>
                      </c:pt>
                      <c:pt idx="740">
                        <c:v>1.8212409374626053</c:v>
                      </c:pt>
                      <c:pt idx="741">
                        <c:v>1.8375808562131402</c:v>
                      </c:pt>
                      <c:pt idx="742">
                        <c:v>1.8557195479893847</c:v>
                      </c:pt>
                      <c:pt idx="743">
                        <c:v>1.842746899347848</c:v>
                      </c:pt>
                      <c:pt idx="744">
                        <c:v>1.8132023599211191</c:v>
                      </c:pt>
                      <c:pt idx="745">
                        <c:v>1.8110742711582122</c:v>
                      </c:pt>
                      <c:pt idx="746">
                        <c:v>1.7576434775562575</c:v>
                      </c:pt>
                      <c:pt idx="747">
                        <c:v>1.7673017202770633</c:v>
                      </c:pt>
                      <c:pt idx="748">
                        <c:v>1.7179024017948217</c:v>
                      </c:pt>
                      <c:pt idx="749">
                        <c:v>1.7252362985129581</c:v>
                      </c:pt>
                      <c:pt idx="750">
                        <c:v>1.7716183664572378</c:v>
                      </c:pt>
                      <c:pt idx="751">
                        <c:v>1.8004305564823635</c:v>
                      </c:pt>
                      <c:pt idx="752">
                        <c:v>1.8164494306196395</c:v>
                      </c:pt>
                      <c:pt idx="753">
                        <c:v>1.8315229054845061</c:v>
                      </c:pt>
                      <c:pt idx="754">
                        <c:v>1.8301411517103792</c:v>
                      </c:pt>
                      <c:pt idx="755">
                        <c:v>1.8135575435932285</c:v>
                      </c:pt>
                      <c:pt idx="756">
                        <c:v>1.8089154703206429</c:v>
                      </c:pt>
                      <c:pt idx="757">
                        <c:v>1.8220209514065782</c:v>
                      </c:pt>
                      <c:pt idx="758">
                        <c:v>1.8067262396945394</c:v>
                      </c:pt>
                      <c:pt idx="759">
                        <c:v>1.8374085823789379</c:v>
                      </c:pt>
                      <c:pt idx="760">
                        <c:v>1.8478718312000673</c:v>
                      </c:pt>
                      <c:pt idx="761">
                        <c:v>1.8168751095936078</c:v>
                      </c:pt>
                      <c:pt idx="762">
                        <c:v>1.8283310704333078</c:v>
                      </c:pt>
                      <c:pt idx="763">
                        <c:v>1.7831632200722978</c:v>
                      </c:pt>
                      <c:pt idx="764">
                        <c:v>1.779119155010892</c:v>
                      </c:pt>
                      <c:pt idx="765">
                        <c:v>1.775075398241529</c:v>
                      </c:pt>
                      <c:pt idx="766">
                        <c:v>1.7901930017398964</c:v>
                      </c:pt>
                      <c:pt idx="767">
                        <c:v>1.7842107414054542</c:v>
                      </c:pt>
                      <c:pt idx="768">
                        <c:v>1.783377616810838</c:v>
                      </c:pt>
                      <c:pt idx="769">
                        <c:v>1.7616727176692859</c:v>
                      </c:pt>
                      <c:pt idx="770">
                        <c:v>1.7388771953193127</c:v>
                      </c:pt>
                      <c:pt idx="771">
                        <c:v>1.6846628019821961</c:v>
                      </c:pt>
                      <c:pt idx="772">
                        <c:v>1.6548706982589598</c:v>
                      </c:pt>
                      <c:pt idx="773">
                        <c:v>1.6711467668781739</c:v>
                      </c:pt>
                      <c:pt idx="774">
                        <c:v>1.6826419179682235</c:v>
                      </c:pt>
                      <c:pt idx="775">
                        <c:v>1.6484707093451652</c:v>
                      </c:pt>
                      <c:pt idx="776">
                        <c:v>1.5532992000657104</c:v>
                      </c:pt>
                      <c:pt idx="777">
                        <c:v>1.5939780482030559</c:v>
                      </c:pt>
                      <c:pt idx="778">
                        <c:v>1.6206072836136518</c:v>
                      </c:pt>
                      <c:pt idx="779">
                        <c:v>1.6472948382028312</c:v>
                      </c:pt>
                      <c:pt idx="780">
                        <c:v>1.6495870206126027</c:v>
                      </c:pt>
                      <c:pt idx="781">
                        <c:v>1.6608234227974559</c:v>
                      </c:pt>
                      <c:pt idx="782">
                        <c:v>1.6614670079763763</c:v>
                      </c:pt>
                      <c:pt idx="783">
                        <c:v>1.6421544687595253</c:v>
                      </c:pt>
                      <c:pt idx="784">
                        <c:v>1.6348443797448071</c:v>
                      </c:pt>
                      <c:pt idx="785">
                        <c:v>1.6454209282216801</c:v>
                      </c:pt>
                      <c:pt idx="786">
                        <c:v>1.6327284188478854</c:v>
                      </c:pt>
                      <c:pt idx="787">
                        <c:v>1.665202521311544</c:v>
                      </c:pt>
                      <c:pt idx="788">
                        <c:v>1.6728647946227075</c:v>
                      </c:pt>
                      <c:pt idx="789">
                        <c:v>1.7052013976231719</c:v>
                      </c:pt>
                      <c:pt idx="790">
                        <c:v>1.7109715846795464</c:v>
                      </c:pt>
                      <c:pt idx="791">
                        <c:v>1.680586405612331</c:v>
                      </c:pt>
                      <c:pt idx="792">
                        <c:v>1.6913145333880337</c:v>
                      </c:pt>
                      <c:pt idx="793">
                        <c:v>1.6485268092847845</c:v>
                      </c:pt>
                      <c:pt idx="794">
                        <c:v>1.6835347572342823</c:v>
                      </c:pt>
                      <c:pt idx="795">
                        <c:v>1.6508189046437194</c:v>
                      </c:pt>
                      <c:pt idx="796">
                        <c:v>1.6740822770938144</c:v>
                      </c:pt>
                      <c:pt idx="797">
                        <c:v>1.6563959030924407</c:v>
                      </c:pt>
                      <c:pt idx="798">
                        <c:v>1.6399860513444524</c:v>
                      </c:pt>
                      <c:pt idx="799">
                        <c:v>1.6396140633630703</c:v>
                      </c:pt>
                      <c:pt idx="800">
                        <c:v>1.6276000946899709</c:v>
                      </c:pt>
                      <c:pt idx="801">
                        <c:v>1.578427506504279</c:v>
                      </c:pt>
                      <c:pt idx="802">
                        <c:v>1.5932363531525366</c:v>
                      </c:pt>
                      <c:pt idx="803">
                        <c:v>1.495528435377486</c:v>
                      </c:pt>
                      <c:pt idx="804">
                        <c:v>1.4662262798346797</c:v>
                      </c:pt>
                      <c:pt idx="805">
                        <c:v>1.4994944893311799</c:v>
                      </c:pt>
                      <c:pt idx="806">
                        <c:v>1.4987528069392004</c:v>
                      </c:pt>
                      <c:pt idx="807">
                        <c:v>1.5503045104264046</c:v>
                      </c:pt>
                      <c:pt idx="808">
                        <c:v>1.6078235911299579</c:v>
                      </c:pt>
                      <c:pt idx="809">
                        <c:v>1.5892068407356086</c:v>
                      </c:pt>
                      <c:pt idx="810">
                        <c:v>1.5890075132200951</c:v>
                      </c:pt>
                      <c:pt idx="811">
                        <c:v>1.6005256161106332</c:v>
                      </c:pt>
                      <c:pt idx="812">
                        <c:v>1.6043316781644752</c:v>
                      </c:pt>
                      <c:pt idx="813">
                        <c:v>1.6085323812891663</c:v>
                      </c:pt>
                      <c:pt idx="814">
                        <c:v>1.6341378441492074</c:v>
                      </c:pt>
                      <c:pt idx="815">
                        <c:v>1.6315323970118334</c:v>
                      </c:pt>
                      <c:pt idx="816">
                        <c:v>1.6362418852205736</c:v>
                      </c:pt>
                      <c:pt idx="817">
                        <c:v>1.6374589986298136</c:v>
                      </c:pt>
                      <c:pt idx="818">
                        <c:v>1.6421827041946002</c:v>
                      </c:pt>
                      <c:pt idx="819">
                        <c:v>1.6611423810110919</c:v>
                      </c:pt>
                      <c:pt idx="820">
                        <c:v>1.6626886067034643</c:v>
                      </c:pt>
                      <c:pt idx="821">
                        <c:v>1.6193097538466963</c:v>
                      </c:pt>
                      <c:pt idx="822">
                        <c:v>1.6516624111805289</c:v>
                      </c:pt>
                      <c:pt idx="823">
                        <c:v>1.6620254316342224</c:v>
                      </c:pt>
                      <c:pt idx="824">
                        <c:v>1.6649715157778662</c:v>
                      </c:pt>
                      <c:pt idx="825">
                        <c:v>1.6841641181804299</c:v>
                      </c:pt>
                      <c:pt idx="826">
                        <c:v>1.6893108129841736</c:v>
                      </c:pt>
                      <c:pt idx="827">
                        <c:v>1.7098858695358381</c:v>
                      </c:pt>
                      <c:pt idx="828">
                        <c:v>1.7185156230087495</c:v>
                      </c:pt>
                      <c:pt idx="829">
                        <c:v>1.7335279831404016</c:v>
                      </c:pt>
                      <c:pt idx="830">
                        <c:v>1.7409737290530753</c:v>
                      </c:pt>
                      <c:pt idx="831">
                        <c:v>1.7348715603971085</c:v>
                      </c:pt>
                      <c:pt idx="832">
                        <c:v>1.7003082077351244</c:v>
                      </c:pt>
                      <c:pt idx="833">
                        <c:v>1.7179163186358473</c:v>
                      </c:pt>
                      <c:pt idx="834">
                        <c:v>1.7269600423818154</c:v>
                      </c:pt>
                      <c:pt idx="835">
                        <c:v>1.7483456196660812</c:v>
                      </c:pt>
                      <c:pt idx="836">
                        <c:v>1.7612404193545235</c:v>
                      </c:pt>
                      <c:pt idx="837">
                        <c:v>1.7592455496701809</c:v>
                      </c:pt>
                      <c:pt idx="838">
                        <c:v>1.7590977349681984</c:v>
                      </c:pt>
                      <c:pt idx="839">
                        <c:v>1.7634943990006935</c:v>
                      </c:pt>
                      <c:pt idx="840">
                        <c:v>1.7636245995079529</c:v>
                      </c:pt>
                      <c:pt idx="841">
                        <c:v>1.748077848989104</c:v>
                      </c:pt>
                      <c:pt idx="842">
                        <c:v>1.7871567334483847</c:v>
                      </c:pt>
                      <c:pt idx="843">
                        <c:v>1.7988108302056895</c:v>
                      </c:pt>
                      <c:pt idx="844">
                        <c:v>1.8261116783234499</c:v>
                      </c:pt>
                      <c:pt idx="845">
                        <c:v>1.8751320555453237</c:v>
                      </c:pt>
                      <c:pt idx="846">
                        <c:v>1.8124255780261302</c:v>
                      </c:pt>
                      <c:pt idx="847">
                        <c:v>1.8059710201485302</c:v>
                      </c:pt>
                      <c:pt idx="848">
                        <c:v>1.8011364119260014</c:v>
                      </c:pt>
                      <c:pt idx="849">
                        <c:v>1.812770641811414</c:v>
                      </c:pt>
                      <c:pt idx="850">
                        <c:v>1.8103762430171992</c:v>
                      </c:pt>
                      <c:pt idx="851">
                        <c:v>1.7794119325186641</c:v>
                      </c:pt>
                      <c:pt idx="852">
                        <c:v>1.8015497304835064</c:v>
                      </c:pt>
                      <c:pt idx="853">
                        <c:v>1.8113233026468343</c:v>
                      </c:pt>
                      <c:pt idx="854">
                        <c:v>1.7998088365651361</c:v>
                      </c:pt>
                      <c:pt idx="855">
                        <c:v>1.7864769429243166</c:v>
                      </c:pt>
                      <c:pt idx="856">
                        <c:v>1.8037093682858245</c:v>
                      </c:pt>
                      <c:pt idx="857">
                        <c:v>1.8045399809501934</c:v>
                      </c:pt>
                      <c:pt idx="858">
                        <c:v>1.7594315426419638</c:v>
                      </c:pt>
                      <c:pt idx="859">
                        <c:v>1.7968113150842973</c:v>
                      </c:pt>
                      <c:pt idx="860">
                        <c:v>1.8207205240098476</c:v>
                      </c:pt>
                      <c:pt idx="861">
                        <c:v>1.8464536659740001</c:v>
                      </c:pt>
                      <c:pt idx="862">
                        <c:v>1.8306458617949255</c:v>
                      </c:pt>
                      <c:pt idx="863">
                        <c:v>1.8322398931553545</c:v>
                      </c:pt>
                      <c:pt idx="864">
                        <c:v>1.8178363154541268</c:v>
                      </c:pt>
                      <c:pt idx="865">
                        <c:v>1.8247167990901483</c:v>
                      </c:pt>
                      <c:pt idx="866">
                        <c:v>1.8336649553663482</c:v>
                      </c:pt>
                      <c:pt idx="867">
                        <c:v>1.8401665638839702</c:v>
                      </c:pt>
                      <c:pt idx="868">
                        <c:v>1.8271856775992448</c:v>
                      </c:pt>
                      <c:pt idx="869">
                        <c:v>1.82258552097211</c:v>
                      </c:pt>
                      <c:pt idx="870">
                        <c:v>1.7509078820189448</c:v>
                      </c:pt>
                      <c:pt idx="871">
                        <c:v>1.738313501120248</c:v>
                      </c:pt>
                      <c:pt idx="872">
                        <c:v>1.7524008423165465</c:v>
                      </c:pt>
                      <c:pt idx="873">
                        <c:v>1.7793334526407001</c:v>
                      </c:pt>
                      <c:pt idx="874">
                        <c:v>1.7977984907138318</c:v>
                      </c:pt>
                      <c:pt idx="875">
                        <c:v>1.7950565594389423</c:v>
                      </c:pt>
                      <c:pt idx="876">
                        <c:v>1.7849947898848264</c:v>
                      </c:pt>
                      <c:pt idx="877">
                        <c:v>1.8168698484523993</c:v>
                      </c:pt>
                      <c:pt idx="878">
                        <c:v>1.8210876597164762</c:v>
                      </c:pt>
                      <c:pt idx="879">
                        <c:v>1.811232944645623</c:v>
                      </c:pt>
                      <c:pt idx="880">
                        <c:v>1.8117441151358171</c:v>
                      </c:pt>
                      <c:pt idx="881">
                        <c:v>1.8238531985153199</c:v>
                      </c:pt>
                      <c:pt idx="882">
                        <c:v>1.802990595370995</c:v>
                      </c:pt>
                      <c:pt idx="883">
                        <c:v>1.8037813494077646</c:v>
                      </c:pt>
                      <c:pt idx="884">
                        <c:v>1.819342476024673</c:v>
                      </c:pt>
                      <c:pt idx="885">
                        <c:v>1.8151293343337453</c:v>
                      </c:pt>
                      <c:pt idx="886">
                        <c:v>1.7814318218954248</c:v>
                      </c:pt>
                      <c:pt idx="887">
                        <c:v>1.8074465988715458</c:v>
                      </c:pt>
                      <c:pt idx="888">
                        <c:v>1.7989419840900707</c:v>
                      </c:pt>
                      <c:pt idx="889">
                        <c:v>1.8041175660839535</c:v>
                      </c:pt>
                      <c:pt idx="890">
                        <c:v>1.8212390713696816</c:v>
                      </c:pt>
                      <c:pt idx="891">
                        <c:v>1.7983737501048456</c:v>
                      </c:pt>
                      <c:pt idx="892">
                        <c:v>1.7886636398925622</c:v>
                      </c:pt>
                      <c:pt idx="893">
                        <c:v>1.7914922098256938</c:v>
                      </c:pt>
                      <c:pt idx="894">
                        <c:v>1.7949585401449752</c:v>
                      </c:pt>
                      <c:pt idx="895">
                        <c:v>1.8152506861478623</c:v>
                      </c:pt>
                      <c:pt idx="896">
                        <c:v>1.8059187581809297</c:v>
                      </c:pt>
                      <c:pt idx="897">
                        <c:v>1.7991424331427615</c:v>
                      </c:pt>
                      <c:pt idx="898">
                        <c:v>1.8071165353447187</c:v>
                      </c:pt>
                      <c:pt idx="899">
                        <c:v>1.802680693451131</c:v>
                      </c:pt>
                      <c:pt idx="900">
                        <c:v>1.7874548873249783</c:v>
                      </c:pt>
                      <c:pt idx="901">
                        <c:v>1.7661506584286579</c:v>
                      </c:pt>
                      <c:pt idx="902">
                        <c:v>1.714320926422803</c:v>
                      </c:pt>
                      <c:pt idx="903">
                        <c:v>1.6909032886249271</c:v>
                      </c:pt>
                      <c:pt idx="904">
                        <c:v>1.7002494286130891</c:v>
                      </c:pt>
                      <c:pt idx="905">
                        <c:v>1.7132311746418334</c:v>
                      </c:pt>
                      <c:pt idx="906">
                        <c:v>1.6969831953898775</c:v>
                      </c:pt>
                      <c:pt idx="907">
                        <c:v>1.6784915868848074</c:v>
                      </c:pt>
                      <c:pt idx="908">
                        <c:v>1.6274573120541622</c:v>
                      </c:pt>
                      <c:pt idx="909">
                        <c:v>1.6578691552534175</c:v>
                      </c:pt>
                      <c:pt idx="910">
                        <c:v>1.6228101432396917</c:v>
                      </c:pt>
                      <c:pt idx="911">
                        <c:v>1.6077285679416191</c:v>
                      </c:pt>
                      <c:pt idx="912">
                        <c:v>1.6047166528762364</c:v>
                      </c:pt>
                      <c:pt idx="913">
                        <c:v>1.5889630034871889</c:v>
                      </c:pt>
                      <c:pt idx="914">
                        <c:v>1.5973954776367969</c:v>
                      </c:pt>
                      <c:pt idx="915">
                        <c:v>1.6269193005884377</c:v>
                      </c:pt>
                      <c:pt idx="916">
                        <c:v>1.6303549766132255</c:v>
                      </c:pt>
                      <c:pt idx="917">
                        <c:v>1.662725350561169</c:v>
                      </c:pt>
                      <c:pt idx="918">
                        <c:v>1.686487952295356</c:v>
                      </c:pt>
                      <c:pt idx="919">
                        <c:v>1.6851716657614082</c:v>
                      </c:pt>
                      <c:pt idx="920">
                        <c:v>1.6746842132148023</c:v>
                      </c:pt>
                      <c:pt idx="921">
                        <c:v>1.6688638359689965</c:v>
                      </c:pt>
                      <c:pt idx="922">
                        <c:v>1.6758578911688737</c:v>
                      </c:pt>
                      <c:pt idx="923">
                        <c:v>1.6397901877813845</c:v>
                      </c:pt>
                      <c:pt idx="924">
                        <c:v>1.6382359435834177</c:v>
                      </c:pt>
                      <c:pt idx="925">
                        <c:v>1.6612389248204675</c:v>
                      </c:pt>
                      <c:pt idx="926">
                        <c:v>1.6768178887289267</c:v>
                      </c:pt>
                      <c:pt idx="927">
                        <c:v>1.6319059255290911</c:v>
                      </c:pt>
                      <c:pt idx="928">
                        <c:v>1.6324462673194173</c:v>
                      </c:pt>
                      <c:pt idx="929">
                        <c:v>1.676543943067152</c:v>
                      </c:pt>
                      <c:pt idx="930">
                        <c:v>1.7227086751108165</c:v>
                      </c:pt>
                      <c:pt idx="931">
                        <c:v>1.7140092310732393</c:v>
                      </c:pt>
                      <c:pt idx="932">
                        <c:v>1.7487946812153019</c:v>
                      </c:pt>
                      <c:pt idx="933">
                        <c:v>1.7558578585529661</c:v>
                      </c:pt>
                      <c:pt idx="934">
                        <c:v>1.7447422285462824</c:v>
                      </c:pt>
                      <c:pt idx="935">
                        <c:v>1.7417356083786544</c:v>
                      </c:pt>
                      <c:pt idx="936">
                        <c:v>1.7433956348307917</c:v>
                      </c:pt>
                      <c:pt idx="937">
                        <c:v>1.7572182508706069</c:v>
                      </c:pt>
                      <c:pt idx="938">
                        <c:v>1.7617200088644935</c:v>
                      </c:pt>
                      <c:pt idx="939">
                        <c:v>1.7858111430268429</c:v>
                      </c:pt>
                      <c:pt idx="940">
                        <c:v>1.7823363193799093</c:v>
                      </c:pt>
                      <c:pt idx="941">
                        <c:v>1.7807958893042708</c:v>
                      </c:pt>
                      <c:pt idx="942">
                        <c:v>1.7779387411242167</c:v>
                      </c:pt>
                      <c:pt idx="943">
                        <c:v>1.7828192334204407</c:v>
                      </c:pt>
                      <c:pt idx="944">
                        <c:v>1.806464055340977</c:v>
                      </c:pt>
                      <c:pt idx="945">
                        <c:v>1.8040951265840559</c:v>
                      </c:pt>
                      <c:pt idx="946">
                        <c:v>1.7980302020000094</c:v>
                      </c:pt>
                      <c:pt idx="947">
                        <c:v>1.8191554802848675</c:v>
                      </c:pt>
                      <c:pt idx="948">
                        <c:v>1.8112563807239153</c:v>
                      </c:pt>
                      <c:pt idx="949">
                        <c:v>1.8508946894325913</c:v>
                      </c:pt>
                      <c:pt idx="950">
                        <c:v>1.8822523362679711</c:v>
                      </c:pt>
                      <c:pt idx="951">
                        <c:v>1.8924845508342762</c:v>
                      </c:pt>
                      <c:pt idx="952">
                        <c:v>1.8860173977526062</c:v>
                      </c:pt>
                      <c:pt idx="953">
                        <c:v>1.9461415914280018</c:v>
                      </c:pt>
                      <c:pt idx="954">
                        <c:v>1.9316163542648637</c:v>
                      </c:pt>
                      <c:pt idx="955">
                        <c:v>1.9333696634266055</c:v>
                      </c:pt>
                      <c:pt idx="956">
                        <c:v>1.9354402847298624</c:v>
                      </c:pt>
                      <c:pt idx="957">
                        <c:v>1.936082079214388</c:v>
                      </c:pt>
                      <c:pt idx="958">
                        <c:v>1.92076693634417</c:v>
                      </c:pt>
                      <c:pt idx="959">
                        <c:v>1.9150240649210144</c:v>
                      </c:pt>
                      <c:pt idx="960">
                        <c:v>1.9044407010006821</c:v>
                      </c:pt>
                      <c:pt idx="961">
                        <c:v>1.8962849885434772</c:v>
                      </c:pt>
                      <c:pt idx="962">
                        <c:v>1.9026884484017925</c:v>
                      </c:pt>
                      <c:pt idx="963">
                        <c:v>1.8537523196914321</c:v>
                      </c:pt>
                      <c:pt idx="964">
                        <c:v>1.8365775544982035</c:v>
                      </c:pt>
                      <c:pt idx="965">
                        <c:v>1.8318571100950081</c:v>
                      </c:pt>
                      <c:pt idx="966">
                        <c:v>1.8199431377546478</c:v>
                      </c:pt>
                      <c:pt idx="967">
                        <c:v>1.8316423274242697</c:v>
                      </c:pt>
                      <c:pt idx="968">
                        <c:v>1.8306906220066832</c:v>
                      </c:pt>
                      <c:pt idx="969">
                        <c:v>1.8369830650753205</c:v>
                      </c:pt>
                      <c:pt idx="970">
                        <c:v>1.8151986318527775</c:v>
                      </c:pt>
                      <c:pt idx="971">
                        <c:v>1.7970349757275672</c:v>
                      </c:pt>
                      <c:pt idx="972">
                        <c:v>1.8080964952092629</c:v>
                      </c:pt>
                      <c:pt idx="973">
                        <c:v>1.8305394355269853</c:v>
                      </c:pt>
                      <c:pt idx="974">
                        <c:v>1.8332566040711693</c:v>
                      </c:pt>
                      <c:pt idx="975">
                        <c:v>1.842715008493367</c:v>
                      </c:pt>
                      <c:pt idx="976">
                        <c:v>1.8483668688652417</c:v>
                      </c:pt>
                      <c:pt idx="977">
                        <c:v>1.859517327628917</c:v>
                      </c:pt>
                      <c:pt idx="978">
                        <c:v>1.8611808457886507</c:v>
                      </c:pt>
                      <c:pt idx="979">
                        <c:v>1.8628681027036478</c:v>
                      </c:pt>
                      <c:pt idx="980">
                        <c:v>1.8648175761928329</c:v>
                      </c:pt>
                      <c:pt idx="981">
                        <c:v>1.8829131870571771</c:v>
                      </c:pt>
                      <c:pt idx="982">
                        <c:v>1.8874779073840227</c:v>
                      </c:pt>
                      <c:pt idx="983">
                        <c:v>1.8870565380930864</c:v>
                      </c:pt>
                      <c:pt idx="984">
                        <c:v>1.888783010175334</c:v>
                      </c:pt>
                      <c:pt idx="985">
                        <c:v>1.897241748780911</c:v>
                      </c:pt>
                      <c:pt idx="986">
                        <c:v>1.9180668473637457</c:v>
                      </c:pt>
                      <c:pt idx="987">
                        <c:v>1.930967068193844</c:v>
                      </c:pt>
                      <c:pt idx="988">
                        <c:v>1.9383428316016702</c:v>
                      </c:pt>
                      <c:pt idx="989">
                        <c:v>1.9635026553275428</c:v>
                      </c:pt>
                      <c:pt idx="990">
                        <c:v>1.9646907618164056</c:v>
                      </c:pt>
                      <c:pt idx="991">
                        <c:v>1.956124740045003</c:v>
                      </c:pt>
                      <c:pt idx="992">
                        <c:v>1.9497081809238901</c:v>
                      </c:pt>
                      <c:pt idx="993">
                        <c:v>1.9703317350143008</c:v>
                      </c:pt>
                      <c:pt idx="994">
                        <c:v>1.9741340496584285</c:v>
                      </c:pt>
                      <c:pt idx="995">
                        <c:v>1.996477861862187</c:v>
                      </c:pt>
                      <c:pt idx="996">
                        <c:v>1.9922288030976067</c:v>
                      </c:pt>
                      <c:pt idx="997">
                        <c:v>2.0168146380467666</c:v>
                      </c:pt>
                      <c:pt idx="998">
                        <c:v>2.0243819012126254</c:v>
                      </c:pt>
                      <c:pt idx="999">
                        <c:v>2.0290771466441324</c:v>
                      </c:pt>
                      <c:pt idx="1000">
                        <c:v>1.9986544993216202</c:v>
                      </c:pt>
                      <c:pt idx="1001">
                        <c:v>1.9934953380363591</c:v>
                      </c:pt>
                      <c:pt idx="1002">
                        <c:v>2.0483487769153572</c:v>
                      </c:pt>
                      <c:pt idx="1003">
                        <c:v>2.0713834788408052</c:v>
                      </c:pt>
                      <c:pt idx="1004">
                        <c:v>2.0653286376346065</c:v>
                      </c:pt>
                      <c:pt idx="1005">
                        <c:v>2.0579477901889702</c:v>
                      </c:pt>
                      <c:pt idx="1006">
                        <c:v>2.056396264069912</c:v>
                      </c:pt>
                      <c:pt idx="1007">
                        <c:v>2.0390896887270413</c:v>
                      </c:pt>
                      <c:pt idx="1008">
                        <c:v>2.0492002307319179</c:v>
                      </c:pt>
                      <c:pt idx="1009">
                        <c:v>2.0639479355462571</c:v>
                      </c:pt>
                      <c:pt idx="1010">
                        <c:v>2.0840743139568163</c:v>
                      </c:pt>
                      <c:pt idx="1011">
                        <c:v>2.1019645762654906</c:v>
                      </c:pt>
                      <c:pt idx="1012">
                        <c:v>2.0945703309529016</c:v>
                      </c:pt>
                      <c:pt idx="1013">
                        <c:v>2.0778273322313585</c:v>
                      </c:pt>
                      <c:pt idx="1014">
                        <c:v>2.0823683925620449</c:v>
                      </c:pt>
                      <c:pt idx="1015">
                        <c:v>2.0856373821546592</c:v>
                      </c:pt>
                      <c:pt idx="1016">
                        <c:v>2.0475154814355374</c:v>
                      </c:pt>
                      <c:pt idx="1017">
                        <c:v>2.0616760918938049</c:v>
                      </c:pt>
                      <c:pt idx="1018">
                        <c:v>2.0382067138778148</c:v>
                      </c:pt>
                      <c:pt idx="1019">
                        <c:v>2.0750724495824193</c:v>
                      </c:pt>
                      <c:pt idx="1020">
                        <c:v>2.0439112390648946</c:v>
                      </c:pt>
                      <c:pt idx="1021">
                        <c:v>2.0657174992179099</c:v>
                      </c:pt>
                      <c:pt idx="1022">
                        <c:v>2.0602068635179354</c:v>
                      </c:pt>
                      <c:pt idx="1023">
                        <c:v>2.0741907568442519</c:v>
                      </c:pt>
                      <c:pt idx="1024">
                        <c:v>2.0918032637579382</c:v>
                      </c:pt>
                      <c:pt idx="1025">
                        <c:v>2.1005270490872943</c:v>
                      </c:pt>
                      <c:pt idx="1026">
                        <c:v>2.10046761319497</c:v>
                      </c:pt>
                      <c:pt idx="1027">
                        <c:v>2.0906990942210126</c:v>
                      </c:pt>
                      <c:pt idx="1028">
                        <c:v>2.0935468082302058</c:v>
                      </c:pt>
                      <c:pt idx="1029">
                        <c:v>2.0759241935550303</c:v>
                      </c:pt>
                      <c:pt idx="1030">
                        <c:v>2.0892627204663397</c:v>
                      </c:pt>
                      <c:pt idx="1031">
                        <c:v>2.0965240194916488</c:v>
                      </c:pt>
                      <c:pt idx="1032">
                        <c:v>2.1035707784801119</c:v>
                      </c:pt>
                      <c:pt idx="1033">
                        <c:v>2.103918122423174</c:v>
                      </c:pt>
                      <c:pt idx="1034">
                        <c:v>2.0866806836933618</c:v>
                      </c:pt>
                      <c:pt idx="1035">
                        <c:v>2.0930004015694283</c:v>
                      </c:pt>
                      <c:pt idx="1036">
                        <c:v>2.0783072707030543</c:v>
                      </c:pt>
                      <c:pt idx="1037">
                        <c:v>2.0807480987474221</c:v>
                      </c:pt>
                      <c:pt idx="1038">
                        <c:v>2.1007196894199009</c:v>
                      </c:pt>
                      <c:pt idx="1039">
                        <c:v>2.1103669177368278</c:v>
                      </c:pt>
                      <c:pt idx="1040">
                        <c:v>2.1162998634028765</c:v>
                      </c:pt>
                      <c:pt idx="1041">
                        <c:v>2.1481944606694094</c:v>
                      </c:pt>
                      <c:pt idx="1042">
                        <c:v>2.1557306303245456</c:v>
                      </c:pt>
                      <c:pt idx="1043">
                        <c:v>2.1476857476305202</c:v>
                      </c:pt>
                      <c:pt idx="1044">
                        <c:v>2.1534639663973998</c:v>
                      </c:pt>
                      <c:pt idx="1045">
                        <c:v>2.1221870266452436</c:v>
                      </c:pt>
                      <c:pt idx="1046">
                        <c:v>2.1277846829705016</c:v>
                      </c:pt>
                      <c:pt idx="1047">
                        <c:v>2.1070719983716701</c:v>
                      </c:pt>
                      <c:pt idx="1048">
                        <c:v>2.1230932638526752</c:v>
                      </c:pt>
                      <c:pt idx="1049">
                        <c:v>2.1281699007514043</c:v>
                      </c:pt>
                      <c:pt idx="1050">
                        <c:v>2.1857484830601797</c:v>
                      </c:pt>
                      <c:pt idx="1051">
                        <c:v>2.214630845591862</c:v>
                      </c:pt>
                      <c:pt idx="1052">
                        <c:v>2.1889801309376673</c:v>
                      </c:pt>
                      <c:pt idx="1053">
                        <c:v>2.2167856021172385</c:v>
                      </c:pt>
                      <c:pt idx="1054">
                        <c:v>2.1990668830544537</c:v>
                      </c:pt>
                      <c:pt idx="1055">
                        <c:v>2.2102433800073151</c:v>
                      </c:pt>
                      <c:pt idx="1056">
                        <c:v>2.2164040335081401</c:v>
                      </c:pt>
                      <c:pt idx="1057">
                        <c:v>2.1797514268468072</c:v>
                      </c:pt>
                      <c:pt idx="1058">
                        <c:v>2.185824709821746</c:v>
                      </c:pt>
                      <c:pt idx="1059">
                        <c:v>2.1539013950698189</c:v>
                      </c:pt>
                      <c:pt idx="1060">
                        <c:v>2.1521760105709999</c:v>
                      </c:pt>
                      <c:pt idx="1061">
                        <c:v>2.1518681489788514</c:v>
                      </c:pt>
                      <c:pt idx="1062">
                        <c:v>2.1401110508472319</c:v>
                      </c:pt>
                      <c:pt idx="1063">
                        <c:v>2.1488486382439427</c:v>
                      </c:pt>
                      <c:pt idx="1064">
                        <c:v>2.1284590166628363</c:v>
                      </c:pt>
                      <c:pt idx="1065">
                        <c:v>2.1102886724373144</c:v>
                      </c:pt>
                      <c:pt idx="1066">
                        <c:v>2.1052896255588411</c:v>
                      </c:pt>
                      <c:pt idx="1067">
                        <c:v>2.1199092945344424</c:v>
                      </c:pt>
                      <c:pt idx="1068">
                        <c:v>2.1112388945710068</c:v>
                      </c:pt>
                      <c:pt idx="1069">
                        <c:v>2.1221127234821964</c:v>
                      </c:pt>
                      <c:pt idx="1070">
                        <c:v>2.1071913716319126</c:v>
                      </c:pt>
                      <c:pt idx="1071">
                        <c:v>2.1126985362503019</c:v>
                      </c:pt>
                      <c:pt idx="1072">
                        <c:v>2.1456292648589499</c:v>
                      </c:pt>
                      <c:pt idx="1073">
                        <c:v>2.1561769272953373</c:v>
                      </c:pt>
                      <c:pt idx="1074">
                        <c:v>2.1319436328648789</c:v>
                      </c:pt>
                      <c:pt idx="1075">
                        <c:v>2.1380133845232261</c:v>
                      </c:pt>
                      <c:pt idx="1076">
                        <c:v>2.1550502402956622</c:v>
                      </c:pt>
                      <c:pt idx="1077">
                        <c:v>2.1611722235543582</c:v>
                      </c:pt>
                      <c:pt idx="1078">
                        <c:v>2.1781629922669064</c:v>
                      </c:pt>
                      <c:pt idx="1079">
                        <c:v>2.1767895925280754</c:v>
                      </c:pt>
                      <c:pt idx="1080">
                        <c:v>2.1852803575708477</c:v>
                      </c:pt>
                      <c:pt idx="1081">
                        <c:v>2.1982807630699166</c:v>
                      </c:pt>
                      <c:pt idx="1082">
                        <c:v>2.2096740990709121</c:v>
                      </c:pt>
                      <c:pt idx="1083">
                        <c:v>2.1845424389157295</c:v>
                      </c:pt>
                      <c:pt idx="1084">
                        <c:v>2.1772659356557313</c:v>
                      </c:pt>
                      <c:pt idx="1085">
                        <c:v>2.1535648686138495</c:v>
                      </c:pt>
                      <c:pt idx="1086">
                        <c:v>2.1300734978552724</c:v>
                      </c:pt>
                      <c:pt idx="1087">
                        <c:v>2.1750657183355711</c:v>
                      </c:pt>
                      <c:pt idx="1088">
                        <c:v>2.1868895368980881</c:v>
                      </c:pt>
                      <c:pt idx="1089">
                        <c:v>2.1861312757012668</c:v>
                      </c:pt>
                      <c:pt idx="1090">
                        <c:v>2.1927077768474419</c:v>
                      </c:pt>
                      <c:pt idx="1091">
                        <c:v>2.2317590034254069</c:v>
                      </c:pt>
                      <c:pt idx="1092">
                        <c:v>2.2545701456508596</c:v>
                      </c:pt>
                      <c:pt idx="1093">
                        <c:v>2.2419601235906566</c:v>
                      </c:pt>
                      <c:pt idx="1094">
                        <c:v>2.2277502090846211</c:v>
                      </c:pt>
                      <c:pt idx="1095">
                        <c:v>2.2255903741104097</c:v>
                      </c:pt>
                      <c:pt idx="1096">
                        <c:v>2.2332225219852315</c:v>
                      </c:pt>
                      <c:pt idx="1097">
                        <c:v>2.2483012538251899</c:v>
                      </c:pt>
                      <c:pt idx="1098">
                        <c:v>2.2279619742483918</c:v>
                      </c:pt>
                      <c:pt idx="1099">
                        <c:v>2.2401680518165317</c:v>
                      </c:pt>
                      <c:pt idx="1100">
                        <c:v>2.2337366373255652</c:v>
                      </c:pt>
                      <c:pt idx="1101">
                        <c:v>2.2301225239127351</c:v>
                      </c:pt>
                      <c:pt idx="1102">
                        <c:v>2.2397590643525644</c:v>
                      </c:pt>
                      <c:pt idx="1103">
                        <c:v>2.2482055761878943</c:v>
                      </c:pt>
                      <c:pt idx="1104">
                        <c:v>2.2221425359647706</c:v>
                      </c:pt>
                      <c:pt idx="1105">
                        <c:v>2.2212436373772664</c:v>
                      </c:pt>
                      <c:pt idx="1106">
                        <c:v>2.226819627563315</c:v>
                      </c:pt>
                      <c:pt idx="1107">
                        <c:v>2.2805286698763858</c:v>
                      </c:pt>
                      <c:pt idx="1108">
                        <c:v>2.2636415996593855</c:v>
                      </c:pt>
                      <c:pt idx="1109">
                        <c:v>2.2490032817380361</c:v>
                      </c:pt>
                      <c:pt idx="1110">
                        <c:v>2.2931920093923139</c:v>
                      </c:pt>
                      <c:pt idx="1111">
                        <c:v>2.3438608341622951</c:v>
                      </c:pt>
                      <c:pt idx="1112">
                        <c:v>2.3378627484203571</c:v>
                      </c:pt>
                      <c:pt idx="1113">
                        <c:v>2.3249861659565787</c:v>
                      </c:pt>
                      <c:pt idx="1114">
                        <c:v>2.3286408292568757</c:v>
                      </c:pt>
                      <c:pt idx="1115">
                        <c:v>2.3318681432862447</c:v>
                      </c:pt>
                      <c:pt idx="1116">
                        <c:v>2.3164082356354978</c:v>
                      </c:pt>
                      <c:pt idx="1117">
                        <c:v>2.3185941180936065</c:v>
                      </c:pt>
                      <c:pt idx="1118">
                        <c:v>2.3009469209996549</c:v>
                      </c:pt>
                      <c:pt idx="1119">
                        <c:v>2.3154268101648534</c:v>
                      </c:pt>
                      <c:pt idx="1120">
                        <c:v>2.274791781265487</c:v>
                      </c:pt>
                      <c:pt idx="1121">
                        <c:v>2.2795264089223246</c:v>
                      </c:pt>
                      <c:pt idx="1122">
                        <c:v>2.272037779802742</c:v>
                      </c:pt>
                      <c:pt idx="1123">
                        <c:v>2.2563500179729861</c:v>
                      </c:pt>
                      <c:pt idx="1124">
                        <c:v>2.2691521325669579</c:v>
                      </c:pt>
                      <c:pt idx="1125">
                        <c:v>2.2391765610284762</c:v>
                      </c:pt>
                      <c:pt idx="1126">
                        <c:v>2.2158466784731621</c:v>
                      </c:pt>
                      <c:pt idx="1127">
                        <c:v>2.2325198838435849</c:v>
                      </c:pt>
                      <c:pt idx="1128">
                        <c:v>2.2133055365181531</c:v>
                      </c:pt>
                      <c:pt idx="1129">
                        <c:v>2.2093019593907415</c:v>
                      </c:pt>
                      <c:pt idx="1130">
                        <c:v>2.185828608207145</c:v>
                      </c:pt>
                      <c:pt idx="1131">
                        <c:v>2.2293430085316914</c:v>
                      </c:pt>
                      <c:pt idx="1132">
                        <c:v>2.2659174770152624</c:v>
                      </c:pt>
                      <c:pt idx="1133">
                        <c:v>2.272257363484163</c:v>
                      </c:pt>
                      <c:pt idx="1134">
                        <c:v>2.2492277644388294</c:v>
                      </c:pt>
                      <c:pt idx="1135">
                        <c:v>2.2890983480345448</c:v>
                      </c:pt>
                      <c:pt idx="1136">
                        <c:v>2.3342714447696373</c:v>
                      </c:pt>
                      <c:pt idx="1137">
                        <c:v>2.3169792937755784</c:v>
                      </c:pt>
                      <c:pt idx="1138">
                        <c:v>2.3056565351478198</c:v>
                      </c:pt>
                      <c:pt idx="1139">
                        <c:v>2.284433218861075</c:v>
                      </c:pt>
                      <c:pt idx="1140">
                        <c:v>2.2691172890428382</c:v>
                      </c:pt>
                      <c:pt idx="1141">
                        <c:v>2.2948215772418759</c:v>
                      </c:pt>
                      <c:pt idx="1142">
                        <c:v>2.2986752393708194</c:v>
                      </c:pt>
                      <c:pt idx="1143">
                        <c:v>2.284708680546391</c:v>
                      </c:pt>
                      <c:pt idx="1144">
                        <c:v>2.2858995509643067</c:v>
                      </c:pt>
                      <c:pt idx="1145">
                        <c:v>2.2817488963434913</c:v>
                      </c:pt>
                      <c:pt idx="1146">
                        <c:v>2.2976716715008796</c:v>
                      </c:pt>
                      <c:pt idx="1147">
                        <c:v>2.2929079564306121</c:v>
                      </c:pt>
                      <c:pt idx="1148">
                        <c:v>2.2935083705832242</c:v>
                      </c:pt>
                      <c:pt idx="1149">
                        <c:v>2.2763300675110827</c:v>
                      </c:pt>
                      <c:pt idx="1150">
                        <c:v>2.3056352320842053</c:v>
                      </c:pt>
                      <c:pt idx="1151">
                        <c:v>2.3031170500140394</c:v>
                      </c:pt>
                      <c:pt idx="1152">
                        <c:v>2.2937831287324344</c:v>
                      </c:pt>
                      <c:pt idx="1153">
                        <c:v>2.296961688658663</c:v>
                      </c:pt>
                      <c:pt idx="1154">
                        <c:v>2.3004458149285001</c:v>
                      </c:pt>
                      <c:pt idx="1155">
                        <c:v>2.3032438711444665</c:v>
                      </c:pt>
                      <c:pt idx="1156">
                        <c:v>2.2674351332494487</c:v>
                      </c:pt>
                      <c:pt idx="1157">
                        <c:v>2.2618050294049876</c:v>
                      </c:pt>
                      <c:pt idx="1158">
                        <c:v>2.2917748199991483</c:v>
                      </c:pt>
                      <c:pt idx="1159">
                        <c:v>2.2669167959691108</c:v>
                      </c:pt>
                      <c:pt idx="1160">
                        <c:v>2.2575640855115693</c:v>
                      </c:pt>
                      <c:pt idx="1161">
                        <c:v>2.2589461478896689</c:v>
                      </c:pt>
                      <c:pt idx="1162">
                        <c:v>2.2318756289337731</c:v>
                      </c:pt>
                      <c:pt idx="1163">
                        <c:v>2.1930163681400248</c:v>
                      </c:pt>
                      <c:pt idx="1164">
                        <c:v>2.1815827348247856</c:v>
                      </c:pt>
                      <c:pt idx="1165">
                        <c:v>2.1457246873254556</c:v>
                      </c:pt>
                      <c:pt idx="1166">
                        <c:v>2.1743668754096213</c:v>
                      </c:pt>
                      <c:pt idx="1167">
                        <c:v>2.2049402458894614</c:v>
                      </c:pt>
                      <c:pt idx="1168">
                        <c:v>2.2188460824592653</c:v>
                      </c:pt>
                      <c:pt idx="1169">
                        <c:v>2.2635220791999151</c:v>
                      </c:pt>
                      <c:pt idx="1170">
                        <c:v>2.255485963475683</c:v>
                      </c:pt>
                      <c:pt idx="1171">
                        <c:v>2.2400098877237191</c:v>
                      </c:pt>
                      <c:pt idx="1172">
                        <c:v>2.2347880693364179</c:v>
                      </c:pt>
                      <c:pt idx="1173">
                        <c:v>2.2388933123120291</c:v>
                      </c:pt>
                      <c:pt idx="1174">
                        <c:v>2.2474869943592939</c:v>
                      </c:pt>
                      <c:pt idx="1175">
                        <c:v>2.2645778721739172</c:v>
                      </c:pt>
                      <c:pt idx="1176">
                        <c:v>2.2694680686930182</c:v>
                      </c:pt>
                      <c:pt idx="1177">
                        <c:v>2.2676583128085519</c:v>
                      </c:pt>
                      <c:pt idx="1178">
                        <c:v>2.276916742166113</c:v>
                      </c:pt>
                      <c:pt idx="1179">
                        <c:v>2.2561526547046209</c:v>
                      </c:pt>
                      <c:pt idx="1180">
                        <c:v>2.251842563997446</c:v>
                      </c:pt>
                      <c:pt idx="1181">
                        <c:v>2.2695697330604521</c:v>
                      </c:pt>
                      <c:pt idx="1182">
                        <c:v>2.2976309062778344</c:v>
                      </c:pt>
                      <c:pt idx="1183">
                        <c:v>2.2794974093137843</c:v>
                      </c:pt>
                      <c:pt idx="1184">
                        <c:v>2.2918449564224699</c:v>
                      </c:pt>
                      <c:pt idx="1185">
                        <c:v>2.3083515995391446</c:v>
                      </c:pt>
                      <c:pt idx="1186">
                        <c:v>2.3152600788719426</c:v>
                      </c:pt>
                      <c:pt idx="1187">
                        <c:v>2.2980964314602406</c:v>
                      </c:pt>
                      <c:pt idx="1188">
                        <c:v>2.3284727347326006</c:v>
                      </c:pt>
                      <c:pt idx="1189">
                        <c:v>2.3271959667225546</c:v>
                      </c:pt>
                      <c:pt idx="1190">
                        <c:v>2.3456345893852268</c:v>
                      </c:pt>
                      <c:pt idx="1191">
                        <c:v>2.3835287173049911</c:v>
                      </c:pt>
                      <c:pt idx="1192">
                        <c:v>2.359777736394673</c:v>
                      </c:pt>
                      <c:pt idx="1193">
                        <c:v>2.3566126057956742</c:v>
                      </c:pt>
                      <c:pt idx="1194">
                        <c:v>2.3632034361676548</c:v>
                      </c:pt>
                      <c:pt idx="1195">
                        <c:v>2.3722121294652587</c:v>
                      </c:pt>
                      <c:pt idx="1196">
                        <c:v>2.3338726253843309</c:v>
                      </c:pt>
                      <c:pt idx="1197">
                        <c:v>2.334754175626621</c:v>
                      </c:pt>
                      <c:pt idx="1198">
                        <c:v>2.3385756552690866</c:v>
                      </c:pt>
                      <c:pt idx="1199">
                        <c:v>2.3288654215705344</c:v>
                      </c:pt>
                      <c:pt idx="1200">
                        <c:v>2.3488538630997704</c:v>
                      </c:pt>
                      <c:pt idx="1201">
                        <c:v>2.3745835582226835</c:v>
                      </c:pt>
                      <c:pt idx="1202">
                        <c:v>2.3568956978822411</c:v>
                      </c:pt>
                      <c:pt idx="1203">
                        <c:v>2.3646268158333985</c:v>
                      </c:pt>
                      <c:pt idx="1204">
                        <c:v>2.3551340713544962</c:v>
                      </c:pt>
                      <c:pt idx="1205">
                        <c:v>2.3527856704088843</c:v>
                      </c:pt>
                      <c:pt idx="1206">
                        <c:v>2.3494539077827188</c:v>
                      </c:pt>
                      <c:pt idx="1207">
                        <c:v>2.2928242538391328</c:v>
                      </c:pt>
                      <c:pt idx="1208">
                        <c:v>2.3080777963306782</c:v>
                      </c:pt>
                      <c:pt idx="1209">
                        <c:v>2.2958290605889435</c:v>
                      </c:pt>
                      <c:pt idx="1210">
                        <c:v>2.2757325252786016</c:v>
                      </c:pt>
                      <c:pt idx="1211">
                        <c:v>2.2585457642870863</c:v>
                      </c:pt>
                      <c:pt idx="1212">
                        <c:v>2.2765236770534867</c:v>
                      </c:pt>
                      <c:pt idx="1213">
                        <c:v>2.2972707863528501</c:v>
                      </c:pt>
                      <c:pt idx="1214">
                        <c:v>2.3084717166872601</c:v>
                      </c:pt>
                      <c:pt idx="1215">
                        <c:v>2.3186045499846166</c:v>
                      </c:pt>
                      <c:pt idx="1216">
                        <c:v>2.3273066127831066</c:v>
                      </c:pt>
                      <c:pt idx="1217">
                        <c:v>2.3410727647383345</c:v>
                      </c:pt>
                      <c:pt idx="1218">
                        <c:v>2.3422832327989731</c:v>
                      </c:pt>
                      <c:pt idx="1219">
                        <c:v>2.3131589973982991</c:v>
                      </c:pt>
                      <c:pt idx="1220">
                        <c:v>2.3283881866255185</c:v>
                      </c:pt>
                      <c:pt idx="1221">
                        <c:v>2.3151116692160696</c:v>
                      </c:pt>
                      <c:pt idx="1222">
                        <c:v>2.32896309669206</c:v>
                      </c:pt>
                      <c:pt idx="1223">
                        <c:v>2.3237607874529727</c:v>
                      </c:pt>
                      <c:pt idx="1224">
                        <c:v>2.3392794778692108</c:v>
                      </c:pt>
                      <c:pt idx="1225">
                        <c:v>2.3360413114008742</c:v>
                      </c:pt>
                      <c:pt idx="1226">
                        <c:v>2.2929037752788939</c:v>
                      </c:pt>
                      <c:pt idx="1227">
                        <c:v>2.2791888655102137</c:v>
                      </c:pt>
                      <c:pt idx="1228">
                        <c:v>2.2706749841890659</c:v>
                      </c:pt>
                      <c:pt idx="1229">
                        <c:v>2.1796506562838425</c:v>
                      </c:pt>
                      <c:pt idx="1230">
                        <c:v>2.1960545807308232</c:v>
                      </c:pt>
                      <c:pt idx="1231">
                        <c:v>2.257213494720637</c:v>
                      </c:pt>
                      <c:pt idx="1232">
                        <c:v>2.3298326996607424</c:v>
                      </c:pt>
                      <c:pt idx="1233">
                        <c:v>2.3408740281731881</c:v>
                      </c:pt>
                      <c:pt idx="1234">
                        <c:v>2.3440234596793812</c:v>
                      </c:pt>
                      <c:pt idx="1235">
                        <c:v>2.306437489637271</c:v>
                      </c:pt>
                      <c:pt idx="1236">
                        <c:v>2.2643470469583948</c:v>
                      </c:pt>
                      <c:pt idx="1237">
                        <c:v>2.235516556352366</c:v>
                      </c:pt>
                      <c:pt idx="1238">
                        <c:v>2.1694956840320199</c:v>
                      </c:pt>
                      <c:pt idx="1239">
                        <c:v>2.0549622498026312</c:v>
                      </c:pt>
                      <c:pt idx="1240">
                        <c:v>2.1560156686994612</c:v>
                      </c:pt>
                      <c:pt idx="1241">
                        <c:v>2.1962414997098647</c:v>
                      </c:pt>
                      <c:pt idx="1242">
                        <c:v>2.2752215308368622</c:v>
                      </c:pt>
                      <c:pt idx="1243">
                        <c:v>2.2986859753908324</c:v>
                      </c:pt>
                      <c:pt idx="1244">
                        <c:v>2.3022338623315677</c:v>
                      </c:pt>
                      <c:pt idx="1245">
                        <c:v>2.3372814546420395</c:v>
                      </c:pt>
                      <c:pt idx="1246">
                        <c:v>2.3656982164162565</c:v>
                      </c:pt>
                      <c:pt idx="1247">
                        <c:v>2.4155551806015962</c:v>
                      </c:pt>
                      <c:pt idx="1248">
                        <c:v>2.4164081866930847</c:v>
                      </c:pt>
                      <c:pt idx="1249">
                        <c:v>2.4680761301474137</c:v>
                      </c:pt>
                      <c:pt idx="1250">
                        <c:v>2.3707481476581003</c:v>
                      </c:pt>
                      <c:pt idx="1251">
                        <c:v>2.432971555580107</c:v>
                      </c:pt>
                      <c:pt idx="1252">
                        <c:v>2.4403414433498014</c:v>
                      </c:pt>
                      <c:pt idx="1253">
                        <c:v>2.4415580805302746</c:v>
                      </c:pt>
                      <c:pt idx="1254">
                        <c:v>2.4243194172448144</c:v>
                      </c:pt>
                      <c:pt idx="1255">
                        <c:v>2.4313376481456759</c:v>
                      </c:pt>
                      <c:pt idx="1256">
                        <c:v>2.4258224586633981</c:v>
                      </c:pt>
                      <c:pt idx="1257">
                        <c:v>2.4538300459558875</c:v>
                      </c:pt>
                      <c:pt idx="1258">
                        <c:v>2.4833590560551104</c:v>
                      </c:pt>
                      <c:pt idx="1259">
                        <c:v>2.4823872231176818</c:v>
                      </c:pt>
                      <c:pt idx="1260">
                        <c:v>2.4895396525985705</c:v>
                      </c:pt>
                      <c:pt idx="1261">
                        <c:v>2.4828349764562629</c:v>
                      </c:pt>
                      <c:pt idx="1262">
                        <c:v>2.5049288533260352</c:v>
                      </c:pt>
                      <c:pt idx="1263">
                        <c:v>2.5440461225587305</c:v>
                      </c:pt>
                      <c:pt idx="1264">
                        <c:v>2.5097486171626535</c:v>
                      </c:pt>
                      <c:pt idx="1265">
                        <c:v>2.5320256190053931</c:v>
                      </c:pt>
                      <c:pt idx="1266">
                        <c:v>2.5380553104378638</c:v>
                      </c:pt>
                      <c:pt idx="1267">
                        <c:v>2.5100782869246583</c:v>
                      </c:pt>
                      <c:pt idx="1268">
                        <c:v>2.4649275598085327</c:v>
                      </c:pt>
                      <c:pt idx="1269">
                        <c:v>2.4609745308654416</c:v>
                      </c:pt>
                      <c:pt idx="1270">
                        <c:v>2.417328591379114</c:v>
                      </c:pt>
                      <c:pt idx="1271">
                        <c:v>2.4613773489683526</c:v>
                      </c:pt>
                      <c:pt idx="1272">
                        <c:v>2.4761177350166674</c:v>
                      </c:pt>
                      <c:pt idx="1273">
                        <c:v>2.521528822708889</c:v>
                      </c:pt>
                      <c:pt idx="1274">
                        <c:v>2.5323115689636628</c:v>
                      </c:pt>
                      <c:pt idx="1275">
                        <c:v>2.5302767494502043</c:v>
                      </c:pt>
                      <c:pt idx="1276">
                        <c:v>2.4885418934412469</c:v>
                      </c:pt>
                      <c:pt idx="1277">
                        <c:v>2.501358656976655</c:v>
                      </c:pt>
                      <c:pt idx="1278">
                        <c:v>2.4699467152364845</c:v>
                      </c:pt>
                      <c:pt idx="1279">
                        <c:v>2.4990597050943277</c:v>
                      </c:pt>
                      <c:pt idx="1280">
                        <c:v>2.4824652653528445</c:v>
                      </c:pt>
                      <c:pt idx="1281">
                        <c:v>2.485923301835788</c:v>
                      </c:pt>
                      <c:pt idx="1282">
                        <c:v>2.4085090898971955</c:v>
                      </c:pt>
                      <c:pt idx="1283">
                        <c:v>2.4950507114587617</c:v>
                      </c:pt>
                      <c:pt idx="1284">
                        <c:v>2.4979317177084721</c:v>
                      </c:pt>
                      <c:pt idx="1285">
                        <c:v>2.5098859342803896</c:v>
                      </c:pt>
                      <c:pt idx="1286">
                        <c:v>2.4918844282002253</c:v>
                      </c:pt>
                      <c:pt idx="1287">
                        <c:v>2.4684294599825058</c:v>
                      </c:pt>
                      <c:pt idx="1288">
                        <c:v>2.4926691087602535</c:v>
                      </c:pt>
                      <c:pt idx="1289">
                        <c:v>2.4982277573836407</c:v>
                      </c:pt>
                      <c:pt idx="1290">
                        <c:v>2.517742561507105</c:v>
                      </c:pt>
                      <c:pt idx="1291">
                        <c:v>2.5549895663953839</c:v>
                      </c:pt>
                      <c:pt idx="1292">
                        <c:v>2.5553065870164384</c:v>
                      </c:pt>
                      <c:pt idx="1293">
                        <c:v>2.6136145262978694</c:v>
                      </c:pt>
                      <c:pt idx="1294">
                        <c:v>2.6265312649823205</c:v>
                      </c:pt>
                      <c:pt idx="1295">
                        <c:v>2.6102099719822132</c:v>
                      </c:pt>
                      <c:pt idx="1296">
                        <c:v>2.6904875649874778</c:v>
                      </c:pt>
                      <c:pt idx="1297">
                        <c:v>2.6857845250061732</c:v>
                      </c:pt>
                      <c:pt idx="1298">
                        <c:v>2.7026969876107838</c:v>
                      </c:pt>
                      <c:pt idx="1299">
                        <c:v>2.7082822105509106</c:v>
                      </c:pt>
                      <c:pt idx="1300">
                        <c:v>2.7036311560584783</c:v>
                      </c:pt>
                      <c:pt idx="1301">
                        <c:v>2.7058695305444451</c:v>
                      </c:pt>
                      <c:pt idx="1302">
                        <c:v>2.7100324306533468</c:v>
                      </c:pt>
                      <c:pt idx="1303">
                        <c:v>2.7250385921807276</c:v>
                      </c:pt>
                      <c:pt idx="1304">
                        <c:v>2.7119659529846625</c:v>
                      </c:pt>
                      <c:pt idx="1305">
                        <c:v>2.7013778994727056</c:v>
                      </c:pt>
                      <c:pt idx="1306">
                        <c:v>2.6584694303946139</c:v>
                      </c:pt>
                      <c:pt idx="1307">
                        <c:v>2.6456489537996704</c:v>
                      </c:pt>
                      <c:pt idx="1308">
                        <c:v>2.6990614619999764</c:v>
                      </c:pt>
                      <c:pt idx="1309">
                        <c:v>2.6929186980834738</c:v>
                      </c:pt>
                      <c:pt idx="1310">
                        <c:v>2.6981414309946827</c:v>
                      </c:pt>
                      <c:pt idx="1311">
                        <c:v>2.662642868753831</c:v>
                      </c:pt>
                      <c:pt idx="1312">
                        <c:v>2.6672082533191346</c:v>
                      </c:pt>
                      <c:pt idx="1313">
                        <c:v>2.6711337532309853</c:v>
                      </c:pt>
                      <c:pt idx="1314">
                        <c:v>2.70334475345489</c:v>
                      </c:pt>
                      <c:pt idx="1315">
                        <c:v>2.6634895158800576</c:v>
                      </c:pt>
                      <c:pt idx="1316">
                        <c:v>2.6234298266182718</c:v>
                      </c:pt>
                      <c:pt idx="1317">
                        <c:v>2.6572076361796473</c:v>
                      </c:pt>
                      <c:pt idx="1318">
                        <c:v>2.5854290243738207</c:v>
                      </c:pt>
                      <c:pt idx="1319">
                        <c:v>2.5968100435248389</c:v>
                      </c:pt>
                      <c:pt idx="1320">
                        <c:v>2.5785068410350198</c:v>
                      </c:pt>
                      <c:pt idx="1321">
                        <c:v>2.5936688248927795</c:v>
                      </c:pt>
                      <c:pt idx="1322">
                        <c:v>2.5851537568581318</c:v>
                      </c:pt>
                      <c:pt idx="1323">
                        <c:v>2.6237075700822281</c:v>
                      </c:pt>
                      <c:pt idx="1324">
                        <c:v>2.6021640470148597</c:v>
                      </c:pt>
                      <c:pt idx="1325">
                        <c:v>2.5929742606084378</c:v>
                      </c:pt>
                      <c:pt idx="1326">
                        <c:v>2.5998928508158743</c:v>
                      </c:pt>
                      <c:pt idx="1327">
                        <c:v>2.5211309894845932</c:v>
                      </c:pt>
                      <c:pt idx="1328">
                        <c:v>2.5170675699176979</c:v>
                      </c:pt>
                      <c:pt idx="1329">
                        <c:v>2.5586914601893422</c:v>
                      </c:pt>
                      <c:pt idx="1330">
                        <c:v>2.5067489131506093</c:v>
                      </c:pt>
                      <c:pt idx="1331">
                        <c:v>2.5311632830943767</c:v>
                      </c:pt>
                      <c:pt idx="1332">
                        <c:v>2.5693906212681745</c:v>
                      </c:pt>
                      <c:pt idx="1333">
                        <c:v>2.560948045797355</c:v>
                      </c:pt>
                      <c:pt idx="1334">
                        <c:v>2.5649345419121472</c:v>
                      </c:pt>
                      <c:pt idx="1335">
                        <c:v>2.5024804388105508</c:v>
                      </c:pt>
                      <c:pt idx="1336">
                        <c:v>2.5339267348323684</c:v>
                      </c:pt>
                      <c:pt idx="1337">
                        <c:v>2.47334919831329</c:v>
                      </c:pt>
                      <c:pt idx="1338">
                        <c:v>2.4962295167248603</c:v>
                      </c:pt>
                      <c:pt idx="1339">
                        <c:v>2.4699553240485055</c:v>
                      </c:pt>
                      <c:pt idx="1340">
                        <c:v>2.5303554102564219</c:v>
                      </c:pt>
                      <c:pt idx="1341">
                        <c:v>2.5357459189850795</c:v>
                      </c:pt>
                      <c:pt idx="1342">
                        <c:v>2.4992904388563302</c:v>
                      </c:pt>
                      <c:pt idx="1343">
                        <c:v>2.4938423080270682</c:v>
                      </c:pt>
                      <c:pt idx="1344">
                        <c:v>2.5086994950665016</c:v>
                      </c:pt>
                      <c:pt idx="1345">
                        <c:v>2.5143793454797754</c:v>
                      </c:pt>
                      <c:pt idx="1346">
                        <c:v>2.5121457853232187</c:v>
                      </c:pt>
                      <c:pt idx="1347">
                        <c:v>2.5015044358669969</c:v>
                      </c:pt>
                      <c:pt idx="1348">
                        <c:v>2.4626132036938637</c:v>
                      </c:pt>
                      <c:pt idx="1349">
                        <c:v>2.434740000529164</c:v>
                      </c:pt>
                      <c:pt idx="1350">
                        <c:v>2.4613952535596502</c:v>
                      </c:pt>
                      <c:pt idx="1351">
                        <c:v>2.5091704395448957</c:v>
                      </c:pt>
                      <c:pt idx="1352">
                        <c:v>2.5067396726570967</c:v>
                      </c:pt>
                      <c:pt idx="1353">
                        <c:v>2.514680045382756</c:v>
                      </c:pt>
                      <c:pt idx="1354">
                        <c:v>2.6002497902532267</c:v>
                      </c:pt>
                      <c:pt idx="1355">
                        <c:v>2.5973671847623314</c:v>
                      </c:pt>
                      <c:pt idx="1356">
                        <c:v>2.5790674139094145</c:v>
                      </c:pt>
                      <c:pt idx="1357">
                        <c:v>2.5294870858064482</c:v>
                      </c:pt>
                      <c:pt idx="1358">
                        <c:v>2.5550062321955114</c:v>
                      </c:pt>
                      <c:pt idx="1359">
                        <c:v>2.5549890853318415</c:v>
                      </c:pt>
                      <c:pt idx="1360">
                        <c:v>2.5491978793631755</c:v>
                      </c:pt>
                      <c:pt idx="1361">
                        <c:v>2.5294515018284729</c:v>
                      </c:pt>
                      <c:pt idx="1362">
                        <c:v>2.5325773525412236</c:v>
                      </c:pt>
                      <c:pt idx="1363">
                        <c:v>2.5426329485202954</c:v>
                      </c:pt>
                      <c:pt idx="1364">
                        <c:v>2.5194040357468523</c:v>
                      </c:pt>
                      <c:pt idx="1365">
                        <c:v>2.5401168713267532</c:v>
                      </c:pt>
                      <c:pt idx="1366">
                        <c:v>2.5308707266248338</c:v>
                      </c:pt>
                      <c:pt idx="1367">
                        <c:v>2.5334095037318116</c:v>
                      </c:pt>
                      <c:pt idx="1368">
                        <c:v>2.4927173970598839</c:v>
                      </c:pt>
                      <c:pt idx="1369">
                        <c:v>2.4861161358733632</c:v>
                      </c:pt>
                      <c:pt idx="1370">
                        <c:v>2.4581793123094138</c:v>
                      </c:pt>
                      <c:pt idx="1371">
                        <c:v>2.4522225386303784</c:v>
                      </c:pt>
                      <c:pt idx="1372">
                        <c:v>2.4609853762251364</c:v>
                      </c:pt>
                      <c:pt idx="1373">
                        <c:v>2.4423654484102628</c:v>
                      </c:pt>
                      <c:pt idx="1374">
                        <c:v>2.4451724443327998</c:v>
                      </c:pt>
                      <c:pt idx="1375">
                        <c:v>2.446810296406889</c:v>
                      </c:pt>
                      <c:pt idx="1376">
                        <c:v>2.4943927425406991</c:v>
                      </c:pt>
                      <c:pt idx="1377">
                        <c:v>2.4420620592463895</c:v>
                      </c:pt>
                      <c:pt idx="1378">
                        <c:v>2.453766266056622</c:v>
                      </c:pt>
                      <c:pt idx="1379">
                        <c:v>2.4413321284291367</c:v>
                      </c:pt>
                      <c:pt idx="1380">
                        <c:v>2.4540324347685432</c:v>
                      </c:pt>
                      <c:pt idx="1381">
                        <c:v>2.4305391086438051</c:v>
                      </c:pt>
                      <c:pt idx="1382">
                        <c:v>2.4104796313206123</c:v>
                      </c:pt>
                      <c:pt idx="1383">
                        <c:v>2.4191756976924559</c:v>
                      </c:pt>
                      <c:pt idx="1384">
                        <c:v>2.4153211856361376</c:v>
                      </c:pt>
                      <c:pt idx="1385">
                        <c:v>2.417709993049701</c:v>
                      </c:pt>
                      <c:pt idx="1386">
                        <c:v>2.3974188213434529</c:v>
                      </c:pt>
                      <c:pt idx="1387">
                        <c:v>2.4088588313929082</c:v>
                      </c:pt>
                      <c:pt idx="1388">
                        <c:v>2.470119860871431</c:v>
                      </c:pt>
                      <c:pt idx="1389">
                        <c:v>2.4672470512235298</c:v>
                      </c:pt>
                      <c:pt idx="1390">
                        <c:v>2.4807875356005975</c:v>
                      </c:pt>
                      <c:pt idx="1391">
                        <c:v>2.576091830211988</c:v>
                      </c:pt>
                      <c:pt idx="1392">
                        <c:v>2.6160490889534675</c:v>
                      </c:pt>
                      <c:pt idx="1393">
                        <c:v>2.7198622230041738</c:v>
                      </c:pt>
                      <c:pt idx="1394">
                        <c:v>2.8191074961554277</c:v>
                      </c:pt>
                      <c:pt idx="1395">
                        <c:v>3.0595205424310814</c:v>
                      </c:pt>
                      <c:pt idx="1396">
                        <c:v>3.2021526828977134</c:v>
                      </c:pt>
                      <c:pt idx="1397">
                        <c:v>2.9129035436418769</c:v>
                      </c:pt>
                      <c:pt idx="1398">
                        <c:v>2.9682126459197509</c:v>
                      </c:pt>
                      <c:pt idx="1399">
                        <c:v>2.872361763491297</c:v>
                      </c:pt>
                      <c:pt idx="1400">
                        <c:v>2.9171554080658755</c:v>
                      </c:pt>
                      <c:pt idx="1401">
                        <c:v>2.8515426851162173</c:v>
                      </c:pt>
                      <c:pt idx="1402">
                        <c:v>2.8502534413361484</c:v>
                      </c:pt>
                      <c:pt idx="1403">
                        <c:v>2.8120019270108689</c:v>
                      </c:pt>
                      <c:pt idx="1404">
                        <c:v>2.872517013486886</c:v>
                      </c:pt>
                      <c:pt idx="1405">
                        <c:v>2.890380476119272</c:v>
                      </c:pt>
                      <c:pt idx="1406">
                        <c:v>2.9441140112065436</c:v>
                      </c:pt>
                      <c:pt idx="1407">
                        <c:v>2.9519163552292116</c:v>
                      </c:pt>
                      <c:pt idx="1408">
                        <c:v>2.928426074784817</c:v>
                      </c:pt>
                      <c:pt idx="1409">
                        <c:v>2.9789459408054384</c:v>
                      </c:pt>
                      <c:pt idx="1410">
                        <c:v>3.034252280214135</c:v>
                      </c:pt>
                      <c:pt idx="1411">
                        <c:v>2.9833951813017419</c:v>
                      </c:pt>
                      <c:pt idx="1412">
                        <c:v>2.9694151214877968</c:v>
                      </c:pt>
                      <c:pt idx="1413">
                        <c:v>3.0005291493528423</c:v>
                      </c:pt>
                      <c:pt idx="1414">
                        <c:v>3.0041865838195774</c:v>
                      </c:pt>
                      <c:pt idx="1415">
                        <c:v>3.0551138753255458</c:v>
                      </c:pt>
                      <c:pt idx="1416">
                        <c:v>3.10184187444698</c:v>
                      </c:pt>
                      <c:pt idx="1417">
                        <c:v>3.106057044842867</c:v>
                      </c:pt>
                      <c:pt idx="1418">
                        <c:v>3.1550333777590316</c:v>
                      </c:pt>
                      <c:pt idx="1419">
                        <c:v>3.1271578167730216</c:v>
                      </c:pt>
                      <c:pt idx="1420">
                        <c:v>3.1786920704932067</c:v>
                      </c:pt>
                      <c:pt idx="1421">
                        <c:v>3.151172270139734</c:v>
                      </c:pt>
                      <c:pt idx="1422">
                        <c:v>3.1624737603314377</c:v>
                      </c:pt>
                      <c:pt idx="1423">
                        <c:v>3.0782451942268341</c:v>
                      </c:pt>
                      <c:pt idx="1424">
                        <c:v>3.0591709077942508</c:v>
                      </c:pt>
                      <c:pt idx="1425">
                        <c:v>3.079794203695196</c:v>
                      </c:pt>
                      <c:pt idx="1426">
                        <c:v>3.0891677039312317</c:v>
                      </c:pt>
                      <c:pt idx="1427">
                        <c:v>3.1178491147168681</c:v>
                      </c:pt>
                      <c:pt idx="1428">
                        <c:v>3.1164611649689933</c:v>
                      </c:pt>
                      <c:pt idx="1429">
                        <c:v>3.0039431200347519</c:v>
                      </c:pt>
                      <c:pt idx="1430">
                        <c:v>3.0058591852742063</c:v>
                      </c:pt>
                      <c:pt idx="1431">
                        <c:v>2.9851311249458279</c:v>
                      </c:pt>
                      <c:pt idx="1432">
                        <c:v>3.0215453941020027</c:v>
                      </c:pt>
                      <c:pt idx="1433">
                        <c:v>3.0071946414719406</c:v>
                      </c:pt>
                      <c:pt idx="1434">
                        <c:v>3.0414493744233795</c:v>
                      </c:pt>
                      <c:pt idx="1435">
                        <c:v>3.0990045019172396</c:v>
                      </c:pt>
                      <c:pt idx="1436">
                        <c:v>3.1100225502714403</c:v>
                      </c:pt>
                      <c:pt idx="1437">
                        <c:v>3.0762483638782925</c:v>
                      </c:pt>
                      <c:pt idx="1438">
                        <c:v>3.0806402681192222</c:v>
                      </c:pt>
                      <c:pt idx="1439">
                        <c:v>3.1254368244824802</c:v>
                      </c:pt>
                      <c:pt idx="1440">
                        <c:v>3.1171994812892074</c:v>
                      </c:pt>
                      <c:pt idx="1441">
                        <c:v>3.125542900949593</c:v>
                      </c:pt>
                      <c:pt idx="1442">
                        <c:v>3.1799395558676973</c:v>
                      </c:pt>
                      <c:pt idx="1443">
                        <c:v>3.2243331230271939</c:v>
                      </c:pt>
                      <c:pt idx="1444">
                        <c:v>3.163805084850273</c:v>
                      </c:pt>
                      <c:pt idx="1445">
                        <c:v>3.1688890387588424</c:v>
                      </c:pt>
                      <c:pt idx="1446">
                        <c:v>3.1179345852562306</c:v>
                      </c:pt>
                      <c:pt idx="1447">
                        <c:v>3.1287251933258924</c:v>
                      </c:pt>
                      <c:pt idx="1448">
                        <c:v>3.1088993670706881</c:v>
                      </c:pt>
                      <c:pt idx="1449">
                        <c:v>3.0938608200464688</c:v>
                      </c:pt>
                      <c:pt idx="1450">
                        <c:v>3.0610175928758974</c:v>
                      </c:pt>
                      <c:pt idx="1451">
                        <c:v>3.1050383327698969</c:v>
                      </c:pt>
                      <c:pt idx="1452">
                        <c:v>3.0837731543470643</c:v>
                      </c:pt>
                      <c:pt idx="1453">
                        <c:v>3.0938492483538762</c:v>
                      </c:pt>
                      <c:pt idx="1454">
                        <c:v>3.1079569658602813</c:v>
                      </c:pt>
                      <c:pt idx="1455">
                        <c:v>3.1118147496520279</c:v>
                      </c:pt>
                      <c:pt idx="1456">
                        <c:v>3.0494127720948732</c:v>
                      </c:pt>
                      <c:pt idx="1457">
                        <c:v>2.9812701995938973</c:v>
                      </c:pt>
                      <c:pt idx="1458">
                        <c:v>2.9223598069809325</c:v>
                      </c:pt>
                      <c:pt idx="1459">
                        <c:v>2.9223529404352591</c:v>
                      </c:pt>
                      <c:pt idx="1460">
                        <c:v>2.9280348713738813</c:v>
                      </c:pt>
                      <c:pt idx="1461">
                        <c:v>2.9243159281362656</c:v>
                      </c:pt>
                      <c:pt idx="1462">
                        <c:v>2.8899435680326553</c:v>
                      </c:pt>
                      <c:pt idx="1463">
                        <c:v>2.8348420622948121</c:v>
                      </c:pt>
                      <c:pt idx="1464">
                        <c:v>2.8355158093450155</c:v>
                      </c:pt>
                      <c:pt idx="1465">
                        <c:v>2.9197854888797439</c:v>
                      </c:pt>
                      <c:pt idx="1466">
                        <c:v>2.9061393968354086</c:v>
                      </c:pt>
                      <c:pt idx="1467">
                        <c:v>2.9304448697836918</c:v>
                      </c:pt>
                      <c:pt idx="1468">
                        <c:v>2.9264339451630366</c:v>
                      </c:pt>
                      <c:pt idx="1469">
                        <c:v>2.9299767893323398</c:v>
                      </c:pt>
                      <c:pt idx="1470">
                        <c:v>2.9169653781216711</c:v>
                      </c:pt>
                      <c:pt idx="1471">
                        <c:v>2.8981638185994769</c:v>
                      </c:pt>
                      <c:pt idx="1472">
                        <c:v>2.9030046766899855</c:v>
                      </c:pt>
                      <c:pt idx="1473">
                        <c:v>2.9296751532781506</c:v>
                      </c:pt>
                      <c:pt idx="1474">
                        <c:v>2.9321659472483748</c:v>
                      </c:pt>
                      <c:pt idx="1475">
                        <c:v>2.9218441978600831</c:v>
                      </c:pt>
                      <c:pt idx="1476">
                        <c:v>2.9681806638728281</c:v>
                      </c:pt>
                      <c:pt idx="1477">
                        <c:v>3.0144484537747163</c:v>
                      </c:pt>
                      <c:pt idx="1478">
                        <c:v>3.0588846780998566</c:v>
                      </c:pt>
                      <c:pt idx="1479">
                        <c:v>3.0507797845905658</c:v>
                      </c:pt>
                      <c:pt idx="1480">
                        <c:v>3.0613274040660605</c:v>
                      </c:pt>
                      <c:pt idx="1481">
                        <c:v>3.0422955952258892</c:v>
                      </c:pt>
                      <c:pt idx="1482">
                        <c:v>3.0629484196432171</c:v>
                      </c:pt>
                      <c:pt idx="1483">
                        <c:v>3.0635742468959313</c:v>
                      </c:pt>
                      <c:pt idx="1484">
                        <c:v>3.0006147461877557</c:v>
                      </c:pt>
                      <c:pt idx="1485">
                        <c:v>3.0263346192469327</c:v>
                      </c:pt>
                      <c:pt idx="1486">
                        <c:v>3.0310598638645052</c:v>
                      </c:pt>
                      <c:pt idx="1487">
                        <c:v>3.0408723016586316</c:v>
                      </c:pt>
                      <c:pt idx="1488">
                        <c:v>3.0328839638692524</c:v>
                      </c:pt>
                      <c:pt idx="1489">
                        <c:v>3.0077476240959591</c:v>
                      </c:pt>
                      <c:pt idx="1490">
                        <c:v>3.0357795933879639</c:v>
                      </c:pt>
                      <c:pt idx="1491">
                        <c:v>3.0336315145740089</c:v>
                      </c:pt>
                      <c:pt idx="1492">
                        <c:v>2.9708525277459334</c:v>
                      </c:pt>
                      <c:pt idx="1493">
                        <c:v>2.9773046039525051</c:v>
                      </c:pt>
                      <c:pt idx="1494">
                        <c:v>2.9915772862393237</c:v>
                      </c:pt>
                      <c:pt idx="1495">
                        <c:v>2.9959246609075043</c:v>
                      </c:pt>
                      <c:pt idx="1496">
                        <c:v>3.0358074237882682</c:v>
                      </c:pt>
                      <c:pt idx="1497">
                        <c:v>3.0166763253492288</c:v>
                      </c:pt>
                      <c:pt idx="1498">
                        <c:v>3.0212264721314446</c:v>
                      </c:pt>
                      <c:pt idx="1499">
                        <c:v>3.0335133910436207</c:v>
                      </c:pt>
                      <c:pt idx="1500">
                        <c:v>3.0588542908841783</c:v>
                      </c:pt>
                      <c:pt idx="1501">
                        <c:v>3.046461385385387</c:v>
                      </c:pt>
                      <c:pt idx="1502">
                        <c:v>3.0929927340232974</c:v>
                      </c:pt>
                      <c:pt idx="1503">
                        <c:v>3.1083775002767027</c:v>
                      </c:pt>
                      <c:pt idx="1504">
                        <c:v>3.1165090023186353</c:v>
                      </c:pt>
                      <c:pt idx="1505">
                        <c:v>3.1019861217642228</c:v>
                      </c:pt>
                      <c:pt idx="1506">
                        <c:v>3.1043998304021811</c:v>
                      </c:pt>
                      <c:pt idx="1507">
                        <c:v>3.0840525473126106</c:v>
                      </c:pt>
                      <c:pt idx="1508">
                        <c:v>3.0785224364974413</c:v>
                      </c:pt>
                      <c:pt idx="1509">
                        <c:v>3.0806803558114964</c:v>
                      </c:pt>
                      <c:pt idx="1510">
                        <c:v>3.0905676109548601</c:v>
                      </c:pt>
                      <c:pt idx="1511">
                        <c:v>3.0764343862428167</c:v>
                      </c:pt>
                      <c:pt idx="1512">
                        <c:v>3.0621650922547188</c:v>
                      </c:pt>
                      <c:pt idx="1513">
                        <c:v>3.0327635506524104</c:v>
                      </c:pt>
                      <c:pt idx="1514">
                        <c:v>3.0535021739990489</c:v>
                      </c:pt>
                      <c:pt idx="1515">
                        <c:v>3.0616577311803153</c:v>
                      </c:pt>
                      <c:pt idx="1516">
                        <c:v>3.0414920923374824</c:v>
                      </c:pt>
                      <c:pt idx="1517">
                        <c:v>2.7412532433876557</c:v>
                      </c:pt>
                      <c:pt idx="1518">
                        <c:v>2.8013910123203605</c:v>
                      </c:pt>
                      <c:pt idx="1519">
                        <c:v>2.8539947973907411</c:v>
                      </c:pt>
                      <c:pt idx="1520">
                        <c:v>2.9216916260403645</c:v>
                      </c:pt>
                      <c:pt idx="1521">
                        <c:v>2.9182204499261122</c:v>
                      </c:pt>
                      <c:pt idx="1522">
                        <c:v>2.9546358579413941</c:v>
                      </c:pt>
                      <c:pt idx="1523">
                        <c:v>2.9506339599649412</c:v>
                      </c:pt>
                      <c:pt idx="1524">
                        <c:v>2.9395268579746476</c:v>
                      </c:pt>
                      <c:pt idx="1525">
                        <c:v>2.9323780514876416</c:v>
                      </c:pt>
                      <c:pt idx="1526">
                        <c:v>2.9309798065332564</c:v>
                      </c:pt>
                      <c:pt idx="1527">
                        <c:v>2.9455730998676337</c:v>
                      </c:pt>
                      <c:pt idx="1528">
                        <c:v>2.9550977066501591</c:v>
                      </c:pt>
                      <c:pt idx="1529">
                        <c:v>2.969867714338291</c:v>
                      </c:pt>
                      <c:pt idx="1530">
                        <c:v>2.9613193904893986</c:v>
                      </c:pt>
                      <c:pt idx="1531">
                        <c:v>2.9668008315278693</c:v>
                      </c:pt>
                      <c:pt idx="1532">
                        <c:v>2.9397891170330803</c:v>
                      </c:pt>
                      <c:pt idx="1533">
                        <c:v>2.9505141417312255</c:v>
                      </c:pt>
                      <c:pt idx="1534">
                        <c:v>2.9460664660393419</c:v>
                      </c:pt>
                      <c:pt idx="1535">
                        <c:v>2.984465829697438</c:v>
                      </c:pt>
                      <c:pt idx="1536">
                        <c:v>3.0013664865043528</c:v>
                      </c:pt>
                      <c:pt idx="1537">
                        <c:v>3.0114098963669513</c:v>
                      </c:pt>
                      <c:pt idx="1538">
                        <c:v>3.0080204095783003</c:v>
                      </c:pt>
                      <c:pt idx="1539">
                        <c:v>3.0377141599495361</c:v>
                      </c:pt>
                      <c:pt idx="1540">
                        <c:v>3.0545113690617343</c:v>
                      </c:pt>
                      <c:pt idx="1541">
                        <c:v>3.0761255472166562</c:v>
                      </c:pt>
                      <c:pt idx="1542">
                        <c:v>3.0476389190022997</c:v>
                      </c:pt>
                      <c:pt idx="1543">
                        <c:v>3.056522429496896</c:v>
                      </c:pt>
                      <c:pt idx="1544">
                        <c:v>3.0719943831015999</c:v>
                      </c:pt>
                      <c:pt idx="1545">
                        <c:v>3.0937440517177501</c:v>
                      </c:pt>
                      <c:pt idx="1546">
                        <c:v>3.1022583212235486</c:v>
                      </c:pt>
                      <c:pt idx="1547">
                        <c:v>3.0815797250677597</c:v>
                      </c:pt>
                      <c:pt idx="1548">
                        <c:v>3.0603285299009446</c:v>
                      </c:pt>
                      <c:pt idx="1549">
                        <c:v>3.0571350719081547</c:v>
                      </c:pt>
                      <c:pt idx="1550">
                        <c:v>3.0401637515123952</c:v>
                      </c:pt>
                      <c:pt idx="1551">
                        <c:v>3.0479166824442436</c:v>
                      </c:pt>
                      <c:pt idx="1552">
                        <c:v>3.0886714780532518</c:v>
                      </c:pt>
                      <c:pt idx="1553">
                        <c:v>3.0702616095997119</c:v>
                      </c:pt>
                      <c:pt idx="1554">
                        <c:v>3.0792061123950392</c:v>
                      </c:pt>
                      <c:pt idx="1555">
                        <c:v>3.0916326847427231</c:v>
                      </c:pt>
                      <c:pt idx="1556">
                        <c:v>3.0948593905083772</c:v>
                      </c:pt>
                      <c:pt idx="1557">
                        <c:v>3.097111609473286</c:v>
                      </c:pt>
                      <c:pt idx="1558">
                        <c:v>3.1161608734565363</c:v>
                      </c:pt>
                      <c:pt idx="1559">
                        <c:v>3.1092556404554443</c:v>
                      </c:pt>
                      <c:pt idx="1560">
                        <c:v>3.1188614750227193</c:v>
                      </c:pt>
                      <c:pt idx="1561">
                        <c:v>3.1162462257177399</c:v>
                      </c:pt>
                      <c:pt idx="1562">
                        <c:v>3.0838388364844014</c:v>
                      </c:pt>
                      <c:pt idx="1563">
                        <c:v>3.0844684046603303</c:v>
                      </c:pt>
                      <c:pt idx="1564">
                        <c:v>3.088130320427501</c:v>
                      </c:pt>
                      <c:pt idx="1565">
                        <c:v>3.0711616864663811</c:v>
                      </c:pt>
                      <c:pt idx="1566">
                        <c:v>3.0326772625379861</c:v>
                      </c:pt>
                      <c:pt idx="1567">
                        <c:v>3.0299869216876107</c:v>
                      </c:pt>
                      <c:pt idx="1568">
                        <c:v>3.0447650468726239</c:v>
                      </c:pt>
                      <c:pt idx="1569">
                        <c:v>3.0911694679434198</c:v>
                      </c:pt>
                      <c:pt idx="1570">
                        <c:v>3.1125769638000098</c:v>
                      </c:pt>
                      <c:pt idx="1571">
                        <c:v>3.0977827354691523</c:v>
                      </c:pt>
                      <c:pt idx="1572">
                        <c:v>3.1051713583261931</c:v>
                      </c:pt>
                      <c:pt idx="1573">
                        <c:v>3.1172593339751131</c:v>
                      </c:pt>
                      <c:pt idx="1574">
                        <c:v>3.1307012696031786</c:v>
                      </c:pt>
                      <c:pt idx="1575">
                        <c:v>3.1451793301322621</c:v>
                      </c:pt>
                      <c:pt idx="1576">
                        <c:v>3.1570871930930173</c:v>
                      </c:pt>
                      <c:pt idx="1577">
                        <c:v>3.1543882958391065</c:v>
                      </c:pt>
                      <c:pt idx="1578">
                        <c:v>3.1544248262699899</c:v>
                      </c:pt>
                      <c:pt idx="1579">
                        <c:v>3.1790659537346673</c:v>
                      </c:pt>
                      <c:pt idx="1580">
                        <c:v>3.1830527148210304</c:v>
                      </c:pt>
                      <c:pt idx="1581">
                        <c:v>3.2024456635818304</c:v>
                      </c:pt>
                      <c:pt idx="1582">
                        <c:v>3.2087638002842569</c:v>
                      </c:pt>
                      <c:pt idx="1583">
                        <c:v>3.2232275554994994</c:v>
                      </c:pt>
                      <c:pt idx="1584">
                        <c:v>3.2038753909297388</c:v>
                      </c:pt>
                      <c:pt idx="1585">
                        <c:v>3.2152877390853138</c:v>
                      </c:pt>
                      <c:pt idx="1586">
                        <c:v>3.2214750205417952</c:v>
                      </c:pt>
                      <c:pt idx="1587">
                        <c:v>3.2342886667345652</c:v>
                      </c:pt>
                      <c:pt idx="1588">
                        <c:v>3.2820215890730631</c:v>
                      </c:pt>
                      <c:pt idx="1589">
                        <c:v>3.3322010000424416</c:v>
                      </c:pt>
                      <c:pt idx="1590">
                        <c:v>3.3169925175197239</c:v>
                      </c:pt>
                      <c:pt idx="1591">
                        <c:v>3.3605033747973216</c:v>
                      </c:pt>
                      <c:pt idx="1592">
                        <c:v>3.3561525123322871</c:v>
                      </c:pt>
                      <c:pt idx="1593">
                        <c:v>3.3528085312804214</c:v>
                      </c:pt>
                      <c:pt idx="1594">
                        <c:v>3.3566448186605502</c:v>
                      </c:pt>
                      <c:pt idx="1595">
                        <c:v>3.3553048768373634</c:v>
                      </c:pt>
                      <c:pt idx="1596">
                        <c:v>3.2817756150603299</c:v>
                      </c:pt>
                      <c:pt idx="1597">
                        <c:v>3.3046511020501326</c:v>
                      </c:pt>
                      <c:pt idx="1598">
                        <c:v>3.3160258076031681</c:v>
                      </c:pt>
                      <c:pt idx="1599">
                        <c:v>3.3392287758235053</c:v>
                      </c:pt>
                      <c:pt idx="1600">
                        <c:v>3.3444182126283355</c:v>
                      </c:pt>
                      <c:pt idx="1601">
                        <c:v>3.3341574532810898</c:v>
                      </c:pt>
                      <c:pt idx="1602">
                        <c:v>3.3514778890352908</c:v>
                      </c:pt>
                      <c:pt idx="1603">
                        <c:v>3.3657976708916149</c:v>
                      </c:pt>
                      <c:pt idx="1604">
                        <c:v>3.3783247857736551</c:v>
                      </c:pt>
                      <c:pt idx="1605">
                        <c:v>3.3856149210093953</c:v>
                      </c:pt>
                      <c:pt idx="1606">
                        <c:v>3.3428193191337519</c:v>
                      </c:pt>
                      <c:pt idx="1607">
                        <c:v>3.3827664920383329</c:v>
                      </c:pt>
                      <c:pt idx="1608">
                        <c:v>3.3889254242829061</c:v>
                      </c:pt>
                      <c:pt idx="1609">
                        <c:v>3.3935545901777977</c:v>
                      </c:pt>
                      <c:pt idx="1610">
                        <c:v>3.4374064986517854</c:v>
                      </c:pt>
                      <c:pt idx="1611">
                        <c:v>3.4439510911676123</c:v>
                      </c:pt>
                      <c:pt idx="1612">
                        <c:v>3.4573239178606405</c:v>
                      </c:pt>
                      <c:pt idx="1613">
                        <c:v>3.4928264341771413</c:v>
                      </c:pt>
                      <c:pt idx="1614">
                        <c:v>3.506923754388652</c:v>
                      </c:pt>
                      <c:pt idx="1615">
                        <c:v>3.4223309514391862</c:v>
                      </c:pt>
                      <c:pt idx="1616">
                        <c:v>3.4516736579521119</c:v>
                      </c:pt>
                      <c:pt idx="1617">
                        <c:v>3.4202306260839865</c:v>
                      </c:pt>
                      <c:pt idx="1618">
                        <c:v>3.4204891900223688</c:v>
                      </c:pt>
                      <c:pt idx="1619">
                        <c:v>3.3880064600296409</c:v>
                      </c:pt>
                      <c:pt idx="1620">
                        <c:v>3.3449758729838823</c:v>
                      </c:pt>
                      <c:pt idx="1621">
                        <c:v>3.3443487591946992</c:v>
                      </c:pt>
                      <c:pt idx="1622">
                        <c:v>3.384753136404365</c:v>
                      </c:pt>
                      <c:pt idx="1623">
                        <c:v>3.4037150565377483</c:v>
                      </c:pt>
                      <c:pt idx="1624">
                        <c:v>3.3888832910165796</c:v>
                      </c:pt>
                      <c:pt idx="1625">
                        <c:v>3.3787442953171478</c:v>
                      </c:pt>
                      <c:pt idx="1626">
                        <c:v>3.3978190642735351</c:v>
                      </c:pt>
                      <c:pt idx="1627">
                        <c:v>3.3894814081671725</c:v>
                      </c:pt>
                      <c:pt idx="1628">
                        <c:v>3.3780464491364701</c:v>
                      </c:pt>
                      <c:pt idx="1629">
                        <c:v>3.3747942362751133</c:v>
                      </c:pt>
                      <c:pt idx="1630">
                        <c:v>3.3899509165706854</c:v>
                      </c:pt>
                      <c:pt idx="1631">
                        <c:v>3.3377145471812688</c:v>
                      </c:pt>
                      <c:pt idx="1632">
                        <c:v>3.3420350500654901</c:v>
                      </c:pt>
                      <c:pt idx="1633">
                        <c:v>3.3060467054316289</c:v>
                      </c:pt>
                      <c:pt idx="1634">
                        <c:v>3.2868251328621758</c:v>
                      </c:pt>
                      <c:pt idx="1635">
                        <c:v>3.3325132693354145</c:v>
                      </c:pt>
                      <c:pt idx="1636">
                        <c:v>3.3101189571915448</c:v>
                      </c:pt>
                      <c:pt idx="1637">
                        <c:v>3.3124253153634591</c:v>
                      </c:pt>
                      <c:pt idx="1638">
                        <c:v>3.3277661853895628</c:v>
                      </c:pt>
                      <c:pt idx="1639">
                        <c:v>3.3468009136427241</c:v>
                      </c:pt>
                      <c:pt idx="1640">
                        <c:v>3.367114669503648</c:v>
                      </c:pt>
                      <c:pt idx="1641">
                        <c:v>3.3948558447123611</c:v>
                      </c:pt>
                      <c:pt idx="1642">
                        <c:v>3.3670054449946658</c:v>
                      </c:pt>
                      <c:pt idx="1643">
                        <c:v>3.387468175811049</c:v>
                      </c:pt>
                      <c:pt idx="1644">
                        <c:v>3.4175948299010983</c:v>
                      </c:pt>
                      <c:pt idx="1645">
                        <c:v>3.4185373687260725</c:v>
                      </c:pt>
                      <c:pt idx="1646">
                        <c:v>3.3603208720922439</c:v>
                      </c:pt>
                      <c:pt idx="1647">
                        <c:v>3.3664077610974079</c:v>
                      </c:pt>
                      <c:pt idx="1648">
                        <c:v>3.3969281557214424</c:v>
                      </c:pt>
                      <c:pt idx="1649">
                        <c:v>3.4099729657273801</c:v>
                      </c:pt>
                      <c:pt idx="1650">
                        <c:v>3.4204707831673389</c:v>
                      </c:pt>
                      <c:pt idx="1651">
                        <c:v>3.4222808345562652</c:v>
                      </c:pt>
                      <c:pt idx="1652">
                        <c:v>3.4437785319033938</c:v>
                      </c:pt>
                      <c:pt idx="1653">
                        <c:v>3.4209569446876795</c:v>
                      </c:pt>
                      <c:pt idx="1654">
                        <c:v>3.4425302327278122</c:v>
                      </c:pt>
                      <c:pt idx="1655">
                        <c:v>3.4358802757552769</c:v>
                      </c:pt>
                      <c:pt idx="1656">
                        <c:v>3.4630042814296615</c:v>
                      </c:pt>
                      <c:pt idx="1657">
                        <c:v>3.4826803527817924</c:v>
                      </c:pt>
                      <c:pt idx="1658">
                        <c:v>3.4649147021580542</c:v>
                      </c:pt>
                      <c:pt idx="1659">
                        <c:v>3.4748212937782372</c:v>
                      </c:pt>
                      <c:pt idx="1660">
                        <c:v>3.5005813341827401</c:v>
                      </c:pt>
                      <c:pt idx="1661">
                        <c:v>3.5247041671557389</c:v>
                      </c:pt>
                      <c:pt idx="1662">
                        <c:v>3.5552388017128504</c:v>
                      </c:pt>
                      <c:pt idx="1663">
                        <c:v>3.5520418743222337</c:v>
                      </c:pt>
                      <c:pt idx="1664">
                        <c:v>3.5531929262414144</c:v>
                      </c:pt>
                      <c:pt idx="1665">
                        <c:v>3.5693961831594558</c:v>
                      </c:pt>
                      <c:pt idx="1666">
                        <c:v>3.5444511607915632</c:v>
                      </c:pt>
                      <c:pt idx="1667">
                        <c:v>3.5243524857374671</c:v>
                      </c:pt>
                      <c:pt idx="1668">
                        <c:v>3.4795199704336466</c:v>
                      </c:pt>
                      <c:pt idx="1669">
                        <c:v>3.4669296316484424</c:v>
                      </c:pt>
                      <c:pt idx="1670">
                        <c:v>3.4429506619275068</c:v>
                      </c:pt>
                      <c:pt idx="1671">
                        <c:v>3.3609718387019636</c:v>
                      </c:pt>
                      <c:pt idx="1672">
                        <c:v>3.3812106024712687</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6">
                        <c:v>0</c:v>
                      </c:pt>
                      <c:pt idx="1817">
                        <c:v>0</c:v>
                      </c:pt>
                      <c:pt idx="1818">
                        <c:v>0</c:v>
                      </c:pt>
                      <c:pt idx="1819">
                        <c:v>0</c:v>
                      </c:pt>
                      <c:pt idx="1820">
                        <c:v>0</c:v>
                      </c:pt>
                      <c:pt idx="1821">
                        <c:v>0</c:v>
                      </c:pt>
                      <c:pt idx="1822">
                        <c:v>0</c:v>
                      </c:pt>
                      <c:pt idx="1823">
                        <c:v>0</c:v>
                      </c:pt>
                      <c:pt idx="1824">
                        <c:v>0</c:v>
                      </c:pt>
                      <c:pt idx="1825">
                        <c:v>0</c:v>
                      </c:pt>
                      <c:pt idx="1826">
                        <c:v>0</c:v>
                      </c:pt>
                      <c:pt idx="1827">
                        <c:v>0</c:v>
                      </c:pt>
                      <c:pt idx="1828">
                        <c:v>0</c:v>
                      </c:pt>
                      <c:pt idx="1829">
                        <c:v>0</c:v>
                      </c:pt>
                      <c:pt idx="1830">
                        <c:v>0</c:v>
                      </c:pt>
                      <c:pt idx="1831">
                        <c:v>0</c:v>
                      </c:pt>
                      <c:pt idx="1832">
                        <c:v>0</c:v>
                      </c:pt>
                      <c:pt idx="1833">
                        <c:v>0</c:v>
                      </c:pt>
                      <c:pt idx="1834">
                        <c:v>0</c:v>
                      </c:pt>
                      <c:pt idx="1835">
                        <c:v>0</c:v>
                      </c:pt>
                      <c:pt idx="1836">
                        <c:v>0</c:v>
                      </c:pt>
                      <c:pt idx="1837">
                        <c:v>0</c:v>
                      </c:pt>
                      <c:pt idx="1838">
                        <c:v>0</c:v>
                      </c:pt>
                      <c:pt idx="1839">
                        <c:v>0</c:v>
                      </c:pt>
                      <c:pt idx="1840">
                        <c:v>0</c:v>
                      </c:pt>
                      <c:pt idx="1841">
                        <c:v>0</c:v>
                      </c:pt>
                      <c:pt idx="1842">
                        <c:v>0</c:v>
                      </c:pt>
                      <c:pt idx="1843">
                        <c:v>0</c:v>
                      </c:pt>
                      <c:pt idx="1844">
                        <c:v>0</c:v>
                      </c:pt>
                      <c:pt idx="1845">
                        <c:v>0</c:v>
                      </c:pt>
                      <c:pt idx="1846">
                        <c:v>0</c:v>
                      </c:pt>
                      <c:pt idx="1847">
                        <c:v>0</c:v>
                      </c:pt>
                      <c:pt idx="1848">
                        <c:v>0</c:v>
                      </c:pt>
                      <c:pt idx="1849">
                        <c:v>0</c:v>
                      </c:pt>
                      <c:pt idx="1850">
                        <c:v>0</c:v>
                      </c:pt>
                      <c:pt idx="1851">
                        <c:v>0</c:v>
                      </c:pt>
                      <c:pt idx="1852">
                        <c:v>0</c:v>
                      </c:pt>
                      <c:pt idx="1853">
                        <c:v>0</c:v>
                      </c:pt>
                      <c:pt idx="1854">
                        <c:v>0</c:v>
                      </c:pt>
                      <c:pt idx="1855">
                        <c:v>0</c:v>
                      </c:pt>
                      <c:pt idx="1856">
                        <c:v>0</c:v>
                      </c:pt>
                      <c:pt idx="1857">
                        <c:v>0</c:v>
                      </c:pt>
                      <c:pt idx="1858">
                        <c:v>0</c:v>
                      </c:pt>
                      <c:pt idx="1859">
                        <c:v>0</c:v>
                      </c:pt>
                      <c:pt idx="1860">
                        <c:v>0</c:v>
                      </c:pt>
                      <c:pt idx="1861">
                        <c:v>0</c:v>
                      </c:pt>
                      <c:pt idx="1862">
                        <c:v>0</c:v>
                      </c:pt>
                      <c:pt idx="1863">
                        <c:v>0</c:v>
                      </c:pt>
                      <c:pt idx="1864">
                        <c:v>0</c:v>
                      </c:pt>
                      <c:pt idx="1865">
                        <c:v>0</c:v>
                      </c:pt>
                      <c:pt idx="1866">
                        <c:v>0</c:v>
                      </c:pt>
                      <c:pt idx="1867">
                        <c:v>0</c:v>
                      </c:pt>
                      <c:pt idx="1868">
                        <c:v>0</c:v>
                      </c:pt>
                      <c:pt idx="1869">
                        <c:v>0</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0</c:v>
                      </c:pt>
                      <c:pt idx="1891">
                        <c:v>0</c:v>
                      </c:pt>
                      <c:pt idx="1892">
                        <c:v>0</c:v>
                      </c:pt>
                      <c:pt idx="1893">
                        <c:v>0</c:v>
                      </c:pt>
                      <c:pt idx="1894">
                        <c:v>0</c:v>
                      </c:pt>
                      <c:pt idx="1895">
                        <c:v>0</c:v>
                      </c:pt>
                      <c:pt idx="1896">
                        <c:v>0</c:v>
                      </c:pt>
                      <c:pt idx="1897">
                        <c:v>0</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0</c:v>
                      </c:pt>
                      <c:pt idx="1915">
                        <c:v>0</c:v>
                      </c:pt>
                      <c:pt idx="1916">
                        <c:v>0</c:v>
                      </c:pt>
                      <c:pt idx="1917">
                        <c:v>0</c:v>
                      </c:pt>
                      <c:pt idx="1918">
                        <c:v>0</c:v>
                      </c:pt>
                      <c:pt idx="1919">
                        <c:v>0</c:v>
                      </c:pt>
                      <c:pt idx="1920">
                        <c:v>0</c:v>
                      </c:pt>
                      <c:pt idx="1921">
                        <c:v>0</c:v>
                      </c:pt>
                      <c:pt idx="1922">
                        <c:v>0</c:v>
                      </c:pt>
                      <c:pt idx="1923">
                        <c:v>0</c:v>
                      </c:pt>
                      <c:pt idx="1924">
                        <c:v>0</c:v>
                      </c:pt>
                      <c:pt idx="1925">
                        <c:v>0</c:v>
                      </c:pt>
                      <c:pt idx="1926">
                        <c:v>0</c:v>
                      </c:pt>
                      <c:pt idx="1927">
                        <c:v>0</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0</c:v>
                      </c:pt>
                      <c:pt idx="1942">
                        <c:v>0</c:v>
                      </c:pt>
                      <c:pt idx="1943">
                        <c:v>0</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0</c:v>
                      </c:pt>
                      <c:pt idx="2035">
                        <c:v>0</c:v>
                      </c:pt>
                      <c:pt idx="2036">
                        <c:v>0</c:v>
                      </c:pt>
                      <c:pt idx="2037">
                        <c:v>0</c:v>
                      </c:pt>
                      <c:pt idx="2038">
                        <c:v>0</c:v>
                      </c:pt>
                      <c:pt idx="2039">
                        <c:v>0</c:v>
                      </c:pt>
                      <c:pt idx="2040">
                        <c:v>0</c:v>
                      </c:pt>
                      <c:pt idx="2041">
                        <c:v>0</c:v>
                      </c:pt>
                      <c:pt idx="2042">
                        <c:v>0</c:v>
                      </c:pt>
                      <c:pt idx="2043">
                        <c:v>0</c:v>
                      </c:pt>
                      <c:pt idx="2044">
                        <c:v>0</c:v>
                      </c:pt>
                      <c:pt idx="2045">
                        <c:v>0</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0</c:v>
                      </c:pt>
                      <c:pt idx="2059">
                        <c:v>0</c:v>
                      </c:pt>
                      <c:pt idx="2060">
                        <c:v>0</c:v>
                      </c:pt>
                      <c:pt idx="2061">
                        <c:v>0</c:v>
                      </c:pt>
                      <c:pt idx="2062">
                        <c:v>0</c:v>
                      </c:pt>
                      <c:pt idx="2063">
                        <c:v>0</c:v>
                      </c:pt>
                      <c:pt idx="2064">
                        <c:v>0</c:v>
                      </c:pt>
                      <c:pt idx="2065">
                        <c:v>0</c:v>
                      </c:pt>
                      <c:pt idx="2066">
                        <c:v>0</c:v>
                      </c:pt>
                      <c:pt idx="2067">
                        <c:v>0</c:v>
                      </c:pt>
                      <c:pt idx="2068">
                        <c:v>0</c:v>
                      </c:pt>
                      <c:pt idx="2069">
                        <c:v>0</c:v>
                      </c:pt>
                      <c:pt idx="2070">
                        <c:v>0</c:v>
                      </c:pt>
                      <c:pt idx="2071">
                        <c:v>0</c:v>
                      </c:pt>
                      <c:pt idx="2072">
                        <c:v>0</c:v>
                      </c:pt>
                      <c:pt idx="2073">
                        <c:v>0</c:v>
                      </c:pt>
                      <c:pt idx="2074">
                        <c:v>0</c:v>
                      </c:pt>
                      <c:pt idx="2075">
                        <c:v>0</c:v>
                      </c:pt>
                      <c:pt idx="2076">
                        <c:v>0</c:v>
                      </c:pt>
                      <c:pt idx="2077">
                        <c:v>0</c:v>
                      </c:pt>
                      <c:pt idx="2078">
                        <c:v>0</c:v>
                      </c:pt>
                      <c:pt idx="2079">
                        <c:v>0</c:v>
                      </c:pt>
                      <c:pt idx="2080">
                        <c:v>0</c:v>
                      </c:pt>
                      <c:pt idx="2081">
                        <c:v>0</c:v>
                      </c:pt>
                      <c:pt idx="2082">
                        <c:v>0</c:v>
                      </c:pt>
                      <c:pt idx="2083">
                        <c:v>0</c:v>
                      </c:pt>
                      <c:pt idx="2084">
                        <c:v>0</c:v>
                      </c:pt>
                      <c:pt idx="2085">
                        <c:v>0</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0</c:v>
                      </c:pt>
                      <c:pt idx="2102">
                        <c:v>0</c:v>
                      </c:pt>
                      <c:pt idx="2103">
                        <c:v>0</c:v>
                      </c:pt>
                      <c:pt idx="2104">
                        <c:v>0</c:v>
                      </c:pt>
                      <c:pt idx="2105">
                        <c:v>0</c:v>
                      </c:pt>
                      <c:pt idx="2106">
                        <c:v>0</c:v>
                      </c:pt>
                      <c:pt idx="2107">
                        <c:v>0</c:v>
                      </c:pt>
                      <c:pt idx="2108">
                        <c:v>0</c:v>
                      </c:pt>
                      <c:pt idx="2109">
                        <c:v>0</c:v>
                      </c:pt>
                      <c:pt idx="2110">
                        <c:v>0</c:v>
                      </c:pt>
                      <c:pt idx="2111">
                        <c:v>0</c:v>
                      </c:pt>
                      <c:pt idx="2112">
                        <c:v>0</c:v>
                      </c:pt>
                      <c:pt idx="2113">
                        <c:v>0</c:v>
                      </c:pt>
                      <c:pt idx="2114">
                        <c:v>0</c:v>
                      </c:pt>
                      <c:pt idx="2115">
                        <c:v>0</c:v>
                      </c:pt>
                      <c:pt idx="2116">
                        <c:v>0</c:v>
                      </c:pt>
                      <c:pt idx="2117">
                        <c:v>0</c:v>
                      </c:pt>
                      <c:pt idx="2118">
                        <c:v>0</c:v>
                      </c:pt>
                      <c:pt idx="2119">
                        <c:v>0</c:v>
                      </c:pt>
                      <c:pt idx="2120">
                        <c:v>0</c:v>
                      </c:pt>
                      <c:pt idx="2121">
                        <c:v>0</c:v>
                      </c:pt>
                      <c:pt idx="2122">
                        <c:v>0</c:v>
                      </c:pt>
                      <c:pt idx="2123">
                        <c:v>0</c:v>
                      </c:pt>
                      <c:pt idx="2124">
                        <c:v>0</c:v>
                      </c:pt>
                      <c:pt idx="2125">
                        <c:v>0</c:v>
                      </c:pt>
                      <c:pt idx="2126">
                        <c:v>0</c:v>
                      </c:pt>
                      <c:pt idx="2127">
                        <c:v>0</c:v>
                      </c:pt>
                      <c:pt idx="2128">
                        <c:v>0</c:v>
                      </c:pt>
                      <c:pt idx="2129">
                        <c:v>0</c:v>
                      </c:pt>
                      <c:pt idx="2130">
                        <c:v>0</c:v>
                      </c:pt>
                      <c:pt idx="2131">
                        <c:v>0</c:v>
                      </c:pt>
                      <c:pt idx="2132">
                        <c:v>0</c:v>
                      </c:pt>
                      <c:pt idx="2133">
                        <c:v>0</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c:v>
                      </c:pt>
                      <c:pt idx="2173">
                        <c:v>0</c:v>
                      </c:pt>
                      <c:pt idx="2174">
                        <c:v>0</c:v>
                      </c:pt>
                      <c:pt idx="2175">
                        <c:v>0</c:v>
                      </c:pt>
                      <c:pt idx="2176">
                        <c:v>0</c:v>
                      </c:pt>
                      <c:pt idx="2177">
                        <c:v>0</c:v>
                      </c:pt>
                      <c:pt idx="2178">
                        <c:v>0</c:v>
                      </c:pt>
                      <c:pt idx="2179">
                        <c:v>0</c:v>
                      </c:pt>
                      <c:pt idx="2180">
                        <c:v>0</c:v>
                      </c:pt>
                      <c:pt idx="2181">
                        <c:v>0</c:v>
                      </c:pt>
                      <c:pt idx="2182">
                        <c:v>0</c:v>
                      </c:pt>
                      <c:pt idx="2183">
                        <c:v>0</c:v>
                      </c:pt>
                      <c:pt idx="2184">
                        <c:v>0</c:v>
                      </c:pt>
                      <c:pt idx="2185">
                        <c:v>0</c:v>
                      </c:pt>
                      <c:pt idx="2186">
                        <c:v>0</c:v>
                      </c:pt>
                      <c:pt idx="2187">
                        <c:v>0</c:v>
                      </c:pt>
                      <c:pt idx="2188">
                        <c:v>0</c:v>
                      </c:pt>
                      <c:pt idx="2189">
                        <c:v>0</c:v>
                      </c:pt>
                      <c:pt idx="2190">
                        <c:v>0</c:v>
                      </c:pt>
                      <c:pt idx="2191">
                        <c:v>0</c:v>
                      </c:pt>
                      <c:pt idx="2192">
                        <c:v>0</c:v>
                      </c:pt>
                      <c:pt idx="2193">
                        <c:v>0</c:v>
                      </c:pt>
                      <c:pt idx="2194">
                        <c:v>0</c:v>
                      </c:pt>
                      <c:pt idx="2195">
                        <c:v>0</c:v>
                      </c:pt>
                      <c:pt idx="2196">
                        <c:v>0</c:v>
                      </c:pt>
                      <c:pt idx="2197">
                        <c:v>0</c:v>
                      </c:pt>
                      <c:pt idx="2198">
                        <c:v>0</c:v>
                      </c:pt>
                      <c:pt idx="2199">
                        <c:v>0</c:v>
                      </c:pt>
                      <c:pt idx="2200">
                        <c:v>0</c:v>
                      </c:pt>
                      <c:pt idx="2201">
                        <c:v>0</c:v>
                      </c:pt>
                      <c:pt idx="2202">
                        <c:v>0</c:v>
                      </c:pt>
                      <c:pt idx="2203">
                        <c:v>0</c:v>
                      </c:pt>
                      <c:pt idx="2204">
                        <c:v>0</c:v>
                      </c:pt>
                      <c:pt idx="2205">
                        <c:v>0</c:v>
                      </c:pt>
                      <c:pt idx="2206">
                        <c:v>0</c:v>
                      </c:pt>
                      <c:pt idx="2207">
                        <c:v>0</c:v>
                      </c:pt>
                      <c:pt idx="2208">
                        <c:v>0</c:v>
                      </c:pt>
                      <c:pt idx="2209">
                        <c:v>0</c:v>
                      </c:pt>
                      <c:pt idx="2210">
                        <c:v>0</c:v>
                      </c:pt>
                      <c:pt idx="2211">
                        <c:v>0</c:v>
                      </c:pt>
                      <c:pt idx="2212">
                        <c:v>0</c:v>
                      </c:pt>
                      <c:pt idx="2213">
                        <c:v>0</c:v>
                      </c:pt>
                      <c:pt idx="2214">
                        <c:v>0</c:v>
                      </c:pt>
                      <c:pt idx="2215">
                        <c:v>0</c:v>
                      </c:pt>
                      <c:pt idx="2216">
                        <c:v>0</c:v>
                      </c:pt>
                      <c:pt idx="2217">
                        <c:v>0</c:v>
                      </c:pt>
                      <c:pt idx="2218">
                        <c:v>0</c:v>
                      </c:pt>
                      <c:pt idx="2219">
                        <c:v>0</c:v>
                      </c:pt>
                      <c:pt idx="2220">
                        <c:v>0</c:v>
                      </c:pt>
                      <c:pt idx="2221">
                        <c:v>0</c:v>
                      </c:pt>
                      <c:pt idx="2222">
                        <c:v>0</c:v>
                      </c:pt>
                      <c:pt idx="2223">
                        <c:v>0</c:v>
                      </c:pt>
                      <c:pt idx="2224">
                        <c:v>0</c:v>
                      </c:pt>
                      <c:pt idx="2225">
                        <c:v>0</c:v>
                      </c:pt>
                      <c:pt idx="2226">
                        <c:v>0</c:v>
                      </c:pt>
                      <c:pt idx="2227">
                        <c:v>0</c:v>
                      </c:pt>
                      <c:pt idx="2228">
                        <c:v>0</c:v>
                      </c:pt>
                      <c:pt idx="2229">
                        <c:v>0</c:v>
                      </c:pt>
                      <c:pt idx="2230">
                        <c:v>0</c:v>
                      </c:pt>
                      <c:pt idx="2231">
                        <c:v>0</c:v>
                      </c:pt>
                      <c:pt idx="2232">
                        <c:v>0</c:v>
                      </c:pt>
                      <c:pt idx="2233">
                        <c:v>0</c:v>
                      </c:pt>
                      <c:pt idx="2234">
                        <c:v>0</c:v>
                      </c:pt>
                      <c:pt idx="2235">
                        <c:v>0</c:v>
                      </c:pt>
                      <c:pt idx="2236">
                        <c:v>0</c:v>
                      </c:pt>
                      <c:pt idx="2237">
                        <c:v>0</c:v>
                      </c:pt>
                      <c:pt idx="2238">
                        <c:v>0</c:v>
                      </c:pt>
                      <c:pt idx="2239">
                        <c:v>0</c:v>
                      </c:pt>
                      <c:pt idx="2240">
                        <c:v>0</c:v>
                      </c:pt>
                      <c:pt idx="2241">
                        <c:v>0</c:v>
                      </c:pt>
                      <c:pt idx="2242">
                        <c:v>0</c:v>
                      </c:pt>
                      <c:pt idx="2243">
                        <c:v>0</c:v>
                      </c:pt>
                      <c:pt idx="2244">
                        <c:v>0</c:v>
                      </c:pt>
                      <c:pt idx="2245">
                        <c:v>0</c:v>
                      </c:pt>
                      <c:pt idx="2246">
                        <c:v>0</c:v>
                      </c:pt>
                      <c:pt idx="2247">
                        <c:v>0</c:v>
                      </c:pt>
                      <c:pt idx="2248">
                        <c:v>0</c:v>
                      </c:pt>
                      <c:pt idx="2249">
                        <c:v>0</c:v>
                      </c:pt>
                      <c:pt idx="2250">
                        <c:v>0</c:v>
                      </c:pt>
                      <c:pt idx="2251">
                        <c:v>0</c:v>
                      </c:pt>
                      <c:pt idx="2252">
                        <c:v>0</c:v>
                      </c:pt>
                      <c:pt idx="2253">
                        <c:v>0</c:v>
                      </c:pt>
                      <c:pt idx="2254">
                        <c:v>0</c:v>
                      </c:pt>
                      <c:pt idx="2255">
                        <c:v>0</c:v>
                      </c:pt>
                      <c:pt idx="2256">
                        <c:v>0</c:v>
                      </c:pt>
                      <c:pt idx="2257">
                        <c:v>0</c:v>
                      </c:pt>
                      <c:pt idx="2258">
                        <c:v>0</c:v>
                      </c:pt>
                      <c:pt idx="2259">
                        <c:v>0</c:v>
                      </c:pt>
                      <c:pt idx="2260">
                        <c:v>0</c:v>
                      </c:pt>
                      <c:pt idx="2261">
                        <c:v>0</c:v>
                      </c:pt>
                      <c:pt idx="2262">
                        <c:v>0</c:v>
                      </c:pt>
                      <c:pt idx="2263">
                        <c:v>0</c:v>
                      </c:pt>
                      <c:pt idx="2264">
                        <c:v>0</c:v>
                      </c:pt>
                      <c:pt idx="2265">
                        <c:v>0</c:v>
                      </c:pt>
                      <c:pt idx="2266">
                        <c:v>0</c:v>
                      </c:pt>
                      <c:pt idx="2267">
                        <c:v>0</c:v>
                      </c:pt>
                      <c:pt idx="2268">
                        <c:v>0</c:v>
                      </c:pt>
                      <c:pt idx="2269">
                        <c:v>0</c:v>
                      </c:pt>
                      <c:pt idx="2270">
                        <c:v>0</c:v>
                      </c:pt>
                      <c:pt idx="2271">
                        <c:v>0</c:v>
                      </c:pt>
                      <c:pt idx="2272">
                        <c:v>0</c:v>
                      </c:pt>
                      <c:pt idx="2273">
                        <c:v>0</c:v>
                      </c:pt>
                      <c:pt idx="2274">
                        <c:v>0</c:v>
                      </c:pt>
                      <c:pt idx="2275">
                        <c:v>0</c:v>
                      </c:pt>
                      <c:pt idx="2276">
                        <c:v>0</c:v>
                      </c:pt>
                      <c:pt idx="2277">
                        <c:v>0</c:v>
                      </c:pt>
                      <c:pt idx="2278">
                        <c:v>0</c:v>
                      </c:pt>
                      <c:pt idx="2279">
                        <c:v>0</c:v>
                      </c:pt>
                      <c:pt idx="2280">
                        <c:v>0</c:v>
                      </c:pt>
                      <c:pt idx="2281">
                        <c:v>0</c:v>
                      </c:pt>
                      <c:pt idx="2282">
                        <c:v>0</c:v>
                      </c:pt>
                      <c:pt idx="2283">
                        <c:v>0</c:v>
                      </c:pt>
                      <c:pt idx="2284">
                        <c:v>0</c:v>
                      </c:pt>
                      <c:pt idx="2285">
                        <c:v>0</c:v>
                      </c:pt>
                      <c:pt idx="2286">
                        <c:v>0</c:v>
                      </c:pt>
                      <c:pt idx="2287">
                        <c:v>0</c:v>
                      </c:pt>
                      <c:pt idx="2288">
                        <c:v>0</c:v>
                      </c:pt>
                      <c:pt idx="2289">
                        <c:v>0</c:v>
                      </c:pt>
                      <c:pt idx="2290">
                        <c:v>0</c:v>
                      </c:pt>
                      <c:pt idx="2291">
                        <c:v>0</c:v>
                      </c:pt>
                      <c:pt idx="2292">
                        <c:v>0</c:v>
                      </c:pt>
                      <c:pt idx="2293">
                        <c:v>0</c:v>
                      </c:pt>
                      <c:pt idx="2294">
                        <c:v>0</c:v>
                      </c:pt>
                      <c:pt idx="2295">
                        <c:v>0</c:v>
                      </c:pt>
                      <c:pt idx="2296">
                        <c:v>0</c:v>
                      </c:pt>
                      <c:pt idx="2297">
                        <c:v>0</c:v>
                      </c:pt>
                      <c:pt idx="2298">
                        <c:v>0</c:v>
                      </c:pt>
                      <c:pt idx="2299">
                        <c:v>0</c:v>
                      </c:pt>
                      <c:pt idx="2300">
                        <c:v>0</c:v>
                      </c:pt>
                      <c:pt idx="2301">
                        <c:v>0</c:v>
                      </c:pt>
                      <c:pt idx="2302">
                        <c:v>0</c:v>
                      </c:pt>
                      <c:pt idx="2303">
                        <c:v>0</c:v>
                      </c:pt>
                      <c:pt idx="2304">
                        <c:v>0</c:v>
                      </c:pt>
                      <c:pt idx="2305">
                        <c:v>0</c:v>
                      </c:pt>
                      <c:pt idx="2306">
                        <c:v>0</c:v>
                      </c:pt>
                      <c:pt idx="2307">
                        <c:v>0</c:v>
                      </c:pt>
                      <c:pt idx="2308">
                        <c:v>0</c:v>
                      </c:pt>
                      <c:pt idx="2309">
                        <c:v>0</c:v>
                      </c:pt>
                      <c:pt idx="2310">
                        <c:v>0</c:v>
                      </c:pt>
                      <c:pt idx="2311">
                        <c:v>0</c:v>
                      </c:pt>
                      <c:pt idx="2312">
                        <c:v>0</c:v>
                      </c:pt>
                      <c:pt idx="2313">
                        <c:v>0</c:v>
                      </c:pt>
                      <c:pt idx="2314">
                        <c:v>0</c:v>
                      </c:pt>
                      <c:pt idx="2315">
                        <c:v>0</c:v>
                      </c:pt>
                      <c:pt idx="2316">
                        <c:v>0</c:v>
                      </c:pt>
                      <c:pt idx="2317">
                        <c:v>0</c:v>
                      </c:pt>
                      <c:pt idx="2318">
                        <c:v>0</c:v>
                      </c:pt>
                      <c:pt idx="2319">
                        <c:v>0</c:v>
                      </c:pt>
                      <c:pt idx="2320">
                        <c:v>0</c:v>
                      </c:pt>
                      <c:pt idx="2321">
                        <c:v>0</c:v>
                      </c:pt>
                      <c:pt idx="2322">
                        <c:v>0</c:v>
                      </c:pt>
                      <c:pt idx="2323">
                        <c:v>0</c:v>
                      </c:pt>
                      <c:pt idx="2324">
                        <c:v>0</c:v>
                      </c:pt>
                      <c:pt idx="2325">
                        <c:v>0</c:v>
                      </c:pt>
                      <c:pt idx="2326">
                        <c:v>0</c:v>
                      </c:pt>
                      <c:pt idx="2327">
                        <c:v>0</c:v>
                      </c:pt>
                      <c:pt idx="2328">
                        <c:v>0</c:v>
                      </c:pt>
                      <c:pt idx="2329">
                        <c:v>0</c:v>
                      </c:pt>
                      <c:pt idx="2330">
                        <c:v>0</c:v>
                      </c:pt>
                      <c:pt idx="2331">
                        <c:v>0</c:v>
                      </c:pt>
                      <c:pt idx="2332">
                        <c:v>0</c:v>
                      </c:pt>
                      <c:pt idx="2333">
                        <c:v>0</c:v>
                      </c:pt>
                      <c:pt idx="2334">
                        <c:v>0</c:v>
                      </c:pt>
                      <c:pt idx="2335">
                        <c:v>0</c:v>
                      </c:pt>
                      <c:pt idx="2336">
                        <c:v>0</c:v>
                      </c:pt>
                      <c:pt idx="2337">
                        <c:v>0</c:v>
                      </c:pt>
                      <c:pt idx="2338">
                        <c:v>0</c:v>
                      </c:pt>
                      <c:pt idx="2339">
                        <c:v>0</c:v>
                      </c:pt>
                      <c:pt idx="2340">
                        <c:v>0</c:v>
                      </c:pt>
                      <c:pt idx="2341">
                        <c:v>0</c:v>
                      </c:pt>
                      <c:pt idx="2342">
                        <c:v>0</c:v>
                      </c:pt>
                      <c:pt idx="2343">
                        <c:v>0</c:v>
                      </c:pt>
                      <c:pt idx="2344">
                        <c:v>0</c:v>
                      </c:pt>
                      <c:pt idx="2345">
                        <c:v>0</c:v>
                      </c:pt>
                      <c:pt idx="2346">
                        <c:v>0</c:v>
                      </c:pt>
                      <c:pt idx="2347">
                        <c:v>0</c:v>
                      </c:pt>
                      <c:pt idx="2348">
                        <c:v>0</c:v>
                      </c:pt>
                      <c:pt idx="2349">
                        <c:v>0</c:v>
                      </c:pt>
                      <c:pt idx="2350">
                        <c:v>0</c:v>
                      </c:pt>
                      <c:pt idx="2351">
                        <c:v>0</c:v>
                      </c:pt>
                      <c:pt idx="2352">
                        <c:v>0</c:v>
                      </c:pt>
                      <c:pt idx="2353">
                        <c:v>0</c:v>
                      </c:pt>
                      <c:pt idx="2354">
                        <c:v>0</c:v>
                      </c:pt>
                      <c:pt idx="2355">
                        <c:v>0</c:v>
                      </c:pt>
                      <c:pt idx="2356">
                        <c:v>0</c:v>
                      </c:pt>
                      <c:pt idx="2357">
                        <c:v>0</c:v>
                      </c:pt>
                      <c:pt idx="2358">
                        <c:v>0</c:v>
                      </c:pt>
                      <c:pt idx="2359">
                        <c:v>0</c:v>
                      </c:pt>
                      <c:pt idx="2360">
                        <c:v>0</c:v>
                      </c:pt>
                      <c:pt idx="2361">
                        <c:v>0</c:v>
                      </c:pt>
                      <c:pt idx="2362">
                        <c:v>0</c:v>
                      </c:pt>
                      <c:pt idx="2363">
                        <c:v>0</c:v>
                      </c:pt>
                      <c:pt idx="2364">
                        <c:v>0</c:v>
                      </c:pt>
                      <c:pt idx="2365">
                        <c:v>0</c:v>
                      </c:pt>
                      <c:pt idx="2366">
                        <c:v>0</c:v>
                      </c:pt>
                      <c:pt idx="2367">
                        <c:v>0</c:v>
                      </c:pt>
                      <c:pt idx="2368">
                        <c:v>0</c:v>
                      </c:pt>
                      <c:pt idx="2369">
                        <c:v>0</c:v>
                      </c:pt>
                      <c:pt idx="2370">
                        <c:v>0</c:v>
                      </c:pt>
                      <c:pt idx="2371">
                        <c:v>0</c:v>
                      </c:pt>
                      <c:pt idx="2372">
                        <c:v>0</c:v>
                      </c:pt>
                      <c:pt idx="2373">
                        <c:v>0</c:v>
                      </c:pt>
                      <c:pt idx="2374">
                        <c:v>0</c:v>
                      </c:pt>
                      <c:pt idx="2375">
                        <c:v>0</c:v>
                      </c:pt>
                      <c:pt idx="2376">
                        <c:v>0</c:v>
                      </c:pt>
                      <c:pt idx="2377">
                        <c:v>0</c:v>
                      </c:pt>
                      <c:pt idx="2378">
                        <c:v>0</c:v>
                      </c:pt>
                      <c:pt idx="2379">
                        <c:v>0</c:v>
                      </c:pt>
                      <c:pt idx="2380">
                        <c:v>0</c:v>
                      </c:pt>
                      <c:pt idx="2381">
                        <c:v>0</c:v>
                      </c:pt>
                      <c:pt idx="2382">
                        <c:v>0</c:v>
                      </c:pt>
                      <c:pt idx="2383">
                        <c:v>0</c:v>
                      </c:pt>
                      <c:pt idx="2384">
                        <c:v>0</c:v>
                      </c:pt>
                      <c:pt idx="2385">
                        <c:v>0</c:v>
                      </c:pt>
                      <c:pt idx="2386">
                        <c:v>0</c:v>
                      </c:pt>
                      <c:pt idx="2387">
                        <c:v>0</c:v>
                      </c:pt>
                      <c:pt idx="2388">
                        <c:v>0</c:v>
                      </c:pt>
                      <c:pt idx="2389">
                        <c:v>0</c:v>
                      </c:pt>
                      <c:pt idx="2390">
                        <c:v>0</c:v>
                      </c:pt>
                      <c:pt idx="2391">
                        <c:v>0</c:v>
                      </c:pt>
                      <c:pt idx="2392">
                        <c:v>0</c:v>
                      </c:pt>
                      <c:pt idx="2393">
                        <c:v>0</c:v>
                      </c:pt>
                      <c:pt idx="2394">
                        <c:v>0</c:v>
                      </c:pt>
                      <c:pt idx="2395">
                        <c:v>0</c:v>
                      </c:pt>
                      <c:pt idx="2396">
                        <c:v>0</c:v>
                      </c:pt>
                      <c:pt idx="2397">
                        <c:v>0</c:v>
                      </c:pt>
                      <c:pt idx="2398">
                        <c:v>0</c:v>
                      </c:pt>
                      <c:pt idx="2399">
                        <c:v>0</c:v>
                      </c:pt>
                      <c:pt idx="2400">
                        <c:v>0</c:v>
                      </c:pt>
                      <c:pt idx="2401">
                        <c:v>0</c:v>
                      </c:pt>
                      <c:pt idx="2402">
                        <c:v>0</c:v>
                      </c:pt>
                      <c:pt idx="2403">
                        <c:v>0</c:v>
                      </c:pt>
                      <c:pt idx="2404">
                        <c:v>0</c:v>
                      </c:pt>
                      <c:pt idx="2405">
                        <c:v>0</c:v>
                      </c:pt>
                      <c:pt idx="2406">
                        <c:v>0</c:v>
                      </c:pt>
                      <c:pt idx="2407">
                        <c:v>0</c:v>
                      </c:pt>
                      <c:pt idx="2408">
                        <c:v>0</c:v>
                      </c:pt>
                      <c:pt idx="2409">
                        <c:v>0</c:v>
                      </c:pt>
                      <c:pt idx="2410">
                        <c:v>0</c:v>
                      </c:pt>
                      <c:pt idx="2411">
                        <c:v>0</c:v>
                      </c:pt>
                      <c:pt idx="2412">
                        <c:v>0</c:v>
                      </c:pt>
                      <c:pt idx="2413">
                        <c:v>0</c:v>
                      </c:pt>
                      <c:pt idx="2414">
                        <c:v>0</c:v>
                      </c:pt>
                      <c:pt idx="2415">
                        <c:v>0</c:v>
                      </c:pt>
                      <c:pt idx="2416">
                        <c:v>0</c:v>
                      </c:pt>
                      <c:pt idx="2417">
                        <c:v>0</c:v>
                      </c:pt>
                      <c:pt idx="2418">
                        <c:v>0</c:v>
                      </c:pt>
                      <c:pt idx="2419">
                        <c:v>0</c:v>
                      </c:pt>
                      <c:pt idx="2420">
                        <c:v>0</c:v>
                      </c:pt>
                      <c:pt idx="2421">
                        <c:v>0</c:v>
                      </c:pt>
                      <c:pt idx="2422">
                        <c:v>0</c:v>
                      </c:pt>
                      <c:pt idx="2423">
                        <c:v>0</c:v>
                      </c:pt>
                      <c:pt idx="2424">
                        <c:v>0</c:v>
                      </c:pt>
                      <c:pt idx="2425">
                        <c:v>0</c:v>
                      </c:pt>
                      <c:pt idx="2426">
                        <c:v>0</c:v>
                      </c:pt>
                      <c:pt idx="2427">
                        <c:v>0</c:v>
                      </c:pt>
                      <c:pt idx="2428">
                        <c:v>0</c:v>
                      </c:pt>
                      <c:pt idx="2429">
                        <c:v>0</c:v>
                      </c:pt>
                      <c:pt idx="2430">
                        <c:v>0</c:v>
                      </c:pt>
                      <c:pt idx="2431">
                        <c:v>0</c:v>
                      </c:pt>
                      <c:pt idx="2432">
                        <c:v>0</c:v>
                      </c:pt>
                      <c:pt idx="2433">
                        <c:v>0</c:v>
                      </c:pt>
                      <c:pt idx="2434">
                        <c:v>0</c:v>
                      </c:pt>
                      <c:pt idx="2435">
                        <c:v>0</c:v>
                      </c:pt>
                      <c:pt idx="2436">
                        <c:v>0</c:v>
                      </c:pt>
                      <c:pt idx="2437">
                        <c:v>0</c:v>
                      </c:pt>
                      <c:pt idx="2438">
                        <c:v>0</c:v>
                      </c:pt>
                      <c:pt idx="2439">
                        <c:v>0</c:v>
                      </c:pt>
                      <c:pt idx="2440">
                        <c:v>0</c:v>
                      </c:pt>
                      <c:pt idx="2441">
                        <c:v>0</c:v>
                      </c:pt>
                      <c:pt idx="2442">
                        <c:v>0</c:v>
                      </c:pt>
                      <c:pt idx="2443">
                        <c:v>0</c:v>
                      </c:pt>
                      <c:pt idx="2444">
                        <c:v>0</c:v>
                      </c:pt>
                      <c:pt idx="2445">
                        <c:v>0</c:v>
                      </c:pt>
                      <c:pt idx="2446">
                        <c:v>0</c:v>
                      </c:pt>
                      <c:pt idx="2447">
                        <c:v>0</c:v>
                      </c:pt>
                      <c:pt idx="2448">
                        <c:v>0</c:v>
                      </c:pt>
                      <c:pt idx="2449">
                        <c:v>0</c:v>
                      </c:pt>
                      <c:pt idx="2450">
                        <c:v>0</c:v>
                      </c:pt>
                      <c:pt idx="2451">
                        <c:v>0</c:v>
                      </c:pt>
                      <c:pt idx="2452">
                        <c:v>0</c:v>
                      </c:pt>
                      <c:pt idx="2453">
                        <c:v>0</c:v>
                      </c:pt>
                      <c:pt idx="2454">
                        <c:v>0</c:v>
                      </c:pt>
                      <c:pt idx="2455">
                        <c:v>0</c:v>
                      </c:pt>
                      <c:pt idx="2456">
                        <c:v>0</c:v>
                      </c:pt>
                      <c:pt idx="2457">
                        <c:v>0</c:v>
                      </c:pt>
                      <c:pt idx="2458">
                        <c:v>0</c:v>
                      </c:pt>
                      <c:pt idx="2459">
                        <c:v>0</c:v>
                      </c:pt>
                      <c:pt idx="2460">
                        <c:v>0</c:v>
                      </c:pt>
                      <c:pt idx="2461">
                        <c:v>0</c:v>
                      </c:pt>
                      <c:pt idx="2462">
                        <c:v>0</c:v>
                      </c:pt>
                      <c:pt idx="2463">
                        <c:v>0</c:v>
                      </c:pt>
                      <c:pt idx="2464">
                        <c:v>0</c:v>
                      </c:pt>
                      <c:pt idx="2465">
                        <c:v>0</c:v>
                      </c:pt>
                      <c:pt idx="2466">
                        <c:v>0</c:v>
                      </c:pt>
                      <c:pt idx="2467">
                        <c:v>0</c:v>
                      </c:pt>
                      <c:pt idx="2468">
                        <c:v>0</c:v>
                      </c:pt>
                      <c:pt idx="2469">
                        <c:v>0</c:v>
                      </c:pt>
                      <c:pt idx="2470">
                        <c:v>0</c:v>
                      </c:pt>
                      <c:pt idx="2471">
                        <c:v>0</c:v>
                      </c:pt>
                      <c:pt idx="2472">
                        <c:v>0</c:v>
                      </c:pt>
                      <c:pt idx="2473">
                        <c:v>0</c:v>
                      </c:pt>
                      <c:pt idx="2474">
                        <c:v>0</c:v>
                      </c:pt>
                      <c:pt idx="2475">
                        <c:v>0</c:v>
                      </c:pt>
                      <c:pt idx="2476">
                        <c:v>0</c:v>
                      </c:pt>
                      <c:pt idx="2477">
                        <c:v>0</c:v>
                      </c:pt>
                      <c:pt idx="2478">
                        <c:v>0</c:v>
                      </c:pt>
                      <c:pt idx="2479">
                        <c:v>0</c:v>
                      </c:pt>
                      <c:pt idx="2480">
                        <c:v>0</c:v>
                      </c:pt>
                      <c:pt idx="2481">
                        <c:v>0</c:v>
                      </c:pt>
                      <c:pt idx="2482">
                        <c:v>0</c:v>
                      </c:pt>
                      <c:pt idx="2483">
                        <c:v>0</c:v>
                      </c:pt>
                      <c:pt idx="2484">
                        <c:v>0</c:v>
                      </c:pt>
                      <c:pt idx="2485">
                        <c:v>0</c:v>
                      </c:pt>
                      <c:pt idx="2486">
                        <c:v>0</c:v>
                      </c:pt>
                      <c:pt idx="2487">
                        <c:v>0</c:v>
                      </c:pt>
                      <c:pt idx="2488">
                        <c:v>0</c:v>
                      </c:pt>
                      <c:pt idx="2489">
                        <c:v>0</c:v>
                      </c:pt>
                      <c:pt idx="2490">
                        <c:v>0</c:v>
                      </c:pt>
                      <c:pt idx="2491">
                        <c:v>0</c:v>
                      </c:pt>
                      <c:pt idx="2492">
                        <c:v>0</c:v>
                      </c:pt>
                      <c:pt idx="2493">
                        <c:v>0</c:v>
                      </c:pt>
                      <c:pt idx="2494">
                        <c:v>0</c:v>
                      </c:pt>
                      <c:pt idx="2495">
                        <c:v>0</c:v>
                      </c:pt>
                      <c:pt idx="2496">
                        <c:v>0</c:v>
                      </c:pt>
                      <c:pt idx="2497">
                        <c:v>0</c:v>
                      </c:pt>
                      <c:pt idx="2498">
                        <c:v>0</c:v>
                      </c:pt>
                      <c:pt idx="2499">
                        <c:v>0</c:v>
                      </c:pt>
                      <c:pt idx="2500">
                        <c:v>0</c:v>
                      </c:pt>
                      <c:pt idx="2501">
                        <c:v>0</c:v>
                      </c:pt>
                      <c:pt idx="2502">
                        <c:v>0</c:v>
                      </c:pt>
                      <c:pt idx="2503">
                        <c:v>0</c:v>
                      </c:pt>
                      <c:pt idx="2504">
                        <c:v>0</c:v>
                      </c:pt>
                      <c:pt idx="2505">
                        <c:v>0</c:v>
                      </c:pt>
                      <c:pt idx="2506">
                        <c:v>0</c:v>
                      </c:pt>
                      <c:pt idx="2507">
                        <c:v>0</c:v>
                      </c:pt>
                      <c:pt idx="2508">
                        <c:v>0</c:v>
                      </c:pt>
                      <c:pt idx="2509">
                        <c:v>0</c:v>
                      </c:pt>
                      <c:pt idx="2510">
                        <c:v>0</c:v>
                      </c:pt>
                      <c:pt idx="2511">
                        <c:v>0</c:v>
                      </c:pt>
                      <c:pt idx="2512">
                        <c:v>0</c:v>
                      </c:pt>
                      <c:pt idx="2513">
                        <c:v>0</c:v>
                      </c:pt>
                      <c:pt idx="2514">
                        <c:v>0</c:v>
                      </c:pt>
                      <c:pt idx="2515">
                        <c:v>0</c:v>
                      </c:pt>
                      <c:pt idx="2516">
                        <c:v>0</c:v>
                      </c:pt>
                      <c:pt idx="2517">
                        <c:v>0</c:v>
                      </c:pt>
                      <c:pt idx="2518">
                        <c:v>0</c:v>
                      </c:pt>
                      <c:pt idx="2519">
                        <c:v>0</c:v>
                      </c:pt>
                      <c:pt idx="2520">
                        <c:v>0</c:v>
                      </c:pt>
                      <c:pt idx="2521">
                        <c:v>0</c:v>
                      </c:pt>
                      <c:pt idx="2522">
                        <c:v>0</c:v>
                      </c:pt>
                      <c:pt idx="2523">
                        <c:v>0</c:v>
                      </c:pt>
                      <c:pt idx="2524">
                        <c:v>0</c:v>
                      </c:pt>
                      <c:pt idx="2525">
                        <c:v>0</c:v>
                      </c:pt>
                      <c:pt idx="2526">
                        <c:v>0</c:v>
                      </c:pt>
                      <c:pt idx="2527">
                        <c:v>0</c:v>
                      </c:pt>
                      <c:pt idx="2528">
                        <c:v>0</c:v>
                      </c:pt>
                      <c:pt idx="2529">
                        <c:v>0</c:v>
                      </c:pt>
                      <c:pt idx="2530">
                        <c:v>0</c:v>
                      </c:pt>
                      <c:pt idx="2531">
                        <c:v>0</c:v>
                      </c:pt>
                      <c:pt idx="2532">
                        <c:v>0</c:v>
                      </c:pt>
                      <c:pt idx="2533">
                        <c:v>0</c:v>
                      </c:pt>
                      <c:pt idx="2534">
                        <c:v>0</c:v>
                      </c:pt>
                      <c:pt idx="2535">
                        <c:v>0</c:v>
                      </c:pt>
                      <c:pt idx="2536">
                        <c:v>0</c:v>
                      </c:pt>
                      <c:pt idx="2537">
                        <c:v>0</c:v>
                      </c:pt>
                      <c:pt idx="2538">
                        <c:v>0</c:v>
                      </c:pt>
                      <c:pt idx="2539">
                        <c:v>0</c:v>
                      </c:pt>
                      <c:pt idx="2540">
                        <c:v>0</c:v>
                      </c:pt>
                      <c:pt idx="2541">
                        <c:v>0</c:v>
                      </c:pt>
                      <c:pt idx="2542">
                        <c:v>0</c:v>
                      </c:pt>
                      <c:pt idx="2543">
                        <c:v>0</c:v>
                      </c:pt>
                      <c:pt idx="2544">
                        <c:v>0</c:v>
                      </c:pt>
                      <c:pt idx="2545">
                        <c:v>0</c:v>
                      </c:pt>
                      <c:pt idx="2546">
                        <c:v>0</c:v>
                      </c:pt>
                      <c:pt idx="2547">
                        <c:v>0</c:v>
                      </c:pt>
                      <c:pt idx="2548">
                        <c:v>0</c:v>
                      </c:pt>
                      <c:pt idx="2549">
                        <c:v>0</c:v>
                      </c:pt>
                      <c:pt idx="2550">
                        <c:v>0</c:v>
                      </c:pt>
                      <c:pt idx="2551">
                        <c:v>0</c:v>
                      </c:pt>
                      <c:pt idx="2552">
                        <c:v>0</c:v>
                      </c:pt>
                      <c:pt idx="2553">
                        <c:v>0</c:v>
                      </c:pt>
                      <c:pt idx="2554">
                        <c:v>0</c:v>
                      </c:pt>
                      <c:pt idx="2555">
                        <c:v>0</c:v>
                      </c:pt>
                      <c:pt idx="2556">
                        <c:v>0</c:v>
                      </c:pt>
                      <c:pt idx="2557">
                        <c:v>0</c:v>
                      </c:pt>
                      <c:pt idx="2558">
                        <c:v>0</c:v>
                      </c:pt>
                      <c:pt idx="2559">
                        <c:v>0</c:v>
                      </c:pt>
                      <c:pt idx="2560">
                        <c:v>0</c:v>
                      </c:pt>
                      <c:pt idx="2561">
                        <c:v>0</c:v>
                      </c:pt>
                      <c:pt idx="2562">
                        <c:v>0</c:v>
                      </c:pt>
                      <c:pt idx="2563">
                        <c:v>0</c:v>
                      </c:pt>
                      <c:pt idx="2564">
                        <c:v>0</c:v>
                      </c:pt>
                      <c:pt idx="2565">
                        <c:v>0</c:v>
                      </c:pt>
                      <c:pt idx="2566">
                        <c:v>0</c:v>
                      </c:pt>
                      <c:pt idx="2567">
                        <c:v>0</c:v>
                      </c:pt>
                      <c:pt idx="2568">
                        <c:v>0</c:v>
                      </c:pt>
                      <c:pt idx="2569">
                        <c:v>0</c:v>
                      </c:pt>
                      <c:pt idx="2570">
                        <c:v>0</c:v>
                      </c:pt>
                      <c:pt idx="2571">
                        <c:v>0</c:v>
                      </c:pt>
                      <c:pt idx="2572">
                        <c:v>0</c:v>
                      </c:pt>
                      <c:pt idx="2573">
                        <c:v>0</c:v>
                      </c:pt>
                      <c:pt idx="2574">
                        <c:v>0</c:v>
                      </c:pt>
                      <c:pt idx="2575">
                        <c:v>0</c:v>
                      </c:pt>
                      <c:pt idx="2576">
                        <c:v>0</c:v>
                      </c:pt>
                      <c:pt idx="2577">
                        <c:v>0</c:v>
                      </c:pt>
                      <c:pt idx="2578">
                        <c:v>0</c:v>
                      </c:pt>
                      <c:pt idx="2579">
                        <c:v>0</c:v>
                      </c:pt>
                      <c:pt idx="2580">
                        <c:v>0</c:v>
                      </c:pt>
                      <c:pt idx="2581">
                        <c:v>0</c:v>
                      </c:pt>
                      <c:pt idx="2582">
                        <c:v>0</c:v>
                      </c:pt>
                      <c:pt idx="2583">
                        <c:v>0</c:v>
                      </c:pt>
                      <c:pt idx="2584">
                        <c:v>0</c:v>
                      </c:pt>
                      <c:pt idx="2585">
                        <c:v>0</c:v>
                      </c:pt>
                      <c:pt idx="2586">
                        <c:v>0</c:v>
                      </c:pt>
                      <c:pt idx="2587">
                        <c:v>0</c:v>
                      </c:pt>
                      <c:pt idx="2588">
                        <c:v>0</c:v>
                      </c:pt>
                      <c:pt idx="2589">
                        <c:v>0</c:v>
                      </c:pt>
                      <c:pt idx="2590">
                        <c:v>0</c:v>
                      </c:pt>
                      <c:pt idx="2591">
                        <c:v>0</c:v>
                      </c:pt>
                      <c:pt idx="2592">
                        <c:v>0</c:v>
                      </c:pt>
                      <c:pt idx="2593">
                        <c:v>0</c:v>
                      </c:pt>
                      <c:pt idx="2594">
                        <c:v>0</c:v>
                      </c:pt>
                      <c:pt idx="2595">
                        <c:v>0</c:v>
                      </c:pt>
                      <c:pt idx="2596">
                        <c:v>0</c:v>
                      </c:pt>
                      <c:pt idx="2597">
                        <c:v>0</c:v>
                      </c:pt>
                      <c:pt idx="2598">
                        <c:v>0</c:v>
                      </c:pt>
                      <c:pt idx="2599">
                        <c:v>0</c:v>
                      </c:pt>
                      <c:pt idx="2600">
                        <c:v>0</c:v>
                      </c:pt>
                      <c:pt idx="2601">
                        <c:v>0</c:v>
                      </c:pt>
                      <c:pt idx="2602">
                        <c:v>0</c:v>
                      </c:pt>
                      <c:pt idx="2603">
                        <c:v>0</c:v>
                      </c:pt>
                      <c:pt idx="2604">
                        <c:v>0</c:v>
                      </c:pt>
                      <c:pt idx="2605">
                        <c:v>0</c:v>
                      </c:pt>
                      <c:pt idx="2606">
                        <c:v>0</c:v>
                      </c:pt>
                      <c:pt idx="2607">
                        <c:v>0</c:v>
                      </c:pt>
                      <c:pt idx="2608">
                        <c:v>0</c:v>
                      </c:pt>
                      <c:pt idx="2609">
                        <c:v>0</c:v>
                      </c:pt>
                      <c:pt idx="2610">
                        <c:v>0</c:v>
                      </c:pt>
                      <c:pt idx="2611">
                        <c:v>0</c:v>
                      </c:pt>
                      <c:pt idx="2612">
                        <c:v>0</c:v>
                      </c:pt>
                      <c:pt idx="2613">
                        <c:v>0</c:v>
                      </c:pt>
                      <c:pt idx="2614">
                        <c:v>0</c:v>
                      </c:pt>
                      <c:pt idx="2615">
                        <c:v>0</c:v>
                      </c:pt>
                      <c:pt idx="2616">
                        <c:v>0</c:v>
                      </c:pt>
                      <c:pt idx="2617">
                        <c:v>0</c:v>
                      </c:pt>
                      <c:pt idx="2618">
                        <c:v>0</c:v>
                      </c:pt>
                      <c:pt idx="2619">
                        <c:v>0</c:v>
                      </c:pt>
                      <c:pt idx="2620">
                        <c:v>0</c:v>
                      </c:pt>
                      <c:pt idx="2621">
                        <c:v>0</c:v>
                      </c:pt>
                      <c:pt idx="2622">
                        <c:v>0</c:v>
                      </c:pt>
                      <c:pt idx="2623">
                        <c:v>0</c:v>
                      </c:pt>
                      <c:pt idx="2624">
                        <c:v>0</c:v>
                      </c:pt>
                      <c:pt idx="2625">
                        <c:v>0</c:v>
                      </c:pt>
                      <c:pt idx="2626">
                        <c:v>0</c:v>
                      </c:pt>
                      <c:pt idx="2627">
                        <c:v>0</c:v>
                      </c:pt>
                      <c:pt idx="2628">
                        <c:v>0</c:v>
                      </c:pt>
                      <c:pt idx="2629">
                        <c:v>0</c:v>
                      </c:pt>
                      <c:pt idx="2630">
                        <c:v>0</c:v>
                      </c:pt>
                      <c:pt idx="2631">
                        <c:v>0</c:v>
                      </c:pt>
                      <c:pt idx="2632">
                        <c:v>0</c:v>
                      </c:pt>
                      <c:pt idx="2633">
                        <c:v>0</c:v>
                      </c:pt>
                      <c:pt idx="2634">
                        <c:v>0</c:v>
                      </c:pt>
                      <c:pt idx="2635">
                        <c:v>0</c:v>
                      </c:pt>
                      <c:pt idx="2636">
                        <c:v>0</c:v>
                      </c:pt>
                      <c:pt idx="2637">
                        <c:v>0</c:v>
                      </c:pt>
                      <c:pt idx="2638">
                        <c:v>0</c:v>
                      </c:pt>
                      <c:pt idx="2639">
                        <c:v>0</c:v>
                      </c:pt>
                      <c:pt idx="2640">
                        <c:v>0</c:v>
                      </c:pt>
                      <c:pt idx="2641">
                        <c:v>0</c:v>
                      </c:pt>
                      <c:pt idx="2642">
                        <c:v>0</c:v>
                      </c:pt>
                      <c:pt idx="2643">
                        <c:v>0</c:v>
                      </c:pt>
                      <c:pt idx="2644">
                        <c:v>0</c:v>
                      </c:pt>
                      <c:pt idx="2645">
                        <c:v>0</c:v>
                      </c:pt>
                      <c:pt idx="2646">
                        <c:v>0</c:v>
                      </c:pt>
                      <c:pt idx="2647">
                        <c:v>0</c:v>
                      </c:pt>
                      <c:pt idx="2648">
                        <c:v>0</c:v>
                      </c:pt>
                      <c:pt idx="2649">
                        <c:v>0</c:v>
                      </c:pt>
                      <c:pt idx="2650">
                        <c:v>0</c:v>
                      </c:pt>
                      <c:pt idx="2651">
                        <c:v>0</c:v>
                      </c:pt>
                      <c:pt idx="2652">
                        <c:v>0</c:v>
                      </c:pt>
                      <c:pt idx="2653">
                        <c:v>0</c:v>
                      </c:pt>
                      <c:pt idx="2654">
                        <c:v>0</c:v>
                      </c:pt>
                      <c:pt idx="2655">
                        <c:v>0</c:v>
                      </c:pt>
                      <c:pt idx="2656">
                        <c:v>0</c:v>
                      </c:pt>
                      <c:pt idx="2657">
                        <c:v>0</c:v>
                      </c:pt>
                      <c:pt idx="2658">
                        <c:v>0</c:v>
                      </c:pt>
                      <c:pt idx="2659">
                        <c:v>0</c:v>
                      </c:pt>
                      <c:pt idx="2660">
                        <c:v>0</c:v>
                      </c:pt>
                      <c:pt idx="2661">
                        <c:v>0</c:v>
                      </c:pt>
                      <c:pt idx="2662">
                        <c:v>0</c:v>
                      </c:pt>
                      <c:pt idx="2663">
                        <c:v>0</c:v>
                      </c:pt>
                      <c:pt idx="2664">
                        <c:v>0</c:v>
                      </c:pt>
                      <c:pt idx="2665">
                        <c:v>0</c:v>
                      </c:pt>
                      <c:pt idx="2666">
                        <c:v>0</c:v>
                      </c:pt>
                      <c:pt idx="2667">
                        <c:v>0</c:v>
                      </c:pt>
                      <c:pt idx="2668">
                        <c:v>0</c:v>
                      </c:pt>
                      <c:pt idx="2669">
                        <c:v>0</c:v>
                      </c:pt>
                      <c:pt idx="2670">
                        <c:v>0</c:v>
                      </c:pt>
                      <c:pt idx="2671">
                        <c:v>0</c:v>
                      </c:pt>
                      <c:pt idx="2672">
                        <c:v>0</c:v>
                      </c:pt>
                      <c:pt idx="2673">
                        <c:v>0</c:v>
                      </c:pt>
                      <c:pt idx="2674">
                        <c:v>0</c:v>
                      </c:pt>
                      <c:pt idx="2675">
                        <c:v>0</c:v>
                      </c:pt>
                      <c:pt idx="2676">
                        <c:v>0</c:v>
                      </c:pt>
                      <c:pt idx="2677">
                        <c:v>0</c:v>
                      </c:pt>
                      <c:pt idx="2678">
                        <c:v>0</c:v>
                      </c:pt>
                      <c:pt idx="2679">
                        <c:v>0</c:v>
                      </c:pt>
                      <c:pt idx="2680">
                        <c:v>0</c:v>
                      </c:pt>
                      <c:pt idx="2681">
                        <c:v>0</c:v>
                      </c:pt>
                      <c:pt idx="2682">
                        <c:v>0</c:v>
                      </c:pt>
                      <c:pt idx="2683">
                        <c:v>0</c:v>
                      </c:pt>
                      <c:pt idx="2684">
                        <c:v>0</c:v>
                      </c:pt>
                      <c:pt idx="2685">
                        <c:v>0</c:v>
                      </c:pt>
                      <c:pt idx="2686">
                        <c:v>0</c:v>
                      </c:pt>
                      <c:pt idx="2687">
                        <c:v>0</c:v>
                      </c:pt>
                      <c:pt idx="2688">
                        <c:v>0</c:v>
                      </c:pt>
                      <c:pt idx="2689">
                        <c:v>0</c:v>
                      </c:pt>
                      <c:pt idx="2690">
                        <c:v>0</c:v>
                      </c:pt>
                      <c:pt idx="2691">
                        <c:v>0</c:v>
                      </c:pt>
                      <c:pt idx="2692">
                        <c:v>0</c:v>
                      </c:pt>
                      <c:pt idx="2693">
                        <c:v>0</c:v>
                      </c:pt>
                      <c:pt idx="2694">
                        <c:v>0</c:v>
                      </c:pt>
                      <c:pt idx="2695">
                        <c:v>0</c:v>
                      </c:pt>
                      <c:pt idx="2696">
                        <c:v>0</c:v>
                      </c:pt>
                      <c:pt idx="2697">
                        <c:v>0</c:v>
                      </c:pt>
                      <c:pt idx="2698">
                        <c:v>0</c:v>
                      </c:pt>
                      <c:pt idx="2699">
                        <c:v>0</c:v>
                      </c:pt>
                      <c:pt idx="2700">
                        <c:v>0</c:v>
                      </c:pt>
                      <c:pt idx="2701">
                        <c:v>0</c:v>
                      </c:pt>
                      <c:pt idx="2702">
                        <c:v>0</c:v>
                      </c:pt>
                      <c:pt idx="2703">
                        <c:v>0</c:v>
                      </c:pt>
                      <c:pt idx="2704">
                        <c:v>0</c:v>
                      </c:pt>
                      <c:pt idx="2705">
                        <c:v>0</c:v>
                      </c:pt>
                      <c:pt idx="2706">
                        <c:v>0</c:v>
                      </c:pt>
                      <c:pt idx="2707">
                        <c:v>0</c:v>
                      </c:pt>
                      <c:pt idx="2708">
                        <c:v>0</c:v>
                      </c:pt>
                      <c:pt idx="2709">
                        <c:v>0</c:v>
                      </c:pt>
                      <c:pt idx="2710">
                        <c:v>0</c:v>
                      </c:pt>
                      <c:pt idx="2711">
                        <c:v>0</c:v>
                      </c:pt>
                      <c:pt idx="2712">
                        <c:v>0</c:v>
                      </c:pt>
                      <c:pt idx="2713">
                        <c:v>0</c:v>
                      </c:pt>
                      <c:pt idx="2714">
                        <c:v>0</c:v>
                      </c:pt>
                      <c:pt idx="2715">
                        <c:v>0</c:v>
                      </c:pt>
                      <c:pt idx="2716">
                        <c:v>0</c:v>
                      </c:pt>
                      <c:pt idx="2717">
                        <c:v>0</c:v>
                      </c:pt>
                      <c:pt idx="2718">
                        <c:v>0</c:v>
                      </c:pt>
                      <c:pt idx="2719">
                        <c:v>0</c:v>
                      </c:pt>
                      <c:pt idx="2720">
                        <c:v>0</c:v>
                      </c:pt>
                      <c:pt idx="2721">
                        <c:v>0</c:v>
                      </c:pt>
                      <c:pt idx="2722">
                        <c:v>0</c:v>
                      </c:pt>
                      <c:pt idx="2723">
                        <c:v>0</c:v>
                      </c:pt>
                      <c:pt idx="2724">
                        <c:v>0</c:v>
                      </c:pt>
                      <c:pt idx="2725">
                        <c:v>0</c:v>
                      </c:pt>
                      <c:pt idx="2726">
                        <c:v>0</c:v>
                      </c:pt>
                      <c:pt idx="2727">
                        <c:v>0</c:v>
                      </c:pt>
                      <c:pt idx="2728">
                        <c:v>0</c:v>
                      </c:pt>
                      <c:pt idx="2729">
                        <c:v>0</c:v>
                      </c:pt>
                      <c:pt idx="2730">
                        <c:v>0</c:v>
                      </c:pt>
                      <c:pt idx="2731">
                        <c:v>0</c:v>
                      </c:pt>
                      <c:pt idx="2732">
                        <c:v>0</c:v>
                      </c:pt>
                      <c:pt idx="2733">
                        <c:v>0</c:v>
                      </c:pt>
                      <c:pt idx="2734">
                        <c:v>0</c:v>
                      </c:pt>
                      <c:pt idx="2735">
                        <c:v>0</c:v>
                      </c:pt>
                      <c:pt idx="2736">
                        <c:v>0</c:v>
                      </c:pt>
                      <c:pt idx="2737">
                        <c:v>0</c:v>
                      </c:pt>
                      <c:pt idx="2738">
                        <c:v>0</c:v>
                      </c:pt>
                      <c:pt idx="2739">
                        <c:v>0</c:v>
                      </c:pt>
                      <c:pt idx="2740">
                        <c:v>0</c:v>
                      </c:pt>
                      <c:pt idx="2741">
                        <c:v>0</c:v>
                      </c:pt>
                      <c:pt idx="2742">
                        <c:v>0</c:v>
                      </c:pt>
                      <c:pt idx="2743">
                        <c:v>0</c:v>
                      </c:pt>
                      <c:pt idx="2744">
                        <c:v>0</c:v>
                      </c:pt>
                      <c:pt idx="2745">
                        <c:v>0</c:v>
                      </c:pt>
                      <c:pt idx="2746">
                        <c:v>0</c:v>
                      </c:pt>
                      <c:pt idx="2747">
                        <c:v>0</c:v>
                      </c:pt>
                      <c:pt idx="2748">
                        <c:v>0</c:v>
                      </c:pt>
                      <c:pt idx="2749">
                        <c:v>0</c:v>
                      </c:pt>
                      <c:pt idx="2750">
                        <c:v>0</c:v>
                      </c:pt>
                      <c:pt idx="2751">
                        <c:v>0</c:v>
                      </c:pt>
                      <c:pt idx="2752">
                        <c:v>0</c:v>
                      </c:pt>
                      <c:pt idx="2753">
                        <c:v>0</c:v>
                      </c:pt>
                      <c:pt idx="2754">
                        <c:v>0</c:v>
                      </c:pt>
                      <c:pt idx="2755">
                        <c:v>0</c:v>
                      </c:pt>
                      <c:pt idx="2756">
                        <c:v>0</c:v>
                      </c:pt>
                      <c:pt idx="2757">
                        <c:v>0</c:v>
                      </c:pt>
                      <c:pt idx="2758">
                        <c:v>0</c:v>
                      </c:pt>
                      <c:pt idx="2759">
                        <c:v>0</c:v>
                      </c:pt>
                      <c:pt idx="2760">
                        <c:v>0</c:v>
                      </c:pt>
                      <c:pt idx="2761">
                        <c:v>0</c:v>
                      </c:pt>
                      <c:pt idx="2762">
                        <c:v>0</c:v>
                      </c:pt>
                      <c:pt idx="2763">
                        <c:v>0</c:v>
                      </c:pt>
                      <c:pt idx="2764">
                        <c:v>0</c:v>
                      </c:pt>
                      <c:pt idx="2765">
                        <c:v>0</c:v>
                      </c:pt>
                      <c:pt idx="2766">
                        <c:v>0</c:v>
                      </c:pt>
                      <c:pt idx="2767">
                        <c:v>0</c:v>
                      </c:pt>
                      <c:pt idx="2768">
                        <c:v>0</c:v>
                      </c:pt>
                      <c:pt idx="2769">
                        <c:v>0</c:v>
                      </c:pt>
                      <c:pt idx="2770">
                        <c:v>0</c:v>
                      </c:pt>
                      <c:pt idx="2771">
                        <c:v>0</c:v>
                      </c:pt>
                      <c:pt idx="2772">
                        <c:v>0</c:v>
                      </c:pt>
                      <c:pt idx="2773">
                        <c:v>0</c:v>
                      </c:pt>
                      <c:pt idx="2774">
                        <c:v>0</c:v>
                      </c:pt>
                      <c:pt idx="2775">
                        <c:v>0</c:v>
                      </c:pt>
                      <c:pt idx="2776">
                        <c:v>0</c:v>
                      </c:pt>
                      <c:pt idx="2777">
                        <c:v>0</c:v>
                      </c:pt>
                      <c:pt idx="2778">
                        <c:v>0</c:v>
                      </c:pt>
                      <c:pt idx="2779">
                        <c:v>0</c:v>
                      </c:pt>
                      <c:pt idx="2780">
                        <c:v>0</c:v>
                      </c:pt>
                      <c:pt idx="2781">
                        <c:v>0</c:v>
                      </c:pt>
                      <c:pt idx="2782">
                        <c:v>0</c:v>
                      </c:pt>
                      <c:pt idx="2783">
                        <c:v>0</c:v>
                      </c:pt>
                      <c:pt idx="2784">
                        <c:v>0</c:v>
                      </c:pt>
                      <c:pt idx="2785">
                        <c:v>0</c:v>
                      </c:pt>
                      <c:pt idx="2786">
                        <c:v>0</c:v>
                      </c:pt>
                      <c:pt idx="2787">
                        <c:v>0</c:v>
                      </c:pt>
                      <c:pt idx="2788">
                        <c:v>0</c:v>
                      </c:pt>
                      <c:pt idx="2789">
                        <c:v>0</c:v>
                      </c:pt>
                      <c:pt idx="2790">
                        <c:v>0</c:v>
                      </c:pt>
                      <c:pt idx="2791">
                        <c:v>0</c:v>
                      </c:pt>
                      <c:pt idx="2792">
                        <c:v>0</c:v>
                      </c:pt>
                      <c:pt idx="2793">
                        <c:v>0</c:v>
                      </c:pt>
                      <c:pt idx="2794">
                        <c:v>0</c:v>
                      </c:pt>
                      <c:pt idx="2795">
                        <c:v>0</c:v>
                      </c:pt>
                      <c:pt idx="2796">
                        <c:v>0</c:v>
                      </c:pt>
                      <c:pt idx="2797">
                        <c:v>0</c:v>
                      </c:pt>
                      <c:pt idx="2798">
                        <c:v>0</c:v>
                      </c:pt>
                      <c:pt idx="2799">
                        <c:v>0</c:v>
                      </c:pt>
                      <c:pt idx="2800">
                        <c:v>0</c:v>
                      </c:pt>
                      <c:pt idx="2801">
                        <c:v>0</c:v>
                      </c:pt>
                      <c:pt idx="2802">
                        <c:v>0</c:v>
                      </c:pt>
                      <c:pt idx="2803">
                        <c:v>0</c:v>
                      </c:pt>
                      <c:pt idx="2804">
                        <c:v>0</c:v>
                      </c:pt>
                      <c:pt idx="2805">
                        <c:v>0</c:v>
                      </c:pt>
                      <c:pt idx="2806">
                        <c:v>0</c:v>
                      </c:pt>
                      <c:pt idx="2807">
                        <c:v>0</c:v>
                      </c:pt>
                      <c:pt idx="2808">
                        <c:v>0</c:v>
                      </c:pt>
                      <c:pt idx="2809">
                        <c:v>0</c:v>
                      </c:pt>
                      <c:pt idx="2810">
                        <c:v>0</c:v>
                      </c:pt>
                      <c:pt idx="2811">
                        <c:v>0</c:v>
                      </c:pt>
                      <c:pt idx="2812">
                        <c:v>0</c:v>
                      </c:pt>
                      <c:pt idx="2813">
                        <c:v>0</c:v>
                      </c:pt>
                      <c:pt idx="2814">
                        <c:v>0</c:v>
                      </c:pt>
                      <c:pt idx="2815">
                        <c:v>0</c:v>
                      </c:pt>
                      <c:pt idx="2816">
                        <c:v>0</c:v>
                      </c:pt>
                      <c:pt idx="2817">
                        <c:v>0</c:v>
                      </c:pt>
                      <c:pt idx="2818">
                        <c:v>0</c:v>
                      </c:pt>
                      <c:pt idx="2819">
                        <c:v>0</c:v>
                      </c:pt>
                      <c:pt idx="2820">
                        <c:v>0</c:v>
                      </c:pt>
                      <c:pt idx="2821">
                        <c:v>0</c:v>
                      </c:pt>
                      <c:pt idx="2822">
                        <c:v>0</c:v>
                      </c:pt>
                      <c:pt idx="2823">
                        <c:v>0</c:v>
                      </c:pt>
                      <c:pt idx="2824">
                        <c:v>0</c:v>
                      </c:pt>
                      <c:pt idx="2825">
                        <c:v>0</c:v>
                      </c:pt>
                      <c:pt idx="2826">
                        <c:v>0</c:v>
                      </c:pt>
                      <c:pt idx="2827">
                        <c:v>0</c:v>
                      </c:pt>
                      <c:pt idx="2828">
                        <c:v>0</c:v>
                      </c:pt>
                      <c:pt idx="2829">
                        <c:v>0</c:v>
                      </c:pt>
                      <c:pt idx="2830">
                        <c:v>0</c:v>
                      </c:pt>
                      <c:pt idx="2831">
                        <c:v>0</c:v>
                      </c:pt>
                      <c:pt idx="2832">
                        <c:v>0</c:v>
                      </c:pt>
                      <c:pt idx="2833">
                        <c:v>0</c:v>
                      </c:pt>
                      <c:pt idx="2834">
                        <c:v>0</c:v>
                      </c:pt>
                      <c:pt idx="2835">
                        <c:v>0</c:v>
                      </c:pt>
                      <c:pt idx="2836">
                        <c:v>0</c:v>
                      </c:pt>
                      <c:pt idx="2837">
                        <c:v>0</c:v>
                      </c:pt>
                      <c:pt idx="2838">
                        <c:v>0</c:v>
                      </c:pt>
                      <c:pt idx="2839">
                        <c:v>0</c:v>
                      </c:pt>
                      <c:pt idx="2840">
                        <c:v>0</c:v>
                      </c:pt>
                      <c:pt idx="2841">
                        <c:v>0</c:v>
                      </c:pt>
                      <c:pt idx="2842">
                        <c:v>0</c:v>
                      </c:pt>
                      <c:pt idx="2843">
                        <c:v>0</c:v>
                      </c:pt>
                      <c:pt idx="2844">
                        <c:v>0</c:v>
                      </c:pt>
                      <c:pt idx="2845">
                        <c:v>0</c:v>
                      </c:pt>
                      <c:pt idx="2846">
                        <c:v>0</c:v>
                      </c:pt>
                      <c:pt idx="2847">
                        <c:v>0</c:v>
                      </c:pt>
                      <c:pt idx="2848">
                        <c:v>0</c:v>
                      </c:pt>
                      <c:pt idx="2849">
                        <c:v>0</c:v>
                      </c:pt>
                      <c:pt idx="2850">
                        <c:v>0</c:v>
                      </c:pt>
                      <c:pt idx="2851">
                        <c:v>0</c:v>
                      </c:pt>
                      <c:pt idx="2852">
                        <c:v>0</c:v>
                      </c:pt>
                      <c:pt idx="2853">
                        <c:v>0</c:v>
                      </c:pt>
                      <c:pt idx="2854">
                        <c:v>0</c:v>
                      </c:pt>
                      <c:pt idx="2855">
                        <c:v>0</c:v>
                      </c:pt>
                      <c:pt idx="2856">
                        <c:v>0</c:v>
                      </c:pt>
                      <c:pt idx="2857">
                        <c:v>0</c:v>
                      </c:pt>
                      <c:pt idx="2858">
                        <c:v>0</c:v>
                      </c:pt>
                      <c:pt idx="2859">
                        <c:v>0</c:v>
                      </c:pt>
                      <c:pt idx="2860">
                        <c:v>0</c:v>
                      </c:pt>
                      <c:pt idx="2861">
                        <c:v>0</c:v>
                      </c:pt>
                      <c:pt idx="2862">
                        <c:v>0</c:v>
                      </c:pt>
                      <c:pt idx="2863">
                        <c:v>0</c:v>
                      </c:pt>
                      <c:pt idx="2864">
                        <c:v>0</c:v>
                      </c:pt>
                      <c:pt idx="2865">
                        <c:v>0</c:v>
                      </c:pt>
                      <c:pt idx="2866">
                        <c:v>0</c:v>
                      </c:pt>
                      <c:pt idx="2867">
                        <c:v>0</c:v>
                      </c:pt>
                      <c:pt idx="2868">
                        <c:v>0</c:v>
                      </c:pt>
                      <c:pt idx="2869">
                        <c:v>0</c:v>
                      </c:pt>
                      <c:pt idx="2870">
                        <c:v>0</c:v>
                      </c:pt>
                      <c:pt idx="2871">
                        <c:v>0</c:v>
                      </c:pt>
                      <c:pt idx="2872">
                        <c:v>0</c:v>
                      </c:pt>
                      <c:pt idx="2873">
                        <c:v>0</c:v>
                      </c:pt>
                      <c:pt idx="2874">
                        <c:v>0</c:v>
                      </c:pt>
                      <c:pt idx="2875">
                        <c:v>0</c:v>
                      </c:pt>
                      <c:pt idx="2876">
                        <c:v>0</c:v>
                      </c:pt>
                      <c:pt idx="2877">
                        <c:v>0</c:v>
                      </c:pt>
                      <c:pt idx="2878">
                        <c:v>0</c:v>
                      </c:pt>
                      <c:pt idx="2879">
                        <c:v>0</c:v>
                      </c:pt>
                      <c:pt idx="2880">
                        <c:v>0</c:v>
                      </c:pt>
                      <c:pt idx="2881">
                        <c:v>0</c:v>
                      </c:pt>
                      <c:pt idx="2882">
                        <c:v>0</c:v>
                      </c:pt>
                      <c:pt idx="2883">
                        <c:v>0</c:v>
                      </c:pt>
                      <c:pt idx="2884">
                        <c:v>0</c:v>
                      </c:pt>
                      <c:pt idx="2885">
                        <c:v>0</c:v>
                      </c:pt>
                      <c:pt idx="2886">
                        <c:v>0</c:v>
                      </c:pt>
                      <c:pt idx="2887">
                        <c:v>0</c:v>
                      </c:pt>
                      <c:pt idx="2888">
                        <c:v>0</c:v>
                      </c:pt>
                      <c:pt idx="2889">
                        <c:v>0</c:v>
                      </c:pt>
                      <c:pt idx="2890">
                        <c:v>0</c:v>
                      </c:pt>
                      <c:pt idx="2891">
                        <c:v>0</c:v>
                      </c:pt>
                      <c:pt idx="2892">
                        <c:v>0</c:v>
                      </c:pt>
                      <c:pt idx="2893">
                        <c:v>0</c:v>
                      </c:pt>
                      <c:pt idx="2894">
                        <c:v>0</c:v>
                      </c:pt>
                      <c:pt idx="2895">
                        <c:v>0</c:v>
                      </c:pt>
                      <c:pt idx="2896">
                        <c:v>0</c:v>
                      </c:pt>
                      <c:pt idx="2897">
                        <c:v>0</c:v>
                      </c:pt>
                      <c:pt idx="2898">
                        <c:v>0</c:v>
                      </c:pt>
                      <c:pt idx="2899">
                        <c:v>0</c:v>
                      </c:pt>
                      <c:pt idx="2900">
                        <c:v>0</c:v>
                      </c:pt>
                      <c:pt idx="2901">
                        <c:v>0</c:v>
                      </c:pt>
                      <c:pt idx="2902">
                        <c:v>0</c:v>
                      </c:pt>
                      <c:pt idx="2903">
                        <c:v>0</c:v>
                      </c:pt>
                      <c:pt idx="2904">
                        <c:v>0</c:v>
                      </c:pt>
                      <c:pt idx="2905">
                        <c:v>0</c:v>
                      </c:pt>
                      <c:pt idx="2906">
                        <c:v>0</c:v>
                      </c:pt>
                      <c:pt idx="2907">
                        <c:v>0</c:v>
                      </c:pt>
                      <c:pt idx="2908">
                        <c:v>0</c:v>
                      </c:pt>
                      <c:pt idx="2909">
                        <c:v>0</c:v>
                      </c:pt>
                      <c:pt idx="2910">
                        <c:v>0</c:v>
                      </c:pt>
                      <c:pt idx="2911">
                        <c:v>0</c:v>
                      </c:pt>
                      <c:pt idx="2912">
                        <c:v>0</c:v>
                      </c:pt>
                      <c:pt idx="2913">
                        <c:v>0</c:v>
                      </c:pt>
                      <c:pt idx="2914">
                        <c:v>0</c:v>
                      </c:pt>
                      <c:pt idx="2915">
                        <c:v>0</c:v>
                      </c:pt>
                      <c:pt idx="2916">
                        <c:v>0</c:v>
                      </c:pt>
                      <c:pt idx="2917">
                        <c:v>0</c:v>
                      </c:pt>
                      <c:pt idx="2918">
                        <c:v>0</c:v>
                      </c:pt>
                      <c:pt idx="2919">
                        <c:v>0</c:v>
                      </c:pt>
                      <c:pt idx="2920">
                        <c:v>0</c:v>
                      </c:pt>
                      <c:pt idx="2921">
                        <c:v>0</c:v>
                      </c:pt>
                      <c:pt idx="2922">
                        <c:v>0</c:v>
                      </c:pt>
                      <c:pt idx="2923">
                        <c:v>0</c:v>
                      </c:pt>
                      <c:pt idx="2924">
                        <c:v>0</c:v>
                      </c:pt>
                      <c:pt idx="2925">
                        <c:v>0</c:v>
                      </c:pt>
                      <c:pt idx="2926">
                        <c:v>0</c:v>
                      </c:pt>
                      <c:pt idx="2927">
                        <c:v>0</c:v>
                      </c:pt>
                      <c:pt idx="2928">
                        <c:v>0</c:v>
                      </c:pt>
                      <c:pt idx="2929">
                        <c:v>0</c:v>
                      </c:pt>
                      <c:pt idx="2930">
                        <c:v>0</c:v>
                      </c:pt>
                      <c:pt idx="2931">
                        <c:v>0</c:v>
                      </c:pt>
                      <c:pt idx="2932">
                        <c:v>0</c:v>
                      </c:pt>
                      <c:pt idx="2933">
                        <c:v>0</c:v>
                      </c:pt>
                      <c:pt idx="2934">
                        <c:v>0</c:v>
                      </c:pt>
                      <c:pt idx="2935">
                        <c:v>0</c:v>
                      </c:pt>
                      <c:pt idx="2936">
                        <c:v>0</c:v>
                      </c:pt>
                      <c:pt idx="2937">
                        <c:v>0</c:v>
                      </c:pt>
                      <c:pt idx="2938">
                        <c:v>0</c:v>
                      </c:pt>
                      <c:pt idx="2939">
                        <c:v>0</c:v>
                      </c:pt>
                      <c:pt idx="2940">
                        <c:v>0</c:v>
                      </c:pt>
                      <c:pt idx="2941">
                        <c:v>0</c:v>
                      </c:pt>
                      <c:pt idx="2942">
                        <c:v>0</c:v>
                      </c:pt>
                      <c:pt idx="2943">
                        <c:v>0</c:v>
                      </c:pt>
                      <c:pt idx="2944">
                        <c:v>0</c:v>
                      </c:pt>
                      <c:pt idx="2945">
                        <c:v>0</c:v>
                      </c:pt>
                      <c:pt idx="2946">
                        <c:v>0</c:v>
                      </c:pt>
                      <c:pt idx="2947">
                        <c:v>0</c:v>
                      </c:pt>
                      <c:pt idx="2948">
                        <c:v>0</c:v>
                      </c:pt>
                      <c:pt idx="2949">
                        <c:v>0</c:v>
                      </c:pt>
                      <c:pt idx="2950">
                        <c:v>0</c:v>
                      </c:pt>
                      <c:pt idx="2951">
                        <c:v>0</c:v>
                      </c:pt>
                      <c:pt idx="2952">
                        <c:v>0</c:v>
                      </c:pt>
                      <c:pt idx="2953">
                        <c:v>0</c:v>
                      </c:pt>
                      <c:pt idx="2954">
                        <c:v>0</c:v>
                      </c:pt>
                      <c:pt idx="2955">
                        <c:v>0</c:v>
                      </c:pt>
                      <c:pt idx="2956">
                        <c:v>0</c:v>
                      </c:pt>
                      <c:pt idx="2957">
                        <c:v>0</c:v>
                      </c:pt>
                      <c:pt idx="2958">
                        <c:v>0</c:v>
                      </c:pt>
                      <c:pt idx="2959">
                        <c:v>0</c:v>
                      </c:pt>
                      <c:pt idx="2960">
                        <c:v>0</c:v>
                      </c:pt>
                      <c:pt idx="2961">
                        <c:v>0</c:v>
                      </c:pt>
                      <c:pt idx="2962">
                        <c:v>0</c:v>
                      </c:pt>
                      <c:pt idx="2963">
                        <c:v>0</c:v>
                      </c:pt>
                      <c:pt idx="2964">
                        <c:v>0</c:v>
                      </c:pt>
                      <c:pt idx="2965">
                        <c:v>0</c:v>
                      </c:pt>
                      <c:pt idx="2966">
                        <c:v>0</c:v>
                      </c:pt>
                      <c:pt idx="2967">
                        <c:v>0</c:v>
                      </c:pt>
                      <c:pt idx="2968">
                        <c:v>0</c:v>
                      </c:pt>
                      <c:pt idx="2969">
                        <c:v>0</c:v>
                      </c:pt>
                      <c:pt idx="2970">
                        <c:v>0</c:v>
                      </c:pt>
                      <c:pt idx="2971">
                        <c:v>0</c:v>
                      </c:pt>
                      <c:pt idx="2972">
                        <c:v>0</c:v>
                      </c:pt>
                      <c:pt idx="2973">
                        <c:v>0</c:v>
                      </c:pt>
                      <c:pt idx="2974">
                        <c:v>0</c:v>
                      </c:pt>
                      <c:pt idx="2975">
                        <c:v>0</c:v>
                      </c:pt>
                      <c:pt idx="2976">
                        <c:v>0</c:v>
                      </c:pt>
                      <c:pt idx="2977">
                        <c:v>0</c:v>
                      </c:pt>
                      <c:pt idx="2978">
                        <c:v>0</c:v>
                      </c:pt>
                      <c:pt idx="2979">
                        <c:v>0</c:v>
                      </c:pt>
                      <c:pt idx="2980">
                        <c:v>0</c:v>
                      </c:pt>
                      <c:pt idx="2981">
                        <c:v>0</c:v>
                      </c:pt>
                      <c:pt idx="2982">
                        <c:v>0</c:v>
                      </c:pt>
                      <c:pt idx="2983">
                        <c:v>0</c:v>
                      </c:pt>
                      <c:pt idx="2984">
                        <c:v>0</c:v>
                      </c:pt>
                      <c:pt idx="2985">
                        <c:v>0</c:v>
                      </c:pt>
                      <c:pt idx="2986">
                        <c:v>0</c:v>
                      </c:pt>
                      <c:pt idx="2987">
                        <c:v>0</c:v>
                      </c:pt>
                      <c:pt idx="2988">
                        <c:v>0</c:v>
                      </c:pt>
                      <c:pt idx="2989">
                        <c:v>0</c:v>
                      </c:pt>
                      <c:pt idx="2990">
                        <c:v>0</c:v>
                      </c:pt>
                      <c:pt idx="2991">
                        <c:v>0</c:v>
                      </c:pt>
                      <c:pt idx="2992">
                        <c:v>0</c:v>
                      </c:pt>
                      <c:pt idx="2993">
                        <c:v>0</c:v>
                      </c:pt>
                      <c:pt idx="2994">
                        <c:v>0</c:v>
                      </c:pt>
                      <c:pt idx="2995">
                        <c:v>0</c:v>
                      </c:pt>
                      <c:pt idx="2996">
                        <c:v>0</c:v>
                      </c:pt>
                      <c:pt idx="2997">
                        <c:v>0</c:v>
                      </c:pt>
                      <c:pt idx="2998">
                        <c:v>0</c:v>
                      </c:pt>
                      <c:pt idx="2999">
                        <c:v>0</c:v>
                      </c:pt>
                      <c:pt idx="3000">
                        <c:v>0</c:v>
                      </c:pt>
                      <c:pt idx="3001">
                        <c:v>0</c:v>
                      </c:pt>
                      <c:pt idx="3002">
                        <c:v>0</c:v>
                      </c:pt>
                      <c:pt idx="3003">
                        <c:v>0</c:v>
                      </c:pt>
                      <c:pt idx="3004">
                        <c:v>0</c:v>
                      </c:pt>
                      <c:pt idx="3005">
                        <c:v>0</c:v>
                      </c:pt>
                      <c:pt idx="3006">
                        <c:v>0</c:v>
                      </c:pt>
                      <c:pt idx="3007">
                        <c:v>0</c:v>
                      </c:pt>
                      <c:pt idx="3008">
                        <c:v>0</c:v>
                      </c:pt>
                      <c:pt idx="3009">
                        <c:v>0</c:v>
                      </c:pt>
                      <c:pt idx="3010">
                        <c:v>0</c:v>
                      </c:pt>
                      <c:pt idx="3011">
                        <c:v>0</c:v>
                      </c:pt>
                      <c:pt idx="3012">
                        <c:v>0</c:v>
                      </c:pt>
                      <c:pt idx="3013">
                        <c:v>0</c:v>
                      </c:pt>
                      <c:pt idx="3014">
                        <c:v>0</c:v>
                      </c:pt>
                      <c:pt idx="3015">
                        <c:v>0</c:v>
                      </c:pt>
                      <c:pt idx="3016">
                        <c:v>0</c:v>
                      </c:pt>
                      <c:pt idx="3017">
                        <c:v>0</c:v>
                      </c:pt>
                      <c:pt idx="3018">
                        <c:v>0</c:v>
                      </c:pt>
                      <c:pt idx="3019">
                        <c:v>0</c:v>
                      </c:pt>
                      <c:pt idx="3020">
                        <c:v>0</c:v>
                      </c:pt>
                      <c:pt idx="3021">
                        <c:v>0</c:v>
                      </c:pt>
                      <c:pt idx="3022">
                        <c:v>0</c:v>
                      </c:pt>
                      <c:pt idx="3023">
                        <c:v>0</c:v>
                      </c:pt>
                      <c:pt idx="3024">
                        <c:v>0</c:v>
                      </c:pt>
                      <c:pt idx="3025">
                        <c:v>0</c:v>
                      </c:pt>
                      <c:pt idx="3026">
                        <c:v>0</c:v>
                      </c:pt>
                      <c:pt idx="3027">
                        <c:v>0</c:v>
                      </c:pt>
                      <c:pt idx="3028">
                        <c:v>0</c:v>
                      </c:pt>
                      <c:pt idx="3029">
                        <c:v>0</c:v>
                      </c:pt>
                      <c:pt idx="3030">
                        <c:v>0</c:v>
                      </c:pt>
                      <c:pt idx="3031">
                        <c:v>0</c:v>
                      </c:pt>
                      <c:pt idx="3032">
                        <c:v>0</c:v>
                      </c:pt>
                      <c:pt idx="3033">
                        <c:v>0</c:v>
                      </c:pt>
                      <c:pt idx="3034">
                        <c:v>0</c:v>
                      </c:pt>
                      <c:pt idx="3035">
                        <c:v>0</c:v>
                      </c:pt>
                      <c:pt idx="3036">
                        <c:v>0</c:v>
                      </c:pt>
                      <c:pt idx="3037">
                        <c:v>0</c:v>
                      </c:pt>
                      <c:pt idx="3038">
                        <c:v>0</c:v>
                      </c:pt>
                      <c:pt idx="3039">
                        <c:v>0</c:v>
                      </c:pt>
                      <c:pt idx="3040">
                        <c:v>0</c:v>
                      </c:pt>
                      <c:pt idx="3041">
                        <c:v>0</c:v>
                      </c:pt>
                      <c:pt idx="3042">
                        <c:v>0</c:v>
                      </c:pt>
                      <c:pt idx="3043">
                        <c:v>0</c:v>
                      </c:pt>
                      <c:pt idx="3044">
                        <c:v>0</c:v>
                      </c:pt>
                      <c:pt idx="3045">
                        <c:v>0</c:v>
                      </c:pt>
                      <c:pt idx="3046">
                        <c:v>0</c:v>
                      </c:pt>
                      <c:pt idx="3047">
                        <c:v>0</c:v>
                      </c:pt>
                      <c:pt idx="3048">
                        <c:v>0</c:v>
                      </c:pt>
                      <c:pt idx="3049">
                        <c:v>0</c:v>
                      </c:pt>
                      <c:pt idx="3050">
                        <c:v>0</c:v>
                      </c:pt>
                      <c:pt idx="3051">
                        <c:v>0</c:v>
                      </c:pt>
                      <c:pt idx="3052">
                        <c:v>0</c:v>
                      </c:pt>
                      <c:pt idx="3053">
                        <c:v>0</c:v>
                      </c:pt>
                      <c:pt idx="3054">
                        <c:v>0</c:v>
                      </c:pt>
                      <c:pt idx="3055">
                        <c:v>0</c:v>
                      </c:pt>
                      <c:pt idx="3056">
                        <c:v>0</c:v>
                      </c:pt>
                      <c:pt idx="3057">
                        <c:v>0</c:v>
                      </c:pt>
                      <c:pt idx="3058">
                        <c:v>0</c:v>
                      </c:pt>
                      <c:pt idx="3059">
                        <c:v>0</c:v>
                      </c:pt>
                      <c:pt idx="3060">
                        <c:v>0</c:v>
                      </c:pt>
                      <c:pt idx="3061">
                        <c:v>0</c:v>
                      </c:pt>
                      <c:pt idx="3062">
                        <c:v>0</c:v>
                      </c:pt>
                      <c:pt idx="3063">
                        <c:v>0</c:v>
                      </c:pt>
                      <c:pt idx="3064">
                        <c:v>0</c:v>
                      </c:pt>
                      <c:pt idx="3065">
                        <c:v>0</c:v>
                      </c:pt>
                      <c:pt idx="3066">
                        <c:v>0</c:v>
                      </c:pt>
                      <c:pt idx="3067">
                        <c:v>0</c:v>
                      </c:pt>
                      <c:pt idx="3068">
                        <c:v>0</c:v>
                      </c:pt>
                      <c:pt idx="3069">
                        <c:v>0</c:v>
                      </c:pt>
                      <c:pt idx="3070">
                        <c:v>0</c:v>
                      </c:pt>
                      <c:pt idx="3071">
                        <c:v>0</c:v>
                      </c:pt>
                      <c:pt idx="3072">
                        <c:v>0</c:v>
                      </c:pt>
                      <c:pt idx="3073">
                        <c:v>0</c:v>
                      </c:pt>
                      <c:pt idx="3074">
                        <c:v>0</c:v>
                      </c:pt>
                      <c:pt idx="3075">
                        <c:v>0</c:v>
                      </c:pt>
                      <c:pt idx="3076">
                        <c:v>0</c:v>
                      </c:pt>
                      <c:pt idx="3077">
                        <c:v>0</c:v>
                      </c:pt>
                      <c:pt idx="3078">
                        <c:v>0</c:v>
                      </c:pt>
                      <c:pt idx="3079">
                        <c:v>0</c:v>
                      </c:pt>
                      <c:pt idx="3080">
                        <c:v>0</c:v>
                      </c:pt>
                      <c:pt idx="3081">
                        <c:v>0</c:v>
                      </c:pt>
                      <c:pt idx="3082">
                        <c:v>0</c:v>
                      </c:pt>
                      <c:pt idx="3083">
                        <c:v>0</c:v>
                      </c:pt>
                      <c:pt idx="3084">
                        <c:v>0</c:v>
                      </c:pt>
                      <c:pt idx="3085">
                        <c:v>0</c:v>
                      </c:pt>
                      <c:pt idx="3086">
                        <c:v>0</c:v>
                      </c:pt>
                      <c:pt idx="3087">
                        <c:v>0</c:v>
                      </c:pt>
                      <c:pt idx="3088">
                        <c:v>0</c:v>
                      </c:pt>
                      <c:pt idx="3089">
                        <c:v>0</c:v>
                      </c:pt>
                      <c:pt idx="3090">
                        <c:v>0</c:v>
                      </c:pt>
                      <c:pt idx="3091">
                        <c:v>0</c:v>
                      </c:pt>
                      <c:pt idx="3092">
                        <c:v>0</c:v>
                      </c:pt>
                      <c:pt idx="3093">
                        <c:v>0</c:v>
                      </c:pt>
                      <c:pt idx="3094">
                        <c:v>0</c:v>
                      </c:pt>
                      <c:pt idx="3095">
                        <c:v>0</c:v>
                      </c:pt>
                      <c:pt idx="3096">
                        <c:v>0</c:v>
                      </c:pt>
                      <c:pt idx="3097">
                        <c:v>0</c:v>
                      </c:pt>
                      <c:pt idx="3098">
                        <c:v>0</c:v>
                      </c:pt>
                      <c:pt idx="3099">
                        <c:v>0</c:v>
                      </c:pt>
                      <c:pt idx="3100">
                        <c:v>0</c:v>
                      </c:pt>
                      <c:pt idx="3101">
                        <c:v>0</c:v>
                      </c:pt>
                      <c:pt idx="3102">
                        <c:v>0</c:v>
                      </c:pt>
                      <c:pt idx="3103">
                        <c:v>0</c:v>
                      </c:pt>
                      <c:pt idx="3104">
                        <c:v>0</c:v>
                      </c:pt>
                      <c:pt idx="3105">
                        <c:v>0</c:v>
                      </c:pt>
                      <c:pt idx="3106">
                        <c:v>0</c:v>
                      </c:pt>
                      <c:pt idx="3107">
                        <c:v>0</c:v>
                      </c:pt>
                      <c:pt idx="3108">
                        <c:v>0</c:v>
                      </c:pt>
                      <c:pt idx="3109">
                        <c:v>0</c:v>
                      </c:pt>
                      <c:pt idx="3110">
                        <c:v>0</c:v>
                      </c:pt>
                      <c:pt idx="3111">
                        <c:v>0</c:v>
                      </c:pt>
                      <c:pt idx="3112">
                        <c:v>0</c:v>
                      </c:pt>
                      <c:pt idx="3113">
                        <c:v>0</c:v>
                      </c:pt>
                      <c:pt idx="3114">
                        <c:v>0</c:v>
                      </c:pt>
                      <c:pt idx="3115">
                        <c:v>0</c:v>
                      </c:pt>
                      <c:pt idx="3116">
                        <c:v>0</c:v>
                      </c:pt>
                      <c:pt idx="3117">
                        <c:v>0</c:v>
                      </c:pt>
                      <c:pt idx="3118">
                        <c:v>0</c:v>
                      </c:pt>
                      <c:pt idx="3119">
                        <c:v>0</c:v>
                      </c:pt>
                      <c:pt idx="3120">
                        <c:v>0</c:v>
                      </c:pt>
                      <c:pt idx="3121">
                        <c:v>0</c:v>
                      </c:pt>
                      <c:pt idx="3122">
                        <c:v>0</c:v>
                      </c:pt>
                      <c:pt idx="3123">
                        <c:v>0</c:v>
                      </c:pt>
                      <c:pt idx="3124">
                        <c:v>0</c:v>
                      </c:pt>
                      <c:pt idx="3125">
                        <c:v>0</c:v>
                      </c:pt>
                      <c:pt idx="3126">
                        <c:v>0</c:v>
                      </c:pt>
                      <c:pt idx="3127">
                        <c:v>0</c:v>
                      </c:pt>
                      <c:pt idx="3128">
                        <c:v>0</c:v>
                      </c:pt>
                      <c:pt idx="3129">
                        <c:v>0</c:v>
                      </c:pt>
                      <c:pt idx="3130">
                        <c:v>0</c:v>
                      </c:pt>
                      <c:pt idx="3131">
                        <c:v>0</c:v>
                      </c:pt>
                      <c:pt idx="3132">
                        <c:v>0</c:v>
                      </c:pt>
                      <c:pt idx="3133">
                        <c:v>0</c:v>
                      </c:pt>
                      <c:pt idx="3134">
                        <c:v>0</c:v>
                      </c:pt>
                      <c:pt idx="3135">
                        <c:v>0</c:v>
                      </c:pt>
                      <c:pt idx="3136">
                        <c:v>0</c:v>
                      </c:pt>
                      <c:pt idx="3137">
                        <c:v>0</c:v>
                      </c:pt>
                      <c:pt idx="3138">
                        <c:v>0</c:v>
                      </c:pt>
                      <c:pt idx="3139">
                        <c:v>0</c:v>
                      </c:pt>
                      <c:pt idx="3140">
                        <c:v>0</c:v>
                      </c:pt>
                      <c:pt idx="3141">
                        <c:v>0</c:v>
                      </c:pt>
                      <c:pt idx="3142">
                        <c:v>0</c:v>
                      </c:pt>
                      <c:pt idx="3143">
                        <c:v>0</c:v>
                      </c:pt>
                      <c:pt idx="3144">
                        <c:v>0</c:v>
                      </c:pt>
                      <c:pt idx="3145">
                        <c:v>0</c:v>
                      </c:pt>
                      <c:pt idx="3146">
                        <c:v>0</c:v>
                      </c:pt>
                      <c:pt idx="3147">
                        <c:v>0</c:v>
                      </c:pt>
                      <c:pt idx="3148">
                        <c:v>0</c:v>
                      </c:pt>
                      <c:pt idx="3149">
                        <c:v>0</c:v>
                      </c:pt>
                      <c:pt idx="3150">
                        <c:v>0</c:v>
                      </c:pt>
                      <c:pt idx="3151">
                        <c:v>0</c:v>
                      </c:pt>
                      <c:pt idx="3152">
                        <c:v>0</c:v>
                      </c:pt>
                      <c:pt idx="3153">
                        <c:v>0</c:v>
                      </c:pt>
                      <c:pt idx="3154">
                        <c:v>0</c:v>
                      </c:pt>
                      <c:pt idx="3155">
                        <c:v>0</c:v>
                      </c:pt>
                      <c:pt idx="3156">
                        <c:v>0</c:v>
                      </c:pt>
                      <c:pt idx="3157">
                        <c:v>0</c:v>
                      </c:pt>
                      <c:pt idx="3158">
                        <c:v>0</c:v>
                      </c:pt>
                      <c:pt idx="3159">
                        <c:v>0</c:v>
                      </c:pt>
                      <c:pt idx="3160">
                        <c:v>0</c:v>
                      </c:pt>
                      <c:pt idx="3161">
                        <c:v>0</c:v>
                      </c:pt>
                      <c:pt idx="3162">
                        <c:v>0</c:v>
                      </c:pt>
                      <c:pt idx="3163">
                        <c:v>0</c:v>
                      </c:pt>
                      <c:pt idx="3164">
                        <c:v>0</c:v>
                      </c:pt>
                      <c:pt idx="3165">
                        <c:v>0</c:v>
                      </c:pt>
                      <c:pt idx="3166">
                        <c:v>0</c:v>
                      </c:pt>
                      <c:pt idx="3167">
                        <c:v>0</c:v>
                      </c:pt>
                      <c:pt idx="3168">
                        <c:v>0</c:v>
                      </c:pt>
                      <c:pt idx="3169">
                        <c:v>0</c:v>
                      </c:pt>
                      <c:pt idx="3170">
                        <c:v>0</c:v>
                      </c:pt>
                      <c:pt idx="3171">
                        <c:v>0</c:v>
                      </c:pt>
                      <c:pt idx="3172">
                        <c:v>0</c:v>
                      </c:pt>
                      <c:pt idx="3173">
                        <c:v>0</c:v>
                      </c:pt>
                      <c:pt idx="3174">
                        <c:v>0</c:v>
                      </c:pt>
                      <c:pt idx="3175">
                        <c:v>0</c:v>
                      </c:pt>
                      <c:pt idx="3176">
                        <c:v>0</c:v>
                      </c:pt>
                      <c:pt idx="3177">
                        <c:v>0</c:v>
                      </c:pt>
                      <c:pt idx="3178">
                        <c:v>0</c:v>
                      </c:pt>
                      <c:pt idx="3179">
                        <c:v>0</c:v>
                      </c:pt>
                      <c:pt idx="3180">
                        <c:v>0</c:v>
                      </c:pt>
                      <c:pt idx="3181">
                        <c:v>0</c:v>
                      </c:pt>
                      <c:pt idx="3182">
                        <c:v>0</c:v>
                      </c:pt>
                      <c:pt idx="3183">
                        <c:v>0</c:v>
                      </c:pt>
                      <c:pt idx="3184">
                        <c:v>0</c:v>
                      </c:pt>
                      <c:pt idx="3185">
                        <c:v>0</c:v>
                      </c:pt>
                      <c:pt idx="3186">
                        <c:v>0</c:v>
                      </c:pt>
                      <c:pt idx="3187">
                        <c:v>0</c:v>
                      </c:pt>
                      <c:pt idx="3188">
                        <c:v>0</c:v>
                      </c:pt>
                      <c:pt idx="3189">
                        <c:v>0</c:v>
                      </c:pt>
                      <c:pt idx="3190">
                        <c:v>0</c:v>
                      </c:pt>
                      <c:pt idx="3191">
                        <c:v>0</c:v>
                      </c:pt>
                      <c:pt idx="3192">
                        <c:v>0</c:v>
                      </c:pt>
                      <c:pt idx="3193">
                        <c:v>0</c:v>
                      </c:pt>
                      <c:pt idx="3194">
                        <c:v>0</c:v>
                      </c:pt>
                      <c:pt idx="3195">
                        <c:v>0</c:v>
                      </c:pt>
                      <c:pt idx="3196">
                        <c:v>0</c:v>
                      </c:pt>
                      <c:pt idx="3197">
                        <c:v>0</c:v>
                      </c:pt>
                      <c:pt idx="3198">
                        <c:v>0</c:v>
                      </c:pt>
                      <c:pt idx="3199">
                        <c:v>0</c:v>
                      </c:pt>
                      <c:pt idx="3200">
                        <c:v>0</c:v>
                      </c:pt>
                      <c:pt idx="3201">
                        <c:v>0</c:v>
                      </c:pt>
                      <c:pt idx="3202">
                        <c:v>0</c:v>
                      </c:pt>
                      <c:pt idx="3203">
                        <c:v>0</c:v>
                      </c:pt>
                      <c:pt idx="3204">
                        <c:v>0</c:v>
                      </c:pt>
                      <c:pt idx="3205">
                        <c:v>0</c:v>
                      </c:pt>
                      <c:pt idx="3206">
                        <c:v>0</c:v>
                      </c:pt>
                      <c:pt idx="3207">
                        <c:v>0</c:v>
                      </c:pt>
                      <c:pt idx="3208">
                        <c:v>0</c:v>
                      </c:pt>
                      <c:pt idx="3209">
                        <c:v>0</c:v>
                      </c:pt>
                      <c:pt idx="3210">
                        <c:v>0</c:v>
                      </c:pt>
                      <c:pt idx="3211">
                        <c:v>0</c:v>
                      </c:pt>
                      <c:pt idx="3212">
                        <c:v>0</c:v>
                      </c:pt>
                      <c:pt idx="3213">
                        <c:v>0</c:v>
                      </c:pt>
                      <c:pt idx="3214">
                        <c:v>0</c:v>
                      </c:pt>
                      <c:pt idx="3215">
                        <c:v>0</c:v>
                      </c:pt>
                      <c:pt idx="3216">
                        <c:v>0</c:v>
                      </c:pt>
                      <c:pt idx="3217">
                        <c:v>0</c:v>
                      </c:pt>
                      <c:pt idx="3218">
                        <c:v>0</c:v>
                      </c:pt>
                      <c:pt idx="3219">
                        <c:v>0</c:v>
                      </c:pt>
                      <c:pt idx="3220">
                        <c:v>0</c:v>
                      </c:pt>
                      <c:pt idx="3221">
                        <c:v>0</c:v>
                      </c:pt>
                      <c:pt idx="3222">
                        <c:v>0</c:v>
                      </c:pt>
                      <c:pt idx="3223">
                        <c:v>0</c:v>
                      </c:pt>
                      <c:pt idx="3224">
                        <c:v>0</c:v>
                      </c:pt>
                      <c:pt idx="3225">
                        <c:v>0</c:v>
                      </c:pt>
                      <c:pt idx="3226">
                        <c:v>0</c:v>
                      </c:pt>
                      <c:pt idx="3227">
                        <c:v>0</c:v>
                      </c:pt>
                      <c:pt idx="3228">
                        <c:v>0</c:v>
                      </c:pt>
                      <c:pt idx="3229">
                        <c:v>0</c:v>
                      </c:pt>
                      <c:pt idx="3230">
                        <c:v>0</c:v>
                      </c:pt>
                      <c:pt idx="3231">
                        <c:v>0</c:v>
                      </c:pt>
                      <c:pt idx="3232">
                        <c:v>0</c:v>
                      </c:pt>
                      <c:pt idx="3233">
                        <c:v>0</c:v>
                      </c:pt>
                      <c:pt idx="3234">
                        <c:v>0</c:v>
                      </c:pt>
                      <c:pt idx="3235">
                        <c:v>0</c:v>
                      </c:pt>
                      <c:pt idx="3236">
                        <c:v>0</c:v>
                      </c:pt>
                      <c:pt idx="3237">
                        <c:v>0</c:v>
                      </c:pt>
                      <c:pt idx="3238">
                        <c:v>0</c:v>
                      </c:pt>
                      <c:pt idx="3239">
                        <c:v>0</c:v>
                      </c:pt>
                      <c:pt idx="3240">
                        <c:v>0</c:v>
                      </c:pt>
                      <c:pt idx="3241">
                        <c:v>0</c:v>
                      </c:pt>
                      <c:pt idx="3242">
                        <c:v>0</c:v>
                      </c:pt>
                      <c:pt idx="3243">
                        <c:v>0</c:v>
                      </c:pt>
                      <c:pt idx="3244">
                        <c:v>0</c:v>
                      </c:pt>
                      <c:pt idx="3245">
                        <c:v>0</c:v>
                      </c:pt>
                      <c:pt idx="3246">
                        <c:v>0</c:v>
                      </c:pt>
                      <c:pt idx="3247">
                        <c:v>0</c:v>
                      </c:pt>
                      <c:pt idx="3248">
                        <c:v>0</c:v>
                      </c:pt>
                      <c:pt idx="3249">
                        <c:v>0</c:v>
                      </c:pt>
                      <c:pt idx="3250">
                        <c:v>0</c:v>
                      </c:pt>
                      <c:pt idx="3251">
                        <c:v>0</c:v>
                      </c:pt>
                      <c:pt idx="3252">
                        <c:v>0</c:v>
                      </c:pt>
                      <c:pt idx="3253">
                        <c:v>0</c:v>
                      </c:pt>
                      <c:pt idx="3254">
                        <c:v>0</c:v>
                      </c:pt>
                      <c:pt idx="3255">
                        <c:v>0</c:v>
                      </c:pt>
                      <c:pt idx="3256">
                        <c:v>0</c:v>
                      </c:pt>
                      <c:pt idx="3257">
                        <c:v>0</c:v>
                      </c:pt>
                      <c:pt idx="3258">
                        <c:v>0</c:v>
                      </c:pt>
                      <c:pt idx="3259">
                        <c:v>0</c:v>
                      </c:pt>
                      <c:pt idx="3260">
                        <c:v>0</c:v>
                      </c:pt>
                      <c:pt idx="3261">
                        <c:v>0</c:v>
                      </c:pt>
                      <c:pt idx="3262">
                        <c:v>0</c:v>
                      </c:pt>
                      <c:pt idx="3263">
                        <c:v>0</c:v>
                      </c:pt>
                      <c:pt idx="3264">
                        <c:v>0</c:v>
                      </c:pt>
                      <c:pt idx="3265">
                        <c:v>0</c:v>
                      </c:pt>
                      <c:pt idx="3266">
                        <c:v>0</c:v>
                      </c:pt>
                      <c:pt idx="3267">
                        <c:v>0</c:v>
                      </c:pt>
                      <c:pt idx="3268">
                        <c:v>0</c:v>
                      </c:pt>
                      <c:pt idx="3269">
                        <c:v>0</c:v>
                      </c:pt>
                      <c:pt idx="3270">
                        <c:v>0</c:v>
                      </c:pt>
                      <c:pt idx="3271">
                        <c:v>0</c:v>
                      </c:pt>
                      <c:pt idx="3272">
                        <c:v>0</c:v>
                      </c:pt>
                      <c:pt idx="3273">
                        <c:v>0</c:v>
                      </c:pt>
                      <c:pt idx="3274">
                        <c:v>0</c:v>
                      </c:pt>
                      <c:pt idx="3275">
                        <c:v>0</c:v>
                      </c:pt>
                      <c:pt idx="3276">
                        <c:v>0</c:v>
                      </c:pt>
                      <c:pt idx="3277">
                        <c:v>0</c:v>
                      </c:pt>
                      <c:pt idx="3278">
                        <c:v>0</c:v>
                      </c:pt>
                      <c:pt idx="3279">
                        <c:v>0</c:v>
                      </c:pt>
                      <c:pt idx="3280">
                        <c:v>0</c:v>
                      </c:pt>
                      <c:pt idx="3281">
                        <c:v>0</c:v>
                      </c:pt>
                      <c:pt idx="3282">
                        <c:v>0</c:v>
                      </c:pt>
                      <c:pt idx="3283">
                        <c:v>0</c:v>
                      </c:pt>
                      <c:pt idx="3284">
                        <c:v>0</c:v>
                      </c:pt>
                      <c:pt idx="3285">
                        <c:v>0</c:v>
                      </c:pt>
                      <c:pt idx="3286">
                        <c:v>0</c:v>
                      </c:pt>
                      <c:pt idx="3287">
                        <c:v>0</c:v>
                      </c:pt>
                      <c:pt idx="3288">
                        <c:v>0</c:v>
                      </c:pt>
                      <c:pt idx="3289">
                        <c:v>0</c:v>
                      </c:pt>
                      <c:pt idx="3290">
                        <c:v>0</c:v>
                      </c:pt>
                      <c:pt idx="3291">
                        <c:v>0</c:v>
                      </c:pt>
                      <c:pt idx="3292">
                        <c:v>0</c:v>
                      </c:pt>
                      <c:pt idx="3293">
                        <c:v>0</c:v>
                      </c:pt>
                      <c:pt idx="3294">
                        <c:v>0</c:v>
                      </c:pt>
                      <c:pt idx="3295">
                        <c:v>0</c:v>
                      </c:pt>
                      <c:pt idx="3296">
                        <c:v>0</c:v>
                      </c:pt>
                      <c:pt idx="3297">
                        <c:v>0</c:v>
                      </c:pt>
                      <c:pt idx="3298">
                        <c:v>0</c:v>
                      </c:pt>
                      <c:pt idx="3299">
                        <c:v>0</c:v>
                      </c:pt>
                      <c:pt idx="3300">
                        <c:v>0</c:v>
                      </c:pt>
                      <c:pt idx="3301">
                        <c:v>0</c:v>
                      </c:pt>
                      <c:pt idx="3302">
                        <c:v>0</c:v>
                      </c:pt>
                      <c:pt idx="3303">
                        <c:v>0</c:v>
                      </c:pt>
                      <c:pt idx="3304">
                        <c:v>0</c:v>
                      </c:pt>
                      <c:pt idx="3305">
                        <c:v>0</c:v>
                      </c:pt>
                      <c:pt idx="3306">
                        <c:v>0</c:v>
                      </c:pt>
                      <c:pt idx="3307">
                        <c:v>0</c:v>
                      </c:pt>
                      <c:pt idx="3308">
                        <c:v>0</c:v>
                      </c:pt>
                      <c:pt idx="3309">
                        <c:v>0</c:v>
                      </c:pt>
                      <c:pt idx="3310">
                        <c:v>0</c:v>
                      </c:pt>
                      <c:pt idx="3311">
                        <c:v>0</c:v>
                      </c:pt>
                      <c:pt idx="3312">
                        <c:v>0</c:v>
                      </c:pt>
                      <c:pt idx="3313">
                        <c:v>0</c:v>
                      </c:pt>
                      <c:pt idx="3314">
                        <c:v>0</c:v>
                      </c:pt>
                      <c:pt idx="3315">
                        <c:v>0</c:v>
                      </c:pt>
                      <c:pt idx="3316">
                        <c:v>0</c:v>
                      </c:pt>
                      <c:pt idx="3317">
                        <c:v>0</c:v>
                      </c:pt>
                      <c:pt idx="3318">
                        <c:v>0</c:v>
                      </c:pt>
                      <c:pt idx="3319">
                        <c:v>0</c:v>
                      </c:pt>
                      <c:pt idx="3320">
                        <c:v>0</c:v>
                      </c:pt>
                      <c:pt idx="3321">
                        <c:v>0</c:v>
                      </c:pt>
                      <c:pt idx="3322">
                        <c:v>0</c:v>
                      </c:pt>
                      <c:pt idx="3323">
                        <c:v>0</c:v>
                      </c:pt>
                      <c:pt idx="3324">
                        <c:v>0</c:v>
                      </c:pt>
                      <c:pt idx="3325">
                        <c:v>0</c:v>
                      </c:pt>
                      <c:pt idx="3326">
                        <c:v>0</c:v>
                      </c:pt>
                      <c:pt idx="3327">
                        <c:v>0</c:v>
                      </c:pt>
                      <c:pt idx="3328">
                        <c:v>0</c:v>
                      </c:pt>
                      <c:pt idx="3329">
                        <c:v>0</c:v>
                      </c:pt>
                      <c:pt idx="3330">
                        <c:v>0</c:v>
                      </c:pt>
                      <c:pt idx="3331">
                        <c:v>0</c:v>
                      </c:pt>
                      <c:pt idx="3332">
                        <c:v>0</c:v>
                      </c:pt>
                      <c:pt idx="3333">
                        <c:v>0</c:v>
                      </c:pt>
                      <c:pt idx="3334">
                        <c:v>0</c:v>
                      </c:pt>
                      <c:pt idx="3335">
                        <c:v>0</c:v>
                      </c:pt>
                      <c:pt idx="3336">
                        <c:v>0</c:v>
                      </c:pt>
                      <c:pt idx="3337">
                        <c:v>0</c:v>
                      </c:pt>
                      <c:pt idx="3338">
                        <c:v>0</c:v>
                      </c:pt>
                      <c:pt idx="3339">
                        <c:v>0</c:v>
                      </c:pt>
                      <c:pt idx="3340">
                        <c:v>0</c:v>
                      </c:pt>
                      <c:pt idx="3341">
                        <c:v>0</c:v>
                      </c:pt>
                      <c:pt idx="3342">
                        <c:v>0</c:v>
                      </c:pt>
                      <c:pt idx="3343">
                        <c:v>0</c:v>
                      </c:pt>
                      <c:pt idx="3344">
                        <c:v>0</c:v>
                      </c:pt>
                      <c:pt idx="3345">
                        <c:v>0</c:v>
                      </c:pt>
                      <c:pt idx="3346">
                        <c:v>0</c:v>
                      </c:pt>
                      <c:pt idx="3347">
                        <c:v>0</c:v>
                      </c:pt>
                      <c:pt idx="3348">
                        <c:v>0</c:v>
                      </c:pt>
                      <c:pt idx="3349">
                        <c:v>0</c:v>
                      </c:pt>
                      <c:pt idx="3350">
                        <c:v>0</c:v>
                      </c:pt>
                      <c:pt idx="3351">
                        <c:v>0</c:v>
                      </c:pt>
                      <c:pt idx="3352">
                        <c:v>0</c:v>
                      </c:pt>
                      <c:pt idx="3353">
                        <c:v>0</c:v>
                      </c:pt>
                      <c:pt idx="3354">
                        <c:v>0</c:v>
                      </c:pt>
                      <c:pt idx="3355">
                        <c:v>0</c:v>
                      </c:pt>
                      <c:pt idx="3356">
                        <c:v>0</c:v>
                      </c:pt>
                      <c:pt idx="3357">
                        <c:v>0</c:v>
                      </c:pt>
                      <c:pt idx="3358">
                        <c:v>0</c:v>
                      </c:pt>
                      <c:pt idx="3359">
                        <c:v>0</c:v>
                      </c:pt>
                      <c:pt idx="3360">
                        <c:v>0</c:v>
                      </c:pt>
                      <c:pt idx="3361">
                        <c:v>0</c:v>
                      </c:pt>
                      <c:pt idx="3362">
                        <c:v>0</c:v>
                      </c:pt>
                      <c:pt idx="3363">
                        <c:v>0</c:v>
                      </c:pt>
                      <c:pt idx="3364">
                        <c:v>0</c:v>
                      </c:pt>
                      <c:pt idx="3365">
                        <c:v>0</c:v>
                      </c:pt>
                      <c:pt idx="3366">
                        <c:v>0</c:v>
                      </c:pt>
                      <c:pt idx="3367">
                        <c:v>0</c:v>
                      </c:pt>
                      <c:pt idx="3368">
                        <c:v>0</c:v>
                      </c:pt>
                      <c:pt idx="3369">
                        <c:v>0</c:v>
                      </c:pt>
                      <c:pt idx="3370">
                        <c:v>0</c:v>
                      </c:pt>
                      <c:pt idx="3371">
                        <c:v>0</c:v>
                      </c:pt>
                      <c:pt idx="3372">
                        <c:v>0</c:v>
                      </c:pt>
                      <c:pt idx="3373">
                        <c:v>0</c:v>
                      </c:pt>
                      <c:pt idx="3374">
                        <c:v>0</c:v>
                      </c:pt>
                      <c:pt idx="3375">
                        <c:v>0</c:v>
                      </c:pt>
                      <c:pt idx="3376">
                        <c:v>0</c:v>
                      </c:pt>
                      <c:pt idx="3377">
                        <c:v>0</c:v>
                      </c:pt>
                      <c:pt idx="3378">
                        <c:v>0</c:v>
                      </c:pt>
                      <c:pt idx="3379">
                        <c:v>0</c:v>
                      </c:pt>
                      <c:pt idx="3380">
                        <c:v>0</c:v>
                      </c:pt>
                      <c:pt idx="3381">
                        <c:v>0</c:v>
                      </c:pt>
                      <c:pt idx="3382">
                        <c:v>0</c:v>
                      </c:pt>
                      <c:pt idx="3383">
                        <c:v>0</c:v>
                      </c:pt>
                      <c:pt idx="3384">
                        <c:v>0</c:v>
                      </c:pt>
                      <c:pt idx="3385">
                        <c:v>0</c:v>
                      </c:pt>
                      <c:pt idx="3386">
                        <c:v>0</c:v>
                      </c:pt>
                      <c:pt idx="3387">
                        <c:v>0</c:v>
                      </c:pt>
                      <c:pt idx="3388">
                        <c:v>0</c:v>
                      </c:pt>
                      <c:pt idx="3389">
                        <c:v>0</c:v>
                      </c:pt>
                      <c:pt idx="3390">
                        <c:v>0</c:v>
                      </c:pt>
                      <c:pt idx="3391">
                        <c:v>0</c:v>
                      </c:pt>
                      <c:pt idx="3392">
                        <c:v>0</c:v>
                      </c:pt>
                      <c:pt idx="3393">
                        <c:v>0</c:v>
                      </c:pt>
                      <c:pt idx="3394">
                        <c:v>0</c:v>
                      </c:pt>
                      <c:pt idx="3395">
                        <c:v>0</c:v>
                      </c:pt>
                      <c:pt idx="3396">
                        <c:v>0</c:v>
                      </c:pt>
                      <c:pt idx="3397">
                        <c:v>0</c:v>
                      </c:pt>
                      <c:pt idx="3398">
                        <c:v>0</c:v>
                      </c:pt>
                      <c:pt idx="3399">
                        <c:v>0</c:v>
                      </c:pt>
                      <c:pt idx="3400">
                        <c:v>0</c:v>
                      </c:pt>
                      <c:pt idx="3401">
                        <c:v>0</c:v>
                      </c:pt>
                      <c:pt idx="3402">
                        <c:v>0</c:v>
                      </c:pt>
                      <c:pt idx="3403">
                        <c:v>0</c:v>
                      </c:pt>
                      <c:pt idx="3404">
                        <c:v>0</c:v>
                      </c:pt>
                      <c:pt idx="3405">
                        <c:v>0</c:v>
                      </c:pt>
                      <c:pt idx="3406">
                        <c:v>0</c:v>
                      </c:pt>
                      <c:pt idx="3407">
                        <c:v>0</c:v>
                      </c:pt>
                      <c:pt idx="3408">
                        <c:v>0</c:v>
                      </c:pt>
                      <c:pt idx="3409">
                        <c:v>0</c:v>
                      </c:pt>
                      <c:pt idx="3410">
                        <c:v>0</c:v>
                      </c:pt>
                      <c:pt idx="3411">
                        <c:v>0</c:v>
                      </c:pt>
                      <c:pt idx="3412">
                        <c:v>0</c:v>
                      </c:pt>
                      <c:pt idx="3413">
                        <c:v>0</c:v>
                      </c:pt>
                      <c:pt idx="3414">
                        <c:v>0</c:v>
                      </c:pt>
                      <c:pt idx="3415">
                        <c:v>0</c:v>
                      </c:pt>
                      <c:pt idx="3416">
                        <c:v>0</c:v>
                      </c:pt>
                      <c:pt idx="3417">
                        <c:v>0</c:v>
                      </c:pt>
                      <c:pt idx="3418">
                        <c:v>0</c:v>
                      </c:pt>
                      <c:pt idx="3419">
                        <c:v>0</c:v>
                      </c:pt>
                      <c:pt idx="3420">
                        <c:v>0</c:v>
                      </c:pt>
                      <c:pt idx="3421">
                        <c:v>0</c:v>
                      </c:pt>
                      <c:pt idx="3422">
                        <c:v>0</c:v>
                      </c:pt>
                      <c:pt idx="3423">
                        <c:v>0</c:v>
                      </c:pt>
                      <c:pt idx="3424">
                        <c:v>0</c:v>
                      </c:pt>
                      <c:pt idx="3425">
                        <c:v>0</c:v>
                      </c:pt>
                      <c:pt idx="3426">
                        <c:v>0</c:v>
                      </c:pt>
                      <c:pt idx="3427">
                        <c:v>0</c:v>
                      </c:pt>
                      <c:pt idx="3428">
                        <c:v>0</c:v>
                      </c:pt>
                      <c:pt idx="3429">
                        <c:v>0</c:v>
                      </c:pt>
                      <c:pt idx="3430">
                        <c:v>0</c:v>
                      </c:pt>
                      <c:pt idx="3431">
                        <c:v>0</c:v>
                      </c:pt>
                      <c:pt idx="3432">
                        <c:v>0</c:v>
                      </c:pt>
                      <c:pt idx="3433">
                        <c:v>0</c:v>
                      </c:pt>
                      <c:pt idx="3434">
                        <c:v>0</c:v>
                      </c:pt>
                      <c:pt idx="3435">
                        <c:v>0</c:v>
                      </c:pt>
                      <c:pt idx="3436">
                        <c:v>0</c:v>
                      </c:pt>
                      <c:pt idx="3437">
                        <c:v>0</c:v>
                      </c:pt>
                      <c:pt idx="3438">
                        <c:v>0</c:v>
                      </c:pt>
                      <c:pt idx="3439">
                        <c:v>0</c:v>
                      </c:pt>
                      <c:pt idx="3440">
                        <c:v>0</c:v>
                      </c:pt>
                      <c:pt idx="3441">
                        <c:v>0</c:v>
                      </c:pt>
                      <c:pt idx="3442">
                        <c:v>0</c:v>
                      </c:pt>
                      <c:pt idx="3443">
                        <c:v>0</c:v>
                      </c:pt>
                      <c:pt idx="3444">
                        <c:v>0</c:v>
                      </c:pt>
                      <c:pt idx="3445">
                        <c:v>0</c:v>
                      </c:pt>
                      <c:pt idx="3446">
                        <c:v>0</c:v>
                      </c:pt>
                      <c:pt idx="3447">
                        <c:v>0</c:v>
                      </c:pt>
                      <c:pt idx="3448">
                        <c:v>0</c:v>
                      </c:pt>
                      <c:pt idx="3449">
                        <c:v>0</c:v>
                      </c:pt>
                      <c:pt idx="3450">
                        <c:v>0</c:v>
                      </c:pt>
                      <c:pt idx="3451">
                        <c:v>0</c:v>
                      </c:pt>
                      <c:pt idx="3452">
                        <c:v>0</c:v>
                      </c:pt>
                      <c:pt idx="3453">
                        <c:v>0</c:v>
                      </c:pt>
                      <c:pt idx="3454">
                        <c:v>0</c:v>
                      </c:pt>
                      <c:pt idx="3455">
                        <c:v>0</c:v>
                      </c:pt>
                      <c:pt idx="3456">
                        <c:v>0</c:v>
                      </c:pt>
                      <c:pt idx="3457">
                        <c:v>0</c:v>
                      </c:pt>
                      <c:pt idx="3458">
                        <c:v>0</c:v>
                      </c:pt>
                      <c:pt idx="3459">
                        <c:v>0</c:v>
                      </c:pt>
                      <c:pt idx="3460">
                        <c:v>0</c:v>
                      </c:pt>
                      <c:pt idx="3461">
                        <c:v>0</c:v>
                      </c:pt>
                      <c:pt idx="3462">
                        <c:v>0</c:v>
                      </c:pt>
                      <c:pt idx="3463">
                        <c:v>0</c:v>
                      </c:pt>
                      <c:pt idx="3464">
                        <c:v>0</c:v>
                      </c:pt>
                      <c:pt idx="3465">
                        <c:v>0</c:v>
                      </c:pt>
                      <c:pt idx="3466">
                        <c:v>0</c:v>
                      </c:pt>
                      <c:pt idx="3467">
                        <c:v>0</c:v>
                      </c:pt>
                      <c:pt idx="3468">
                        <c:v>0</c:v>
                      </c:pt>
                      <c:pt idx="3469">
                        <c:v>0</c:v>
                      </c:pt>
                      <c:pt idx="3470">
                        <c:v>0</c:v>
                      </c:pt>
                      <c:pt idx="3471">
                        <c:v>0</c:v>
                      </c:pt>
                      <c:pt idx="3472">
                        <c:v>0</c:v>
                      </c:pt>
                      <c:pt idx="3473">
                        <c:v>0</c:v>
                      </c:pt>
                      <c:pt idx="3474">
                        <c:v>0</c:v>
                      </c:pt>
                      <c:pt idx="3475">
                        <c:v>0</c:v>
                      </c:pt>
                      <c:pt idx="3476">
                        <c:v>0</c:v>
                      </c:pt>
                      <c:pt idx="3477">
                        <c:v>0</c:v>
                      </c:pt>
                      <c:pt idx="3478">
                        <c:v>0</c:v>
                      </c:pt>
                      <c:pt idx="3479">
                        <c:v>0</c:v>
                      </c:pt>
                      <c:pt idx="3480">
                        <c:v>0</c:v>
                      </c:pt>
                      <c:pt idx="3481">
                        <c:v>0</c:v>
                      </c:pt>
                      <c:pt idx="3482">
                        <c:v>0</c:v>
                      </c:pt>
                      <c:pt idx="3483">
                        <c:v>0</c:v>
                      </c:pt>
                      <c:pt idx="3484">
                        <c:v>0</c:v>
                      </c:pt>
                      <c:pt idx="3485">
                        <c:v>0</c:v>
                      </c:pt>
                      <c:pt idx="3486">
                        <c:v>0</c:v>
                      </c:pt>
                      <c:pt idx="3487">
                        <c:v>0</c:v>
                      </c:pt>
                      <c:pt idx="3488">
                        <c:v>0</c:v>
                      </c:pt>
                      <c:pt idx="3489">
                        <c:v>0</c:v>
                      </c:pt>
                      <c:pt idx="3490">
                        <c:v>0</c:v>
                      </c:pt>
                      <c:pt idx="3491">
                        <c:v>0</c:v>
                      </c:pt>
                      <c:pt idx="3492">
                        <c:v>0</c:v>
                      </c:pt>
                      <c:pt idx="3493">
                        <c:v>0</c:v>
                      </c:pt>
                      <c:pt idx="3494">
                        <c:v>0</c:v>
                      </c:pt>
                      <c:pt idx="3495">
                        <c:v>0</c:v>
                      </c:pt>
                      <c:pt idx="3496">
                        <c:v>0</c:v>
                      </c:pt>
                      <c:pt idx="3497">
                        <c:v>0</c:v>
                      </c:pt>
                      <c:pt idx="3498">
                        <c:v>0</c:v>
                      </c:pt>
                      <c:pt idx="3499">
                        <c:v>0</c:v>
                      </c:pt>
                      <c:pt idx="3500">
                        <c:v>0</c:v>
                      </c:pt>
                      <c:pt idx="3501">
                        <c:v>0</c:v>
                      </c:pt>
                      <c:pt idx="3502">
                        <c:v>0</c:v>
                      </c:pt>
                      <c:pt idx="3503">
                        <c:v>0</c:v>
                      </c:pt>
                      <c:pt idx="3504">
                        <c:v>0</c:v>
                      </c:pt>
                      <c:pt idx="3505">
                        <c:v>0</c:v>
                      </c:pt>
                      <c:pt idx="3506">
                        <c:v>0</c:v>
                      </c:pt>
                      <c:pt idx="3507">
                        <c:v>0</c:v>
                      </c:pt>
                      <c:pt idx="3508">
                        <c:v>0</c:v>
                      </c:pt>
                      <c:pt idx="3509">
                        <c:v>0</c:v>
                      </c:pt>
                      <c:pt idx="3510">
                        <c:v>0</c:v>
                      </c:pt>
                      <c:pt idx="3511">
                        <c:v>0</c:v>
                      </c:pt>
                      <c:pt idx="3512">
                        <c:v>0</c:v>
                      </c:pt>
                      <c:pt idx="3513">
                        <c:v>0</c:v>
                      </c:pt>
                      <c:pt idx="3514">
                        <c:v>0</c:v>
                      </c:pt>
                      <c:pt idx="3515">
                        <c:v>0</c:v>
                      </c:pt>
                      <c:pt idx="3516">
                        <c:v>0</c:v>
                      </c:pt>
                      <c:pt idx="3517">
                        <c:v>0</c:v>
                      </c:pt>
                      <c:pt idx="3518">
                        <c:v>0</c:v>
                      </c:pt>
                      <c:pt idx="3519">
                        <c:v>0</c:v>
                      </c:pt>
                      <c:pt idx="3520">
                        <c:v>0</c:v>
                      </c:pt>
                      <c:pt idx="3521">
                        <c:v>0</c:v>
                      </c:pt>
                      <c:pt idx="3522">
                        <c:v>0</c:v>
                      </c:pt>
                      <c:pt idx="3523">
                        <c:v>0</c:v>
                      </c:pt>
                      <c:pt idx="3524">
                        <c:v>0</c:v>
                      </c:pt>
                      <c:pt idx="3525">
                        <c:v>0</c:v>
                      </c:pt>
                      <c:pt idx="3526">
                        <c:v>0</c:v>
                      </c:pt>
                      <c:pt idx="3527">
                        <c:v>0</c:v>
                      </c:pt>
                      <c:pt idx="3528">
                        <c:v>0</c:v>
                      </c:pt>
                      <c:pt idx="3529">
                        <c:v>0</c:v>
                      </c:pt>
                      <c:pt idx="3530">
                        <c:v>0</c:v>
                      </c:pt>
                      <c:pt idx="3531">
                        <c:v>0</c:v>
                      </c:pt>
                      <c:pt idx="3532">
                        <c:v>0</c:v>
                      </c:pt>
                      <c:pt idx="3533">
                        <c:v>0</c:v>
                      </c:pt>
                      <c:pt idx="3534">
                        <c:v>0</c:v>
                      </c:pt>
                      <c:pt idx="3535">
                        <c:v>0</c:v>
                      </c:pt>
                      <c:pt idx="3536">
                        <c:v>0</c:v>
                      </c:pt>
                      <c:pt idx="3537">
                        <c:v>0</c:v>
                      </c:pt>
                      <c:pt idx="3538">
                        <c:v>0</c:v>
                      </c:pt>
                      <c:pt idx="3539">
                        <c:v>0</c:v>
                      </c:pt>
                      <c:pt idx="3540">
                        <c:v>0</c:v>
                      </c:pt>
                      <c:pt idx="3541">
                        <c:v>0</c:v>
                      </c:pt>
                      <c:pt idx="3542">
                        <c:v>0</c:v>
                      </c:pt>
                      <c:pt idx="3543">
                        <c:v>0</c:v>
                      </c:pt>
                      <c:pt idx="3544">
                        <c:v>0</c:v>
                      </c:pt>
                      <c:pt idx="3545">
                        <c:v>0</c:v>
                      </c:pt>
                      <c:pt idx="3546">
                        <c:v>0</c:v>
                      </c:pt>
                      <c:pt idx="3547">
                        <c:v>0</c:v>
                      </c:pt>
                      <c:pt idx="3548">
                        <c:v>0</c:v>
                      </c:pt>
                      <c:pt idx="3549">
                        <c:v>0</c:v>
                      </c:pt>
                      <c:pt idx="3550">
                        <c:v>0</c:v>
                      </c:pt>
                      <c:pt idx="3551">
                        <c:v>0</c:v>
                      </c:pt>
                      <c:pt idx="3552">
                        <c:v>0</c:v>
                      </c:pt>
                      <c:pt idx="3553">
                        <c:v>0</c:v>
                      </c:pt>
                      <c:pt idx="3554">
                        <c:v>0</c:v>
                      </c:pt>
                      <c:pt idx="3555">
                        <c:v>0</c:v>
                      </c:pt>
                      <c:pt idx="3556">
                        <c:v>0</c:v>
                      </c:pt>
                      <c:pt idx="3557">
                        <c:v>0</c:v>
                      </c:pt>
                      <c:pt idx="3558">
                        <c:v>0</c:v>
                      </c:pt>
                      <c:pt idx="3559">
                        <c:v>0</c:v>
                      </c:pt>
                      <c:pt idx="3560">
                        <c:v>0</c:v>
                      </c:pt>
                      <c:pt idx="3561">
                        <c:v>0</c:v>
                      </c:pt>
                      <c:pt idx="3562">
                        <c:v>0</c:v>
                      </c:pt>
                      <c:pt idx="3563">
                        <c:v>0</c:v>
                      </c:pt>
                      <c:pt idx="3564">
                        <c:v>0</c:v>
                      </c:pt>
                      <c:pt idx="3565">
                        <c:v>0</c:v>
                      </c:pt>
                      <c:pt idx="3566">
                        <c:v>0</c:v>
                      </c:pt>
                      <c:pt idx="3567">
                        <c:v>0</c:v>
                      </c:pt>
                      <c:pt idx="3568">
                        <c:v>0</c:v>
                      </c:pt>
                      <c:pt idx="3569">
                        <c:v>0</c:v>
                      </c:pt>
                      <c:pt idx="3570">
                        <c:v>0</c:v>
                      </c:pt>
                      <c:pt idx="3571">
                        <c:v>0</c:v>
                      </c:pt>
                      <c:pt idx="3572">
                        <c:v>0</c:v>
                      </c:pt>
                      <c:pt idx="3573">
                        <c:v>0</c:v>
                      </c:pt>
                      <c:pt idx="3574">
                        <c:v>0</c:v>
                      </c:pt>
                      <c:pt idx="3575">
                        <c:v>0</c:v>
                      </c:pt>
                      <c:pt idx="3576">
                        <c:v>0</c:v>
                      </c:pt>
                      <c:pt idx="3577">
                        <c:v>0</c:v>
                      </c:pt>
                      <c:pt idx="3578">
                        <c:v>0</c:v>
                      </c:pt>
                      <c:pt idx="3579">
                        <c:v>0</c:v>
                      </c:pt>
                      <c:pt idx="3580">
                        <c:v>0</c:v>
                      </c:pt>
                      <c:pt idx="3581">
                        <c:v>0</c:v>
                      </c:pt>
                      <c:pt idx="3582">
                        <c:v>0</c:v>
                      </c:pt>
                      <c:pt idx="3583">
                        <c:v>0</c:v>
                      </c:pt>
                      <c:pt idx="3584">
                        <c:v>0</c:v>
                      </c:pt>
                      <c:pt idx="3585">
                        <c:v>0</c:v>
                      </c:pt>
                      <c:pt idx="3586">
                        <c:v>0</c:v>
                      </c:pt>
                      <c:pt idx="3587">
                        <c:v>0</c:v>
                      </c:pt>
                      <c:pt idx="3588">
                        <c:v>0</c:v>
                      </c:pt>
                      <c:pt idx="3589">
                        <c:v>0</c:v>
                      </c:pt>
                      <c:pt idx="3590">
                        <c:v>0</c:v>
                      </c:pt>
                      <c:pt idx="3591">
                        <c:v>0</c:v>
                      </c:pt>
                      <c:pt idx="3592">
                        <c:v>0</c:v>
                      </c:pt>
                      <c:pt idx="3593">
                        <c:v>0</c:v>
                      </c:pt>
                      <c:pt idx="3594">
                        <c:v>0</c:v>
                      </c:pt>
                      <c:pt idx="3595">
                        <c:v>0</c:v>
                      </c:pt>
                      <c:pt idx="3596">
                        <c:v>0</c:v>
                      </c:pt>
                      <c:pt idx="3597">
                        <c:v>0</c:v>
                      </c:pt>
                      <c:pt idx="3598">
                        <c:v>0</c:v>
                      </c:pt>
                      <c:pt idx="3599">
                        <c:v>0</c:v>
                      </c:pt>
                      <c:pt idx="3600">
                        <c:v>0</c:v>
                      </c:pt>
                      <c:pt idx="3601">
                        <c:v>0</c:v>
                      </c:pt>
                      <c:pt idx="3602">
                        <c:v>0</c:v>
                      </c:pt>
                      <c:pt idx="3603">
                        <c:v>0</c:v>
                      </c:pt>
                      <c:pt idx="3604">
                        <c:v>0</c:v>
                      </c:pt>
                      <c:pt idx="3605">
                        <c:v>0</c:v>
                      </c:pt>
                      <c:pt idx="3606">
                        <c:v>0</c:v>
                      </c:pt>
                      <c:pt idx="3607">
                        <c:v>0</c:v>
                      </c:pt>
                      <c:pt idx="3608">
                        <c:v>0</c:v>
                      </c:pt>
                      <c:pt idx="3609">
                        <c:v>0</c:v>
                      </c:pt>
                      <c:pt idx="3610">
                        <c:v>0</c:v>
                      </c:pt>
                      <c:pt idx="3611">
                        <c:v>0</c:v>
                      </c:pt>
                      <c:pt idx="3612">
                        <c:v>0</c:v>
                      </c:pt>
                      <c:pt idx="3613">
                        <c:v>0</c:v>
                      </c:pt>
                      <c:pt idx="3614">
                        <c:v>0</c:v>
                      </c:pt>
                      <c:pt idx="3615">
                        <c:v>0</c:v>
                      </c:pt>
                      <c:pt idx="3616">
                        <c:v>0</c:v>
                      </c:pt>
                      <c:pt idx="3617">
                        <c:v>0</c:v>
                      </c:pt>
                      <c:pt idx="3618">
                        <c:v>0</c:v>
                      </c:pt>
                      <c:pt idx="3619">
                        <c:v>0</c:v>
                      </c:pt>
                      <c:pt idx="3620">
                        <c:v>0</c:v>
                      </c:pt>
                      <c:pt idx="3621">
                        <c:v>0</c:v>
                      </c:pt>
                      <c:pt idx="3622">
                        <c:v>0</c:v>
                      </c:pt>
                      <c:pt idx="3623">
                        <c:v>0</c:v>
                      </c:pt>
                      <c:pt idx="3624">
                        <c:v>0</c:v>
                      </c:pt>
                      <c:pt idx="3625">
                        <c:v>0</c:v>
                      </c:pt>
                      <c:pt idx="3626">
                        <c:v>0</c:v>
                      </c:pt>
                      <c:pt idx="3627">
                        <c:v>0</c:v>
                      </c:pt>
                      <c:pt idx="3628">
                        <c:v>0</c:v>
                      </c:pt>
                      <c:pt idx="3629">
                        <c:v>0</c:v>
                      </c:pt>
                      <c:pt idx="3630">
                        <c:v>0</c:v>
                      </c:pt>
                      <c:pt idx="3631">
                        <c:v>0</c:v>
                      </c:pt>
                      <c:pt idx="3632">
                        <c:v>0</c:v>
                      </c:pt>
                      <c:pt idx="3633">
                        <c:v>0</c:v>
                      </c:pt>
                      <c:pt idx="3634">
                        <c:v>0</c:v>
                      </c:pt>
                      <c:pt idx="3635">
                        <c:v>0</c:v>
                      </c:pt>
                      <c:pt idx="3636">
                        <c:v>0</c:v>
                      </c:pt>
                      <c:pt idx="3637">
                        <c:v>0</c:v>
                      </c:pt>
                      <c:pt idx="3638">
                        <c:v>0</c:v>
                      </c:pt>
                      <c:pt idx="3639">
                        <c:v>0</c:v>
                      </c:pt>
                      <c:pt idx="3640">
                        <c:v>0</c:v>
                      </c:pt>
                      <c:pt idx="3641">
                        <c:v>0</c:v>
                      </c:pt>
                      <c:pt idx="3642">
                        <c:v>0</c:v>
                      </c:pt>
                      <c:pt idx="3643">
                        <c:v>0</c:v>
                      </c:pt>
                      <c:pt idx="3644">
                        <c:v>0</c:v>
                      </c:pt>
                      <c:pt idx="3645">
                        <c:v>0</c:v>
                      </c:pt>
                      <c:pt idx="3646">
                        <c:v>0</c:v>
                      </c:pt>
                      <c:pt idx="3647">
                        <c:v>0</c:v>
                      </c:pt>
                      <c:pt idx="3648">
                        <c:v>0</c:v>
                      </c:pt>
                      <c:pt idx="3649">
                        <c:v>0</c:v>
                      </c:pt>
                      <c:pt idx="3650">
                        <c:v>0</c:v>
                      </c:pt>
                      <c:pt idx="3651">
                        <c:v>0</c:v>
                      </c:pt>
                      <c:pt idx="3652">
                        <c:v>0</c:v>
                      </c:pt>
                      <c:pt idx="3653">
                        <c:v>0</c:v>
                      </c:pt>
                      <c:pt idx="3654">
                        <c:v>0</c:v>
                      </c:pt>
                      <c:pt idx="3655">
                        <c:v>0</c:v>
                      </c:pt>
                      <c:pt idx="3656">
                        <c:v>0</c:v>
                      </c:pt>
                      <c:pt idx="3657">
                        <c:v>0</c:v>
                      </c:pt>
                      <c:pt idx="3658">
                        <c:v>0</c:v>
                      </c:pt>
                      <c:pt idx="3659">
                        <c:v>0</c:v>
                      </c:pt>
                      <c:pt idx="3660">
                        <c:v>0</c:v>
                      </c:pt>
                      <c:pt idx="3661">
                        <c:v>0</c:v>
                      </c:pt>
                      <c:pt idx="3662">
                        <c:v>0</c:v>
                      </c:pt>
                      <c:pt idx="3663">
                        <c:v>0</c:v>
                      </c:pt>
                      <c:pt idx="3664">
                        <c:v>0</c:v>
                      </c:pt>
                      <c:pt idx="3665">
                        <c:v>0</c:v>
                      </c:pt>
                      <c:pt idx="3666">
                        <c:v>0</c:v>
                      </c:pt>
                      <c:pt idx="3667">
                        <c:v>0</c:v>
                      </c:pt>
                      <c:pt idx="3668">
                        <c:v>0</c:v>
                      </c:pt>
                      <c:pt idx="3669">
                        <c:v>0</c:v>
                      </c:pt>
                      <c:pt idx="3670">
                        <c:v>0</c:v>
                      </c:pt>
                      <c:pt idx="3671">
                        <c:v>0</c:v>
                      </c:pt>
                      <c:pt idx="3672">
                        <c:v>0</c:v>
                      </c:pt>
                      <c:pt idx="3673">
                        <c:v>0</c:v>
                      </c:pt>
                      <c:pt idx="3674">
                        <c:v>0</c:v>
                      </c:pt>
                      <c:pt idx="3675">
                        <c:v>0</c:v>
                      </c:pt>
                      <c:pt idx="3676">
                        <c:v>0</c:v>
                      </c:pt>
                      <c:pt idx="3677">
                        <c:v>0</c:v>
                      </c:pt>
                      <c:pt idx="3678">
                        <c:v>0</c:v>
                      </c:pt>
                      <c:pt idx="3679">
                        <c:v>0</c:v>
                      </c:pt>
                      <c:pt idx="3680">
                        <c:v>0</c:v>
                      </c:pt>
                      <c:pt idx="3681">
                        <c:v>0</c:v>
                      </c:pt>
                      <c:pt idx="3682">
                        <c:v>0</c:v>
                      </c:pt>
                      <c:pt idx="3683">
                        <c:v>0</c:v>
                      </c:pt>
                      <c:pt idx="3684">
                        <c:v>0</c:v>
                      </c:pt>
                      <c:pt idx="3685">
                        <c:v>0</c:v>
                      </c:pt>
                      <c:pt idx="3686">
                        <c:v>0</c:v>
                      </c:pt>
                      <c:pt idx="3687">
                        <c:v>0</c:v>
                      </c:pt>
                      <c:pt idx="3688">
                        <c:v>0</c:v>
                      </c:pt>
                      <c:pt idx="3689">
                        <c:v>0</c:v>
                      </c:pt>
                      <c:pt idx="3690">
                        <c:v>0</c:v>
                      </c:pt>
                      <c:pt idx="3691">
                        <c:v>0</c:v>
                      </c:pt>
                      <c:pt idx="3692">
                        <c:v>0</c:v>
                      </c:pt>
                      <c:pt idx="3693">
                        <c:v>0</c:v>
                      </c:pt>
                      <c:pt idx="3694">
                        <c:v>0</c:v>
                      </c:pt>
                      <c:pt idx="3695">
                        <c:v>0</c:v>
                      </c:pt>
                      <c:pt idx="3696">
                        <c:v>0</c:v>
                      </c:pt>
                      <c:pt idx="3697">
                        <c:v>0</c:v>
                      </c:pt>
                      <c:pt idx="3698">
                        <c:v>0</c:v>
                      </c:pt>
                      <c:pt idx="3699">
                        <c:v>0</c:v>
                      </c:pt>
                      <c:pt idx="3700">
                        <c:v>0</c:v>
                      </c:pt>
                      <c:pt idx="3701">
                        <c:v>0</c:v>
                      </c:pt>
                      <c:pt idx="3702">
                        <c:v>0</c:v>
                      </c:pt>
                      <c:pt idx="3703">
                        <c:v>0</c:v>
                      </c:pt>
                      <c:pt idx="3704">
                        <c:v>0</c:v>
                      </c:pt>
                      <c:pt idx="3705">
                        <c:v>0</c:v>
                      </c:pt>
                      <c:pt idx="3706">
                        <c:v>0</c:v>
                      </c:pt>
                      <c:pt idx="3707">
                        <c:v>0</c:v>
                      </c:pt>
                      <c:pt idx="3708">
                        <c:v>0</c:v>
                      </c:pt>
                      <c:pt idx="3709">
                        <c:v>0</c:v>
                      </c:pt>
                      <c:pt idx="3710">
                        <c:v>0</c:v>
                      </c:pt>
                      <c:pt idx="3711">
                        <c:v>0</c:v>
                      </c:pt>
                      <c:pt idx="3712">
                        <c:v>0</c:v>
                      </c:pt>
                      <c:pt idx="3713">
                        <c:v>0</c:v>
                      </c:pt>
                      <c:pt idx="3714">
                        <c:v>0</c:v>
                      </c:pt>
                      <c:pt idx="3715">
                        <c:v>0</c:v>
                      </c:pt>
                      <c:pt idx="3716">
                        <c:v>0</c:v>
                      </c:pt>
                      <c:pt idx="3717">
                        <c:v>0</c:v>
                      </c:pt>
                      <c:pt idx="3718">
                        <c:v>0</c:v>
                      </c:pt>
                      <c:pt idx="3719">
                        <c:v>0</c:v>
                      </c:pt>
                      <c:pt idx="3720">
                        <c:v>0</c:v>
                      </c:pt>
                      <c:pt idx="3721">
                        <c:v>0</c:v>
                      </c:pt>
                      <c:pt idx="3722">
                        <c:v>0</c:v>
                      </c:pt>
                      <c:pt idx="3723">
                        <c:v>0</c:v>
                      </c:pt>
                      <c:pt idx="3724">
                        <c:v>0</c:v>
                      </c:pt>
                      <c:pt idx="3725">
                        <c:v>0</c:v>
                      </c:pt>
                      <c:pt idx="3726">
                        <c:v>0</c:v>
                      </c:pt>
                      <c:pt idx="3727">
                        <c:v>0</c:v>
                      </c:pt>
                      <c:pt idx="3728">
                        <c:v>0</c:v>
                      </c:pt>
                      <c:pt idx="3729">
                        <c:v>0</c:v>
                      </c:pt>
                      <c:pt idx="3730">
                        <c:v>0</c:v>
                      </c:pt>
                      <c:pt idx="3731">
                        <c:v>0</c:v>
                      </c:pt>
                      <c:pt idx="3732">
                        <c:v>0</c:v>
                      </c:pt>
                      <c:pt idx="3733">
                        <c:v>0</c:v>
                      </c:pt>
                      <c:pt idx="3734">
                        <c:v>0</c:v>
                      </c:pt>
                      <c:pt idx="3735">
                        <c:v>0</c:v>
                      </c:pt>
                      <c:pt idx="3736">
                        <c:v>0</c:v>
                      </c:pt>
                      <c:pt idx="3737">
                        <c:v>0</c:v>
                      </c:pt>
                      <c:pt idx="3738">
                        <c:v>0</c:v>
                      </c:pt>
                      <c:pt idx="3739">
                        <c:v>0</c:v>
                      </c:pt>
                      <c:pt idx="3740">
                        <c:v>0</c:v>
                      </c:pt>
                      <c:pt idx="3741">
                        <c:v>0</c:v>
                      </c:pt>
                      <c:pt idx="3742">
                        <c:v>0</c:v>
                      </c:pt>
                      <c:pt idx="3743">
                        <c:v>0</c:v>
                      </c:pt>
                      <c:pt idx="3744">
                        <c:v>0</c:v>
                      </c:pt>
                      <c:pt idx="3745">
                        <c:v>0</c:v>
                      </c:pt>
                      <c:pt idx="3746">
                        <c:v>0</c:v>
                      </c:pt>
                      <c:pt idx="3747">
                        <c:v>0</c:v>
                      </c:pt>
                      <c:pt idx="3748">
                        <c:v>0</c:v>
                      </c:pt>
                      <c:pt idx="3749">
                        <c:v>0</c:v>
                      </c:pt>
                      <c:pt idx="3750">
                        <c:v>0</c:v>
                      </c:pt>
                      <c:pt idx="3751">
                        <c:v>0</c:v>
                      </c:pt>
                      <c:pt idx="3752">
                        <c:v>0</c:v>
                      </c:pt>
                      <c:pt idx="3753">
                        <c:v>0</c:v>
                      </c:pt>
                      <c:pt idx="3754">
                        <c:v>0</c:v>
                      </c:pt>
                      <c:pt idx="3755">
                        <c:v>0</c:v>
                      </c:pt>
                      <c:pt idx="3756">
                        <c:v>0</c:v>
                      </c:pt>
                      <c:pt idx="3757">
                        <c:v>0</c:v>
                      </c:pt>
                      <c:pt idx="3758">
                        <c:v>0</c:v>
                      </c:pt>
                      <c:pt idx="3759">
                        <c:v>0</c:v>
                      </c:pt>
                      <c:pt idx="3760">
                        <c:v>0</c:v>
                      </c:pt>
                      <c:pt idx="3761">
                        <c:v>0</c:v>
                      </c:pt>
                      <c:pt idx="3762">
                        <c:v>0</c:v>
                      </c:pt>
                      <c:pt idx="3763">
                        <c:v>0</c:v>
                      </c:pt>
                      <c:pt idx="3764">
                        <c:v>0</c:v>
                      </c:pt>
                      <c:pt idx="3765">
                        <c:v>0</c:v>
                      </c:pt>
                      <c:pt idx="3766">
                        <c:v>0</c:v>
                      </c:pt>
                      <c:pt idx="3767">
                        <c:v>0</c:v>
                      </c:pt>
                      <c:pt idx="3768">
                        <c:v>0</c:v>
                      </c:pt>
                      <c:pt idx="3769">
                        <c:v>0</c:v>
                      </c:pt>
                      <c:pt idx="3770">
                        <c:v>0</c:v>
                      </c:pt>
                      <c:pt idx="3771">
                        <c:v>0</c:v>
                      </c:pt>
                      <c:pt idx="3772">
                        <c:v>0</c:v>
                      </c:pt>
                      <c:pt idx="3773">
                        <c:v>0</c:v>
                      </c:pt>
                      <c:pt idx="3774">
                        <c:v>0</c:v>
                      </c:pt>
                      <c:pt idx="3775">
                        <c:v>0</c:v>
                      </c:pt>
                      <c:pt idx="3776">
                        <c:v>0</c:v>
                      </c:pt>
                      <c:pt idx="3777">
                        <c:v>0</c:v>
                      </c:pt>
                      <c:pt idx="3778">
                        <c:v>0</c:v>
                      </c:pt>
                      <c:pt idx="3779">
                        <c:v>0</c:v>
                      </c:pt>
                      <c:pt idx="3780">
                        <c:v>0</c:v>
                      </c:pt>
                      <c:pt idx="3781">
                        <c:v>0</c:v>
                      </c:pt>
                      <c:pt idx="3782">
                        <c:v>0</c:v>
                      </c:pt>
                      <c:pt idx="3783">
                        <c:v>0</c:v>
                      </c:pt>
                      <c:pt idx="3784">
                        <c:v>0</c:v>
                      </c:pt>
                      <c:pt idx="3785">
                        <c:v>0</c:v>
                      </c:pt>
                      <c:pt idx="3786">
                        <c:v>0</c:v>
                      </c:pt>
                      <c:pt idx="3787">
                        <c:v>0</c:v>
                      </c:pt>
                      <c:pt idx="3788">
                        <c:v>0</c:v>
                      </c:pt>
                      <c:pt idx="3789">
                        <c:v>0</c:v>
                      </c:pt>
                      <c:pt idx="3790">
                        <c:v>0</c:v>
                      </c:pt>
                      <c:pt idx="3791">
                        <c:v>0</c:v>
                      </c:pt>
                      <c:pt idx="3792">
                        <c:v>0</c:v>
                      </c:pt>
                      <c:pt idx="3793">
                        <c:v>0</c:v>
                      </c:pt>
                      <c:pt idx="3794">
                        <c:v>0</c:v>
                      </c:pt>
                      <c:pt idx="3795">
                        <c:v>0</c:v>
                      </c:pt>
                      <c:pt idx="3796">
                        <c:v>0</c:v>
                      </c:pt>
                      <c:pt idx="3797">
                        <c:v>0</c:v>
                      </c:pt>
                      <c:pt idx="3798">
                        <c:v>0</c:v>
                      </c:pt>
                      <c:pt idx="3799">
                        <c:v>0</c:v>
                      </c:pt>
                      <c:pt idx="3800">
                        <c:v>0</c:v>
                      </c:pt>
                      <c:pt idx="3801">
                        <c:v>0</c:v>
                      </c:pt>
                      <c:pt idx="3802">
                        <c:v>0</c:v>
                      </c:pt>
                      <c:pt idx="3803">
                        <c:v>0</c:v>
                      </c:pt>
                      <c:pt idx="3804">
                        <c:v>0</c:v>
                      </c:pt>
                      <c:pt idx="3805">
                        <c:v>0</c:v>
                      </c:pt>
                      <c:pt idx="3806">
                        <c:v>0</c:v>
                      </c:pt>
                      <c:pt idx="3807">
                        <c:v>0</c:v>
                      </c:pt>
                      <c:pt idx="3808">
                        <c:v>0</c:v>
                      </c:pt>
                      <c:pt idx="3809">
                        <c:v>0</c:v>
                      </c:pt>
                      <c:pt idx="3810">
                        <c:v>0</c:v>
                      </c:pt>
                      <c:pt idx="3811">
                        <c:v>0</c:v>
                      </c:pt>
                      <c:pt idx="3812">
                        <c:v>0</c:v>
                      </c:pt>
                      <c:pt idx="3813">
                        <c:v>0</c:v>
                      </c:pt>
                      <c:pt idx="3814">
                        <c:v>0</c:v>
                      </c:pt>
                      <c:pt idx="3815">
                        <c:v>0</c:v>
                      </c:pt>
                      <c:pt idx="3816">
                        <c:v>0</c:v>
                      </c:pt>
                      <c:pt idx="3817">
                        <c:v>0</c:v>
                      </c:pt>
                      <c:pt idx="3818">
                        <c:v>0</c:v>
                      </c:pt>
                      <c:pt idx="3819">
                        <c:v>0</c:v>
                      </c:pt>
                      <c:pt idx="3820">
                        <c:v>0</c:v>
                      </c:pt>
                      <c:pt idx="3821">
                        <c:v>0</c:v>
                      </c:pt>
                      <c:pt idx="3822">
                        <c:v>0</c:v>
                      </c:pt>
                      <c:pt idx="3823">
                        <c:v>0</c:v>
                      </c:pt>
                      <c:pt idx="3824">
                        <c:v>0</c:v>
                      </c:pt>
                      <c:pt idx="3825">
                        <c:v>0</c:v>
                      </c:pt>
                      <c:pt idx="3826">
                        <c:v>0</c:v>
                      </c:pt>
                      <c:pt idx="3827">
                        <c:v>0</c:v>
                      </c:pt>
                      <c:pt idx="3828">
                        <c:v>0</c:v>
                      </c:pt>
                      <c:pt idx="3829">
                        <c:v>0</c:v>
                      </c:pt>
                      <c:pt idx="3830">
                        <c:v>0</c:v>
                      </c:pt>
                      <c:pt idx="3831">
                        <c:v>0</c:v>
                      </c:pt>
                      <c:pt idx="3832">
                        <c:v>0</c:v>
                      </c:pt>
                      <c:pt idx="3833">
                        <c:v>0</c:v>
                      </c:pt>
                      <c:pt idx="3834">
                        <c:v>0</c:v>
                      </c:pt>
                      <c:pt idx="3835">
                        <c:v>0</c:v>
                      </c:pt>
                      <c:pt idx="3836">
                        <c:v>0</c:v>
                      </c:pt>
                      <c:pt idx="3837">
                        <c:v>0</c:v>
                      </c:pt>
                      <c:pt idx="3838">
                        <c:v>0</c:v>
                      </c:pt>
                      <c:pt idx="3839">
                        <c:v>0</c:v>
                      </c:pt>
                      <c:pt idx="3840">
                        <c:v>0</c:v>
                      </c:pt>
                      <c:pt idx="3841">
                        <c:v>0</c:v>
                      </c:pt>
                      <c:pt idx="3842">
                        <c:v>0</c:v>
                      </c:pt>
                      <c:pt idx="3843">
                        <c:v>0</c:v>
                      </c:pt>
                      <c:pt idx="3844">
                        <c:v>0</c:v>
                      </c:pt>
                      <c:pt idx="3845">
                        <c:v>0</c:v>
                      </c:pt>
                      <c:pt idx="3846">
                        <c:v>0</c:v>
                      </c:pt>
                      <c:pt idx="3847">
                        <c:v>0</c:v>
                      </c:pt>
                      <c:pt idx="3848">
                        <c:v>0</c:v>
                      </c:pt>
                      <c:pt idx="3849">
                        <c:v>0</c:v>
                      </c:pt>
                      <c:pt idx="3850">
                        <c:v>0</c:v>
                      </c:pt>
                      <c:pt idx="3851">
                        <c:v>0</c:v>
                      </c:pt>
                      <c:pt idx="3852">
                        <c:v>0</c:v>
                      </c:pt>
                      <c:pt idx="3853">
                        <c:v>0</c:v>
                      </c:pt>
                      <c:pt idx="3854">
                        <c:v>0</c:v>
                      </c:pt>
                      <c:pt idx="3855">
                        <c:v>0</c:v>
                      </c:pt>
                      <c:pt idx="3856">
                        <c:v>0</c:v>
                      </c:pt>
                      <c:pt idx="3857">
                        <c:v>0</c:v>
                      </c:pt>
                      <c:pt idx="3858">
                        <c:v>0</c:v>
                      </c:pt>
                      <c:pt idx="3859">
                        <c:v>0</c:v>
                      </c:pt>
                      <c:pt idx="3860">
                        <c:v>0</c:v>
                      </c:pt>
                      <c:pt idx="3861">
                        <c:v>0</c:v>
                      </c:pt>
                      <c:pt idx="3862">
                        <c:v>0</c:v>
                      </c:pt>
                      <c:pt idx="3863">
                        <c:v>0</c:v>
                      </c:pt>
                      <c:pt idx="3864">
                        <c:v>0</c:v>
                      </c:pt>
                      <c:pt idx="3865">
                        <c:v>0</c:v>
                      </c:pt>
                      <c:pt idx="3866">
                        <c:v>0</c:v>
                      </c:pt>
                      <c:pt idx="3867">
                        <c:v>0</c:v>
                      </c:pt>
                      <c:pt idx="3868">
                        <c:v>0</c:v>
                      </c:pt>
                      <c:pt idx="3869">
                        <c:v>0</c:v>
                      </c:pt>
                      <c:pt idx="3870">
                        <c:v>0</c:v>
                      </c:pt>
                      <c:pt idx="3871">
                        <c:v>0</c:v>
                      </c:pt>
                      <c:pt idx="3872">
                        <c:v>0</c:v>
                      </c:pt>
                      <c:pt idx="3873">
                        <c:v>0</c:v>
                      </c:pt>
                      <c:pt idx="3874">
                        <c:v>0</c:v>
                      </c:pt>
                      <c:pt idx="3875">
                        <c:v>0</c:v>
                      </c:pt>
                      <c:pt idx="3876">
                        <c:v>0</c:v>
                      </c:pt>
                      <c:pt idx="3877">
                        <c:v>0</c:v>
                      </c:pt>
                      <c:pt idx="3878">
                        <c:v>0</c:v>
                      </c:pt>
                      <c:pt idx="3879">
                        <c:v>0</c:v>
                      </c:pt>
                      <c:pt idx="3880">
                        <c:v>0</c:v>
                      </c:pt>
                      <c:pt idx="3881">
                        <c:v>0</c:v>
                      </c:pt>
                      <c:pt idx="3882">
                        <c:v>0</c:v>
                      </c:pt>
                      <c:pt idx="3883">
                        <c:v>0</c:v>
                      </c:pt>
                      <c:pt idx="3884">
                        <c:v>0</c:v>
                      </c:pt>
                      <c:pt idx="3885">
                        <c:v>0</c:v>
                      </c:pt>
                      <c:pt idx="3886">
                        <c:v>0</c:v>
                      </c:pt>
                      <c:pt idx="3887">
                        <c:v>0</c:v>
                      </c:pt>
                      <c:pt idx="3888">
                        <c:v>0</c:v>
                      </c:pt>
                      <c:pt idx="3889">
                        <c:v>0</c:v>
                      </c:pt>
                      <c:pt idx="3890">
                        <c:v>0</c:v>
                      </c:pt>
                      <c:pt idx="3891">
                        <c:v>0</c:v>
                      </c:pt>
                      <c:pt idx="3892">
                        <c:v>0</c:v>
                      </c:pt>
                      <c:pt idx="3893">
                        <c:v>0</c:v>
                      </c:pt>
                      <c:pt idx="3894">
                        <c:v>0</c:v>
                      </c:pt>
                      <c:pt idx="3895">
                        <c:v>0</c:v>
                      </c:pt>
                      <c:pt idx="3896">
                        <c:v>0</c:v>
                      </c:pt>
                      <c:pt idx="3897">
                        <c:v>0</c:v>
                      </c:pt>
                      <c:pt idx="3898">
                        <c:v>0</c:v>
                      </c:pt>
                      <c:pt idx="3899">
                        <c:v>0</c:v>
                      </c:pt>
                      <c:pt idx="3900">
                        <c:v>0</c:v>
                      </c:pt>
                      <c:pt idx="3901">
                        <c:v>0</c:v>
                      </c:pt>
                      <c:pt idx="3902">
                        <c:v>0</c:v>
                      </c:pt>
                      <c:pt idx="3903">
                        <c:v>0</c:v>
                      </c:pt>
                      <c:pt idx="3904">
                        <c:v>0</c:v>
                      </c:pt>
                      <c:pt idx="3905">
                        <c:v>0</c:v>
                      </c:pt>
                      <c:pt idx="3906">
                        <c:v>0</c:v>
                      </c:pt>
                      <c:pt idx="3907">
                        <c:v>0</c:v>
                      </c:pt>
                      <c:pt idx="3908">
                        <c:v>0</c:v>
                      </c:pt>
                      <c:pt idx="3909">
                        <c:v>0</c:v>
                      </c:pt>
                      <c:pt idx="3910">
                        <c:v>0</c:v>
                      </c:pt>
                      <c:pt idx="3911">
                        <c:v>0</c:v>
                      </c:pt>
                      <c:pt idx="3912">
                        <c:v>0</c:v>
                      </c:pt>
                      <c:pt idx="3913">
                        <c:v>0</c:v>
                      </c:pt>
                      <c:pt idx="3914">
                        <c:v>0</c:v>
                      </c:pt>
                      <c:pt idx="3915">
                        <c:v>0</c:v>
                      </c:pt>
                      <c:pt idx="3916">
                        <c:v>0</c:v>
                      </c:pt>
                      <c:pt idx="3917">
                        <c:v>0</c:v>
                      </c:pt>
                      <c:pt idx="3918">
                        <c:v>0</c:v>
                      </c:pt>
                      <c:pt idx="3919">
                        <c:v>0</c:v>
                      </c:pt>
                      <c:pt idx="3920">
                        <c:v>0</c:v>
                      </c:pt>
                      <c:pt idx="3921">
                        <c:v>0</c:v>
                      </c:pt>
                      <c:pt idx="3922">
                        <c:v>0</c:v>
                      </c:pt>
                      <c:pt idx="3923">
                        <c:v>0</c:v>
                      </c:pt>
                      <c:pt idx="3924">
                        <c:v>0</c:v>
                      </c:pt>
                      <c:pt idx="3925">
                        <c:v>0</c:v>
                      </c:pt>
                      <c:pt idx="3926">
                        <c:v>0</c:v>
                      </c:pt>
                      <c:pt idx="3927">
                        <c:v>0</c:v>
                      </c:pt>
                      <c:pt idx="3928">
                        <c:v>0</c:v>
                      </c:pt>
                      <c:pt idx="3929">
                        <c:v>0</c:v>
                      </c:pt>
                      <c:pt idx="3930">
                        <c:v>0</c:v>
                      </c:pt>
                      <c:pt idx="3931">
                        <c:v>0</c:v>
                      </c:pt>
                      <c:pt idx="3932">
                        <c:v>0</c:v>
                      </c:pt>
                      <c:pt idx="3933">
                        <c:v>0</c:v>
                      </c:pt>
                      <c:pt idx="3934">
                        <c:v>0</c:v>
                      </c:pt>
                      <c:pt idx="3935">
                        <c:v>0</c:v>
                      </c:pt>
                      <c:pt idx="3936">
                        <c:v>0</c:v>
                      </c:pt>
                      <c:pt idx="3937">
                        <c:v>0</c:v>
                      </c:pt>
                      <c:pt idx="3938">
                        <c:v>0</c:v>
                      </c:pt>
                      <c:pt idx="3939">
                        <c:v>0</c:v>
                      </c:pt>
                      <c:pt idx="3940">
                        <c:v>0</c:v>
                      </c:pt>
                      <c:pt idx="3941">
                        <c:v>0</c:v>
                      </c:pt>
                      <c:pt idx="3942">
                        <c:v>0</c:v>
                      </c:pt>
                      <c:pt idx="3943">
                        <c:v>0</c:v>
                      </c:pt>
                      <c:pt idx="3944">
                        <c:v>0</c:v>
                      </c:pt>
                      <c:pt idx="3945">
                        <c:v>0</c:v>
                      </c:pt>
                      <c:pt idx="3946">
                        <c:v>0</c:v>
                      </c:pt>
                      <c:pt idx="3947">
                        <c:v>0</c:v>
                      </c:pt>
                      <c:pt idx="3948">
                        <c:v>0</c:v>
                      </c:pt>
                      <c:pt idx="3949">
                        <c:v>0</c:v>
                      </c:pt>
                      <c:pt idx="3950">
                        <c:v>0</c:v>
                      </c:pt>
                      <c:pt idx="3951">
                        <c:v>0</c:v>
                      </c:pt>
                      <c:pt idx="3952">
                        <c:v>0</c:v>
                      </c:pt>
                      <c:pt idx="3953">
                        <c:v>0</c:v>
                      </c:pt>
                      <c:pt idx="3954">
                        <c:v>0</c:v>
                      </c:pt>
                      <c:pt idx="3955">
                        <c:v>0</c:v>
                      </c:pt>
                      <c:pt idx="3956">
                        <c:v>0</c:v>
                      </c:pt>
                      <c:pt idx="3957">
                        <c:v>0</c:v>
                      </c:pt>
                      <c:pt idx="3958">
                        <c:v>0</c:v>
                      </c:pt>
                      <c:pt idx="3959">
                        <c:v>0</c:v>
                      </c:pt>
                      <c:pt idx="3960">
                        <c:v>0</c:v>
                      </c:pt>
                      <c:pt idx="3961">
                        <c:v>0</c:v>
                      </c:pt>
                      <c:pt idx="3962">
                        <c:v>0</c:v>
                      </c:pt>
                      <c:pt idx="3963">
                        <c:v>0</c:v>
                      </c:pt>
                      <c:pt idx="3964">
                        <c:v>0</c:v>
                      </c:pt>
                      <c:pt idx="3965">
                        <c:v>0</c:v>
                      </c:pt>
                      <c:pt idx="3966">
                        <c:v>0</c:v>
                      </c:pt>
                      <c:pt idx="3967">
                        <c:v>0</c:v>
                      </c:pt>
                      <c:pt idx="3968">
                        <c:v>0</c:v>
                      </c:pt>
                      <c:pt idx="3969">
                        <c:v>0</c:v>
                      </c:pt>
                      <c:pt idx="3970">
                        <c:v>0</c:v>
                      </c:pt>
                      <c:pt idx="3971">
                        <c:v>0</c:v>
                      </c:pt>
                      <c:pt idx="3972">
                        <c:v>0</c:v>
                      </c:pt>
                      <c:pt idx="3973">
                        <c:v>0</c:v>
                      </c:pt>
                      <c:pt idx="3974">
                        <c:v>0</c:v>
                      </c:pt>
                      <c:pt idx="3975">
                        <c:v>0</c:v>
                      </c:pt>
                      <c:pt idx="3976">
                        <c:v>0</c:v>
                      </c:pt>
                      <c:pt idx="3977">
                        <c:v>0</c:v>
                      </c:pt>
                      <c:pt idx="3978">
                        <c:v>0</c:v>
                      </c:pt>
                      <c:pt idx="3979">
                        <c:v>0</c:v>
                      </c:pt>
                      <c:pt idx="3980">
                        <c:v>0</c:v>
                      </c:pt>
                      <c:pt idx="3981">
                        <c:v>0</c:v>
                      </c:pt>
                      <c:pt idx="3982">
                        <c:v>0</c:v>
                      </c:pt>
                      <c:pt idx="3983">
                        <c:v>0</c:v>
                      </c:pt>
                      <c:pt idx="3984">
                        <c:v>0</c:v>
                      </c:pt>
                      <c:pt idx="3985">
                        <c:v>0</c:v>
                      </c:pt>
                      <c:pt idx="3986">
                        <c:v>0</c:v>
                      </c:pt>
                      <c:pt idx="3987">
                        <c:v>0</c:v>
                      </c:pt>
                      <c:pt idx="3988">
                        <c:v>0</c:v>
                      </c:pt>
                      <c:pt idx="3989">
                        <c:v>0</c:v>
                      </c:pt>
                      <c:pt idx="3990">
                        <c:v>0</c:v>
                      </c:pt>
                      <c:pt idx="3991">
                        <c:v>0</c:v>
                      </c:pt>
                      <c:pt idx="3992">
                        <c:v>0</c:v>
                      </c:pt>
                      <c:pt idx="3993">
                        <c:v>0</c:v>
                      </c:pt>
                      <c:pt idx="3994">
                        <c:v>0</c:v>
                      </c:pt>
                      <c:pt idx="3995">
                        <c:v>0</c:v>
                      </c:pt>
                      <c:pt idx="3996">
                        <c:v>0</c:v>
                      </c:pt>
                      <c:pt idx="3997">
                        <c:v>0</c:v>
                      </c:pt>
                      <c:pt idx="3998">
                        <c:v>0</c:v>
                      </c:pt>
                      <c:pt idx="3999">
                        <c:v>0</c:v>
                      </c:pt>
                      <c:pt idx="4000">
                        <c:v>0</c:v>
                      </c:pt>
                      <c:pt idx="4001">
                        <c:v>0</c:v>
                      </c:pt>
                      <c:pt idx="4002">
                        <c:v>0</c:v>
                      </c:pt>
                      <c:pt idx="4003">
                        <c:v>0</c:v>
                      </c:pt>
                      <c:pt idx="4004">
                        <c:v>0</c:v>
                      </c:pt>
                      <c:pt idx="4005">
                        <c:v>0</c:v>
                      </c:pt>
                      <c:pt idx="4006">
                        <c:v>0</c:v>
                      </c:pt>
                      <c:pt idx="4007">
                        <c:v>0</c:v>
                      </c:pt>
                      <c:pt idx="4008">
                        <c:v>0</c:v>
                      </c:pt>
                      <c:pt idx="4009">
                        <c:v>0</c:v>
                      </c:pt>
                      <c:pt idx="4010">
                        <c:v>0</c:v>
                      </c:pt>
                      <c:pt idx="4011">
                        <c:v>0</c:v>
                      </c:pt>
                      <c:pt idx="4012">
                        <c:v>0</c:v>
                      </c:pt>
                      <c:pt idx="4013">
                        <c:v>0</c:v>
                      </c:pt>
                      <c:pt idx="4014">
                        <c:v>0</c:v>
                      </c:pt>
                      <c:pt idx="4015">
                        <c:v>0</c:v>
                      </c:pt>
                      <c:pt idx="4016">
                        <c:v>0</c:v>
                      </c:pt>
                      <c:pt idx="4017">
                        <c:v>0</c:v>
                      </c:pt>
                      <c:pt idx="4018">
                        <c:v>0</c:v>
                      </c:pt>
                      <c:pt idx="4019">
                        <c:v>0</c:v>
                      </c:pt>
                      <c:pt idx="4020">
                        <c:v>0</c:v>
                      </c:pt>
                      <c:pt idx="4021">
                        <c:v>0</c:v>
                      </c:pt>
                      <c:pt idx="4022">
                        <c:v>0</c:v>
                      </c:pt>
                      <c:pt idx="4023">
                        <c:v>0</c:v>
                      </c:pt>
                      <c:pt idx="4024">
                        <c:v>0</c:v>
                      </c:pt>
                      <c:pt idx="4025">
                        <c:v>0</c:v>
                      </c:pt>
                      <c:pt idx="4026">
                        <c:v>0</c:v>
                      </c:pt>
                      <c:pt idx="4027">
                        <c:v>0</c:v>
                      </c:pt>
                      <c:pt idx="4028">
                        <c:v>0</c:v>
                      </c:pt>
                      <c:pt idx="4029">
                        <c:v>0</c:v>
                      </c:pt>
                      <c:pt idx="4030">
                        <c:v>0</c:v>
                      </c:pt>
                      <c:pt idx="4031">
                        <c:v>0</c:v>
                      </c:pt>
                      <c:pt idx="4032">
                        <c:v>0</c:v>
                      </c:pt>
                      <c:pt idx="4033">
                        <c:v>0</c:v>
                      </c:pt>
                      <c:pt idx="4034">
                        <c:v>0</c:v>
                      </c:pt>
                      <c:pt idx="4035">
                        <c:v>0</c:v>
                      </c:pt>
                      <c:pt idx="4036">
                        <c:v>0</c:v>
                      </c:pt>
                      <c:pt idx="4037">
                        <c:v>0</c:v>
                      </c:pt>
                      <c:pt idx="4038">
                        <c:v>0</c:v>
                      </c:pt>
                      <c:pt idx="4039">
                        <c:v>0</c:v>
                      </c:pt>
                      <c:pt idx="4040">
                        <c:v>0</c:v>
                      </c:pt>
                      <c:pt idx="4041">
                        <c:v>0</c:v>
                      </c:pt>
                      <c:pt idx="4042">
                        <c:v>0</c:v>
                      </c:pt>
                      <c:pt idx="4043">
                        <c:v>0</c:v>
                      </c:pt>
                      <c:pt idx="4044">
                        <c:v>0</c:v>
                      </c:pt>
                      <c:pt idx="4045">
                        <c:v>0</c:v>
                      </c:pt>
                      <c:pt idx="4046">
                        <c:v>0</c:v>
                      </c:pt>
                      <c:pt idx="4047">
                        <c:v>0</c:v>
                      </c:pt>
                      <c:pt idx="4048">
                        <c:v>0</c:v>
                      </c:pt>
                      <c:pt idx="4049">
                        <c:v>0</c:v>
                      </c:pt>
                      <c:pt idx="4050">
                        <c:v>0</c:v>
                      </c:pt>
                      <c:pt idx="4051">
                        <c:v>0</c:v>
                      </c:pt>
                      <c:pt idx="4052">
                        <c:v>0</c:v>
                      </c:pt>
                      <c:pt idx="4053">
                        <c:v>0</c:v>
                      </c:pt>
                      <c:pt idx="4054">
                        <c:v>0</c:v>
                      </c:pt>
                      <c:pt idx="4055">
                        <c:v>0</c:v>
                      </c:pt>
                      <c:pt idx="4056">
                        <c:v>0</c:v>
                      </c:pt>
                      <c:pt idx="4057">
                        <c:v>0</c:v>
                      </c:pt>
                      <c:pt idx="4058">
                        <c:v>0</c:v>
                      </c:pt>
                      <c:pt idx="4059">
                        <c:v>0</c:v>
                      </c:pt>
                      <c:pt idx="4060">
                        <c:v>0</c:v>
                      </c:pt>
                      <c:pt idx="4061">
                        <c:v>0</c:v>
                      </c:pt>
                      <c:pt idx="4062">
                        <c:v>0</c:v>
                      </c:pt>
                      <c:pt idx="4063">
                        <c:v>0</c:v>
                      </c:pt>
                      <c:pt idx="4064">
                        <c:v>0</c:v>
                      </c:pt>
                      <c:pt idx="4065">
                        <c:v>0</c:v>
                      </c:pt>
                      <c:pt idx="4066">
                        <c:v>0</c:v>
                      </c:pt>
                      <c:pt idx="4067">
                        <c:v>0</c:v>
                      </c:pt>
                      <c:pt idx="4068">
                        <c:v>0</c:v>
                      </c:pt>
                      <c:pt idx="4069">
                        <c:v>0</c:v>
                      </c:pt>
                      <c:pt idx="4070">
                        <c:v>0</c:v>
                      </c:pt>
                      <c:pt idx="4071">
                        <c:v>0</c:v>
                      </c:pt>
                      <c:pt idx="4072">
                        <c:v>0</c:v>
                      </c:pt>
                      <c:pt idx="4073">
                        <c:v>0</c:v>
                      </c:pt>
                      <c:pt idx="4074">
                        <c:v>0</c:v>
                      </c:pt>
                      <c:pt idx="4075">
                        <c:v>0</c:v>
                      </c:pt>
                      <c:pt idx="4076">
                        <c:v>0</c:v>
                      </c:pt>
                      <c:pt idx="4077">
                        <c:v>0</c:v>
                      </c:pt>
                      <c:pt idx="4078">
                        <c:v>0</c:v>
                      </c:pt>
                      <c:pt idx="4079">
                        <c:v>0</c:v>
                      </c:pt>
                      <c:pt idx="4080">
                        <c:v>0</c:v>
                      </c:pt>
                      <c:pt idx="4081">
                        <c:v>0</c:v>
                      </c:pt>
                      <c:pt idx="4082">
                        <c:v>0</c:v>
                      </c:pt>
                      <c:pt idx="4083">
                        <c:v>0</c:v>
                      </c:pt>
                      <c:pt idx="4084">
                        <c:v>0</c:v>
                      </c:pt>
                      <c:pt idx="4085">
                        <c:v>0</c:v>
                      </c:pt>
                      <c:pt idx="4086">
                        <c:v>0</c:v>
                      </c:pt>
                      <c:pt idx="4087">
                        <c:v>0</c:v>
                      </c:pt>
                      <c:pt idx="4088">
                        <c:v>0</c:v>
                      </c:pt>
                      <c:pt idx="4089">
                        <c:v>0</c:v>
                      </c:pt>
                      <c:pt idx="4090">
                        <c:v>0</c:v>
                      </c:pt>
                      <c:pt idx="4091">
                        <c:v>0</c:v>
                      </c:pt>
                      <c:pt idx="4092">
                        <c:v>0</c:v>
                      </c:pt>
                      <c:pt idx="4093">
                        <c:v>0</c:v>
                      </c:pt>
                      <c:pt idx="4094">
                        <c:v>0</c:v>
                      </c:pt>
                      <c:pt idx="4095">
                        <c:v>0</c:v>
                      </c:pt>
                      <c:pt idx="4096">
                        <c:v>0</c:v>
                      </c:pt>
                      <c:pt idx="4097">
                        <c:v>0</c:v>
                      </c:pt>
                      <c:pt idx="4098">
                        <c:v>0</c:v>
                      </c:pt>
                      <c:pt idx="4099">
                        <c:v>0</c:v>
                      </c:pt>
                      <c:pt idx="4100">
                        <c:v>0</c:v>
                      </c:pt>
                      <c:pt idx="4101">
                        <c:v>0</c:v>
                      </c:pt>
                      <c:pt idx="4102">
                        <c:v>0</c:v>
                      </c:pt>
                      <c:pt idx="4103">
                        <c:v>0</c:v>
                      </c:pt>
                      <c:pt idx="4104">
                        <c:v>0</c:v>
                      </c:pt>
                      <c:pt idx="4105">
                        <c:v>0</c:v>
                      </c:pt>
                      <c:pt idx="4106">
                        <c:v>0</c:v>
                      </c:pt>
                      <c:pt idx="4107">
                        <c:v>0</c:v>
                      </c:pt>
                      <c:pt idx="4108">
                        <c:v>0</c:v>
                      </c:pt>
                      <c:pt idx="4109">
                        <c:v>0</c:v>
                      </c:pt>
                      <c:pt idx="4110">
                        <c:v>0</c:v>
                      </c:pt>
                      <c:pt idx="4111">
                        <c:v>0</c:v>
                      </c:pt>
                      <c:pt idx="4112">
                        <c:v>0</c:v>
                      </c:pt>
                      <c:pt idx="4113">
                        <c:v>0</c:v>
                      </c:pt>
                      <c:pt idx="4114">
                        <c:v>0</c:v>
                      </c:pt>
                      <c:pt idx="4115">
                        <c:v>0</c:v>
                      </c:pt>
                      <c:pt idx="4116">
                        <c:v>0</c:v>
                      </c:pt>
                      <c:pt idx="4117">
                        <c:v>0</c:v>
                      </c:pt>
                      <c:pt idx="4118">
                        <c:v>0</c:v>
                      </c:pt>
                      <c:pt idx="4119">
                        <c:v>0</c:v>
                      </c:pt>
                      <c:pt idx="4120">
                        <c:v>0</c:v>
                      </c:pt>
                      <c:pt idx="4121">
                        <c:v>0</c:v>
                      </c:pt>
                      <c:pt idx="4122">
                        <c:v>0</c:v>
                      </c:pt>
                      <c:pt idx="4123">
                        <c:v>0</c:v>
                      </c:pt>
                      <c:pt idx="4124">
                        <c:v>0</c:v>
                      </c:pt>
                      <c:pt idx="4125">
                        <c:v>0</c:v>
                      </c:pt>
                      <c:pt idx="4126">
                        <c:v>0</c:v>
                      </c:pt>
                      <c:pt idx="4127">
                        <c:v>0</c:v>
                      </c:pt>
                      <c:pt idx="4128">
                        <c:v>0</c:v>
                      </c:pt>
                      <c:pt idx="4129">
                        <c:v>0</c:v>
                      </c:pt>
                      <c:pt idx="4130">
                        <c:v>0</c:v>
                      </c:pt>
                      <c:pt idx="4131">
                        <c:v>0</c:v>
                      </c:pt>
                      <c:pt idx="4132">
                        <c:v>0</c:v>
                      </c:pt>
                      <c:pt idx="4133">
                        <c:v>0</c:v>
                      </c:pt>
                      <c:pt idx="4134">
                        <c:v>0</c:v>
                      </c:pt>
                      <c:pt idx="4135">
                        <c:v>0</c:v>
                      </c:pt>
                      <c:pt idx="4136">
                        <c:v>0</c:v>
                      </c:pt>
                      <c:pt idx="4137">
                        <c:v>0</c:v>
                      </c:pt>
                      <c:pt idx="4138">
                        <c:v>0</c:v>
                      </c:pt>
                      <c:pt idx="4139">
                        <c:v>0</c:v>
                      </c:pt>
                      <c:pt idx="4140">
                        <c:v>0</c:v>
                      </c:pt>
                      <c:pt idx="4141">
                        <c:v>0</c:v>
                      </c:pt>
                      <c:pt idx="4142">
                        <c:v>0</c:v>
                      </c:pt>
                      <c:pt idx="4143">
                        <c:v>0</c:v>
                      </c:pt>
                      <c:pt idx="4144">
                        <c:v>0</c:v>
                      </c:pt>
                      <c:pt idx="4145">
                        <c:v>0</c:v>
                      </c:pt>
                      <c:pt idx="4146">
                        <c:v>0</c:v>
                      </c:pt>
                      <c:pt idx="4147">
                        <c:v>0</c:v>
                      </c:pt>
                      <c:pt idx="4148">
                        <c:v>0</c:v>
                      </c:pt>
                      <c:pt idx="4149">
                        <c:v>0</c:v>
                      </c:pt>
                      <c:pt idx="4150">
                        <c:v>0</c:v>
                      </c:pt>
                      <c:pt idx="4151">
                        <c:v>0</c:v>
                      </c:pt>
                      <c:pt idx="4152">
                        <c:v>0</c:v>
                      </c:pt>
                      <c:pt idx="4153">
                        <c:v>0</c:v>
                      </c:pt>
                      <c:pt idx="4154">
                        <c:v>0</c:v>
                      </c:pt>
                      <c:pt idx="4155">
                        <c:v>0</c:v>
                      </c:pt>
                      <c:pt idx="4156">
                        <c:v>0</c:v>
                      </c:pt>
                      <c:pt idx="4157">
                        <c:v>0</c:v>
                      </c:pt>
                      <c:pt idx="4158">
                        <c:v>0</c:v>
                      </c:pt>
                      <c:pt idx="4159">
                        <c:v>0</c:v>
                      </c:pt>
                      <c:pt idx="4160">
                        <c:v>0</c:v>
                      </c:pt>
                      <c:pt idx="4161">
                        <c:v>0</c:v>
                      </c:pt>
                      <c:pt idx="4162">
                        <c:v>0</c:v>
                      </c:pt>
                      <c:pt idx="4163">
                        <c:v>0</c:v>
                      </c:pt>
                      <c:pt idx="4164">
                        <c:v>0</c:v>
                      </c:pt>
                      <c:pt idx="4165">
                        <c:v>0</c:v>
                      </c:pt>
                      <c:pt idx="4166">
                        <c:v>0</c:v>
                      </c:pt>
                      <c:pt idx="4167">
                        <c:v>0</c:v>
                      </c:pt>
                      <c:pt idx="4168">
                        <c:v>0</c:v>
                      </c:pt>
                      <c:pt idx="4169">
                        <c:v>0</c:v>
                      </c:pt>
                      <c:pt idx="4170">
                        <c:v>0</c:v>
                      </c:pt>
                      <c:pt idx="4171">
                        <c:v>0</c:v>
                      </c:pt>
                      <c:pt idx="4172">
                        <c:v>0</c:v>
                      </c:pt>
                      <c:pt idx="4173">
                        <c:v>0</c:v>
                      </c:pt>
                      <c:pt idx="4174">
                        <c:v>0</c:v>
                      </c:pt>
                      <c:pt idx="4175">
                        <c:v>0</c:v>
                      </c:pt>
                      <c:pt idx="4176">
                        <c:v>0</c:v>
                      </c:pt>
                      <c:pt idx="4177">
                        <c:v>0</c:v>
                      </c:pt>
                      <c:pt idx="4178">
                        <c:v>0</c:v>
                      </c:pt>
                      <c:pt idx="4179">
                        <c:v>0</c:v>
                      </c:pt>
                      <c:pt idx="4180">
                        <c:v>0</c:v>
                      </c:pt>
                      <c:pt idx="4181">
                        <c:v>0</c:v>
                      </c:pt>
                      <c:pt idx="4182">
                        <c:v>0</c:v>
                      </c:pt>
                      <c:pt idx="4183">
                        <c:v>0</c:v>
                      </c:pt>
                      <c:pt idx="4184">
                        <c:v>0</c:v>
                      </c:pt>
                      <c:pt idx="4185">
                        <c:v>0</c:v>
                      </c:pt>
                      <c:pt idx="4186">
                        <c:v>0</c:v>
                      </c:pt>
                      <c:pt idx="4187">
                        <c:v>0</c:v>
                      </c:pt>
                      <c:pt idx="4188">
                        <c:v>0</c:v>
                      </c:pt>
                      <c:pt idx="4189">
                        <c:v>0</c:v>
                      </c:pt>
                      <c:pt idx="4190">
                        <c:v>0</c:v>
                      </c:pt>
                      <c:pt idx="4191">
                        <c:v>0</c:v>
                      </c:pt>
                      <c:pt idx="4192">
                        <c:v>0</c:v>
                      </c:pt>
                      <c:pt idx="4193">
                        <c:v>0</c:v>
                      </c:pt>
                      <c:pt idx="4194">
                        <c:v>0</c:v>
                      </c:pt>
                      <c:pt idx="4195">
                        <c:v>0</c:v>
                      </c:pt>
                      <c:pt idx="4196">
                        <c:v>0</c:v>
                      </c:pt>
                      <c:pt idx="4197">
                        <c:v>0</c:v>
                      </c:pt>
                      <c:pt idx="4198">
                        <c:v>0</c:v>
                      </c:pt>
                      <c:pt idx="4199">
                        <c:v>0</c:v>
                      </c:pt>
                      <c:pt idx="4200">
                        <c:v>0</c:v>
                      </c:pt>
                      <c:pt idx="4201">
                        <c:v>0</c:v>
                      </c:pt>
                      <c:pt idx="4202">
                        <c:v>0</c:v>
                      </c:pt>
                      <c:pt idx="4203">
                        <c:v>0</c:v>
                      </c:pt>
                      <c:pt idx="4204">
                        <c:v>0</c:v>
                      </c:pt>
                      <c:pt idx="4205">
                        <c:v>0</c:v>
                      </c:pt>
                      <c:pt idx="4206">
                        <c:v>0</c:v>
                      </c:pt>
                      <c:pt idx="4207">
                        <c:v>0</c:v>
                      </c:pt>
                      <c:pt idx="4208">
                        <c:v>0</c:v>
                      </c:pt>
                      <c:pt idx="4209">
                        <c:v>0</c:v>
                      </c:pt>
                      <c:pt idx="4210">
                        <c:v>0</c:v>
                      </c:pt>
                      <c:pt idx="4211">
                        <c:v>0</c:v>
                      </c:pt>
                      <c:pt idx="4212">
                        <c:v>0</c:v>
                      </c:pt>
                      <c:pt idx="4213">
                        <c:v>0</c:v>
                      </c:pt>
                      <c:pt idx="4214">
                        <c:v>0</c:v>
                      </c:pt>
                      <c:pt idx="4215">
                        <c:v>0</c:v>
                      </c:pt>
                      <c:pt idx="4216">
                        <c:v>0</c:v>
                      </c:pt>
                      <c:pt idx="4217">
                        <c:v>0</c:v>
                      </c:pt>
                      <c:pt idx="4218">
                        <c:v>0</c:v>
                      </c:pt>
                      <c:pt idx="4219">
                        <c:v>0</c:v>
                      </c:pt>
                      <c:pt idx="4220">
                        <c:v>0</c:v>
                      </c:pt>
                      <c:pt idx="4221">
                        <c:v>0</c:v>
                      </c:pt>
                      <c:pt idx="4222">
                        <c:v>0</c:v>
                      </c:pt>
                      <c:pt idx="4223">
                        <c:v>0</c:v>
                      </c:pt>
                      <c:pt idx="4224">
                        <c:v>0</c:v>
                      </c:pt>
                      <c:pt idx="4225">
                        <c:v>0</c:v>
                      </c:pt>
                      <c:pt idx="4226">
                        <c:v>0</c:v>
                      </c:pt>
                      <c:pt idx="4227">
                        <c:v>0</c:v>
                      </c:pt>
                      <c:pt idx="4228">
                        <c:v>0</c:v>
                      </c:pt>
                      <c:pt idx="4229">
                        <c:v>0</c:v>
                      </c:pt>
                      <c:pt idx="4230">
                        <c:v>0</c:v>
                      </c:pt>
                      <c:pt idx="4231">
                        <c:v>0</c:v>
                      </c:pt>
                      <c:pt idx="4232">
                        <c:v>0</c:v>
                      </c:pt>
                      <c:pt idx="4233">
                        <c:v>0</c:v>
                      </c:pt>
                      <c:pt idx="4234">
                        <c:v>0</c:v>
                      </c:pt>
                      <c:pt idx="4235">
                        <c:v>0</c:v>
                      </c:pt>
                      <c:pt idx="4236">
                        <c:v>0</c:v>
                      </c:pt>
                      <c:pt idx="4237">
                        <c:v>0</c:v>
                      </c:pt>
                      <c:pt idx="4238">
                        <c:v>0</c:v>
                      </c:pt>
                      <c:pt idx="4239">
                        <c:v>0</c:v>
                      </c:pt>
                      <c:pt idx="4240">
                        <c:v>0</c:v>
                      </c:pt>
                      <c:pt idx="4241">
                        <c:v>0</c:v>
                      </c:pt>
                      <c:pt idx="4242">
                        <c:v>0</c:v>
                      </c:pt>
                      <c:pt idx="4243">
                        <c:v>0</c:v>
                      </c:pt>
                      <c:pt idx="4244">
                        <c:v>0</c:v>
                      </c:pt>
                      <c:pt idx="4245">
                        <c:v>0</c:v>
                      </c:pt>
                      <c:pt idx="4246">
                        <c:v>0</c:v>
                      </c:pt>
                      <c:pt idx="4247">
                        <c:v>0</c:v>
                      </c:pt>
                      <c:pt idx="4248">
                        <c:v>0</c:v>
                      </c:pt>
                      <c:pt idx="4249">
                        <c:v>0</c:v>
                      </c:pt>
                      <c:pt idx="4250">
                        <c:v>0</c:v>
                      </c:pt>
                      <c:pt idx="4251">
                        <c:v>0</c:v>
                      </c:pt>
                      <c:pt idx="4252">
                        <c:v>0</c:v>
                      </c:pt>
                      <c:pt idx="4253">
                        <c:v>0</c:v>
                      </c:pt>
                      <c:pt idx="4254">
                        <c:v>0</c:v>
                      </c:pt>
                      <c:pt idx="4255">
                        <c:v>0</c:v>
                      </c:pt>
                      <c:pt idx="4256">
                        <c:v>0</c:v>
                      </c:pt>
                      <c:pt idx="4257">
                        <c:v>0</c:v>
                      </c:pt>
                      <c:pt idx="4258">
                        <c:v>0</c:v>
                      </c:pt>
                      <c:pt idx="4259">
                        <c:v>0</c:v>
                      </c:pt>
                      <c:pt idx="4260">
                        <c:v>0</c:v>
                      </c:pt>
                      <c:pt idx="4261">
                        <c:v>0</c:v>
                      </c:pt>
                      <c:pt idx="4262">
                        <c:v>0</c:v>
                      </c:pt>
                      <c:pt idx="4263">
                        <c:v>0</c:v>
                      </c:pt>
                      <c:pt idx="4264">
                        <c:v>0</c:v>
                      </c:pt>
                      <c:pt idx="4265">
                        <c:v>0</c:v>
                      </c:pt>
                      <c:pt idx="4266">
                        <c:v>0</c:v>
                      </c:pt>
                      <c:pt idx="4267">
                        <c:v>0</c:v>
                      </c:pt>
                      <c:pt idx="4268">
                        <c:v>0</c:v>
                      </c:pt>
                      <c:pt idx="4269">
                        <c:v>0</c:v>
                      </c:pt>
                      <c:pt idx="4270">
                        <c:v>0</c:v>
                      </c:pt>
                      <c:pt idx="4271">
                        <c:v>0</c:v>
                      </c:pt>
                      <c:pt idx="4272">
                        <c:v>0</c:v>
                      </c:pt>
                      <c:pt idx="4273">
                        <c:v>0</c:v>
                      </c:pt>
                      <c:pt idx="4274">
                        <c:v>0</c:v>
                      </c:pt>
                      <c:pt idx="4275">
                        <c:v>0</c:v>
                      </c:pt>
                      <c:pt idx="4276">
                        <c:v>0</c:v>
                      </c:pt>
                      <c:pt idx="4277">
                        <c:v>0</c:v>
                      </c:pt>
                      <c:pt idx="4278">
                        <c:v>0</c:v>
                      </c:pt>
                      <c:pt idx="4279">
                        <c:v>0</c:v>
                      </c:pt>
                      <c:pt idx="4280">
                        <c:v>0</c:v>
                      </c:pt>
                      <c:pt idx="4281">
                        <c:v>0</c:v>
                      </c:pt>
                      <c:pt idx="4282">
                        <c:v>0</c:v>
                      </c:pt>
                      <c:pt idx="4283">
                        <c:v>0</c:v>
                      </c:pt>
                      <c:pt idx="4284">
                        <c:v>0</c:v>
                      </c:pt>
                      <c:pt idx="4285">
                        <c:v>0</c:v>
                      </c:pt>
                      <c:pt idx="4286">
                        <c:v>0</c:v>
                      </c:pt>
                      <c:pt idx="4287">
                        <c:v>0</c:v>
                      </c:pt>
                      <c:pt idx="4288">
                        <c:v>0</c:v>
                      </c:pt>
                      <c:pt idx="4289">
                        <c:v>0</c:v>
                      </c:pt>
                      <c:pt idx="4290">
                        <c:v>0</c:v>
                      </c:pt>
                      <c:pt idx="4291">
                        <c:v>0</c:v>
                      </c:pt>
                      <c:pt idx="4292">
                        <c:v>0</c:v>
                      </c:pt>
                      <c:pt idx="4293">
                        <c:v>0</c:v>
                      </c:pt>
                      <c:pt idx="4294">
                        <c:v>0</c:v>
                      </c:pt>
                      <c:pt idx="4295">
                        <c:v>0</c:v>
                      </c:pt>
                      <c:pt idx="4296">
                        <c:v>0</c:v>
                      </c:pt>
                      <c:pt idx="4297">
                        <c:v>0</c:v>
                      </c:pt>
                      <c:pt idx="4298">
                        <c:v>0</c:v>
                      </c:pt>
                      <c:pt idx="4299">
                        <c:v>0</c:v>
                      </c:pt>
                      <c:pt idx="4300">
                        <c:v>0</c:v>
                      </c:pt>
                      <c:pt idx="4301">
                        <c:v>0</c:v>
                      </c:pt>
                      <c:pt idx="4302">
                        <c:v>0</c:v>
                      </c:pt>
                      <c:pt idx="4303">
                        <c:v>0</c:v>
                      </c:pt>
                      <c:pt idx="4304">
                        <c:v>0</c:v>
                      </c:pt>
                      <c:pt idx="4305">
                        <c:v>0</c:v>
                      </c:pt>
                      <c:pt idx="4306">
                        <c:v>0</c:v>
                      </c:pt>
                      <c:pt idx="4307">
                        <c:v>0</c:v>
                      </c:pt>
                      <c:pt idx="4308">
                        <c:v>0</c:v>
                      </c:pt>
                      <c:pt idx="4309">
                        <c:v>0</c:v>
                      </c:pt>
                      <c:pt idx="4310">
                        <c:v>0</c:v>
                      </c:pt>
                      <c:pt idx="4311">
                        <c:v>0</c:v>
                      </c:pt>
                      <c:pt idx="4312">
                        <c:v>0</c:v>
                      </c:pt>
                      <c:pt idx="4313">
                        <c:v>0</c:v>
                      </c:pt>
                      <c:pt idx="4314">
                        <c:v>0</c:v>
                      </c:pt>
                      <c:pt idx="4315">
                        <c:v>0</c:v>
                      </c:pt>
                      <c:pt idx="4316">
                        <c:v>0</c:v>
                      </c:pt>
                      <c:pt idx="4317">
                        <c:v>0</c:v>
                      </c:pt>
                      <c:pt idx="4318">
                        <c:v>0</c:v>
                      </c:pt>
                      <c:pt idx="4319">
                        <c:v>0</c:v>
                      </c:pt>
                      <c:pt idx="4320">
                        <c:v>0</c:v>
                      </c:pt>
                      <c:pt idx="4321">
                        <c:v>0</c:v>
                      </c:pt>
                      <c:pt idx="4322">
                        <c:v>0</c:v>
                      </c:pt>
                      <c:pt idx="4323">
                        <c:v>0</c:v>
                      </c:pt>
                      <c:pt idx="4324">
                        <c:v>0</c:v>
                      </c:pt>
                      <c:pt idx="4325">
                        <c:v>0</c:v>
                      </c:pt>
                      <c:pt idx="4326">
                        <c:v>0</c:v>
                      </c:pt>
                      <c:pt idx="4327">
                        <c:v>0</c:v>
                      </c:pt>
                      <c:pt idx="4328">
                        <c:v>0</c:v>
                      </c:pt>
                      <c:pt idx="4329">
                        <c:v>0</c:v>
                      </c:pt>
                      <c:pt idx="4330">
                        <c:v>0</c:v>
                      </c:pt>
                      <c:pt idx="4331">
                        <c:v>0</c:v>
                      </c:pt>
                      <c:pt idx="4332">
                        <c:v>0</c:v>
                      </c:pt>
                      <c:pt idx="4333">
                        <c:v>0</c:v>
                      </c:pt>
                      <c:pt idx="4334">
                        <c:v>0</c:v>
                      </c:pt>
                      <c:pt idx="4335">
                        <c:v>0</c:v>
                      </c:pt>
                      <c:pt idx="4336">
                        <c:v>0</c:v>
                      </c:pt>
                      <c:pt idx="4337">
                        <c:v>0</c:v>
                      </c:pt>
                      <c:pt idx="4338">
                        <c:v>0</c:v>
                      </c:pt>
                      <c:pt idx="4339">
                        <c:v>0</c:v>
                      </c:pt>
                      <c:pt idx="4340">
                        <c:v>0</c:v>
                      </c:pt>
                      <c:pt idx="4341">
                        <c:v>0</c:v>
                      </c:pt>
                      <c:pt idx="4342">
                        <c:v>0</c:v>
                      </c:pt>
                      <c:pt idx="4343">
                        <c:v>0</c:v>
                      </c:pt>
                      <c:pt idx="4344">
                        <c:v>0</c:v>
                      </c:pt>
                      <c:pt idx="4345">
                        <c:v>0</c:v>
                      </c:pt>
                      <c:pt idx="4346">
                        <c:v>0</c:v>
                      </c:pt>
                      <c:pt idx="4347">
                        <c:v>0</c:v>
                      </c:pt>
                      <c:pt idx="4348">
                        <c:v>0</c:v>
                      </c:pt>
                      <c:pt idx="4349">
                        <c:v>0</c:v>
                      </c:pt>
                      <c:pt idx="4350">
                        <c:v>0</c:v>
                      </c:pt>
                      <c:pt idx="4351">
                        <c:v>0</c:v>
                      </c:pt>
                      <c:pt idx="4352">
                        <c:v>0</c:v>
                      </c:pt>
                      <c:pt idx="4353">
                        <c:v>0</c:v>
                      </c:pt>
                      <c:pt idx="4354">
                        <c:v>0</c:v>
                      </c:pt>
                      <c:pt idx="4355">
                        <c:v>0</c:v>
                      </c:pt>
                      <c:pt idx="4356">
                        <c:v>0</c:v>
                      </c:pt>
                      <c:pt idx="4357">
                        <c:v>0</c:v>
                      </c:pt>
                      <c:pt idx="4358">
                        <c:v>0</c:v>
                      </c:pt>
                      <c:pt idx="4359">
                        <c:v>0</c:v>
                      </c:pt>
                      <c:pt idx="4360">
                        <c:v>0</c:v>
                      </c:pt>
                      <c:pt idx="4361">
                        <c:v>0</c:v>
                      </c:pt>
                      <c:pt idx="4362">
                        <c:v>0</c:v>
                      </c:pt>
                      <c:pt idx="4363">
                        <c:v>0</c:v>
                      </c:pt>
                      <c:pt idx="4364">
                        <c:v>0</c:v>
                      </c:pt>
                      <c:pt idx="4365">
                        <c:v>0</c:v>
                      </c:pt>
                      <c:pt idx="4366">
                        <c:v>0</c:v>
                      </c:pt>
                      <c:pt idx="4367">
                        <c:v>0</c:v>
                      </c:pt>
                      <c:pt idx="4368">
                        <c:v>0</c:v>
                      </c:pt>
                      <c:pt idx="4369">
                        <c:v>0</c:v>
                      </c:pt>
                      <c:pt idx="4370">
                        <c:v>0</c:v>
                      </c:pt>
                      <c:pt idx="4371">
                        <c:v>0</c:v>
                      </c:pt>
                      <c:pt idx="4372">
                        <c:v>0</c:v>
                      </c:pt>
                      <c:pt idx="4373">
                        <c:v>0</c:v>
                      </c:pt>
                      <c:pt idx="4374">
                        <c:v>0</c:v>
                      </c:pt>
                      <c:pt idx="4375">
                        <c:v>0</c:v>
                      </c:pt>
                      <c:pt idx="4376">
                        <c:v>0</c:v>
                      </c:pt>
                      <c:pt idx="4377">
                        <c:v>0</c:v>
                      </c:pt>
                      <c:pt idx="4378">
                        <c:v>0</c:v>
                      </c:pt>
                      <c:pt idx="4379">
                        <c:v>0</c:v>
                      </c:pt>
                      <c:pt idx="4380">
                        <c:v>0</c:v>
                      </c:pt>
                      <c:pt idx="4381">
                        <c:v>0</c:v>
                      </c:pt>
                      <c:pt idx="4382">
                        <c:v>0</c:v>
                      </c:pt>
                      <c:pt idx="4383">
                        <c:v>0</c:v>
                      </c:pt>
                      <c:pt idx="4384">
                        <c:v>0</c:v>
                      </c:pt>
                      <c:pt idx="4385">
                        <c:v>0</c:v>
                      </c:pt>
                      <c:pt idx="4386">
                        <c:v>0</c:v>
                      </c:pt>
                      <c:pt idx="4387">
                        <c:v>0</c:v>
                      </c:pt>
                      <c:pt idx="4388">
                        <c:v>0</c:v>
                      </c:pt>
                      <c:pt idx="4389">
                        <c:v>0</c:v>
                      </c:pt>
                      <c:pt idx="4390">
                        <c:v>0</c:v>
                      </c:pt>
                      <c:pt idx="4391">
                        <c:v>0</c:v>
                      </c:pt>
                      <c:pt idx="4392">
                        <c:v>0</c:v>
                      </c:pt>
                      <c:pt idx="4393">
                        <c:v>0</c:v>
                      </c:pt>
                      <c:pt idx="4394">
                        <c:v>0</c:v>
                      </c:pt>
                      <c:pt idx="4395">
                        <c:v>0</c:v>
                      </c:pt>
                      <c:pt idx="4396">
                        <c:v>0</c:v>
                      </c:pt>
                      <c:pt idx="4397">
                        <c:v>0</c:v>
                      </c:pt>
                      <c:pt idx="4398">
                        <c:v>0</c:v>
                      </c:pt>
                      <c:pt idx="4399">
                        <c:v>0</c:v>
                      </c:pt>
                      <c:pt idx="4400">
                        <c:v>0</c:v>
                      </c:pt>
                      <c:pt idx="4401">
                        <c:v>0</c:v>
                      </c:pt>
                      <c:pt idx="4402">
                        <c:v>0</c:v>
                      </c:pt>
                      <c:pt idx="4403">
                        <c:v>0</c:v>
                      </c:pt>
                      <c:pt idx="4404">
                        <c:v>0</c:v>
                      </c:pt>
                      <c:pt idx="4405">
                        <c:v>0</c:v>
                      </c:pt>
                      <c:pt idx="4406">
                        <c:v>0</c:v>
                      </c:pt>
                      <c:pt idx="4407">
                        <c:v>0</c:v>
                      </c:pt>
                      <c:pt idx="4408">
                        <c:v>0</c:v>
                      </c:pt>
                      <c:pt idx="4409">
                        <c:v>0</c:v>
                      </c:pt>
                      <c:pt idx="4410">
                        <c:v>0</c:v>
                      </c:pt>
                      <c:pt idx="4411">
                        <c:v>0</c:v>
                      </c:pt>
                      <c:pt idx="4412">
                        <c:v>0</c:v>
                      </c:pt>
                      <c:pt idx="4413">
                        <c:v>0</c:v>
                      </c:pt>
                      <c:pt idx="4414">
                        <c:v>0</c:v>
                      </c:pt>
                      <c:pt idx="4415">
                        <c:v>0</c:v>
                      </c:pt>
                      <c:pt idx="4416">
                        <c:v>0</c:v>
                      </c:pt>
                      <c:pt idx="4417">
                        <c:v>0</c:v>
                      </c:pt>
                      <c:pt idx="4418">
                        <c:v>0</c:v>
                      </c:pt>
                      <c:pt idx="4419">
                        <c:v>0</c:v>
                      </c:pt>
                      <c:pt idx="4420">
                        <c:v>0</c:v>
                      </c:pt>
                      <c:pt idx="4421">
                        <c:v>0</c:v>
                      </c:pt>
                      <c:pt idx="4422">
                        <c:v>0</c:v>
                      </c:pt>
                      <c:pt idx="4423">
                        <c:v>0</c:v>
                      </c:pt>
                      <c:pt idx="4424">
                        <c:v>0</c:v>
                      </c:pt>
                      <c:pt idx="4425">
                        <c:v>0</c:v>
                      </c:pt>
                      <c:pt idx="4426">
                        <c:v>0</c:v>
                      </c:pt>
                      <c:pt idx="4427">
                        <c:v>0</c:v>
                      </c:pt>
                      <c:pt idx="4428">
                        <c:v>0</c:v>
                      </c:pt>
                      <c:pt idx="4429">
                        <c:v>0</c:v>
                      </c:pt>
                      <c:pt idx="4430">
                        <c:v>0</c:v>
                      </c:pt>
                      <c:pt idx="4431">
                        <c:v>0</c:v>
                      </c:pt>
                      <c:pt idx="4432">
                        <c:v>0</c:v>
                      </c:pt>
                      <c:pt idx="4433">
                        <c:v>0</c:v>
                      </c:pt>
                      <c:pt idx="4434">
                        <c:v>0</c:v>
                      </c:pt>
                      <c:pt idx="4435">
                        <c:v>0</c:v>
                      </c:pt>
                      <c:pt idx="4436">
                        <c:v>0</c:v>
                      </c:pt>
                      <c:pt idx="4437">
                        <c:v>0</c:v>
                      </c:pt>
                      <c:pt idx="4438">
                        <c:v>0</c:v>
                      </c:pt>
                      <c:pt idx="4439">
                        <c:v>0</c:v>
                      </c:pt>
                      <c:pt idx="4440">
                        <c:v>0</c:v>
                      </c:pt>
                      <c:pt idx="4441">
                        <c:v>0</c:v>
                      </c:pt>
                      <c:pt idx="4442">
                        <c:v>0</c:v>
                      </c:pt>
                      <c:pt idx="4443">
                        <c:v>0</c:v>
                      </c:pt>
                      <c:pt idx="4444">
                        <c:v>0</c:v>
                      </c:pt>
                      <c:pt idx="4445">
                        <c:v>0</c:v>
                      </c:pt>
                      <c:pt idx="4446">
                        <c:v>0</c:v>
                      </c:pt>
                      <c:pt idx="4447">
                        <c:v>0</c:v>
                      </c:pt>
                      <c:pt idx="4448">
                        <c:v>0</c:v>
                      </c:pt>
                      <c:pt idx="4449">
                        <c:v>0</c:v>
                      </c:pt>
                      <c:pt idx="4450">
                        <c:v>0</c:v>
                      </c:pt>
                      <c:pt idx="4451">
                        <c:v>0</c:v>
                      </c:pt>
                      <c:pt idx="4452">
                        <c:v>0</c:v>
                      </c:pt>
                      <c:pt idx="4453">
                        <c:v>0</c:v>
                      </c:pt>
                      <c:pt idx="4454">
                        <c:v>0</c:v>
                      </c:pt>
                      <c:pt idx="4455">
                        <c:v>0</c:v>
                      </c:pt>
                      <c:pt idx="4456">
                        <c:v>0</c:v>
                      </c:pt>
                      <c:pt idx="4457">
                        <c:v>0</c:v>
                      </c:pt>
                      <c:pt idx="4458">
                        <c:v>0</c:v>
                      </c:pt>
                      <c:pt idx="4459">
                        <c:v>0</c:v>
                      </c:pt>
                      <c:pt idx="4460">
                        <c:v>0</c:v>
                      </c:pt>
                      <c:pt idx="4461">
                        <c:v>0</c:v>
                      </c:pt>
                      <c:pt idx="4462">
                        <c:v>0</c:v>
                      </c:pt>
                      <c:pt idx="4463">
                        <c:v>0</c:v>
                      </c:pt>
                      <c:pt idx="4464">
                        <c:v>0</c:v>
                      </c:pt>
                      <c:pt idx="4465">
                        <c:v>0</c:v>
                      </c:pt>
                      <c:pt idx="4466">
                        <c:v>0</c:v>
                      </c:pt>
                      <c:pt idx="4467">
                        <c:v>0</c:v>
                      </c:pt>
                      <c:pt idx="4468">
                        <c:v>0</c:v>
                      </c:pt>
                      <c:pt idx="4469">
                        <c:v>0</c:v>
                      </c:pt>
                      <c:pt idx="4470">
                        <c:v>0</c:v>
                      </c:pt>
                      <c:pt idx="4471">
                        <c:v>0</c:v>
                      </c:pt>
                      <c:pt idx="4472">
                        <c:v>0</c:v>
                      </c:pt>
                      <c:pt idx="4473">
                        <c:v>0</c:v>
                      </c:pt>
                      <c:pt idx="4474">
                        <c:v>0</c:v>
                      </c:pt>
                      <c:pt idx="4475">
                        <c:v>0</c:v>
                      </c:pt>
                      <c:pt idx="4476">
                        <c:v>0</c:v>
                      </c:pt>
                      <c:pt idx="4477">
                        <c:v>0</c:v>
                      </c:pt>
                      <c:pt idx="4478">
                        <c:v>0</c:v>
                      </c:pt>
                      <c:pt idx="4479">
                        <c:v>0</c:v>
                      </c:pt>
                      <c:pt idx="4480">
                        <c:v>0</c:v>
                      </c:pt>
                      <c:pt idx="4481">
                        <c:v>0</c:v>
                      </c:pt>
                      <c:pt idx="4482">
                        <c:v>0</c:v>
                      </c:pt>
                      <c:pt idx="4483">
                        <c:v>0</c:v>
                      </c:pt>
                      <c:pt idx="4484">
                        <c:v>0</c:v>
                      </c:pt>
                      <c:pt idx="4485">
                        <c:v>0</c:v>
                      </c:pt>
                      <c:pt idx="4486">
                        <c:v>0</c:v>
                      </c:pt>
                      <c:pt idx="4487">
                        <c:v>0</c:v>
                      </c:pt>
                      <c:pt idx="4488">
                        <c:v>0</c:v>
                      </c:pt>
                      <c:pt idx="4489">
                        <c:v>0</c:v>
                      </c:pt>
                      <c:pt idx="4490">
                        <c:v>0</c:v>
                      </c:pt>
                      <c:pt idx="4491">
                        <c:v>0</c:v>
                      </c:pt>
                      <c:pt idx="4492">
                        <c:v>0</c:v>
                      </c:pt>
                      <c:pt idx="4493">
                        <c:v>0</c:v>
                      </c:pt>
                      <c:pt idx="4494">
                        <c:v>0</c:v>
                      </c:pt>
                      <c:pt idx="4495">
                        <c:v>0</c:v>
                      </c:pt>
                      <c:pt idx="4496">
                        <c:v>0</c:v>
                      </c:pt>
                      <c:pt idx="4497">
                        <c:v>0</c:v>
                      </c:pt>
                      <c:pt idx="4498">
                        <c:v>0</c:v>
                      </c:pt>
                      <c:pt idx="4499">
                        <c:v>0</c:v>
                      </c:pt>
                      <c:pt idx="4500">
                        <c:v>0</c:v>
                      </c:pt>
                      <c:pt idx="4501">
                        <c:v>0</c:v>
                      </c:pt>
                      <c:pt idx="4502">
                        <c:v>0</c:v>
                      </c:pt>
                      <c:pt idx="4503">
                        <c:v>0</c:v>
                      </c:pt>
                      <c:pt idx="4504">
                        <c:v>0</c:v>
                      </c:pt>
                      <c:pt idx="4505">
                        <c:v>0</c:v>
                      </c:pt>
                      <c:pt idx="4506">
                        <c:v>0</c:v>
                      </c:pt>
                      <c:pt idx="4507">
                        <c:v>0</c:v>
                      </c:pt>
                      <c:pt idx="4508">
                        <c:v>0</c:v>
                      </c:pt>
                      <c:pt idx="4509">
                        <c:v>0</c:v>
                      </c:pt>
                      <c:pt idx="4510">
                        <c:v>0</c:v>
                      </c:pt>
                      <c:pt idx="4511">
                        <c:v>0</c:v>
                      </c:pt>
                      <c:pt idx="4512">
                        <c:v>0</c:v>
                      </c:pt>
                      <c:pt idx="4513">
                        <c:v>0</c:v>
                      </c:pt>
                      <c:pt idx="4514">
                        <c:v>0</c:v>
                      </c:pt>
                      <c:pt idx="4515">
                        <c:v>0</c:v>
                      </c:pt>
                      <c:pt idx="4516">
                        <c:v>0</c:v>
                      </c:pt>
                      <c:pt idx="4517">
                        <c:v>0</c:v>
                      </c:pt>
                      <c:pt idx="4518">
                        <c:v>0</c:v>
                      </c:pt>
                      <c:pt idx="4519">
                        <c:v>0</c:v>
                      </c:pt>
                      <c:pt idx="4520">
                        <c:v>0</c:v>
                      </c:pt>
                      <c:pt idx="4521">
                        <c:v>0</c:v>
                      </c:pt>
                      <c:pt idx="4522">
                        <c:v>0</c:v>
                      </c:pt>
                      <c:pt idx="4523">
                        <c:v>0</c:v>
                      </c:pt>
                      <c:pt idx="4524">
                        <c:v>0</c:v>
                      </c:pt>
                      <c:pt idx="4525">
                        <c:v>0</c:v>
                      </c:pt>
                      <c:pt idx="4526">
                        <c:v>0</c:v>
                      </c:pt>
                      <c:pt idx="4527">
                        <c:v>0</c:v>
                      </c:pt>
                      <c:pt idx="4528">
                        <c:v>0</c:v>
                      </c:pt>
                      <c:pt idx="4529">
                        <c:v>0</c:v>
                      </c:pt>
                      <c:pt idx="4530">
                        <c:v>0</c:v>
                      </c:pt>
                      <c:pt idx="4531">
                        <c:v>0</c:v>
                      </c:pt>
                      <c:pt idx="4532">
                        <c:v>0</c:v>
                      </c:pt>
                      <c:pt idx="4533">
                        <c:v>0</c:v>
                      </c:pt>
                      <c:pt idx="4534">
                        <c:v>0</c:v>
                      </c:pt>
                      <c:pt idx="4535">
                        <c:v>0</c:v>
                      </c:pt>
                      <c:pt idx="4536">
                        <c:v>0</c:v>
                      </c:pt>
                      <c:pt idx="4537">
                        <c:v>0</c:v>
                      </c:pt>
                      <c:pt idx="4538">
                        <c:v>0</c:v>
                      </c:pt>
                      <c:pt idx="4539">
                        <c:v>0</c:v>
                      </c:pt>
                      <c:pt idx="4540">
                        <c:v>0</c:v>
                      </c:pt>
                      <c:pt idx="4541">
                        <c:v>0</c:v>
                      </c:pt>
                      <c:pt idx="4542">
                        <c:v>0</c:v>
                      </c:pt>
                      <c:pt idx="4543">
                        <c:v>0</c:v>
                      </c:pt>
                      <c:pt idx="4544">
                        <c:v>0</c:v>
                      </c:pt>
                      <c:pt idx="4545">
                        <c:v>0</c:v>
                      </c:pt>
                      <c:pt idx="4546">
                        <c:v>0</c:v>
                      </c:pt>
                      <c:pt idx="4547">
                        <c:v>0</c:v>
                      </c:pt>
                      <c:pt idx="4548">
                        <c:v>0</c:v>
                      </c:pt>
                      <c:pt idx="4549">
                        <c:v>0</c:v>
                      </c:pt>
                      <c:pt idx="4550">
                        <c:v>0</c:v>
                      </c:pt>
                      <c:pt idx="4551">
                        <c:v>0</c:v>
                      </c:pt>
                      <c:pt idx="4552">
                        <c:v>0</c:v>
                      </c:pt>
                      <c:pt idx="4553">
                        <c:v>0</c:v>
                      </c:pt>
                      <c:pt idx="4554">
                        <c:v>0</c:v>
                      </c:pt>
                      <c:pt idx="4555">
                        <c:v>0</c:v>
                      </c:pt>
                      <c:pt idx="4556">
                        <c:v>0</c:v>
                      </c:pt>
                      <c:pt idx="4557">
                        <c:v>0</c:v>
                      </c:pt>
                      <c:pt idx="4558">
                        <c:v>0</c:v>
                      </c:pt>
                      <c:pt idx="4559">
                        <c:v>0</c:v>
                      </c:pt>
                      <c:pt idx="4560">
                        <c:v>0</c:v>
                      </c:pt>
                      <c:pt idx="4561">
                        <c:v>0</c:v>
                      </c:pt>
                      <c:pt idx="4562">
                        <c:v>0</c:v>
                      </c:pt>
                      <c:pt idx="4563">
                        <c:v>0</c:v>
                      </c:pt>
                      <c:pt idx="4564">
                        <c:v>0</c:v>
                      </c:pt>
                      <c:pt idx="4565">
                        <c:v>0</c:v>
                      </c:pt>
                      <c:pt idx="4566">
                        <c:v>0</c:v>
                      </c:pt>
                      <c:pt idx="4567">
                        <c:v>0</c:v>
                      </c:pt>
                      <c:pt idx="4568">
                        <c:v>0</c:v>
                      </c:pt>
                      <c:pt idx="4569">
                        <c:v>0</c:v>
                      </c:pt>
                      <c:pt idx="4570">
                        <c:v>0</c:v>
                      </c:pt>
                      <c:pt idx="4571">
                        <c:v>0</c:v>
                      </c:pt>
                      <c:pt idx="4572">
                        <c:v>0</c:v>
                      </c:pt>
                      <c:pt idx="4573">
                        <c:v>0</c:v>
                      </c:pt>
                      <c:pt idx="4574">
                        <c:v>0</c:v>
                      </c:pt>
                      <c:pt idx="4575">
                        <c:v>0</c:v>
                      </c:pt>
                      <c:pt idx="4576">
                        <c:v>0</c:v>
                      </c:pt>
                      <c:pt idx="4577">
                        <c:v>0</c:v>
                      </c:pt>
                      <c:pt idx="4578">
                        <c:v>0</c:v>
                      </c:pt>
                      <c:pt idx="4579">
                        <c:v>0</c:v>
                      </c:pt>
                      <c:pt idx="4580">
                        <c:v>0</c:v>
                      </c:pt>
                      <c:pt idx="4581">
                        <c:v>0</c:v>
                      </c:pt>
                      <c:pt idx="4582">
                        <c:v>0</c:v>
                      </c:pt>
                      <c:pt idx="4583">
                        <c:v>0</c:v>
                      </c:pt>
                      <c:pt idx="4584">
                        <c:v>0</c:v>
                      </c:pt>
                      <c:pt idx="4585">
                        <c:v>0</c:v>
                      </c:pt>
                      <c:pt idx="4586">
                        <c:v>0</c:v>
                      </c:pt>
                      <c:pt idx="4587">
                        <c:v>0</c:v>
                      </c:pt>
                      <c:pt idx="4588">
                        <c:v>0</c:v>
                      </c:pt>
                      <c:pt idx="4589">
                        <c:v>0</c:v>
                      </c:pt>
                      <c:pt idx="4590">
                        <c:v>0</c:v>
                      </c:pt>
                      <c:pt idx="4591">
                        <c:v>0</c:v>
                      </c:pt>
                      <c:pt idx="4592">
                        <c:v>0</c:v>
                      </c:pt>
                      <c:pt idx="4593">
                        <c:v>0</c:v>
                      </c:pt>
                      <c:pt idx="4594">
                        <c:v>0</c:v>
                      </c:pt>
                      <c:pt idx="4595">
                        <c:v>0</c:v>
                      </c:pt>
                      <c:pt idx="4596">
                        <c:v>0</c:v>
                      </c:pt>
                      <c:pt idx="4597">
                        <c:v>0</c:v>
                      </c:pt>
                      <c:pt idx="4598">
                        <c:v>0</c:v>
                      </c:pt>
                      <c:pt idx="4599">
                        <c:v>0</c:v>
                      </c:pt>
                      <c:pt idx="4600">
                        <c:v>0</c:v>
                      </c:pt>
                      <c:pt idx="4601">
                        <c:v>0</c:v>
                      </c:pt>
                      <c:pt idx="4602">
                        <c:v>0</c:v>
                      </c:pt>
                      <c:pt idx="4603">
                        <c:v>0</c:v>
                      </c:pt>
                      <c:pt idx="4604">
                        <c:v>0</c:v>
                      </c:pt>
                      <c:pt idx="4605">
                        <c:v>0</c:v>
                      </c:pt>
                      <c:pt idx="4606">
                        <c:v>0</c:v>
                      </c:pt>
                      <c:pt idx="4607">
                        <c:v>0</c:v>
                      </c:pt>
                      <c:pt idx="4608">
                        <c:v>0</c:v>
                      </c:pt>
                      <c:pt idx="4609">
                        <c:v>0</c:v>
                      </c:pt>
                      <c:pt idx="4610">
                        <c:v>0</c:v>
                      </c:pt>
                      <c:pt idx="4611">
                        <c:v>0</c:v>
                      </c:pt>
                      <c:pt idx="4612">
                        <c:v>0</c:v>
                      </c:pt>
                      <c:pt idx="4613">
                        <c:v>0</c:v>
                      </c:pt>
                      <c:pt idx="4614">
                        <c:v>0</c:v>
                      </c:pt>
                      <c:pt idx="4615">
                        <c:v>0</c:v>
                      </c:pt>
                      <c:pt idx="4616">
                        <c:v>0</c:v>
                      </c:pt>
                      <c:pt idx="4617">
                        <c:v>0</c:v>
                      </c:pt>
                      <c:pt idx="4618">
                        <c:v>0</c:v>
                      </c:pt>
                      <c:pt idx="4619">
                        <c:v>0</c:v>
                      </c:pt>
                      <c:pt idx="4620">
                        <c:v>0</c:v>
                      </c:pt>
                      <c:pt idx="4621">
                        <c:v>0</c:v>
                      </c:pt>
                      <c:pt idx="4622">
                        <c:v>0</c:v>
                      </c:pt>
                      <c:pt idx="4623">
                        <c:v>0</c:v>
                      </c:pt>
                      <c:pt idx="4624">
                        <c:v>0</c:v>
                      </c:pt>
                      <c:pt idx="4625">
                        <c:v>0</c:v>
                      </c:pt>
                      <c:pt idx="4626">
                        <c:v>0</c:v>
                      </c:pt>
                      <c:pt idx="4627">
                        <c:v>0</c:v>
                      </c:pt>
                      <c:pt idx="4628">
                        <c:v>0</c:v>
                      </c:pt>
                      <c:pt idx="4629">
                        <c:v>0</c:v>
                      </c:pt>
                      <c:pt idx="4630">
                        <c:v>0</c:v>
                      </c:pt>
                      <c:pt idx="4631">
                        <c:v>0</c:v>
                      </c:pt>
                      <c:pt idx="4632">
                        <c:v>0</c:v>
                      </c:pt>
                      <c:pt idx="4633">
                        <c:v>0</c:v>
                      </c:pt>
                      <c:pt idx="4634">
                        <c:v>0</c:v>
                      </c:pt>
                      <c:pt idx="4635">
                        <c:v>0</c:v>
                      </c:pt>
                      <c:pt idx="4636">
                        <c:v>0</c:v>
                      </c:pt>
                      <c:pt idx="4637">
                        <c:v>0</c:v>
                      </c:pt>
                      <c:pt idx="4638">
                        <c:v>0</c:v>
                      </c:pt>
                      <c:pt idx="4639">
                        <c:v>0</c:v>
                      </c:pt>
                      <c:pt idx="4640">
                        <c:v>0</c:v>
                      </c:pt>
                      <c:pt idx="4641">
                        <c:v>0</c:v>
                      </c:pt>
                      <c:pt idx="4642">
                        <c:v>0</c:v>
                      </c:pt>
                      <c:pt idx="4643">
                        <c:v>0</c:v>
                      </c:pt>
                      <c:pt idx="4644">
                        <c:v>0</c:v>
                      </c:pt>
                      <c:pt idx="4645">
                        <c:v>0</c:v>
                      </c:pt>
                      <c:pt idx="4646">
                        <c:v>0</c:v>
                      </c:pt>
                      <c:pt idx="4647">
                        <c:v>0</c:v>
                      </c:pt>
                      <c:pt idx="4648">
                        <c:v>0</c:v>
                      </c:pt>
                      <c:pt idx="4649">
                        <c:v>0</c:v>
                      </c:pt>
                      <c:pt idx="4650">
                        <c:v>0</c:v>
                      </c:pt>
                      <c:pt idx="4651">
                        <c:v>0</c:v>
                      </c:pt>
                      <c:pt idx="4652">
                        <c:v>0</c:v>
                      </c:pt>
                      <c:pt idx="4653">
                        <c:v>0</c:v>
                      </c:pt>
                      <c:pt idx="4654">
                        <c:v>0</c:v>
                      </c:pt>
                      <c:pt idx="4655">
                        <c:v>0</c:v>
                      </c:pt>
                      <c:pt idx="4656">
                        <c:v>0</c:v>
                      </c:pt>
                      <c:pt idx="4657">
                        <c:v>0</c:v>
                      </c:pt>
                      <c:pt idx="4658">
                        <c:v>0</c:v>
                      </c:pt>
                      <c:pt idx="4659">
                        <c:v>0</c:v>
                      </c:pt>
                      <c:pt idx="4660">
                        <c:v>0</c:v>
                      </c:pt>
                      <c:pt idx="4661">
                        <c:v>0</c:v>
                      </c:pt>
                      <c:pt idx="4662">
                        <c:v>0</c:v>
                      </c:pt>
                      <c:pt idx="4663">
                        <c:v>0</c:v>
                      </c:pt>
                      <c:pt idx="4664">
                        <c:v>0</c:v>
                      </c:pt>
                      <c:pt idx="4665">
                        <c:v>0</c:v>
                      </c:pt>
                      <c:pt idx="4666">
                        <c:v>0</c:v>
                      </c:pt>
                      <c:pt idx="4667">
                        <c:v>0</c:v>
                      </c:pt>
                      <c:pt idx="4668">
                        <c:v>0</c:v>
                      </c:pt>
                      <c:pt idx="4669">
                        <c:v>0</c:v>
                      </c:pt>
                      <c:pt idx="4670">
                        <c:v>0</c:v>
                      </c:pt>
                      <c:pt idx="4671">
                        <c:v>0</c:v>
                      </c:pt>
                      <c:pt idx="4672">
                        <c:v>0</c:v>
                      </c:pt>
                      <c:pt idx="4673">
                        <c:v>0</c:v>
                      </c:pt>
                      <c:pt idx="4674">
                        <c:v>0</c:v>
                      </c:pt>
                      <c:pt idx="4675">
                        <c:v>0</c:v>
                      </c:pt>
                      <c:pt idx="4676">
                        <c:v>0</c:v>
                      </c:pt>
                      <c:pt idx="4677">
                        <c:v>0</c:v>
                      </c:pt>
                      <c:pt idx="4678">
                        <c:v>0</c:v>
                      </c:pt>
                      <c:pt idx="4679">
                        <c:v>0</c:v>
                      </c:pt>
                      <c:pt idx="4680">
                        <c:v>0</c:v>
                      </c:pt>
                      <c:pt idx="4681">
                        <c:v>0</c:v>
                      </c:pt>
                      <c:pt idx="4682">
                        <c:v>0</c:v>
                      </c:pt>
                      <c:pt idx="4683">
                        <c:v>0</c:v>
                      </c:pt>
                      <c:pt idx="4684">
                        <c:v>0</c:v>
                      </c:pt>
                      <c:pt idx="4685">
                        <c:v>0</c:v>
                      </c:pt>
                      <c:pt idx="4686">
                        <c:v>0</c:v>
                      </c:pt>
                      <c:pt idx="4687">
                        <c:v>0</c:v>
                      </c:pt>
                      <c:pt idx="4688">
                        <c:v>0</c:v>
                      </c:pt>
                      <c:pt idx="4689">
                        <c:v>0</c:v>
                      </c:pt>
                      <c:pt idx="4690">
                        <c:v>0</c:v>
                      </c:pt>
                      <c:pt idx="4691">
                        <c:v>0</c:v>
                      </c:pt>
                      <c:pt idx="4692">
                        <c:v>0</c:v>
                      </c:pt>
                      <c:pt idx="4693">
                        <c:v>0</c:v>
                      </c:pt>
                      <c:pt idx="4694">
                        <c:v>0</c:v>
                      </c:pt>
                      <c:pt idx="4695">
                        <c:v>0</c:v>
                      </c:pt>
                      <c:pt idx="4696">
                        <c:v>0</c:v>
                      </c:pt>
                      <c:pt idx="4697">
                        <c:v>0</c:v>
                      </c:pt>
                      <c:pt idx="4698">
                        <c:v>0</c:v>
                      </c:pt>
                      <c:pt idx="4699">
                        <c:v>0</c:v>
                      </c:pt>
                      <c:pt idx="4700">
                        <c:v>0</c:v>
                      </c:pt>
                      <c:pt idx="4701">
                        <c:v>0</c:v>
                      </c:pt>
                      <c:pt idx="4702">
                        <c:v>0</c:v>
                      </c:pt>
                      <c:pt idx="4703">
                        <c:v>0</c:v>
                      </c:pt>
                      <c:pt idx="4704">
                        <c:v>0</c:v>
                      </c:pt>
                      <c:pt idx="4705">
                        <c:v>0</c:v>
                      </c:pt>
                      <c:pt idx="4706">
                        <c:v>0</c:v>
                      </c:pt>
                      <c:pt idx="4707">
                        <c:v>0</c:v>
                      </c:pt>
                      <c:pt idx="4708">
                        <c:v>0</c:v>
                      </c:pt>
                      <c:pt idx="4709">
                        <c:v>0</c:v>
                      </c:pt>
                      <c:pt idx="4710">
                        <c:v>0</c:v>
                      </c:pt>
                      <c:pt idx="4711">
                        <c:v>0</c:v>
                      </c:pt>
                      <c:pt idx="4712">
                        <c:v>0</c:v>
                      </c:pt>
                      <c:pt idx="4713">
                        <c:v>0</c:v>
                      </c:pt>
                      <c:pt idx="4714">
                        <c:v>0</c:v>
                      </c:pt>
                      <c:pt idx="4715">
                        <c:v>0</c:v>
                      </c:pt>
                      <c:pt idx="4716">
                        <c:v>0</c:v>
                      </c:pt>
                      <c:pt idx="4717">
                        <c:v>0</c:v>
                      </c:pt>
                      <c:pt idx="4718">
                        <c:v>0</c:v>
                      </c:pt>
                      <c:pt idx="4719">
                        <c:v>0</c:v>
                      </c:pt>
                      <c:pt idx="4720">
                        <c:v>0</c:v>
                      </c:pt>
                      <c:pt idx="4721">
                        <c:v>0</c:v>
                      </c:pt>
                      <c:pt idx="4722">
                        <c:v>0</c:v>
                      </c:pt>
                      <c:pt idx="4723">
                        <c:v>0</c:v>
                      </c:pt>
                      <c:pt idx="4724">
                        <c:v>0</c:v>
                      </c:pt>
                      <c:pt idx="4725">
                        <c:v>0</c:v>
                      </c:pt>
                      <c:pt idx="4726">
                        <c:v>0</c:v>
                      </c:pt>
                      <c:pt idx="4727">
                        <c:v>0</c:v>
                      </c:pt>
                      <c:pt idx="4728">
                        <c:v>0</c:v>
                      </c:pt>
                      <c:pt idx="4729">
                        <c:v>0</c:v>
                      </c:pt>
                      <c:pt idx="4730">
                        <c:v>0</c:v>
                      </c:pt>
                      <c:pt idx="4731">
                        <c:v>0</c:v>
                      </c:pt>
                      <c:pt idx="4732">
                        <c:v>0</c:v>
                      </c:pt>
                      <c:pt idx="4733">
                        <c:v>0</c:v>
                      </c:pt>
                      <c:pt idx="4734">
                        <c:v>0</c:v>
                      </c:pt>
                      <c:pt idx="4735">
                        <c:v>0</c:v>
                      </c:pt>
                      <c:pt idx="4736">
                        <c:v>0</c:v>
                      </c:pt>
                      <c:pt idx="4737">
                        <c:v>0</c:v>
                      </c:pt>
                      <c:pt idx="4738">
                        <c:v>0</c:v>
                      </c:pt>
                      <c:pt idx="4739">
                        <c:v>0</c:v>
                      </c:pt>
                      <c:pt idx="4740">
                        <c:v>0</c:v>
                      </c:pt>
                      <c:pt idx="4741">
                        <c:v>0</c:v>
                      </c:pt>
                      <c:pt idx="4742">
                        <c:v>0</c:v>
                      </c:pt>
                      <c:pt idx="4743">
                        <c:v>0</c:v>
                      </c:pt>
                      <c:pt idx="4744">
                        <c:v>0</c:v>
                      </c:pt>
                      <c:pt idx="4745">
                        <c:v>0</c:v>
                      </c:pt>
                      <c:pt idx="4746">
                        <c:v>0</c:v>
                      </c:pt>
                      <c:pt idx="4747">
                        <c:v>0</c:v>
                      </c:pt>
                      <c:pt idx="4748">
                        <c:v>0</c:v>
                      </c:pt>
                      <c:pt idx="4749">
                        <c:v>0</c:v>
                      </c:pt>
                      <c:pt idx="4750">
                        <c:v>0</c:v>
                      </c:pt>
                      <c:pt idx="4751">
                        <c:v>0</c:v>
                      </c:pt>
                      <c:pt idx="4752">
                        <c:v>0</c:v>
                      </c:pt>
                      <c:pt idx="4753">
                        <c:v>0</c:v>
                      </c:pt>
                      <c:pt idx="4754">
                        <c:v>0</c:v>
                      </c:pt>
                      <c:pt idx="4755">
                        <c:v>0</c:v>
                      </c:pt>
                      <c:pt idx="4756">
                        <c:v>0</c:v>
                      </c:pt>
                      <c:pt idx="4757">
                        <c:v>0</c:v>
                      </c:pt>
                      <c:pt idx="4758">
                        <c:v>0</c:v>
                      </c:pt>
                      <c:pt idx="4759">
                        <c:v>0</c:v>
                      </c:pt>
                      <c:pt idx="4760">
                        <c:v>0</c:v>
                      </c:pt>
                      <c:pt idx="4761">
                        <c:v>0</c:v>
                      </c:pt>
                      <c:pt idx="4762">
                        <c:v>0</c:v>
                      </c:pt>
                      <c:pt idx="4763">
                        <c:v>0</c:v>
                      </c:pt>
                      <c:pt idx="4764">
                        <c:v>0</c:v>
                      </c:pt>
                      <c:pt idx="4765">
                        <c:v>0</c:v>
                      </c:pt>
                      <c:pt idx="4766">
                        <c:v>0</c:v>
                      </c:pt>
                      <c:pt idx="4767">
                        <c:v>0</c:v>
                      </c:pt>
                      <c:pt idx="4768">
                        <c:v>0</c:v>
                      </c:pt>
                      <c:pt idx="4769">
                        <c:v>0</c:v>
                      </c:pt>
                      <c:pt idx="4770">
                        <c:v>0</c:v>
                      </c:pt>
                      <c:pt idx="4771">
                        <c:v>0</c:v>
                      </c:pt>
                      <c:pt idx="4772">
                        <c:v>0</c:v>
                      </c:pt>
                      <c:pt idx="4773">
                        <c:v>0</c:v>
                      </c:pt>
                      <c:pt idx="4774">
                        <c:v>0</c:v>
                      </c:pt>
                      <c:pt idx="4775">
                        <c:v>0</c:v>
                      </c:pt>
                      <c:pt idx="4776">
                        <c:v>0</c:v>
                      </c:pt>
                      <c:pt idx="4777">
                        <c:v>0</c:v>
                      </c:pt>
                      <c:pt idx="4778">
                        <c:v>0</c:v>
                      </c:pt>
                      <c:pt idx="4779">
                        <c:v>0</c:v>
                      </c:pt>
                      <c:pt idx="4780">
                        <c:v>0</c:v>
                      </c:pt>
                      <c:pt idx="4781">
                        <c:v>0</c:v>
                      </c:pt>
                      <c:pt idx="4782">
                        <c:v>0</c:v>
                      </c:pt>
                      <c:pt idx="4783">
                        <c:v>0</c:v>
                      </c:pt>
                      <c:pt idx="4784">
                        <c:v>0</c:v>
                      </c:pt>
                      <c:pt idx="4785">
                        <c:v>0</c:v>
                      </c:pt>
                      <c:pt idx="4786">
                        <c:v>0</c:v>
                      </c:pt>
                      <c:pt idx="4787">
                        <c:v>0</c:v>
                      </c:pt>
                      <c:pt idx="4788">
                        <c:v>0</c:v>
                      </c:pt>
                      <c:pt idx="4789">
                        <c:v>0</c:v>
                      </c:pt>
                      <c:pt idx="4790">
                        <c:v>0</c:v>
                      </c:pt>
                      <c:pt idx="4791">
                        <c:v>0</c:v>
                      </c:pt>
                      <c:pt idx="4792">
                        <c:v>0</c:v>
                      </c:pt>
                      <c:pt idx="4793">
                        <c:v>0</c:v>
                      </c:pt>
                      <c:pt idx="4794">
                        <c:v>0</c:v>
                      </c:pt>
                      <c:pt idx="4795">
                        <c:v>0</c:v>
                      </c:pt>
                      <c:pt idx="4796">
                        <c:v>0</c:v>
                      </c:pt>
                      <c:pt idx="4797">
                        <c:v>0</c:v>
                      </c:pt>
                      <c:pt idx="4798">
                        <c:v>0</c:v>
                      </c:pt>
                      <c:pt idx="4799">
                        <c:v>0</c:v>
                      </c:pt>
                      <c:pt idx="4800">
                        <c:v>0</c:v>
                      </c:pt>
                      <c:pt idx="4801">
                        <c:v>0</c:v>
                      </c:pt>
                      <c:pt idx="4802">
                        <c:v>0</c:v>
                      </c:pt>
                      <c:pt idx="4803">
                        <c:v>0</c:v>
                      </c:pt>
                      <c:pt idx="4804">
                        <c:v>0</c:v>
                      </c:pt>
                      <c:pt idx="4805">
                        <c:v>0</c:v>
                      </c:pt>
                      <c:pt idx="4806">
                        <c:v>0</c:v>
                      </c:pt>
                      <c:pt idx="4807">
                        <c:v>0</c:v>
                      </c:pt>
                      <c:pt idx="4808">
                        <c:v>0</c:v>
                      </c:pt>
                      <c:pt idx="4809">
                        <c:v>0</c:v>
                      </c:pt>
                      <c:pt idx="4810">
                        <c:v>0</c:v>
                      </c:pt>
                      <c:pt idx="4811">
                        <c:v>0</c:v>
                      </c:pt>
                      <c:pt idx="4812">
                        <c:v>0</c:v>
                      </c:pt>
                      <c:pt idx="4813">
                        <c:v>0</c:v>
                      </c:pt>
                      <c:pt idx="4814">
                        <c:v>0</c:v>
                      </c:pt>
                      <c:pt idx="4815">
                        <c:v>0</c:v>
                      </c:pt>
                      <c:pt idx="4816">
                        <c:v>0</c:v>
                      </c:pt>
                      <c:pt idx="4817">
                        <c:v>0</c:v>
                      </c:pt>
                      <c:pt idx="4818">
                        <c:v>0</c:v>
                      </c:pt>
                      <c:pt idx="4819">
                        <c:v>0</c:v>
                      </c:pt>
                      <c:pt idx="4820">
                        <c:v>0</c:v>
                      </c:pt>
                      <c:pt idx="4821">
                        <c:v>0</c:v>
                      </c:pt>
                      <c:pt idx="4822">
                        <c:v>0</c:v>
                      </c:pt>
                      <c:pt idx="4823">
                        <c:v>0</c:v>
                      </c:pt>
                      <c:pt idx="4824">
                        <c:v>0</c:v>
                      </c:pt>
                      <c:pt idx="4825">
                        <c:v>0</c:v>
                      </c:pt>
                      <c:pt idx="4826">
                        <c:v>0</c:v>
                      </c:pt>
                      <c:pt idx="4827">
                        <c:v>0</c:v>
                      </c:pt>
                      <c:pt idx="4828">
                        <c:v>0</c:v>
                      </c:pt>
                      <c:pt idx="4829">
                        <c:v>0</c:v>
                      </c:pt>
                      <c:pt idx="4830">
                        <c:v>0</c:v>
                      </c:pt>
                      <c:pt idx="4831">
                        <c:v>0</c:v>
                      </c:pt>
                      <c:pt idx="4832">
                        <c:v>0</c:v>
                      </c:pt>
                      <c:pt idx="4833">
                        <c:v>0</c:v>
                      </c:pt>
                      <c:pt idx="4834">
                        <c:v>0</c:v>
                      </c:pt>
                      <c:pt idx="4835">
                        <c:v>0</c:v>
                      </c:pt>
                      <c:pt idx="4836">
                        <c:v>0</c:v>
                      </c:pt>
                    </c:numCache>
                  </c:numRef>
                </c:val>
                <c:smooth val="0"/>
              </c15:ser>
            </c15:filteredLineSeries>
            <c15:filteredLineSeries>
              <c15:ser>
                <c:idx val="2"/>
                <c:order val="2"/>
                <c:tx>
                  <c:strRef>
                    <c:extLst xmlns:c15="http://schemas.microsoft.com/office/drawing/2012/chart">
                      <c:ext xmlns:c15="http://schemas.microsoft.com/office/drawing/2012/chart" uri="{02D57815-91ED-43cb-92C2-25804820EDAC}">
                        <c15:formulaRef>
                          <c15:sqref>微盘_2018!$N$13</c15:sqref>
                        </c15:formulaRef>
                      </c:ext>
                    </c:extLst>
                    <c:strCache>
                      <c:ptCount val="1"/>
                      <c:pt idx="0">
                        <c:v>微盘400</c:v>
                      </c:pt>
                    </c:strCache>
                  </c:strRef>
                </c:tx>
                <c:spPr>
                  <a:ln w="28575" cap="rnd">
                    <a:solidFill>
                      <a:schemeClr val="accent3"/>
                    </a:solidFill>
                    <a:round/>
                  </a:ln>
                  <a:effectLst/>
                </c:spPr>
                <c:marker>
                  <c:symbol val="none"/>
                </c:marker>
                <c:cat>
                  <c:numRef>
                    <c:extLst xmlns:c15="http://schemas.microsoft.com/office/drawing/2012/chart">
                      <c:ext xmlns:c15="http://schemas.microsoft.com/office/drawing/2012/chart" uri="{02D57815-91ED-43cb-92C2-25804820EDAC}">
                        <c15:formulaRef>
                          <c15:sqref>微盘_2018!$A$14:$A$10002</c15:sqref>
                        </c15:formulaRef>
                      </c:ext>
                    </c:extLst>
                    <c:numCache>
                      <c:formatCode>yyyy/mm/dd</c:formatCode>
                      <c:ptCount val="9989"/>
                      <c:pt idx="0">
                        <c:v>43462</c:v>
                      </c:pt>
                      <c:pt idx="1">
                        <c:v>43467</c:v>
                      </c:pt>
                      <c:pt idx="2">
                        <c:v>43468</c:v>
                      </c:pt>
                      <c:pt idx="3">
                        <c:v>43469</c:v>
                      </c:pt>
                      <c:pt idx="4">
                        <c:v>43472</c:v>
                      </c:pt>
                      <c:pt idx="5">
                        <c:v>43473</c:v>
                      </c:pt>
                      <c:pt idx="6">
                        <c:v>43474</c:v>
                      </c:pt>
                      <c:pt idx="7">
                        <c:v>43475</c:v>
                      </c:pt>
                      <c:pt idx="8">
                        <c:v>43476</c:v>
                      </c:pt>
                      <c:pt idx="9">
                        <c:v>43479</c:v>
                      </c:pt>
                      <c:pt idx="10">
                        <c:v>43480</c:v>
                      </c:pt>
                      <c:pt idx="11">
                        <c:v>43481</c:v>
                      </c:pt>
                      <c:pt idx="12">
                        <c:v>43482</c:v>
                      </c:pt>
                      <c:pt idx="13">
                        <c:v>43483</c:v>
                      </c:pt>
                      <c:pt idx="14">
                        <c:v>43486</c:v>
                      </c:pt>
                      <c:pt idx="15">
                        <c:v>43487</c:v>
                      </c:pt>
                      <c:pt idx="16">
                        <c:v>43488</c:v>
                      </c:pt>
                      <c:pt idx="17">
                        <c:v>43489</c:v>
                      </c:pt>
                      <c:pt idx="18">
                        <c:v>43490</c:v>
                      </c:pt>
                      <c:pt idx="19">
                        <c:v>43493</c:v>
                      </c:pt>
                      <c:pt idx="20">
                        <c:v>43494</c:v>
                      </c:pt>
                      <c:pt idx="21">
                        <c:v>43495</c:v>
                      </c:pt>
                      <c:pt idx="22">
                        <c:v>43496</c:v>
                      </c:pt>
                      <c:pt idx="23">
                        <c:v>43497</c:v>
                      </c:pt>
                      <c:pt idx="24">
                        <c:v>43507</c:v>
                      </c:pt>
                      <c:pt idx="25">
                        <c:v>43508</c:v>
                      </c:pt>
                      <c:pt idx="26">
                        <c:v>43509</c:v>
                      </c:pt>
                      <c:pt idx="27">
                        <c:v>43510</c:v>
                      </c:pt>
                      <c:pt idx="28">
                        <c:v>43511</c:v>
                      </c:pt>
                      <c:pt idx="29">
                        <c:v>43514</c:v>
                      </c:pt>
                      <c:pt idx="30">
                        <c:v>43515</c:v>
                      </c:pt>
                      <c:pt idx="31">
                        <c:v>43516</c:v>
                      </c:pt>
                      <c:pt idx="32">
                        <c:v>43517</c:v>
                      </c:pt>
                      <c:pt idx="33">
                        <c:v>43518</c:v>
                      </c:pt>
                      <c:pt idx="34">
                        <c:v>43521</c:v>
                      </c:pt>
                      <c:pt idx="35">
                        <c:v>43522</c:v>
                      </c:pt>
                      <c:pt idx="36">
                        <c:v>43523</c:v>
                      </c:pt>
                      <c:pt idx="37">
                        <c:v>43524</c:v>
                      </c:pt>
                      <c:pt idx="38">
                        <c:v>43525</c:v>
                      </c:pt>
                      <c:pt idx="39">
                        <c:v>43528</c:v>
                      </c:pt>
                      <c:pt idx="40">
                        <c:v>43529</c:v>
                      </c:pt>
                      <c:pt idx="41">
                        <c:v>43530</c:v>
                      </c:pt>
                      <c:pt idx="42">
                        <c:v>43531</c:v>
                      </c:pt>
                      <c:pt idx="43">
                        <c:v>43532</c:v>
                      </c:pt>
                      <c:pt idx="44">
                        <c:v>43535</c:v>
                      </c:pt>
                      <c:pt idx="45">
                        <c:v>43536</c:v>
                      </c:pt>
                      <c:pt idx="46">
                        <c:v>43537</c:v>
                      </c:pt>
                      <c:pt idx="47">
                        <c:v>43538</c:v>
                      </c:pt>
                      <c:pt idx="48">
                        <c:v>43539</c:v>
                      </c:pt>
                      <c:pt idx="49">
                        <c:v>43542</c:v>
                      </c:pt>
                      <c:pt idx="50">
                        <c:v>43543</c:v>
                      </c:pt>
                      <c:pt idx="51">
                        <c:v>43544</c:v>
                      </c:pt>
                      <c:pt idx="52">
                        <c:v>43545</c:v>
                      </c:pt>
                      <c:pt idx="53">
                        <c:v>43546</c:v>
                      </c:pt>
                      <c:pt idx="54">
                        <c:v>43549</c:v>
                      </c:pt>
                      <c:pt idx="55">
                        <c:v>43550</c:v>
                      </c:pt>
                      <c:pt idx="56">
                        <c:v>43551</c:v>
                      </c:pt>
                      <c:pt idx="57">
                        <c:v>43552</c:v>
                      </c:pt>
                      <c:pt idx="58">
                        <c:v>43553</c:v>
                      </c:pt>
                      <c:pt idx="59">
                        <c:v>43556</c:v>
                      </c:pt>
                      <c:pt idx="60">
                        <c:v>43557</c:v>
                      </c:pt>
                      <c:pt idx="61">
                        <c:v>43558</c:v>
                      </c:pt>
                      <c:pt idx="62">
                        <c:v>43559</c:v>
                      </c:pt>
                      <c:pt idx="63">
                        <c:v>43563</c:v>
                      </c:pt>
                      <c:pt idx="64">
                        <c:v>43564</c:v>
                      </c:pt>
                      <c:pt idx="65">
                        <c:v>43565</c:v>
                      </c:pt>
                      <c:pt idx="66">
                        <c:v>43566</c:v>
                      </c:pt>
                      <c:pt idx="67">
                        <c:v>43567</c:v>
                      </c:pt>
                      <c:pt idx="68">
                        <c:v>43570</c:v>
                      </c:pt>
                      <c:pt idx="69">
                        <c:v>43571</c:v>
                      </c:pt>
                      <c:pt idx="70">
                        <c:v>43572</c:v>
                      </c:pt>
                      <c:pt idx="71">
                        <c:v>43573</c:v>
                      </c:pt>
                      <c:pt idx="72">
                        <c:v>43574</c:v>
                      </c:pt>
                      <c:pt idx="73">
                        <c:v>43577</c:v>
                      </c:pt>
                      <c:pt idx="74">
                        <c:v>43578</c:v>
                      </c:pt>
                      <c:pt idx="75">
                        <c:v>43579</c:v>
                      </c:pt>
                      <c:pt idx="76">
                        <c:v>43580</c:v>
                      </c:pt>
                      <c:pt idx="77">
                        <c:v>43581</c:v>
                      </c:pt>
                      <c:pt idx="78">
                        <c:v>43584</c:v>
                      </c:pt>
                      <c:pt idx="79">
                        <c:v>43585</c:v>
                      </c:pt>
                      <c:pt idx="80">
                        <c:v>43591</c:v>
                      </c:pt>
                      <c:pt idx="81">
                        <c:v>43592</c:v>
                      </c:pt>
                      <c:pt idx="82">
                        <c:v>43593</c:v>
                      </c:pt>
                      <c:pt idx="83">
                        <c:v>43594</c:v>
                      </c:pt>
                      <c:pt idx="84">
                        <c:v>43595</c:v>
                      </c:pt>
                      <c:pt idx="85">
                        <c:v>43598</c:v>
                      </c:pt>
                      <c:pt idx="86">
                        <c:v>43599</c:v>
                      </c:pt>
                      <c:pt idx="87">
                        <c:v>43600</c:v>
                      </c:pt>
                      <c:pt idx="88">
                        <c:v>43601</c:v>
                      </c:pt>
                      <c:pt idx="89">
                        <c:v>43602</c:v>
                      </c:pt>
                      <c:pt idx="90">
                        <c:v>43605</c:v>
                      </c:pt>
                      <c:pt idx="91">
                        <c:v>43606</c:v>
                      </c:pt>
                      <c:pt idx="92">
                        <c:v>43607</c:v>
                      </c:pt>
                      <c:pt idx="93">
                        <c:v>43608</c:v>
                      </c:pt>
                      <c:pt idx="94">
                        <c:v>43609</c:v>
                      </c:pt>
                      <c:pt idx="95">
                        <c:v>43612</c:v>
                      </c:pt>
                      <c:pt idx="96">
                        <c:v>43613</c:v>
                      </c:pt>
                      <c:pt idx="97">
                        <c:v>43614</c:v>
                      </c:pt>
                      <c:pt idx="98">
                        <c:v>43615</c:v>
                      </c:pt>
                      <c:pt idx="99">
                        <c:v>43616</c:v>
                      </c:pt>
                      <c:pt idx="100">
                        <c:v>43619</c:v>
                      </c:pt>
                      <c:pt idx="101">
                        <c:v>43620</c:v>
                      </c:pt>
                      <c:pt idx="102">
                        <c:v>43621</c:v>
                      </c:pt>
                      <c:pt idx="103">
                        <c:v>43622</c:v>
                      </c:pt>
                      <c:pt idx="104">
                        <c:v>43626</c:v>
                      </c:pt>
                      <c:pt idx="105">
                        <c:v>43627</c:v>
                      </c:pt>
                      <c:pt idx="106">
                        <c:v>43628</c:v>
                      </c:pt>
                      <c:pt idx="107">
                        <c:v>43629</c:v>
                      </c:pt>
                      <c:pt idx="108">
                        <c:v>43630</c:v>
                      </c:pt>
                      <c:pt idx="109">
                        <c:v>43633</c:v>
                      </c:pt>
                      <c:pt idx="110">
                        <c:v>43634</c:v>
                      </c:pt>
                      <c:pt idx="111">
                        <c:v>43635</c:v>
                      </c:pt>
                      <c:pt idx="112">
                        <c:v>43636</c:v>
                      </c:pt>
                      <c:pt idx="113">
                        <c:v>43637</c:v>
                      </c:pt>
                      <c:pt idx="114">
                        <c:v>43640</c:v>
                      </c:pt>
                      <c:pt idx="115">
                        <c:v>43641</c:v>
                      </c:pt>
                      <c:pt idx="116">
                        <c:v>43642</c:v>
                      </c:pt>
                      <c:pt idx="117">
                        <c:v>43643</c:v>
                      </c:pt>
                      <c:pt idx="118">
                        <c:v>43644</c:v>
                      </c:pt>
                      <c:pt idx="119">
                        <c:v>43647</c:v>
                      </c:pt>
                      <c:pt idx="120">
                        <c:v>43648</c:v>
                      </c:pt>
                      <c:pt idx="121">
                        <c:v>43649</c:v>
                      </c:pt>
                      <c:pt idx="122">
                        <c:v>43650</c:v>
                      </c:pt>
                      <c:pt idx="123">
                        <c:v>43651</c:v>
                      </c:pt>
                      <c:pt idx="124">
                        <c:v>43654</c:v>
                      </c:pt>
                      <c:pt idx="125">
                        <c:v>43655</c:v>
                      </c:pt>
                      <c:pt idx="126">
                        <c:v>43656</c:v>
                      </c:pt>
                      <c:pt idx="127">
                        <c:v>43657</c:v>
                      </c:pt>
                      <c:pt idx="128">
                        <c:v>43658</c:v>
                      </c:pt>
                      <c:pt idx="129">
                        <c:v>43661</c:v>
                      </c:pt>
                      <c:pt idx="130">
                        <c:v>43662</c:v>
                      </c:pt>
                      <c:pt idx="131">
                        <c:v>43663</c:v>
                      </c:pt>
                      <c:pt idx="132">
                        <c:v>43664</c:v>
                      </c:pt>
                      <c:pt idx="133">
                        <c:v>43665</c:v>
                      </c:pt>
                      <c:pt idx="134">
                        <c:v>43668</c:v>
                      </c:pt>
                      <c:pt idx="135">
                        <c:v>43669</c:v>
                      </c:pt>
                      <c:pt idx="136">
                        <c:v>43670</c:v>
                      </c:pt>
                      <c:pt idx="137">
                        <c:v>43671</c:v>
                      </c:pt>
                      <c:pt idx="138">
                        <c:v>43672</c:v>
                      </c:pt>
                      <c:pt idx="139">
                        <c:v>43675</c:v>
                      </c:pt>
                      <c:pt idx="140">
                        <c:v>43676</c:v>
                      </c:pt>
                      <c:pt idx="141">
                        <c:v>43677</c:v>
                      </c:pt>
                      <c:pt idx="142">
                        <c:v>43678</c:v>
                      </c:pt>
                      <c:pt idx="143">
                        <c:v>43679</c:v>
                      </c:pt>
                      <c:pt idx="144">
                        <c:v>43682</c:v>
                      </c:pt>
                      <c:pt idx="145">
                        <c:v>43683</c:v>
                      </c:pt>
                      <c:pt idx="146">
                        <c:v>43684</c:v>
                      </c:pt>
                      <c:pt idx="147">
                        <c:v>43685</c:v>
                      </c:pt>
                      <c:pt idx="148">
                        <c:v>43686</c:v>
                      </c:pt>
                      <c:pt idx="149">
                        <c:v>43689</c:v>
                      </c:pt>
                      <c:pt idx="150">
                        <c:v>43690</c:v>
                      </c:pt>
                      <c:pt idx="151">
                        <c:v>43691</c:v>
                      </c:pt>
                      <c:pt idx="152">
                        <c:v>43692</c:v>
                      </c:pt>
                      <c:pt idx="153">
                        <c:v>43693</c:v>
                      </c:pt>
                      <c:pt idx="154">
                        <c:v>43696</c:v>
                      </c:pt>
                      <c:pt idx="155">
                        <c:v>43697</c:v>
                      </c:pt>
                      <c:pt idx="156">
                        <c:v>43698</c:v>
                      </c:pt>
                      <c:pt idx="157">
                        <c:v>43699</c:v>
                      </c:pt>
                      <c:pt idx="158">
                        <c:v>43700</c:v>
                      </c:pt>
                      <c:pt idx="159">
                        <c:v>43703</c:v>
                      </c:pt>
                      <c:pt idx="160">
                        <c:v>43704</c:v>
                      </c:pt>
                      <c:pt idx="161">
                        <c:v>43705</c:v>
                      </c:pt>
                      <c:pt idx="162">
                        <c:v>43706</c:v>
                      </c:pt>
                      <c:pt idx="163">
                        <c:v>43707</c:v>
                      </c:pt>
                      <c:pt idx="164">
                        <c:v>43710</c:v>
                      </c:pt>
                      <c:pt idx="165">
                        <c:v>43711</c:v>
                      </c:pt>
                      <c:pt idx="166">
                        <c:v>43712</c:v>
                      </c:pt>
                      <c:pt idx="167">
                        <c:v>43713</c:v>
                      </c:pt>
                      <c:pt idx="168">
                        <c:v>43714</c:v>
                      </c:pt>
                      <c:pt idx="169">
                        <c:v>43717</c:v>
                      </c:pt>
                      <c:pt idx="170">
                        <c:v>43718</c:v>
                      </c:pt>
                      <c:pt idx="171">
                        <c:v>43719</c:v>
                      </c:pt>
                      <c:pt idx="172">
                        <c:v>43720</c:v>
                      </c:pt>
                      <c:pt idx="173">
                        <c:v>43724</c:v>
                      </c:pt>
                      <c:pt idx="174">
                        <c:v>43725</c:v>
                      </c:pt>
                      <c:pt idx="175">
                        <c:v>43726</c:v>
                      </c:pt>
                      <c:pt idx="176">
                        <c:v>43727</c:v>
                      </c:pt>
                      <c:pt idx="177">
                        <c:v>43728</c:v>
                      </c:pt>
                      <c:pt idx="178">
                        <c:v>43731</c:v>
                      </c:pt>
                      <c:pt idx="179">
                        <c:v>43732</c:v>
                      </c:pt>
                      <c:pt idx="180">
                        <c:v>43733</c:v>
                      </c:pt>
                      <c:pt idx="181">
                        <c:v>43734</c:v>
                      </c:pt>
                      <c:pt idx="182">
                        <c:v>43735</c:v>
                      </c:pt>
                      <c:pt idx="183">
                        <c:v>43738</c:v>
                      </c:pt>
                      <c:pt idx="184">
                        <c:v>43746</c:v>
                      </c:pt>
                      <c:pt idx="185">
                        <c:v>43747</c:v>
                      </c:pt>
                      <c:pt idx="186">
                        <c:v>43748</c:v>
                      </c:pt>
                      <c:pt idx="187">
                        <c:v>43749</c:v>
                      </c:pt>
                      <c:pt idx="188">
                        <c:v>43752</c:v>
                      </c:pt>
                      <c:pt idx="189">
                        <c:v>43753</c:v>
                      </c:pt>
                      <c:pt idx="190">
                        <c:v>43754</c:v>
                      </c:pt>
                      <c:pt idx="191">
                        <c:v>43755</c:v>
                      </c:pt>
                      <c:pt idx="192">
                        <c:v>43756</c:v>
                      </c:pt>
                      <c:pt idx="193">
                        <c:v>43759</c:v>
                      </c:pt>
                      <c:pt idx="194">
                        <c:v>43760</c:v>
                      </c:pt>
                      <c:pt idx="195">
                        <c:v>43761</c:v>
                      </c:pt>
                      <c:pt idx="196">
                        <c:v>43762</c:v>
                      </c:pt>
                      <c:pt idx="197">
                        <c:v>43763</c:v>
                      </c:pt>
                      <c:pt idx="198">
                        <c:v>43766</c:v>
                      </c:pt>
                      <c:pt idx="199">
                        <c:v>43767</c:v>
                      </c:pt>
                      <c:pt idx="200">
                        <c:v>43768</c:v>
                      </c:pt>
                      <c:pt idx="201">
                        <c:v>43769</c:v>
                      </c:pt>
                      <c:pt idx="202">
                        <c:v>43770</c:v>
                      </c:pt>
                      <c:pt idx="203">
                        <c:v>43773</c:v>
                      </c:pt>
                      <c:pt idx="204">
                        <c:v>43774</c:v>
                      </c:pt>
                      <c:pt idx="205">
                        <c:v>43775</c:v>
                      </c:pt>
                      <c:pt idx="206">
                        <c:v>43776</c:v>
                      </c:pt>
                      <c:pt idx="207">
                        <c:v>43777</c:v>
                      </c:pt>
                      <c:pt idx="208">
                        <c:v>43780</c:v>
                      </c:pt>
                      <c:pt idx="209">
                        <c:v>43781</c:v>
                      </c:pt>
                      <c:pt idx="210">
                        <c:v>43782</c:v>
                      </c:pt>
                      <c:pt idx="211">
                        <c:v>43783</c:v>
                      </c:pt>
                      <c:pt idx="212">
                        <c:v>43784</c:v>
                      </c:pt>
                      <c:pt idx="213">
                        <c:v>43787</c:v>
                      </c:pt>
                      <c:pt idx="214">
                        <c:v>43788</c:v>
                      </c:pt>
                      <c:pt idx="215">
                        <c:v>43789</c:v>
                      </c:pt>
                      <c:pt idx="216">
                        <c:v>43790</c:v>
                      </c:pt>
                      <c:pt idx="217">
                        <c:v>43791</c:v>
                      </c:pt>
                      <c:pt idx="218">
                        <c:v>43794</c:v>
                      </c:pt>
                      <c:pt idx="219">
                        <c:v>43795</c:v>
                      </c:pt>
                      <c:pt idx="220">
                        <c:v>43796</c:v>
                      </c:pt>
                      <c:pt idx="221">
                        <c:v>43797</c:v>
                      </c:pt>
                      <c:pt idx="222">
                        <c:v>43798</c:v>
                      </c:pt>
                      <c:pt idx="223">
                        <c:v>43801</c:v>
                      </c:pt>
                      <c:pt idx="224">
                        <c:v>43802</c:v>
                      </c:pt>
                      <c:pt idx="225">
                        <c:v>43803</c:v>
                      </c:pt>
                      <c:pt idx="226">
                        <c:v>43804</c:v>
                      </c:pt>
                      <c:pt idx="227">
                        <c:v>43805</c:v>
                      </c:pt>
                      <c:pt idx="228">
                        <c:v>43808</c:v>
                      </c:pt>
                      <c:pt idx="229">
                        <c:v>43809</c:v>
                      </c:pt>
                      <c:pt idx="230">
                        <c:v>43810</c:v>
                      </c:pt>
                      <c:pt idx="231">
                        <c:v>43811</c:v>
                      </c:pt>
                      <c:pt idx="232">
                        <c:v>43812</c:v>
                      </c:pt>
                      <c:pt idx="233">
                        <c:v>43815</c:v>
                      </c:pt>
                      <c:pt idx="234">
                        <c:v>43816</c:v>
                      </c:pt>
                      <c:pt idx="235">
                        <c:v>43817</c:v>
                      </c:pt>
                      <c:pt idx="236">
                        <c:v>43818</c:v>
                      </c:pt>
                      <c:pt idx="237">
                        <c:v>43819</c:v>
                      </c:pt>
                      <c:pt idx="238">
                        <c:v>43822</c:v>
                      </c:pt>
                      <c:pt idx="239">
                        <c:v>43823</c:v>
                      </c:pt>
                      <c:pt idx="240">
                        <c:v>43824</c:v>
                      </c:pt>
                      <c:pt idx="241">
                        <c:v>43825</c:v>
                      </c:pt>
                      <c:pt idx="242">
                        <c:v>43826</c:v>
                      </c:pt>
                      <c:pt idx="243">
                        <c:v>43829</c:v>
                      </c:pt>
                      <c:pt idx="244">
                        <c:v>43830</c:v>
                      </c:pt>
                      <c:pt idx="245">
                        <c:v>43832</c:v>
                      </c:pt>
                      <c:pt idx="246">
                        <c:v>43833</c:v>
                      </c:pt>
                      <c:pt idx="247">
                        <c:v>43836</c:v>
                      </c:pt>
                      <c:pt idx="248">
                        <c:v>43837</c:v>
                      </c:pt>
                      <c:pt idx="249">
                        <c:v>43838</c:v>
                      </c:pt>
                      <c:pt idx="250">
                        <c:v>43839</c:v>
                      </c:pt>
                      <c:pt idx="251">
                        <c:v>43840</c:v>
                      </c:pt>
                      <c:pt idx="252">
                        <c:v>43843</c:v>
                      </c:pt>
                      <c:pt idx="253">
                        <c:v>43844</c:v>
                      </c:pt>
                      <c:pt idx="254">
                        <c:v>43845</c:v>
                      </c:pt>
                      <c:pt idx="255">
                        <c:v>43846</c:v>
                      </c:pt>
                      <c:pt idx="256">
                        <c:v>43847</c:v>
                      </c:pt>
                      <c:pt idx="257">
                        <c:v>43850</c:v>
                      </c:pt>
                      <c:pt idx="258">
                        <c:v>43851</c:v>
                      </c:pt>
                      <c:pt idx="259">
                        <c:v>43852</c:v>
                      </c:pt>
                      <c:pt idx="260">
                        <c:v>43853</c:v>
                      </c:pt>
                      <c:pt idx="261">
                        <c:v>43864</c:v>
                      </c:pt>
                      <c:pt idx="262">
                        <c:v>43865</c:v>
                      </c:pt>
                      <c:pt idx="263">
                        <c:v>43866</c:v>
                      </c:pt>
                      <c:pt idx="264">
                        <c:v>43867</c:v>
                      </c:pt>
                      <c:pt idx="265">
                        <c:v>43868</c:v>
                      </c:pt>
                      <c:pt idx="266">
                        <c:v>43871</c:v>
                      </c:pt>
                      <c:pt idx="267">
                        <c:v>43872</c:v>
                      </c:pt>
                      <c:pt idx="268">
                        <c:v>43873</c:v>
                      </c:pt>
                      <c:pt idx="269">
                        <c:v>43874</c:v>
                      </c:pt>
                      <c:pt idx="270">
                        <c:v>43875</c:v>
                      </c:pt>
                      <c:pt idx="271">
                        <c:v>43878</c:v>
                      </c:pt>
                      <c:pt idx="272">
                        <c:v>43879</c:v>
                      </c:pt>
                      <c:pt idx="273">
                        <c:v>43880</c:v>
                      </c:pt>
                      <c:pt idx="274">
                        <c:v>43881</c:v>
                      </c:pt>
                      <c:pt idx="275">
                        <c:v>43882</c:v>
                      </c:pt>
                      <c:pt idx="276">
                        <c:v>43885</c:v>
                      </c:pt>
                      <c:pt idx="277">
                        <c:v>43886</c:v>
                      </c:pt>
                      <c:pt idx="278">
                        <c:v>43887</c:v>
                      </c:pt>
                      <c:pt idx="279">
                        <c:v>43888</c:v>
                      </c:pt>
                      <c:pt idx="280">
                        <c:v>43889</c:v>
                      </c:pt>
                      <c:pt idx="281">
                        <c:v>43892</c:v>
                      </c:pt>
                      <c:pt idx="282">
                        <c:v>43893</c:v>
                      </c:pt>
                      <c:pt idx="283">
                        <c:v>43894</c:v>
                      </c:pt>
                      <c:pt idx="284">
                        <c:v>43895</c:v>
                      </c:pt>
                      <c:pt idx="285">
                        <c:v>43896</c:v>
                      </c:pt>
                      <c:pt idx="286">
                        <c:v>43899</c:v>
                      </c:pt>
                      <c:pt idx="287">
                        <c:v>43900</c:v>
                      </c:pt>
                      <c:pt idx="288">
                        <c:v>43901</c:v>
                      </c:pt>
                      <c:pt idx="289">
                        <c:v>43902</c:v>
                      </c:pt>
                      <c:pt idx="290">
                        <c:v>43903</c:v>
                      </c:pt>
                      <c:pt idx="291">
                        <c:v>43906</c:v>
                      </c:pt>
                      <c:pt idx="292">
                        <c:v>43907</c:v>
                      </c:pt>
                      <c:pt idx="293">
                        <c:v>43908</c:v>
                      </c:pt>
                      <c:pt idx="294">
                        <c:v>43909</c:v>
                      </c:pt>
                      <c:pt idx="295">
                        <c:v>43910</c:v>
                      </c:pt>
                      <c:pt idx="296">
                        <c:v>43913</c:v>
                      </c:pt>
                      <c:pt idx="297">
                        <c:v>43914</c:v>
                      </c:pt>
                      <c:pt idx="298">
                        <c:v>43915</c:v>
                      </c:pt>
                      <c:pt idx="299">
                        <c:v>43916</c:v>
                      </c:pt>
                      <c:pt idx="300">
                        <c:v>43917</c:v>
                      </c:pt>
                      <c:pt idx="301">
                        <c:v>43920</c:v>
                      </c:pt>
                      <c:pt idx="302">
                        <c:v>43921</c:v>
                      </c:pt>
                      <c:pt idx="303">
                        <c:v>43922</c:v>
                      </c:pt>
                      <c:pt idx="304">
                        <c:v>43923</c:v>
                      </c:pt>
                      <c:pt idx="305">
                        <c:v>43924</c:v>
                      </c:pt>
                      <c:pt idx="306">
                        <c:v>43928</c:v>
                      </c:pt>
                      <c:pt idx="307">
                        <c:v>43929</c:v>
                      </c:pt>
                      <c:pt idx="308">
                        <c:v>43930</c:v>
                      </c:pt>
                      <c:pt idx="309">
                        <c:v>43931</c:v>
                      </c:pt>
                      <c:pt idx="310">
                        <c:v>43934</c:v>
                      </c:pt>
                      <c:pt idx="311">
                        <c:v>43935</c:v>
                      </c:pt>
                      <c:pt idx="312">
                        <c:v>43936</c:v>
                      </c:pt>
                      <c:pt idx="313">
                        <c:v>43937</c:v>
                      </c:pt>
                      <c:pt idx="314">
                        <c:v>43938</c:v>
                      </c:pt>
                      <c:pt idx="315">
                        <c:v>43941</c:v>
                      </c:pt>
                      <c:pt idx="316">
                        <c:v>43942</c:v>
                      </c:pt>
                      <c:pt idx="317">
                        <c:v>43943</c:v>
                      </c:pt>
                      <c:pt idx="318">
                        <c:v>43944</c:v>
                      </c:pt>
                      <c:pt idx="319">
                        <c:v>43945</c:v>
                      </c:pt>
                      <c:pt idx="320">
                        <c:v>43948</c:v>
                      </c:pt>
                      <c:pt idx="321">
                        <c:v>43949</c:v>
                      </c:pt>
                      <c:pt idx="322">
                        <c:v>43950</c:v>
                      </c:pt>
                      <c:pt idx="323">
                        <c:v>43951</c:v>
                      </c:pt>
                      <c:pt idx="324">
                        <c:v>43957</c:v>
                      </c:pt>
                      <c:pt idx="325">
                        <c:v>43958</c:v>
                      </c:pt>
                      <c:pt idx="326">
                        <c:v>43959</c:v>
                      </c:pt>
                      <c:pt idx="327">
                        <c:v>43962</c:v>
                      </c:pt>
                      <c:pt idx="328">
                        <c:v>43963</c:v>
                      </c:pt>
                      <c:pt idx="329">
                        <c:v>43964</c:v>
                      </c:pt>
                      <c:pt idx="330">
                        <c:v>43965</c:v>
                      </c:pt>
                      <c:pt idx="331">
                        <c:v>43966</c:v>
                      </c:pt>
                      <c:pt idx="332">
                        <c:v>43969</c:v>
                      </c:pt>
                      <c:pt idx="333">
                        <c:v>43970</c:v>
                      </c:pt>
                      <c:pt idx="334">
                        <c:v>43971</c:v>
                      </c:pt>
                      <c:pt idx="335">
                        <c:v>43972</c:v>
                      </c:pt>
                      <c:pt idx="336">
                        <c:v>43973</c:v>
                      </c:pt>
                      <c:pt idx="337">
                        <c:v>43976</c:v>
                      </c:pt>
                      <c:pt idx="338">
                        <c:v>43977</c:v>
                      </c:pt>
                      <c:pt idx="339">
                        <c:v>43978</c:v>
                      </c:pt>
                      <c:pt idx="340">
                        <c:v>43979</c:v>
                      </c:pt>
                      <c:pt idx="341">
                        <c:v>43980</c:v>
                      </c:pt>
                      <c:pt idx="342">
                        <c:v>43983</c:v>
                      </c:pt>
                      <c:pt idx="343">
                        <c:v>43984</c:v>
                      </c:pt>
                      <c:pt idx="344">
                        <c:v>43985</c:v>
                      </c:pt>
                      <c:pt idx="345">
                        <c:v>43986</c:v>
                      </c:pt>
                      <c:pt idx="346">
                        <c:v>43987</c:v>
                      </c:pt>
                      <c:pt idx="347">
                        <c:v>43990</c:v>
                      </c:pt>
                      <c:pt idx="348">
                        <c:v>43991</c:v>
                      </c:pt>
                      <c:pt idx="349">
                        <c:v>43992</c:v>
                      </c:pt>
                      <c:pt idx="350">
                        <c:v>43993</c:v>
                      </c:pt>
                      <c:pt idx="351">
                        <c:v>43994</c:v>
                      </c:pt>
                      <c:pt idx="352">
                        <c:v>43997</c:v>
                      </c:pt>
                      <c:pt idx="353">
                        <c:v>43998</c:v>
                      </c:pt>
                      <c:pt idx="354">
                        <c:v>43999</c:v>
                      </c:pt>
                      <c:pt idx="355">
                        <c:v>44000</c:v>
                      </c:pt>
                      <c:pt idx="356">
                        <c:v>44001</c:v>
                      </c:pt>
                      <c:pt idx="357">
                        <c:v>44004</c:v>
                      </c:pt>
                      <c:pt idx="358">
                        <c:v>44005</c:v>
                      </c:pt>
                      <c:pt idx="359">
                        <c:v>44006</c:v>
                      </c:pt>
                      <c:pt idx="360">
                        <c:v>44011</c:v>
                      </c:pt>
                      <c:pt idx="361">
                        <c:v>44012</c:v>
                      </c:pt>
                      <c:pt idx="362">
                        <c:v>44013</c:v>
                      </c:pt>
                      <c:pt idx="363">
                        <c:v>44014</c:v>
                      </c:pt>
                      <c:pt idx="364">
                        <c:v>44015</c:v>
                      </c:pt>
                      <c:pt idx="365">
                        <c:v>44018</c:v>
                      </c:pt>
                      <c:pt idx="366">
                        <c:v>44019</c:v>
                      </c:pt>
                      <c:pt idx="367">
                        <c:v>44020</c:v>
                      </c:pt>
                      <c:pt idx="368">
                        <c:v>44021</c:v>
                      </c:pt>
                      <c:pt idx="369">
                        <c:v>44022</c:v>
                      </c:pt>
                      <c:pt idx="370">
                        <c:v>44025</c:v>
                      </c:pt>
                      <c:pt idx="371">
                        <c:v>44026</c:v>
                      </c:pt>
                      <c:pt idx="372">
                        <c:v>44027</c:v>
                      </c:pt>
                      <c:pt idx="373">
                        <c:v>44028</c:v>
                      </c:pt>
                      <c:pt idx="374">
                        <c:v>44029</c:v>
                      </c:pt>
                      <c:pt idx="375">
                        <c:v>44032</c:v>
                      </c:pt>
                      <c:pt idx="376">
                        <c:v>44033</c:v>
                      </c:pt>
                      <c:pt idx="377">
                        <c:v>44034</c:v>
                      </c:pt>
                      <c:pt idx="378">
                        <c:v>44035</c:v>
                      </c:pt>
                      <c:pt idx="379">
                        <c:v>44036</c:v>
                      </c:pt>
                      <c:pt idx="380">
                        <c:v>44039</c:v>
                      </c:pt>
                      <c:pt idx="381">
                        <c:v>44040</c:v>
                      </c:pt>
                      <c:pt idx="382">
                        <c:v>44041</c:v>
                      </c:pt>
                      <c:pt idx="383">
                        <c:v>44042</c:v>
                      </c:pt>
                      <c:pt idx="384">
                        <c:v>44043</c:v>
                      </c:pt>
                      <c:pt idx="385">
                        <c:v>44046</c:v>
                      </c:pt>
                      <c:pt idx="386">
                        <c:v>44047</c:v>
                      </c:pt>
                      <c:pt idx="387">
                        <c:v>44048</c:v>
                      </c:pt>
                      <c:pt idx="388">
                        <c:v>44049</c:v>
                      </c:pt>
                      <c:pt idx="389">
                        <c:v>44050</c:v>
                      </c:pt>
                      <c:pt idx="390">
                        <c:v>44053</c:v>
                      </c:pt>
                      <c:pt idx="391">
                        <c:v>44054</c:v>
                      </c:pt>
                      <c:pt idx="392">
                        <c:v>44055</c:v>
                      </c:pt>
                      <c:pt idx="393">
                        <c:v>44056</c:v>
                      </c:pt>
                      <c:pt idx="394">
                        <c:v>44057</c:v>
                      </c:pt>
                      <c:pt idx="395">
                        <c:v>44060</c:v>
                      </c:pt>
                      <c:pt idx="396">
                        <c:v>44061</c:v>
                      </c:pt>
                      <c:pt idx="397">
                        <c:v>44062</c:v>
                      </c:pt>
                      <c:pt idx="398">
                        <c:v>44063</c:v>
                      </c:pt>
                      <c:pt idx="399">
                        <c:v>44064</c:v>
                      </c:pt>
                      <c:pt idx="400">
                        <c:v>44067</c:v>
                      </c:pt>
                      <c:pt idx="401">
                        <c:v>44068</c:v>
                      </c:pt>
                      <c:pt idx="402">
                        <c:v>44069</c:v>
                      </c:pt>
                      <c:pt idx="403">
                        <c:v>44070</c:v>
                      </c:pt>
                      <c:pt idx="404">
                        <c:v>44071</c:v>
                      </c:pt>
                      <c:pt idx="405">
                        <c:v>44074</c:v>
                      </c:pt>
                      <c:pt idx="406">
                        <c:v>44075</c:v>
                      </c:pt>
                      <c:pt idx="407">
                        <c:v>44076</c:v>
                      </c:pt>
                      <c:pt idx="408">
                        <c:v>44077</c:v>
                      </c:pt>
                      <c:pt idx="409">
                        <c:v>44078</c:v>
                      </c:pt>
                      <c:pt idx="410">
                        <c:v>44081</c:v>
                      </c:pt>
                      <c:pt idx="411">
                        <c:v>44082</c:v>
                      </c:pt>
                      <c:pt idx="412">
                        <c:v>44083</c:v>
                      </c:pt>
                      <c:pt idx="413">
                        <c:v>44084</c:v>
                      </c:pt>
                      <c:pt idx="414">
                        <c:v>44085</c:v>
                      </c:pt>
                      <c:pt idx="415">
                        <c:v>44088</c:v>
                      </c:pt>
                      <c:pt idx="416">
                        <c:v>44089</c:v>
                      </c:pt>
                      <c:pt idx="417">
                        <c:v>44090</c:v>
                      </c:pt>
                      <c:pt idx="418">
                        <c:v>44091</c:v>
                      </c:pt>
                      <c:pt idx="419">
                        <c:v>44092</c:v>
                      </c:pt>
                      <c:pt idx="420">
                        <c:v>44095</c:v>
                      </c:pt>
                      <c:pt idx="421">
                        <c:v>44096</c:v>
                      </c:pt>
                      <c:pt idx="422">
                        <c:v>44097</c:v>
                      </c:pt>
                      <c:pt idx="423">
                        <c:v>44098</c:v>
                      </c:pt>
                      <c:pt idx="424">
                        <c:v>44099</c:v>
                      </c:pt>
                      <c:pt idx="425">
                        <c:v>44102</c:v>
                      </c:pt>
                      <c:pt idx="426">
                        <c:v>44103</c:v>
                      </c:pt>
                      <c:pt idx="427">
                        <c:v>44104</c:v>
                      </c:pt>
                      <c:pt idx="428">
                        <c:v>44113</c:v>
                      </c:pt>
                      <c:pt idx="429">
                        <c:v>44116</c:v>
                      </c:pt>
                      <c:pt idx="430">
                        <c:v>44117</c:v>
                      </c:pt>
                      <c:pt idx="431">
                        <c:v>44118</c:v>
                      </c:pt>
                      <c:pt idx="432">
                        <c:v>44119</c:v>
                      </c:pt>
                      <c:pt idx="433">
                        <c:v>44120</c:v>
                      </c:pt>
                      <c:pt idx="434">
                        <c:v>44123</c:v>
                      </c:pt>
                      <c:pt idx="435">
                        <c:v>44124</c:v>
                      </c:pt>
                      <c:pt idx="436">
                        <c:v>44125</c:v>
                      </c:pt>
                      <c:pt idx="437">
                        <c:v>44126</c:v>
                      </c:pt>
                      <c:pt idx="438">
                        <c:v>44127</c:v>
                      </c:pt>
                      <c:pt idx="439">
                        <c:v>44130</c:v>
                      </c:pt>
                      <c:pt idx="440">
                        <c:v>44131</c:v>
                      </c:pt>
                      <c:pt idx="441">
                        <c:v>44132</c:v>
                      </c:pt>
                      <c:pt idx="442">
                        <c:v>44133</c:v>
                      </c:pt>
                      <c:pt idx="443">
                        <c:v>44134</c:v>
                      </c:pt>
                      <c:pt idx="444">
                        <c:v>44137</c:v>
                      </c:pt>
                      <c:pt idx="445">
                        <c:v>44138</c:v>
                      </c:pt>
                      <c:pt idx="446">
                        <c:v>44139</c:v>
                      </c:pt>
                      <c:pt idx="447">
                        <c:v>44140</c:v>
                      </c:pt>
                      <c:pt idx="448">
                        <c:v>44141</c:v>
                      </c:pt>
                      <c:pt idx="449">
                        <c:v>44144</c:v>
                      </c:pt>
                      <c:pt idx="450">
                        <c:v>44145</c:v>
                      </c:pt>
                      <c:pt idx="451">
                        <c:v>44146</c:v>
                      </c:pt>
                      <c:pt idx="452">
                        <c:v>44147</c:v>
                      </c:pt>
                      <c:pt idx="453">
                        <c:v>44148</c:v>
                      </c:pt>
                      <c:pt idx="454">
                        <c:v>44151</c:v>
                      </c:pt>
                      <c:pt idx="455">
                        <c:v>44152</c:v>
                      </c:pt>
                      <c:pt idx="456">
                        <c:v>44153</c:v>
                      </c:pt>
                      <c:pt idx="457">
                        <c:v>44154</c:v>
                      </c:pt>
                      <c:pt idx="458">
                        <c:v>44155</c:v>
                      </c:pt>
                      <c:pt idx="459">
                        <c:v>44158</c:v>
                      </c:pt>
                      <c:pt idx="460">
                        <c:v>44159</c:v>
                      </c:pt>
                      <c:pt idx="461">
                        <c:v>44160</c:v>
                      </c:pt>
                      <c:pt idx="462">
                        <c:v>44161</c:v>
                      </c:pt>
                      <c:pt idx="463">
                        <c:v>44162</c:v>
                      </c:pt>
                      <c:pt idx="464">
                        <c:v>44165</c:v>
                      </c:pt>
                      <c:pt idx="465">
                        <c:v>44166</c:v>
                      </c:pt>
                      <c:pt idx="466">
                        <c:v>44167</c:v>
                      </c:pt>
                      <c:pt idx="467">
                        <c:v>44168</c:v>
                      </c:pt>
                      <c:pt idx="468">
                        <c:v>44169</c:v>
                      </c:pt>
                      <c:pt idx="469">
                        <c:v>44172</c:v>
                      </c:pt>
                      <c:pt idx="470">
                        <c:v>44173</c:v>
                      </c:pt>
                      <c:pt idx="471">
                        <c:v>44174</c:v>
                      </c:pt>
                      <c:pt idx="472">
                        <c:v>44175</c:v>
                      </c:pt>
                      <c:pt idx="473">
                        <c:v>44176</c:v>
                      </c:pt>
                      <c:pt idx="474">
                        <c:v>44179</c:v>
                      </c:pt>
                      <c:pt idx="475">
                        <c:v>44180</c:v>
                      </c:pt>
                      <c:pt idx="476">
                        <c:v>44181</c:v>
                      </c:pt>
                      <c:pt idx="477">
                        <c:v>44182</c:v>
                      </c:pt>
                      <c:pt idx="478">
                        <c:v>44183</c:v>
                      </c:pt>
                      <c:pt idx="479">
                        <c:v>44186</c:v>
                      </c:pt>
                      <c:pt idx="480">
                        <c:v>44187</c:v>
                      </c:pt>
                      <c:pt idx="481">
                        <c:v>44188</c:v>
                      </c:pt>
                      <c:pt idx="482">
                        <c:v>44189</c:v>
                      </c:pt>
                      <c:pt idx="483">
                        <c:v>44190</c:v>
                      </c:pt>
                      <c:pt idx="484">
                        <c:v>44193</c:v>
                      </c:pt>
                      <c:pt idx="485">
                        <c:v>44194</c:v>
                      </c:pt>
                      <c:pt idx="486">
                        <c:v>44195</c:v>
                      </c:pt>
                      <c:pt idx="487">
                        <c:v>44196</c:v>
                      </c:pt>
                      <c:pt idx="488">
                        <c:v>44200</c:v>
                      </c:pt>
                      <c:pt idx="489">
                        <c:v>44201</c:v>
                      </c:pt>
                      <c:pt idx="490">
                        <c:v>44202</c:v>
                      </c:pt>
                      <c:pt idx="491">
                        <c:v>44203</c:v>
                      </c:pt>
                      <c:pt idx="492">
                        <c:v>44204</c:v>
                      </c:pt>
                      <c:pt idx="493">
                        <c:v>44207</c:v>
                      </c:pt>
                      <c:pt idx="494">
                        <c:v>44208</c:v>
                      </c:pt>
                      <c:pt idx="495">
                        <c:v>44209</c:v>
                      </c:pt>
                      <c:pt idx="496">
                        <c:v>44210</c:v>
                      </c:pt>
                      <c:pt idx="497">
                        <c:v>44211</c:v>
                      </c:pt>
                      <c:pt idx="498">
                        <c:v>44214</c:v>
                      </c:pt>
                      <c:pt idx="499">
                        <c:v>44215</c:v>
                      </c:pt>
                      <c:pt idx="500">
                        <c:v>44216</c:v>
                      </c:pt>
                      <c:pt idx="501">
                        <c:v>44217</c:v>
                      </c:pt>
                      <c:pt idx="502">
                        <c:v>44218</c:v>
                      </c:pt>
                      <c:pt idx="503">
                        <c:v>44221</c:v>
                      </c:pt>
                      <c:pt idx="504">
                        <c:v>44222</c:v>
                      </c:pt>
                      <c:pt idx="505">
                        <c:v>44223</c:v>
                      </c:pt>
                      <c:pt idx="506">
                        <c:v>44224</c:v>
                      </c:pt>
                      <c:pt idx="507">
                        <c:v>44225</c:v>
                      </c:pt>
                      <c:pt idx="508">
                        <c:v>44228</c:v>
                      </c:pt>
                      <c:pt idx="509">
                        <c:v>44229</c:v>
                      </c:pt>
                      <c:pt idx="510">
                        <c:v>44230</c:v>
                      </c:pt>
                      <c:pt idx="511">
                        <c:v>44231</c:v>
                      </c:pt>
                      <c:pt idx="512">
                        <c:v>44232</c:v>
                      </c:pt>
                      <c:pt idx="513">
                        <c:v>44235</c:v>
                      </c:pt>
                      <c:pt idx="514">
                        <c:v>44236</c:v>
                      </c:pt>
                      <c:pt idx="515">
                        <c:v>44237</c:v>
                      </c:pt>
                      <c:pt idx="516">
                        <c:v>44245</c:v>
                      </c:pt>
                      <c:pt idx="517">
                        <c:v>44246</c:v>
                      </c:pt>
                      <c:pt idx="518">
                        <c:v>44249</c:v>
                      </c:pt>
                      <c:pt idx="519">
                        <c:v>44250</c:v>
                      </c:pt>
                      <c:pt idx="520">
                        <c:v>44251</c:v>
                      </c:pt>
                      <c:pt idx="521">
                        <c:v>44252</c:v>
                      </c:pt>
                      <c:pt idx="522">
                        <c:v>44253</c:v>
                      </c:pt>
                      <c:pt idx="523">
                        <c:v>44256</c:v>
                      </c:pt>
                      <c:pt idx="524">
                        <c:v>44257</c:v>
                      </c:pt>
                      <c:pt idx="525">
                        <c:v>44258</c:v>
                      </c:pt>
                      <c:pt idx="526">
                        <c:v>44259</c:v>
                      </c:pt>
                      <c:pt idx="527">
                        <c:v>44260</c:v>
                      </c:pt>
                      <c:pt idx="528">
                        <c:v>44263</c:v>
                      </c:pt>
                      <c:pt idx="529">
                        <c:v>44264</c:v>
                      </c:pt>
                      <c:pt idx="530">
                        <c:v>44265</c:v>
                      </c:pt>
                      <c:pt idx="531">
                        <c:v>44266</c:v>
                      </c:pt>
                      <c:pt idx="532">
                        <c:v>44267</c:v>
                      </c:pt>
                      <c:pt idx="533">
                        <c:v>44270</c:v>
                      </c:pt>
                      <c:pt idx="534">
                        <c:v>44271</c:v>
                      </c:pt>
                      <c:pt idx="535">
                        <c:v>44272</c:v>
                      </c:pt>
                      <c:pt idx="536">
                        <c:v>44273</c:v>
                      </c:pt>
                      <c:pt idx="537">
                        <c:v>44274</c:v>
                      </c:pt>
                      <c:pt idx="538">
                        <c:v>44277</c:v>
                      </c:pt>
                      <c:pt idx="539">
                        <c:v>44278</c:v>
                      </c:pt>
                      <c:pt idx="540">
                        <c:v>44279</c:v>
                      </c:pt>
                      <c:pt idx="541">
                        <c:v>44280</c:v>
                      </c:pt>
                      <c:pt idx="542">
                        <c:v>44281</c:v>
                      </c:pt>
                      <c:pt idx="543">
                        <c:v>44284</c:v>
                      </c:pt>
                      <c:pt idx="544">
                        <c:v>44285</c:v>
                      </c:pt>
                      <c:pt idx="545">
                        <c:v>44286</c:v>
                      </c:pt>
                      <c:pt idx="546">
                        <c:v>44287</c:v>
                      </c:pt>
                      <c:pt idx="547">
                        <c:v>44288</c:v>
                      </c:pt>
                      <c:pt idx="548">
                        <c:v>44292</c:v>
                      </c:pt>
                      <c:pt idx="549">
                        <c:v>44293</c:v>
                      </c:pt>
                      <c:pt idx="550">
                        <c:v>44294</c:v>
                      </c:pt>
                      <c:pt idx="551">
                        <c:v>44295</c:v>
                      </c:pt>
                      <c:pt idx="552">
                        <c:v>44298</c:v>
                      </c:pt>
                      <c:pt idx="553">
                        <c:v>44299</c:v>
                      </c:pt>
                      <c:pt idx="554">
                        <c:v>44300</c:v>
                      </c:pt>
                      <c:pt idx="555">
                        <c:v>44301</c:v>
                      </c:pt>
                      <c:pt idx="556">
                        <c:v>44302</c:v>
                      </c:pt>
                      <c:pt idx="557">
                        <c:v>44305</c:v>
                      </c:pt>
                      <c:pt idx="558">
                        <c:v>44306</c:v>
                      </c:pt>
                      <c:pt idx="559">
                        <c:v>44307</c:v>
                      </c:pt>
                      <c:pt idx="560">
                        <c:v>44308</c:v>
                      </c:pt>
                      <c:pt idx="561">
                        <c:v>44309</c:v>
                      </c:pt>
                      <c:pt idx="562">
                        <c:v>44312</c:v>
                      </c:pt>
                      <c:pt idx="563">
                        <c:v>44313</c:v>
                      </c:pt>
                      <c:pt idx="564">
                        <c:v>44314</c:v>
                      </c:pt>
                      <c:pt idx="565">
                        <c:v>44315</c:v>
                      </c:pt>
                      <c:pt idx="566">
                        <c:v>44316</c:v>
                      </c:pt>
                      <c:pt idx="567">
                        <c:v>44322</c:v>
                      </c:pt>
                      <c:pt idx="568">
                        <c:v>44323</c:v>
                      </c:pt>
                      <c:pt idx="569">
                        <c:v>44326</c:v>
                      </c:pt>
                      <c:pt idx="570">
                        <c:v>44327</c:v>
                      </c:pt>
                      <c:pt idx="571">
                        <c:v>44328</c:v>
                      </c:pt>
                      <c:pt idx="572">
                        <c:v>44329</c:v>
                      </c:pt>
                      <c:pt idx="573">
                        <c:v>44330</c:v>
                      </c:pt>
                      <c:pt idx="574">
                        <c:v>44333</c:v>
                      </c:pt>
                      <c:pt idx="575">
                        <c:v>44334</c:v>
                      </c:pt>
                      <c:pt idx="576">
                        <c:v>44335</c:v>
                      </c:pt>
                      <c:pt idx="577">
                        <c:v>44336</c:v>
                      </c:pt>
                      <c:pt idx="578">
                        <c:v>44337</c:v>
                      </c:pt>
                      <c:pt idx="579">
                        <c:v>44340</c:v>
                      </c:pt>
                      <c:pt idx="580">
                        <c:v>44341</c:v>
                      </c:pt>
                      <c:pt idx="581">
                        <c:v>44342</c:v>
                      </c:pt>
                      <c:pt idx="582">
                        <c:v>44343</c:v>
                      </c:pt>
                      <c:pt idx="583">
                        <c:v>44344</c:v>
                      </c:pt>
                      <c:pt idx="584">
                        <c:v>44347</c:v>
                      </c:pt>
                      <c:pt idx="585">
                        <c:v>44348</c:v>
                      </c:pt>
                      <c:pt idx="586">
                        <c:v>44349</c:v>
                      </c:pt>
                      <c:pt idx="587">
                        <c:v>44350</c:v>
                      </c:pt>
                      <c:pt idx="588">
                        <c:v>44351</c:v>
                      </c:pt>
                      <c:pt idx="589">
                        <c:v>44354</c:v>
                      </c:pt>
                      <c:pt idx="590">
                        <c:v>44355</c:v>
                      </c:pt>
                      <c:pt idx="591">
                        <c:v>44356</c:v>
                      </c:pt>
                      <c:pt idx="592">
                        <c:v>44357</c:v>
                      </c:pt>
                      <c:pt idx="593">
                        <c:v>44358</c:v>
                      </c:pt>
                      <c:pt idx="594">
                        <c:v>44362</c:v>
                      </c:pt>
                      <c:pt idx="595">
                        <c:v>44363</c:v>
                      </c:pt>
                      <c:pt idx="596">
                        <c:v>44364</c:v>
                      </c:pt>
                      <c:pt idx="597">
                        <c:v>44365</c:v>
                      </c:pt>
                      <c:pt idx="598">
                        <c:v>44368</c:v>
                      </c:pt>
                      <c:pt idx="599">
                        <c:v>44369</c:v>
                      </c:pt>
                      <c:pt idx="600">
                        <c:v>44370</c:v>
                      </c:pt>
                      <c:pt idx="601">
                        <c:v>44371</c:v>
                      </c:pt>
                      <c:pt idx="602">
                        <c:v>44372</c:v>
                      </c:pt>
                      <c:pt idx="603">
                        <c:v>44375</c:v>
                      </c:pt>
                      <c:pt idx="604">
                        <c:v>44376</c:v>
                      </c:pt>
                      <c:pt idx="605">
                        <c:v>44377</c:v>
                      </c:pt>
                      <c:pt idx="606">
                        <c:v>44378</c:v>
                      </c:pt>
                      <c:pt idx="607">
                        <c:v>44379</c:v>
                      </c:pt>
                      <c:pt idx="608">
                        <c:v>44382</c:v>
                      </c:pt>
                      <c:pt idx="609">
                        <c:v>44383</c:v>
                      </c:pt>
                      <c:pt idx="610">
                        <c:v>44384</c:v>
                      </c:pt>
                      <c:pt idx="611">
                        <c:v>44385</c:v>
                      </c:pt>
                      <c:pt idx="612">
                        <c:v>44386</c:v>
                      </c:pt>
                      <c:pt idx="613">
                        <c:v>44389</c:v>
                      </c:pt>
                      <c:pt idx="614">
                        <c:v>44390</c:v>
                      </c:pt>
                      <c:pt idx="615">
                        <c:v>44391</c:v>
                      </c:pt>
                      <c:pt idx="616">
                        <c:v>44392</c:v>
                      </c:pt>
                      <c:pt idx="617">
                        <c:v>44393</c:v>
                      </c:pt>
                      <c:pt idx="618">
                        <c:v>44396</c:v>
                      </c:pt>
                      <c:pt idx="619">
                        <c:v>44397</c:v>
                      </c:pt>
                      <c:pt idx="620">
                        <c:v>44398</c:v>
                      </c:pt>
                      <c:pt idx="621">
                        <c:v>44399</c:v>
                      </c:pt>
                      <c:pt idx="622">
                        <c:v>44400</c:v>
                      </c:pt>
                      <c:pt idx="623">
                        <c:v>44403</c:v>
                      </c:pt>
                      <c:pt idx="624">
                        <c:v>44404</c:v>
                      </c:pt>
                      <c:pt idx="625">
                        <c:v>44405</c:v>
                      </c:pt>
                      <c:pt idx="626">
                        <c:v>44406</c:v>
                      </c:pt>
                      <c:pt idx="627">
                        <c:v>44407</c:v>
                      </c:pt>
                      <c:pt idx="628">
                        <c:v>44410</c:v>
                      </c:pt>
                      <c:pt idx="629">
                        <c:v>44411</c:v>
                      </c:pt>
                      <c:pt idx="630">
                        <c:v>44412</c:v>
                      </c:pt>
                      <c:pt idx="631">
                        <c:v>44413</c:v>
                      </c:pt>
                      <c:pt idx="632">
                        <c:v>44414</c:v>
                      </c:pt>
                      <c:pt idx="633">
                        <c:v>44417</c:v>
                      </c:pt>
                      <c:pt idx="634">
                        <c:v>44418</c:v>
                      </c:pt>
                      <c:pt idx="635">
                        <c:v>44419</c:v>
                      </c:pt>
                      <c:pt idx="636">
                        <c:v>44420</c:v>
                      </c:pt>
                      <c:pt idx="637">
                        <c:v>44421</c:v>
                      </c:pt>
                      <c:pt idx="638">
                        <c:v>44424</c:v>
                      </c:pt>
                      <c:pt idx="639">
                        <c:v>44425</c:v>
                      </c:pt>
                      <c:pt idx="640">
                        <c:v>44426</c:v>
                      </c:pt>
                      <c:pt idx="641">
                        <c:v>44427</c:v>
                      </c:pt>
                      <c:pt idx="642">
                        <c:v>44428</c:v>
                      </c:pt>
                      <c:pt idx="643">
                        <c:v>44431</c:v>
                      </c:pt>
                      <c:pt idx="644">
                        <c:v>44432</c:v>
                      </c:pt>
                      <c:pt idx="645">
                        <c:v>44433</c:v>
                      </c:pt>
                      <c:pt idx="646">
                        <c:v>44434</c:v>
                      </c:pt>
                      <c:pt idx="647">
                        <c:v>44435</c:v>
                      </c:pt>
                      <c:pt idx="648">
                        <c:v>44438</c:v>
                      </c:pt>
                      <c:pt idx="649">
                        <c:v>44439</c:v>
                      </c:pt>
                      <c:pt idx="650">
                        <c:v>44440</c:v>
                      </c:pt>
                      <c:pt idx="651">
                        <c:v>44441</c:v>
                      </c:pt>
                      <c:pt idx="652">
                        <c:v>44442</c:v>
                      </c:pt>
                      <c:pt idx="653">
                        <c:v>44445</c:v>
                      </c:pt>
                      <c:pt idx="654">
                        <c:v>44446</c:v>
                      </c:pt>
                      <c:pt idx="655">
                        <c:v>44447</c:v>
                      </c:pt>
                      <c:pt idx="656">
                        <c:v>44448</c:v>
                      </c:pt>
                      <c:pt idx="657">
                        <c:v>44449</c:v>
                      </c:pt>
                      <c:pt idx="658">
                        <c:v>44452</c:v>
                      </c:pt>
                      <c:pt idx="659">
                        <c:v>44453</c:v>
                      </c:pt>
                      <c:pt idx="660">
                        <c:v>44454</c:v>
                      </c:pt>
                      <c:pt idx="661">
                        <c:v>44455</c:v>
                      </c:pt>
                      <c:pt idx="662">
                        <c:v>44456</c:v>
                      </c:pt>
                      <c:pt idx="663">
                        <c:v>44461</c:v>
                      </c:pt>
                      <c:pt idx="664">
                        <c:v>44462</c:v>
                      </c:pt>
                      <c:pt idx="665">
                        <c:v>44463</c:v>
                      </c:pt>
                      <c:pt idx="666">
                        <c:v>44466</c:v>
                      </c:pt>
                      <c:pt idx="667">
                        <c:v>44467</c:v>
                      </c:pt>
                      <c:pt idx="668">
                        <c:v>44468</c:v>
                      </c:pt>
                      <c:pt idx="669">
                        <c:v>44469</c:v>
                      </c:pt>
                      <c:pt idx="670">
                        <c:v>44477</c:v>
                      </c:pt>
                      <c:pt idx="671">
                        <c:v>44480</c:v>
                      </c:pt>
                      <c:pt idx="672">
                        <c:v>44481</c:v>
                      </c:pt>
                      <c:pt idx="673">
                        <c:v>44482</c:v>
                      </c:pt>
                      <c:pt idx="674">
                        <c:v>44483</c:v>
                      </c:pt>
                      <c:pt idx="675">
                        <c:v>44484</c:v>
                      </c:pt>
                      <c:pt idx="676">
                        <c:v>44487</c:v>
                      </c:pt>
                      <c:pt idx="677">
                        <c:v>44488</c:v>
                      </c:pt>
                      <c:pt idx="678">
                        <c:v>44489</c:v>
                      </c:pt>
                      <c:pt idx="679">
                        <c:v>44490</c:v>
                      </c:pt>
                      <c:pt idx="680">
                        <c:v>44491</c:v>
                      </c:pt>
                      <c:pt idx="681">
                        <c:v>44494</c:v>
                      </c:pt>
                      <c:pt idx="682">
                        <c:v>44495</c:v>
                      </c:pt>
                      <c:pt idx="683">
                        <c:v>44496</c:v>
                      </c:pt>
                      <c:pt idx="684">
                        <c:v>44497</c:v>
                      </c:pt>
                      <c:pt idx="685">
                        <c:v>44498</c:v>
                      </c:pt>
                      <c:pt idx="686">
                        <c:v>44501</c:v>
                      </c:pt>
                      <c:pt idx="687">
                        <c:v>44502</c:v>
                      </c:pt>
                      <c:pt idx="688">
                        <c:v>44503</c:v>
                      </c:pt>
                      <c:pt idx="689">
                        <c:v>44504</c:v>
                      </c:pt>
                      <c:pt idx="690">
                        <c:v>44505</c:v>
                      </c:pt>
                      <c:pt idx="691">
                        <c:v>44508</c:v>
                      </c:pt>
                      <c:pt idx="692">
                        <c:v>44509</c:v>
                      </c:pt>
                      <c:pt idx="693">
                        <c:v>44510</c:v>
                      </c:pt>
                      <c:pt idx="694">
                        <c:v>44511</c:v>
                      </c:pt>
                      <c:pt idx="695">
                        <c:v>44512</c:v>
                      </c:pt>
                      <c:pt idx="696">
                        <c:v>44515</c:v>
                      </c:pt>
                      <c:pt idx="697">
                        <c:v>44516</c:v>
                      </c:pt>
                      <c:pt idx="698">
                        <c:v>44517</c:v>
                      </c:pt>
                      <c:pt idx="699">
                        <c:v>44518</c:v>
                      </c:pt>
                      <c:pt idx="700">
                        <c:v>44519</c:v>
                      </c:pt>
                      <c:pt idx="701">
                        <c:v>44522</c:v>
                      </c:pt>
                      <c:pt idx="702">
                        <c:v>44523</c:v>
                      </c:pt>
                      <c:pt idx="703">
                        <c:v>44524</c:v>
                      </c:pt>
                      <c:pt idx="704">
                        <c:v>44525</c:v>
                      </c:pt>
                      <c:pt idx="705">
                        <c:v>44526</c:v>
                      </c:pt>
                      <c:pt idx="706">
                        <c:v>44529</c:v>
                      </c:pt>
                      <c:pt idx="707">
                        <c:v>44530</c:v>
                      </c:pt>
                      <c:pt idx="708">
                        <c:v>44531</c:v>
                      </c:pt>
                      <c:pt idx="709">
                        <c:v>44532</c:v>
                      </c:pt>
                      <c:pt idx="710">
                        <c:v>44533</c:v>
                      </c:pt>
                      <c:pt idx="711">
                        <c:v>44536</c:v>
                      </c:pt>
                      <c:pt idx="712">
                        <c:v>44537</c:v>
                      </c:pt>
                      <c:pt idx="713">
                        <c:v>44538</c:v>
                      </c:pt>
                      <c:pt idx="714">
                        <c:v>44539</c:v>
                      </c:pt>
                      <c:pt idx="715">
                        <c:v>44540</c:v>
                      </c:pt>
                      <c:pt idx="716">
                        <c:v>44543</c:v>
                      </c:pt>
                      <c:pt idx="717">
                        <c:v>44544</c:v>
                      </c:pt>
                      <c:pt idx="718">
                        <c:v>44545</c:v>
                      </c:pt>
                      <c:pt idx="719">
                        <c:v>44546</c:v>
                      </c:pt>
                      <c:pt idx="720">
                        <c:v>44547</c:v>
                      </c:pt>
                      <c:pt idx="721">
                        <c:v>44550</c:v>
                      </c:pt>
                      <c:pt idx="722">
                        <c:v>44551</c:v>
                      </c:pt>
                      <c:pt idx="723">
                        <c:v>44552</c:v>
                      </c:pt>
                      <c:pt idx="724">
                        <c:v>44553</c:v>
                      </c:pt>
                      <c:pt idx="725">
                        <c:v>44554</c:v>
                      </c:pt>
                      <c:pt idx="726">
                        <c:v>44557</c:v>
                      </c:pt>
                      <c:pt idx="727">
                        <c:v>44558</c:v>
                      </c:pt>
                      <c:pt idx="728">
                        <c:v>44559</c:v>
                      </c:pt>
                      <c:pt idx="729">
                        <c:v>44560</c:v>
                      </c:pt>
                      <c:pt idx="730">
                        <c:v>44561</c:v>
                      </c:pt>
                      <c:pt idx="731">
                        <c:v>44565</c:v>
                      </c:pt>
                      <c:pt idx="732">
                        <c:v>44566</c:v>
                      </c:pt>
                      <c:pt idx="733">
                        <c:v>44567</c:v>
                      </c:pt>
                      <c:pt idx="734">
                        <c:v>44568</c:v>
                      </c:pt>
                      <c:pt idx="735">
                        <c:v>44571</c:v>
                      </c:pt>
                      <c:pt idx="736">
                        <c:v>44572</c:v>
                      </c:pt>
                      <c:pt idx="737">
                        <c:v>44573</c:v>
                      </c:pt>
                      <c:pt idx="738">
                        <c:v>44574</c:v>
                      </c:pt>
                      <c:pt idx="739">
                        <c:v>44575</c:v>
                      </c:pt>
                      <c:pt idx="740">
                        <c:v>44578</c:v>
                      </c:pt>
                      <c:pt idx="741">
                        <c:v>44579</c:v>
                      </c:pt>
                      <c:pt idx="742">
                        <c:v>44580</c:v>
                      </c:pt>
                      <c:pt idx="743">
                        <c:v>44581</c:v>
                      </c:pt>
                      <c:pt idx="744">
                        <c:v>44582</c:v>
                      </c:pt>
                      <c:pt idx="745">
                        <c:v>44585</c:v>
                      </c:pt>
                      <c:pt idx="746">
                        <c:v>44586</c:v>
                      </c:pt>
                      <c:pt idx="747">
                        <c:v>44587</c:v>
                      </c:pt>
                      <c:pt idx="748">
                        <c:v>44588</c:v>
                      </c:pt>
                      <c:pt idx="749">
                        <c:v>44589</c:v>
                      </c:pt>
                      <c:pt idx="750">
                        <c:v>44599</c:v>
                      </c:pt>
                      <c:pt idx="751">
                        <c:v>44600</c:v>
                      </c:pt>
                      <c:pt idx="752">
                        <c:v>44601</c:v>
                      </c:pt>
                      <c:pt idx="753">
                        <c:v>44602</c:v>
                      </c:pt>
                      <c:pt idx="754">
                        <c:v>44603</c:v>
                      </c:pt>
                      <c:pt idx="755">
                        <c:v>44606</c:v>
                      </c:pt>
                      <c:pt idx="756">
                        <c:v>44607</c:v>
                      </c:pt>
                      <c:pt idx="757">
                        <c:v>44608</c:v>
                      </c:pt>
                      <c:pt idx="758">
                        <c:v>44609</c:v>
                      </c:pt>
                      <c:pt idx="759">
                        <c:v>44610</c:v>
                      </c:pt>
                      <c:pt idx="760">
                        <c:v>44613</c:v>
                      </c:pt>
                      <c:pt idx="761">
                        <c:v>44614</c:v>
                      </c:pt>
                      <c:pt idx="762">
                        <c:v>44615</c:v>
                      </c:pt>
                      <c:pt idx="763">
                        <c:v>44616</c:v>
                      </c:pt>
                      <c:pt idx="764">
                        <c:v>44617</c:v>
                      </c:pt>
                      <c:pt idx="765">
                        <c:v>44620</c:v>
                      </c:pt>
                      <c:pt idx="766">
                        <c:v>44621</c:v>
                      </c:pt>
                      <c:pt idx="767">
                        <c:v>44622</c:v>
                      </c:pt>
                      <c:pt idx="768">
                        <c:v>44623</c:v>
                      </c:pt>
                      <c:pt idx="769">
                        <c:v>44624</c:v>
                      </c:pt>
                      <c:pt idx="770">
                        <c:v>44627</c:v>
                      </c:pt>
                      <c:pt idx="771">
                        <c:v>44628</c:v>
                      </c:pt>
                      <c:pt idx="772">
                        <c:v>44629</c:v>
                      </c:pt>
                      <c:pt idx="773">
                        <c:v>44630</c:v>
                      </c:pt>
                      <c:pt idx="774">
                        <c:v>44631</c:v>
                      </c:pt>
                      <c:pt idx="775">
                        <c:v>44634</c:v>
                      </c:pt>
                      <c:pt idx="776">
                        <c:v>44635</c:v>
                      </c:pt>
                      <c:pt idx="777">
                        <c:v>44636</c:v>
                      </c:pt>
                      <c:pt idx="778">
                        <c:v>44637</c:v>
                      </c:pt>
                      <c:pt idx="779">
                        <c:v>44638</c:v>
                      </c:pt>
                      <c:pt idx="780">
                        <c:v>44641</c:v>
                      </c:pt>
                      <c:pt idx="781">
                        <c:v>44642</c:v>
                      </c:pt>
                      <c:pt idx="782">
                        <c:v>44643</c:v>
                      </c:pt>
                      <c:pt idx="783">
                        <c:v>44644</c:v>
                      </c:pt>
                      <c:pt idx="784">
                        <c:v>44645</c:v>
                      </c:pt>
                      <c:pt idx="785">
                        <c:v>44648</c:v>
                      </c:pt>
                      <c:pt idx="786">
                        <c:v>44649</c:v>
                      </c:pt>
                      <c:pt idx="787">
                        <c:v>44650</c:v>
                      </c:pt>
                      <c:pt idx="788">
                        <c:v>44651</c:v>
                      </c:pt>
                      <c:pt idx="789">
                        <c:v>44652</c:v>
                      </c:pt>
                      <c:pt idx="790">
                        <c:v>44657</c:v>
                      </c:pt>
                      <c:pt idx="791">
                        <c:v>44658</c:v>
                      </c:pt>
                      <c:pt idx="792">
                        <c:v>44659</c:v>
                      </c:pt>
                      <c:pt idx="793">
                        <c:v>44662</c:v>
                      </c:pt>
                      <c:pt idx="794">
                        <c:v>44663</c:v>
                      </c:pt>
                      <c:pt idx="795">
                        <c:v>44664</c:v>
                      </c:pt>
                      <c:pt idx="796">
                        <c:v>44665</c:v>
                      </c:pt>
                      <c:pt idx="797">
                        <c:v>44666</c:v>
                      </c:pt>
                      <c:pt idx="798">
                        <c:v>44669</c:v>
                      </c:pt>
                      <c:pt idx="799">
                        <c:v>44670</c:v>
                      </c:pt>
                      <c:pt idx="800">
                        <c:v>44671</c:v>
                      </c:pt>
                      <c:pt idx="801">
                        <c:v>44672</c:v>
                      </c:pt>
                      <c:pt idx="802">
                        <c:v>44673</c:v>
                      </c:pt>
                      <c:pt idx="803">
                        <c:v>44676</c:v>
                      </c:pt>
                      <c:pt idx="804">
                        <c:v>44677</c:v>
                      </c:pt>
                      <c:pt idx="805">
                        <c:v>44678</c:v>
                      </c:pt>
                      <c:pt idx="806">
                        <c:v>44679</c:v>
                      </c:pt>
                      <c:pt idx="807">
                        <c:v>44680</c:v>
                      </c:pt>
                      <c:pt idx="808">
                        <c:v>44686</c:v>
                      </c:pt>
                      <c:pt idx="809">
                        <c:v>44687</c:v>
                      </c:pt>
                      <c:pt idx="810">
                        <c:v>44690</c:v>
                      </c:pt>
                      <c:pt idx="811">
                        <c:v>44691</c:v>
                      </c:pt>
                      <c:pt idx="812">
                        <c:v>44692</c:v>
                      </c:pt>
                      <c:pt idx="813">
                        <c:v>44693</c:v>
                      </c:pt>
                      <c:pt idx="814">
                        <c:v>44694</c:v>
                      </c:pt>
                      <c:pt idx="815">
                        <c:v>44697</c:v>
                      </c:pt>
                      <c:pt idx="816">
                        <c:v>44698</c:v>
                      </c:pt>
                      <c:pt idx="817">
                        <c:v>44699</c:v>
                      </c:pt>
                      <c:pt idx="818">
                        <c:v>44700</c:v>
                      </c:pt>
                      <c:pt idx="819">
                        <c:v>44701</c:v>
                      </c:pt>
                      <c:pt idx="820">
                        <c:v>44704</c:v>
                      </c:pt>
                      <c:pt idx="821">
                        <c:v>44705</c:v>
                      </c:pt>
                      <c:pt idx="822">
                        <c:v>44706</c:v>
                      </c:pt>
                      <c:pt idx="823">
                        <c:v>44707</c:v>
                      </c:pt>
                      <c:pt idx="824">
                        <c:v>44708</c:v>
                      </c:pt>
                      <c:pt idx="825">
                        <c:v>44711</c:v>
                      </c:pt>
                      <c:pt idx="826">
                        <c:v>44712</c:v>
                      </c:pt>
                      <c:pt idx="827">
                        <c:v>44713</c:v>
                      </c:pt>
                      <c:pt idx="828">
                        <c:v>44714</c:v>
                      </c:pt>
                      <c:pt idx="829">
                        <c:v>44718</c:v>
                      </c:pt>
                      <c:pt idx="830">
                        <c:v>44719</c:v>
                      </c:pt>
                      <c:pt idx="831">
                        <c:v>44720</c:v>
                      </c:pt>
                      <c:pt idx="832">
                        <c:v>44721</c:v>
                      </c:pt>
                      <c:pt idx="833">
                        <c:v>44722</c:v>
                      </c:pt>
                      <c:pt idx="834">
                        <c:v>44725</c:v>
                      </c:pt>
                      <c:pt idx="835">
                        <c:v>44726</c:v>
                      </c:pt>
                      <c:pt idx="836">
                        <c:v>44727</c:v>
                      </c:pt>
                      <c:pt idx="837">
                        <c:v>44728</c:v>
                      </c:pt>
                      <c:pt idx="838">
                        <c:v>44729</c:v>
                      </c:pt>
                      <c:pt idx="839">
                        <c:v>44732</c:v>
                      </c:pt>
                      <c:pt idx="840">
                        <c:v>44733</c:v>
                      </c:pt>
                      <c:pt idx="841">
                        <c:v>44734</c:v>
                      </c:pt>
                      <c:pt idx="842">
                        <c:v>44735</c:v>
                      </c:pt>
                      <c:pt idx="843">
                        <c:v>44736</c:v>
                      </c:pt>
                      <c:pt idx="844">
                        <c:v>44739</c:v>
                      </c:pt>
                      <c:pt idx="845">
                        <c:v>44740</c:v>
                      </c:pt>
                      <c:pt idx="846">
                        <c:v>44741</c:v>
                      </c:pt>
                      <c:pt idx="847">
                        <c:v>44742</c:v>
                      </c:pt>
                      <c:pt idx="848">
                        <c:v>44743</c:v>
                      </c:pt>
                      <c:pt idx="849">
                        <c:v>44746</c:v>
                      </c:pt>
                      <c:pt idx="850">
                        <c:v>44747</c:v>
                      </c:pt>
                      <c:pt idx="851">
                        <c:v>44748</c:v>
                      </c:pt>
                      <c:pt idx="852">
                        <c:v>44749</c:v>
                      </c:pt>
                      <c:pt idx="853">
                        <c:v>44750</c:v>
                      </c:pt>
                      <c:pt idx="854">
                        <c:v>44753</c:v>
                      </c:pt>
                      <c:pt idx="855">
                        <c:v>44754</c:v>
                      </c:pt>
                      <c:pt idx="856">
                        <c:v>44755</c:v>
                      </c:pt>
                      <c:pt idx="857">
                        <c:v>44756</c:v>
                      </c:pt>
                      <c:pt idx="858">
                        <c:v>44757</c:v>
                      </c:pt>
                      <c:pt idx="859">
                        <c:v>44760</c:v>
                      </c:pt>
                      <c:pt idx="860">
                        <c:v>44761</c:v>
                      </c:pt>
                      <c:pt idx="861">
                        <c:v>44762</c:v>
                      </c:pt>
                      <c:pt idx="862">
                        <c:v>44763</c:v>
                      </c:pt>
                      <c:pt idx="863">
                        <c:v>44764</c:v>
                      </c:pt>
                      <c:pt idx="864">
                        <c:v>44767</c:v>
                      </c:pt>
                      <c:pt idx="865">
                        <c:v>44768</c:v>
                      </c:pt>
                      <c:pt idx="866">
                        <c:v>44769</c:v>
                      </c:pt>
                      <c:pt idx="867">
                        <c:v>44770</c:v>
                      </c:pt>
                      <c:pt idx="868">
                        <c:v>44771</c:v>
                      </c:pt>
                      <c:pt idx="869">
                        <c:v>44774</c:v>
                      </c:pt>
                      <c:pt idx="870">
                        <c:v>44775</c:v>
                      </c:pt>
                      <c:pt idx="871">
                        <c:v>44776</c:v>
                      </c:pt>
                      <c:pt idx="872">
                        <c:v>44777</c:v>
                      </c:pt>
                      <c:pt idx="873">
                        <c:v>44778</c:v>
                      </c:pt>
                      <c:pt idx="874">
                        <c:v>44781</c:v>
                      </c:pt>
                      <c:pt idx="875">
                        <c:v>44782</c:v>
                      </c:pt>
                      <c:pt idx="876">
                        <c:v>44783</c:v>
                      </c:pt>
                      <c:pt idx="877">
                        <c:v>44784</c:v>
                      </c:pt>
                      <c:pt idx="878">
                        <c:v>44785</c:v>
                      </c:pt>
                      <c:pt idx="879">
                        <c:v>44788</c:v>
                      </c:pt>
                      <c:pt idx="880">
                        <c:v>44789</c:v>
                      </c:pt>
                      <c:pt idx="881">
                        <c:v>44790</c:v>
                      </c:pt>
                      <c:pt idx="882">
                        <c:v>44791</c:v>
                      </c:pt>
                      <c:pt idx="883">
                        <c:v>44792</c:v>
                      </c:pt>
                      <c:pt idx="884">
                        <c:v>44795</c:v>
                      </c:pt>
                      <c:pt idx="885">
                        <c:v>44796</c:v>
                      </c:pt>
                      <c:pt idx="886">
                        <c:v>44797</c:v>
                      </c:pt>
                      <c:pt idx="887">
                        <c:v>44798</c:v>
                      </c:pt>
                      <c:pt idx="888">
                        <c:v>44799</c:v>
                      </c:pt>
                      <c:pt idx="889">
                        <c:v>44802</c:v>
                      </c:pt>
                      <c:pt idx="890">
                        <c:v>44803</c:v>
                      </c:pt>
                      <c:pt idx="891">
                        <c:v>44804</c:v>
                      </c:pt>
                      <c:pt idx="892">
                        <c:v>44805</c:v>
                      </c:pt>
                      <c:pt idx="893">
                        <c:v>44806</c:v>
                      </c:pt>
                      <c:pt idx="894">
                        <c:v>44809</c:v>
                      </c:pt>
                      <c:pt idx="895">
                        <c:v>44810</c:v>
                      </c:pt>
                      <c:pt idx="896">
                        <c:v>44811</c:v>
                      </c:pt>
                      <c:pt idx="897">
                        <c:v>44812</c:v>
                      </c:pt>
                      <c:pt idx="898">
                        <c:v>44813</c:v>
                      </c:pt>
                      <c:pt idx="899">
                        <c:v>44817</c:v>
                      </c:pt>
                      <c:pt idx="900">
                        <c:v>44818</c:v>
                      </c:pt>
                      <c:pt idx="901">
                        <c:v>44819</c:v>
                      </c:pt>
                      <c:pt idx="902">
                        <c:v>44820</c:v>
                      </c:pt>
                      <c:pt idx="903">
                        <c:v>44823</c:v>
                      </c:pt>
                      <c:pt idx="904">
                        <c:v>44824</c:v>
                      </c:pt>
                      <c:pt idx="905">
                        <c:v>44825</c:v>
                      </c:pt>
                      <c:pt idx="906">
                        <c:v>44826</c:v>
                      </c:pt>
                      <c:pt idx="907">
                        <c:v>44827</c:v>
                      </c:pt>
                      <c:pt idx="908">
                        <c:v>44830</c:v>
                      </c:pt>
                      <c:pt idx="909">
                        <c:v>44831</c:v>
                      </c:pt>
                      <c:pt idx="910">
                        <c:v>44832</c:v>
                      </c:pt>
                      <c:pt idx="911">
                        <c:v>44833</c:v>
                      </c:pt>
                      <c:pt idx="912">
                        <c:v>44834</c:v>
                      </c:pt>
                      <c:pt idx="913">
                        <c:v>44844</c:v>
                      </c:pt>
                      <c:pt idx="914">
                        <c:v>44845</c:v>
                      </c:pt>
                      <c:pt idx="915">
                        <c:v>44846</c:v>
                      </c:pt>
                      <c:pt idx="916">
                        <c:v>44847</c:v>
                      </c:pt>
                      <c:pt idx="917">
                        <c:v>44848</c:v>
                      </c:pt>
                      <c:pt idx="918">
                        <c:v>44851</c:v>
                      </c:pt>
                      <c:pt idx="919">
                        <c:v>44852</c:v>
                      </c:pt>
                      <c:pt idx="920">
                        <c:v>44853</c:v>
                      </c:pt>
                      <c:pt idx="921">
                        <c:v>44854</c:v>
                      </c:pt>
                      <c:pt idx="922">
                        <c:v>44855</c:v>
                      </c:pt>
                      <c:pt idx="923">
                        <c:v>44858</c:v>
                      </c:pt>
                      <c:pt idx="924">
                        <c:v>44859</c:v>
                      </c:pt>
                      <c:pt idx="925">
                        <c:v>44860</c:v>
                      </c:pt>
                      <c:pt idx="926">
                        <c:v>44861</c:v>
                      </c:pt>
                      <c:pt idx="927">
                        <c:v>44862</c:v>
                      </c:pt>
                      <c:pt idx="928">
                        <c:v>44865</c:v>
                      </c:pt>
                      <c:pt idx="929">
                        <c:v>44866</c:v>
                      </c:pt>
                      <c:pt idx="930">
                        <c:v>44867</c:v>
                      </c:pt>
                      <c:pt idx="931">
                        <c:v>44868</c:v>
                      </c:pt>
                      <c:pt idx="932">
                        <c:v>44869</c:v>
                      </c:pt>
                      <c:pt idx="933">
                        <c:v>44872</c:v>
                      </c:pt>
                      <c:pt idx="934">
                        <c:v>44873</c:v>
                      </c:pt>
                      <c:pt idx="935">
                        <c:v>44874</c:v>
                      </c:pt>
                      <c:pt idx="936">
                        <c:v>44875</c:v>
                      </c:pt>
                      <c:pt idx="937">
                        <c:v>44876</c:v>
                      </c:pt>
                      <c:pt idx="938">
                        <c:v>44879</c:v>
                      </c:pt>
                      <c:pt idx="939">
                        <c:v>44880</c:v>
                      </c:pt>
                      <c:pt idx="940">
                        <c:v>44881</c:v>
                      </c:pt>
                      <c:pt idx="941">
                        <c:v>44882</c:v>
                      </c:pt>
                      <c:pt idx="942">
                        <c:v>44883</c:v>
                      </c:pt>
                      <c:pt idx="943">
                        <c:v>44886</c:v>
                      </c:pt>
                      <c:pt idx="944">
                        <c:v>44887</c:v>
                      </c:pt>
                      <c:pt idx="945">
                        <c:v>44888</c:v>
                      </c:pt>
                      <c:pt idx="946">
                        <c:v>44889</c:v>
                      </c:pt>
                      <c:pt idx="947">
                        <c:v>44890</c:v>
                      </c:pt>
                      <c:pt idx="948">
                        <c:v>44893</c:v>
                      </c:pt>
                      <c:pt idx="949">
                        <c:v>44894</c:v>
                      </c:pt>
                      <c:pt idx="950">
                        <c:v>44895</c:v>
                      </c:pt>
                      <c:pt idx="951">
                        <c:v>44896</c:v>
                      </c:pt>
                      <c:pt idx="952">
                        <c:v>44897</c:v>
                      </c:pt>
                      <c:pt idx="953">
                        <c:v>44900</c:v>
                      </c:pt>
                      <c:pt idx="954">
                        <c:v>44901</c:v>
                      </c:pt>
                      <c:pt idx="955">
                        <c:v>44902</c:v>
                      </c:pt>
                      <c:pt idx="956">
                        <c:v>44903</c:v>
                      </c:pt>
                      <c:pt idx="957">
                        <c:v>44904</c:v>
                      </c:pt>
                      <c:pt idx="958">
                        <c:v>44907</c:v>
                      </c:pt>
                      <c:pt idx="959">
                        <c:v>44908</c:v>
                      </c:pt>
                      <c:pt idx="960">
                        <c:v>44909</c:v>
                      </c:pt>
                      <c:pt idx="961">
                        <c:v>44910</c:v>
                      </c:pt>
                      <c:pt idx="962">
                        <c:v>44911</c:v>
                      </c:pt>
                      <c:pt idx="963">
                        <c:v>44914</c:v>
                      </c:pt>
                      <c:pt idx="964">
                        <c:v>44915</c:v>
                      </c:pt>
                      <c:pt idx="965">
                        <c:v>44916</c:v>
                      </c:pt>
                      <c:pt idx="966">
                        <c:v>44917</c:v>
                      </c:pt>
                      <c:pt idx="967">
                        <c:v>44918</c:v>
                      </c:pt>
                      <c:pt idx="968">
                        <c:v>44921</c:v>
                      </c:pt>
                      <c:pt idx="969">
                        <c:v>44922</c:v>
                      </c:pt>
                      <c:pt idx="970">
                        <c:v>44923</c:v>
                      </c:pt>
                      <c:pt idx="971">
                        <c:v>44924</c:v>
                      </c:pt>
                      <c:pt idx="972">
                        <c:v>44925</c:v>
                      </c:pt>
                      <c:pt idx="973">
                        <c:v>44929</c:v>
                      </c:pt>
                      <c:pt idx="974">
                        <c:v>44930</c:v>
                      </c:pt>
                      <c:pt idx="975">
                        <c:v>44931</c:v>
                      </c:pt>
                      <c:pt idx="976">
                        <c:v>44932</c:v>
                      </c:pt>
                      <c:pt idx="977">
                        <c:v>44935</c:v>
                      </c:pt>
                      <c:pt idx="978">
                        <c:v>44936</c:v>
                      </c:pt>
                      <c:pt idx="979">
                        <c:v>44937</c:v>
                      </c:pt>
                      <c:pt idx="980">
                        <c:v>44938</c:v>
                      </c:pt>
                      <c:pt idx="981">
                        <c:v>44939</c:v>
                      </c:pt>
                      <c:pt idx="982">
                        <c:v>44942</c:v>
                      </c:pt>
                      <c:pt idx="983">
                        <c:v>44943</c:v>
                      </c:pt>
                      <c:pt idx="984">
                        <c:v>44944</c:v>
                      </c:pt>
                      <c:pt idx="985">
                        <c:v>44945</c:v>
                      </c:pt>
                      <c:pt idx="986">
                        <c:v>44946</c:v>
                      </c:pt>
                      <c:pt idx="987">
                        <c:v>44956</c:v>
                      </c:pt>
                      <c:pt idx="988">
                        <c:v>44957</c:v>
                      </c:pt>
                      <c:pt idx="989">
                        <c:v>44958</c:v>
                      </c:pt>
                      <c:pt idx="990">
                        <c:v>44959</c:v>
                      </c:pt>
                      <c:pt idx="991">
                        <c:v>44960</c:v>
                      </c:pt>
                      <c:pt idx="992">
                        <c:v>44963</c:v>
                      </c:pt>
                      <c:pt idx="993">
                        <c:v>44964</c:v>
                      </c:pt>
                      <c:pt idx="994">
                        <c:v>44965</c:v>
                      </c:pt>
                      <c:pt idx="995">
                        <c:v>44966</c:v>
                      </c:pt>
                      <c:pt idx="996">
                        <c:v>44967</c:v>
                      </c:pt>
                      <c:pt idx="997">
                        <c:v>44970</c:v>
                      </c:pt>
                      <c:pt idx="998">
                        <c:v>44971</c:v>
                      </c:pt>
                      <c:pt idx="999">
                        <c:v>44972</c:v>
                      </c:pt>
                      <c:pt idx="1000">
                        <c:v>44973</c:v>
                      </c:pt>
                      <c:pt idx="1001">
                        <c:v>44974</c:v>
                      </c:pt>
                      <c:pt idx="1002">
                        <c:v>44977</c:v>
                      </c:pt>
                      <c:pt idx="1003">
                        <c:v>44978</c:v>
                      </c:pt>
                      <c:pt idx="1004">
                        <c:v>44979</c:v>
                      </c:pt>
                      <c:pt idx="1005">
                        <c:v>44980</c:v>
                      </c:pt>
                      <c:pt idx="1006">
                        <c:v>44981</c:v>
                      </c:pt>
                      <c:pt idx="1007">
                        <c:v>44984</c:v>
                      </c:pt>
                      <c:pt idx="1008">
                        <c:v>44985</c:v>
                      </c:pt>
                      <c:pt idx="1009">
                        <c:v>44986</c:v>
                      </c:pt>
                      <c:pt idx="1010">
                        <c:v>44987</c:v>
                      </c:pt>
                      <c:pt idx="1011">
                        <c:v>44988</c:v>
                      </c:pt>
                      <c:pt idx="1012">
                        <c:v>44991</c:v>
                      </c:pt>
                      <c:pt idx="1013">
                        <c:v>44992</c:v>
                      </c:pt>
                      <c:pt idx="1014">
                        <c:v>44993</c:v>
                      </c:pt>
                      <c:pt idx="1015">
                        <c:v>44994</c:v>
                      </c:pt>
                      <c:pt idx="1016">
                        <c:v>44995</c:v>
                      </c:pt>
                      <c:pt idx="1017">
                        <c:v>44998</c:v>
                      </c:pt>
                      <c:pt idx="1018">
                        <c:v>44999</c:v>
                      </c:pt>
                      <c:pt idx="1019">
                        <c:v>45000</c:v>
                      </c:pt>
                      <c:pt idx="1020">
                        <c:v>45001</c:v>
                      </c:pt>
                      <c:pt idx="1021">
                        <c:v>45002</c:v>
                      </c:pt>
                      <c:pt idx="1022">
                        <c:v>45005</c:v>
                      </c:pt>
                      <c:pt idx="1023">
                        <c:v>45006</c:v>
                      </c:pt>
                      <c:pt idx="1024">
                        <c:v>45007</c:v>
                      </c:pt>
                      <c:pt idx="1025">
                        <c:v>45008</c:v>
                      </c:pt>
                      <c:pt idx="1026">
                        <c:v>45009</c:v>
                      </c:pt>
                      <c:pt idx="1027">
                        <c:v>45012</c:v>
                      </c:pt>
                      <c:pt idx="1028">
                        <c:v>45013</c:v>
                      </c:pt>
                      <c:pt idx="1029">
                        <c:v>45014</c:v>
                      </c:pt>
                      <c:pt idx="1030">
                        <c:v>45015</c:v>
                      </c:pt>
                      <c:pt idx="1031">
                        <c:v>45016</c:v>
                      </c:pt>
                      <c:pt idx="1032">
                        <c:v>45019</c:v>
                      </c:pt>
                      <c:pt idx="1033">
                        <c:v>45020</c:v>
                      </c:pt>
                      <c:pt idx="1034">
                        <c:v>45022</c:v>
                      </c:pt>
                      <c:pt idx="1035">
                        <c:v>45023</c:v>
                      </c:pt>
                      <c:pt idx="1036">
                        <c:v>45026</c:v>
                      </c:pt>
                      <c:pt idx="1037">
                        <c:v>45027</c:v>
                      </c:pt>
                      <c:pt idx="1038">
                        <c:v>45028</c:v>
                      </c:pt>
                      <c:pt idx="1039">
                        <c:v>45029</c:v>
                      </c:pt>
                      <c:pt idx="1040">
                        <c:v>45030</c:v>
                      </c:pt>
                      <c:pt idx="1041">
                        <c:v>45033</c:v>
                      </c:pt>
                      <c:pt idx="1042">
                        <c:v>45034</c:v>
                      </c:pt>
                      <c:pt idx="1043">
                        <c:v>45035</c:v>
                      </c:pt>
                      <c:pt idx="1044">
                        <c:v>45036</c:v>
                      </c:pt>
                      <c:pt idx="1045">
                        <c:v>45037</c:v>
                      </c:pt>
                      <c:pt idx="1046">
                        <c:v>45040</c:v>
                      </c:pt>
                      <c:pt idx="1047">
                        <c:v>45041</c:v>
                      </c:pt>
                      <c:pt idx="1048">
                        <c:v>45042</c:v>
                      </c:pt>
                      <c:pt idx="1049">
                        <c:v>45043</c:v>
                      </c:pt>
                      <c:pt idx="1050">
                        <c:v>45044</c:v>
                      </c:pt>
                      <c:pt idx="1051">
                        <c:v>45050</c:v>
                      </c:pt>
                      <c:pt idx="1052">
                        <c:v>45051</c:v>
                      </c:pt>
                      <c:pt idx="1053">
                        <c:v>45054</c:v>
                      </c:pt>
                      <c:pt idx="1054">
                        <c:v>45055</c:v>
                      </c:pt>
                      <c:pt idx="1055">
                        <c:v>45056</c:v>
                      </c:pt>
                      <c:pt idx="1056">
                        <c:v>45057</c:v>
                      </c:pt>
                      <c:pt idx="1057">
                        <c:v>45058</c:v>
                      </c:pt>
                      <c:pt idx="1058">
                        <c:v>45061</c:v>
                      </c:pt>
                      <c:pt idx="1059">
                        <c:v>45062</c:v>
                      </c:pt>
                      <c:pt idx="1060">
                        <c:v>45063</c:v>
                      </c:pt>
                      <c:pt idx="1061">
                        <c:v>45064</c:v>
                      </c:pt>
                      <c:pt idx="1062">
                        <c:v>45065</c:v>
                      </c:pt>
                      <c:pt idx="1063">
                        <c:v>45068</c:v>
                      </c:pt>
                      <c:pt idx="1064">
                        <c:v>45069</c:v>
                      </c:pt>
                      <c:pt idx="1065">
                        <c:v>45070</c:v>
                      </c:pt>
                      <c:pt idx="1066">
                        <c:v>45071</c:v>
                      </c:pt>
                      <c:pt idx="1067">
                        <c:v>45072</c:v>
                      </c:pt>
                      <c:pt idx="1068">
                        <c:v>45075</c:v>
                      </c:pt>
                      <c:pt idx="1069">
                        <c:v>45076</c:v>
                      </c:pt>
                      <c:pt idx="1070">
                        <c:v>45077</c:v>
                      </c:pt>
                      <c:pt idx="1071">
                        <c:v>45078</c:v>
                      </c:pt>
                      <c:pt idx="1072">
                        <c:v>45079</c:v>
                      </c:pt>
                      <c:pt idx="1073">
                        <c:v>45082</c:v>
                      </c:pt>
                      <c:pt idx="1074">
                        <c:v>45083</c:v>
                      </c:pt>
                      <c:pt idx="1075">
                        <c:v>45084</c:v>
                      </c:pt>
                      <c:pt idx="1076">
                        <c:v>45085</c:v>
                      </c:pt>
                      <c:pt idx="1077">
                        <c:v>45086</c:v>
                      </c:pt>
                      <c:pt idx="1078">
                        <c:v>45089</c:v>
                      </c:pt>
                      <c:pt idx="1079">
                        <c:v>45090</c:v>
                      </c:pt>
                      <c:pt idx="1080">
                        <c:v>45091</c:v>
                      </c:pt>
                      <c:pt idx="1081">
                        <c:v>45092</c:v>
                      </c:pt>
                      <c:pt idx="1082">
                        <c:v>45093</c:v>
                      </c:pt>
                      <c:pt idx="1083">
                        <c:v>45096</c:v>
                      </c:pt>
                      <c:pt idx="1084">
                        <c:v>45097</c:v>
                      </c:pt>
                      <c:pt idx="1085">
                        <c:v>45098</c:v>
                      </c:pt>
                      <c:pt idx="1086">
                        <c:v>45103</c:v>
                      </c:pt>
                      <c:pt idx="1087">
                        <c:v>45104</c:v>
                      </c:pt>
                      <c:pt idx="1088">
                        <c:v>45105</c:v>
                      </c:pt>
                      <c:pt idx="1089">
                        <c:v>45106</c:v>
                      </c:pt>
                      <c:pt idx="1090">
                        <c:v>45107</c:v>
                      </c:pt>
                      <c:pt idx="1091">
                        <c:v>45110</c:v>
                      </c:pt>
                      <c:pt idx="1092">
                        <c:v>45111</c:v>
                      </c:pt>
                      <c:pt idx="1093">
                        <c:v>45112</c:v>
                      </c:pt>
                      <c:pt idx="1094">
                        <c:v>45113</c:v>
                      </c:pt>
                      <c:pt idx="1095">
                        <c:v>45114</c:v>
                      </c:pt>
                      <c:pt idx="1096">
                        <c:v>45117</c:v>
                      </c:pt>
                      <c:pt idx="1097">
                        <c:v>45118</c:v>
                      </c:pt>
                      <c:pt idx="1098">
                        <c:v>45119</c:v>
                      </c:pt>
                      <c:pt idx="1099">
                        <c:v>45120</c:v>
                      </c:pt>
                      <c:pt idx="1100">
                        <c:v>45121</c:v>
                      </c:pt>
                      <c:pt idx="1101">
                        <c:v>45124</c:v>
                      </c:pt>
                      <c:pt idx="1102">
                        <c:v>45125</c:v>
                      </c:pt>
                      <c:pt idx="1103">
                        <c:v>45126</c:v>
                      </c:pt>
                      <c:pt idx="1104">
                        <c:v>45127</c:v>
                      </c:pt>
                      <c:pt idx="1105">
                        <c:v>45128</c:v>
                      </c:pt>
                      <c:pt idx="1106">
                        <c:v>45131</c:v>
                      </c:pt>
                      <c:pt idx="1107">
                        <c:v>45132</c:v>
                      </c:pt>
                      <c:pt idx="1108">
                        <c:v>45133</c:v>
                      </c:pt>
                      <c:pt idx="1109">
                        <c:v>45134</c:v>
                      </c:pt>
                      <c:pt idx="1110">
                        <c:v>45135</c:v>
                      </c:pt>
                      <c:pt idx="1111">
                        <c:v>45138</c:v>
                      </c:pt>
                      <c:pt idx="1112">
                        <c:v>45139</c:v>
                      </c:pt>
                      <c:pt idx="1113">
                        <c:v>45140</c:v>
                      </c:pt>
                      <c:pt idx="1114">
                        <c:v>45141</c:v>
                      </c:pt>
                      <c:pt idx="1115">
                        <c:v>45142</c:v>
                      </c:pt>
                      <c:pt idx="1116">
                        <c:v>45145</c:v>
                      </c:pt>
                      <c:pt idx="1117">
                        <c:v>45146</c:v>
                      </c:pt>
                      <c:pt idx="1118">
                        <c:v>45147</c:v>
                      </c:pt>
                      <c:pt idx="1119">
                        <c:v>45148</c:v>
                      </c:pt>
                      <c:pt idx="1120">
                        <c:v>45149</c:v>
                      </c:pt>
                      <c:pt idx="1121">
                        <c:v>45152</c:v>
                      </c:pt>
                      <c:pt idx="1122">
                        <c:v>45153</c:v>
                      </c:pt>
                      <c:pt idx="1123">
                        <c:v>45154</c:v>
                      </c:pt>
                      <c:pt idx="1124">
                        <c:v>45155</c:v>
                      </c:pt>
                      <c:pt idx="1125">
                        <c:v>45156</c:v>
                      </c:pt>
                      <c:pt idx="1126">
                        <c:v>45159</c:v>
                      </c:pt>
                      <c:pt idx="1127">
                        <c:v>45160</c:v>
                      </c:pt>
                      <c:pt idx="1128">
                        <c:v>45161</c:v>
                      </c:pt>
                      <c:pt idx="1129">
                        <c:v>45162</c:v>
                      </c:pt>
                      <c:pt idx="1130">
                        <c:v>45163</c:v>
                      </c:pt>
                      <c:pt idx="1131">
                        <c:v>45166</c:v>
                      </c:pt>
                      <c:pt idx="1132">
                        <c:v>45167</c:v>
                      </c:pt>
                      <c:pt idx="1133">
                        <c:v>45168</c:v>
                      </c:pt>
                      <c:pt idx="1134">
                        <c:v>45169</c:v>
                      </c:pt>
                      <c:pt idx="1135">
                        <c:v>45170</c:v>
                      </c:pt>
                      <c:pt idx="1136">
                        <c:v>45173</c:v>
                      </c:pt>
                      <c:pt idx="1137">
                        <c:v>45174</c:v>
                      </c:pt>
                      <c:pt idx="1138">
                        <c:v>45175</c:v>
                      </c:pt>
                      <c:pt idx="1139">
                        <c:v>45176</c:v>
                      </c:pt>
                      <c:pt idx="1140">
                        <c:v>45177</c:v>
                      </c:pt>
                      <c:pt idx="1141">
                        <c:v>45180</c:v>
                      </c:pt>
                      <c:pt idx="1142">
                        <c:v>45181</c:v>
                      </c:pt>
                      <c:pt idx="1143">
                        <c:v>45182</c:v>
                      </c:pt>
                      <c:pt idx="1144">
                        <c:v>45183</c:v>
                      </c:pt>
                      <c:pt idx="1145">
                        <c:v>45184</c:v>
                      </c:pt>
                      <c:pt idx="1146">
                        <c:v>45187</c:v>
                      </c:pt>
                      <c:pt idx="1147">
                        <c:v>45188</c:v>
                      </c:pt>
                      <c:pt idx="1148">
                        <c:v>45189</c:v>
                      </c:pt>
                      <c:pt idx="1149">
                        <c:v>45190</c:v>
                      </c:pt>
                      <c:pt idx="1150">
                        <c:v>45191</c:v>
                      </c:pt>
                      <c:pt idx="1151">
                        <c:v>45194</c:v>
                      </c:pt>
                      <c:pt idx="1152">
                        <c:v>45195</c:v>
                      </c:pt>
                      <c:pt idx="1153">
                        <c:v>45196</c:v>
                      </c:pt>
                      <c:pt idx="1154">
                        <c:v>45197</c:v>
                      </c:pt>
                      <c:pt idx="1155">
                        <c:v>45208</c:v>
                      </c:pt>
                      <c:pt idx="1156">
                        <c:v>45209</c:v>
                      </c:pt>
                      <c:pt idx="1157">
                        <c:v>45210</c:v>
                      </c:pt>
                      <c:pt idx="1158">
                        <c:v>45211</c:v>
                      </c:pt>
                      <c:pt idx="1159">
                        <c:v>45212</c:v>
                      </c:pt>
                      <c:pt idx="1160">
                        <c:v>45215</c:v>
                      </c:pt>
                      <c:pt idx="1161">
                        <c:v>45216</c:v>
                      </c:pt>
                      <c:pt idx="1162">
                        <c:v>45217</c:v>
                      </c:pt>
                      <c:pt idx="1163">
                        <c:v>45218</c:v>
                      </c:pt>
                      <c:pt idx="1164">
                        <c:v>45219</c:v>
                      </c:pt>
                      <c:pt idx="1165">
                        <c:v>45222</c:v>
                      </c:pt>
                      <c:pt idx="1166">
                        <c:v>45223</c:v>
                      </c:pt>
                      <c:pt idx="1167">
                        <c:v>45224</c:v>
                      </c:pt>
                      <c:pt idx="1168">
                        <c:v>45225</c:v>
                      </c:pt>
                      <c:pt idx="1169">
                        <c:v>45226</c:v>
                      </c:pt>
                      <c:pt idx="1170">
                        <c:v>45229</c:v>
                      </c:pt>
                      <c:pt idx="1171">
                        <c:v>45230</c:v>
                      </c:pt>
                      <c:pt idx="1172">
                        <c:v>45231</c:v>
                      </c:pt>
                      <c:pt idx="1173">
                        <c:v>45232</c:v>
                      </c:pt>
                      <c:pt idx="1174">
                        <c:v>45233</c:v>
                      </c:pt>
                      <c:pt idx="1175">
                        <c:v>45236</c:v>
                      </c:pt>
                      <c:pt idx="1176">
                        <c:v>45237</c:v>
                      </c:pt>
                      <c:pt idx="1177">
                        <c:v>45238</c:v>
                      </c:pt>
                      <c:pt idx="1178">
                        <c:v>45239</c:v>
                      </c:pt>
                      <c:pt idx="1179">
                        <c:v>45240</c:v>
                      </c:pt>
                      <c:pt idx="1180">
                        <c:v>45243</c:v>
                      </c:pt>
                      <c:pt idx="1181">
                        <c:v>45244</c:v>
                      </c:pt>
                      <c:pt idx="1182">
                        <c:v>45245</c:v>
                      </c:pt>
                      <c:pt idx="1183">
                        <c:v>45246</c:v>
                      </c:pt>
                      <c:pt idx="1184">
                        <c:v>45247</c:v>
                      </c:pt>
                      <c:pt idx="1185">
                        <c:v>45250</c:v>
                      </c:pt>
                      <c:pt idx="1186">
                        <c:v>45251</c:v>
                      </c:pt>
                      <c:pt idx="1187">
                        <c:v>45252</c:v>
                      </c:pt>
                      <c:pt idx="1188">
                        <c:v>45253</c:v>
                      </c:pt>
                      <c:pt idx="1189">
                        <c:v>45254</c:v>
                      </c:pt>
                      <c:pt idx="1190">
                        <c:v>45257</c:v>
                      </c:pt>
                      <c:pt idx="1191">
                        <c:v>45258</c:v>
                      </c:pt>
                      <c:pt idx="1192">
                        <c:v>45259</c:v>
                      </c:pt>
                      <c:pt idx="1193">
                        <c:v>45260</c:v>
                      </c:pt>
                      <c:pt idx="1194">
                        <c:v>45261</c:v>
                      </c:pt>
                      <c:pt idx="1195">
                        <c:v>45264</c:v>
                      </c:pt>
                      <c:pt idx="1196">
                        <c:v>45265</c:v>
                      </c:pt>
                      <c:pt idx="1197">
                        <c:v>45266</c:v>
                      </c:pt>
                      <c:pt idx="1198">
                        <c:v>45267</c:v>
                      </c:pt>
                      <c:pt idx="1199">
                        <c:v>45268</c:v>
                      </c:pt>
                      <c:pt idx="1200">
                        <c:v>45271</c:v>
                      </c:pt>
                      <c:pt idx="1201">
                        <c:v>45272</c:v>
                      </c:pt>
                      <c:pt idx="1202">
                        <c:v>45273</c:v>
                      </c:pt>
                      <c:pt idx="1203">
                        <c:v>45274</c:v>
                      </c:pt>
                      <c:pt idx="1204">
                        <c:v>45275</c:v>
                      </c:pt>
                      <c:pt idx="1205">
                        <c:v>45278</c:v>
                      </c:pt>
                      <c:pt idx="1206">
                        <c:v>45279</c:v>
                      </c:pt>
                      <c:pt idx="1207">
                        <c:v>45280</c:v>
                      </c:pt>
                      <c:pt idx="1208">
                        <c:v>45281</c:v>
                      </c:pt>
                      <c:pt idx="1209">
                        <c:v>45282</c:v>
                      </c:pt>
                      <c:pt idx="1210">
                        <c:v>45285</c:v>
                      </c:pt>
                      <c:pt idx="1211">
                        <c:v>45286</c:v>
                      </c:pt>
                      <c:pt idx="1212">
                        <c:v>45287</c:v>
                      </c:pt>
                      <c:pt idx="1213">
                        <c:v>45288</c:v>
                      </c:pt>
                      <c:pt idx="1214">
                        <c:v>45289</c:v>
                      </c:pt>
                      <c:pt idx="1215">
                        <c:v>45293</c:v>
                      </c:pt>
                      <c:pt idx="1216">
                        <c:v>45294</c:v>
                      </c:pt>
                      <c:pt idx="1217">
                        <c:v>45295</c:v>
                      </c:pt>
                      <c:pt idx="1218">
                        <c:v>45296</c:v>
                      </c:pt>
                      <c:pt idx="1219">
                        <c:v>45299</c:v>
                      </c:pt>
                      <c:pt idx="1220">
                        <c:v>45300</c:v>
                      </c:pt>
                      <c:pt idx="1221">
                        <c:v>45301</c:v>
                      </c:pt>
                      <c:pt idx="1222">
                        <c:v>45302</c:v>
                      </c:pt>
                      <c:pt idx="1223">
                        <c:v>45303</c:v>
                      </c:pt>
                      <c:pt idx="1224">
                        <c:v>45306</c:v>
                      </c:pt>
                      <c:pt idx="1225">
                        <c:v>45307</c:v>
                      </c:pt>
                      <c:pt idx="1226">
                        <c:v>45308</c:v>
                      </c:pt>
                      <c:pt idx="1227">
                        <c:v>45309</c:v>
                      </c:pt>
                      <c:pt idx="1228">
                        <c:v>45310</c:v>
                      </c:pt>
                      <c:pt idx="1229">
                        <c:v>45313</c:v>
                      </c:pt>
                      <c:pt idx="1230">
                        <c:v>45314</c:v>
                      </c:pt>
                      <c:pt idx="1231">
                        <c:v>45315</c:v>
                      </c:pt>
                      <c:pt idx="1232">
                        <c:v>45316</c:v>
                      </c:pt>
                      <c:pt idx="1233">
                        <c:v>45317</c:v>
                      </c:pt>
                      <c:pt idx="1234">
                        <c:v>45320</c:v>
                      </c:pt>
                      <c:pt idx="1235">
                        <c:v>45321</c:v>
                      </c:pt>
                      <c:pt idx="1236">
                        <c:v>45322</c:v>
                      </c:pt>
                      <c:pt idx="1237">
                        <c:v>45323</c:v>
                      </c:pt>
                      <c:pt idx="1238">
                        <c:v>45324</c:v>
                      </c:pt>
                      <c:pt idx="1239">
                        <c:v>45327</c:v>
                      </c:pt>
                      <c:pt idx="1240">
                        <c:v>45328</c:v>
                      </c:pt>
                      <c:pt idx="1241">
                        <c:v>45329</c:v>
                      </c:pt>
                      <c:pt idx="1242">
                        <c:v>45330</c:v>
                      </c:pt>
                      <c:pt idx="1243">
                        <c:v>45341</c:v>
                      </c:pt>
                      <c:pt idx="1244">
                        <c:v>45342</c:v>
                      </c:pt>
                      <c:pt idx="1245">
                        <c:v>45343</c:v>
                      </c:pt>
                      <c:pt idx="1246">
                        <c:v>45344</c:v>
                      </c:pt>
                      <c:pt idx="1247">
                        <c:v>45345</c:v>
                      </c:pt>
                      <c:pt idx="1248">
                        <c:v>45348</c:v>
                      </c:pt>
                      <c:pt idx="1249">
                        <c:v>45349</c:v>
                      </c:pt>
                      <c:pt idx="1250">
                        <c:v>45350</c:v>
                      </c:pt>
                      <c:pt idx="1251">
                        <c:v>45351</c:v>
                      </c:pt>
                      <c:pt idx="1252">
                        <c:v>45352</c:v>
                      </c:pt>
                      <c:pt idx="1253">
                        <c:v>45355</c:v>
                      </c:pt>
                      <c:pt idx="1254">
                        <c:v>45356</c:v>
                      </c:pt>
                      <c:pt idx="1255">
                        <c:v>45357</c:v>
                      </c:pt>
                      <c:pt idx="1256">
                        <c:v>45358</c:v>
                      </c:pt>
                      <c:pt idx="1257">
                        <c:v>45359</c:v>
                      </c:pt>
                      <c:pt idx="1258">
                        <c:v>45362</c:v>
                      </c:pt>
                      <c:pt idx="1259">
                        <c:v>45363</c:v>
                      </c:pt>
                      <c:pt idx="1260">
                        <c:v>45364</c:v>
                      </c:pt>
                      <c:pt idx="1261">
                        <c:v>45365</c:v>
                      </c:pt>
                      <c:pt idx="1262">
                        <c:v>45366</c:v>
                      </c:pt>
                      <c:pt idx="1263">
                        <c:v>45369</c:v>
                      </c:pt>
                      <c:pt idx="1264">
                        <c:v>45370</c:v>
                      </c:pt>
                      <c:pt idx="1265">
                        <c:v>45371</c:v>
                      </c:pt>
                      <c:pt idx="1266">
                        <c:v>45372</c:v>
                      </c:pt>
                      <c:pt idx="1267">
                        <c:v>45373</c:v>
                      </c:pt>
                      <c:pt idx="1268">
                        <c:v>45376</c:v>
                      </c:pt>
                      <c:pt idx="1269">
                        <c:v>45377</c:v>
                      </c:pt>
                      <c:pt idx="1270">
                        <c:v>45378</c:v>
                      </c:pt>
                      <c:pt idx="1271">
                        <c:v>45379</c:v>
                      </c:pt>
                      <c:pt idx="1272">
                        <c:v>45380</c:v>
                      </c:pt>
                      <c:pt idx="1273">
                        <c:v>45383</c:v>
                      </c:pt>
                      <c:pt idx="1274">
                        <c:v>45384</c:v>
                      </c:pt>
                      <c:pt idx="1275">
                        <c:v>45385</c:v>
                      </c:pt>
                      <c:pt idx="1276">
                        <c:v>45390</c:v>
                      </c:pt>
                      <c:pt idx="1277">
                        <c:v>45391</c:v>
                      </c:pt>
                      <c:pt idx="1278">
                        <c:v>45392</c:v>
                      </c:pt>
                      <c:pt idx="1279">
                        <c:v>45393</c:v>
                      </c:pt>
                      <c:pt idx="1280">
                        <c:v>45394</c:v>
                      </c:pt>
                      <c:pt idx="1281">
                        <c:v>45397</c:v>
                      </c:pt>
                      <c:pt idx="1282">
                        <c:v>45398</c:v>
                      </c:pt>
                      <c:pt idx="1283">
                        <c:v>45399</c:v>
                      </c:pt>
                      <c:pt idx="1284">
                        <c:v>45400</c:v>
                      </c:pt>
                      <c:pt idx="1285">
                        <c:v>45401</c:v>
                      </c:pt>
                      <c:pt idx="1286">
                        <c:v>45404</c:v>
                      </c:pt>
                      <c:pt idx="1287">
                        <c:v>45405</c:v>
                      </c:pt>
                      <c:pt idx="1288">
                        <c:v>45406</c:v>
                      </c:pt>
                      <c:pt idx="1289">
                        <c:v>45407</c:v>
                      </c:pt>
                      <c:pt idx="1290">
                        <c:v>45408</c:v>
                      </c:pt>
                      <c:pt idx="1291">
                        <c:v>45411</c:v>
                      </c:pt>
                      <c:pt idx="1292">
                        <c:v>45412</c:v>
                      </c:pt>
                      <c:pt idx="1293">
                        <c:v>45418</c:v>
                      </c:pt>
                      <c:pt idx="1294">
                        <c:v>45419</c:v>
                      </c:pt>
                      <c:pt idx="1295">
                        <c:v>45420</c:v>
                      </c:pt>
                      <c:pt idx="1296">
                        <c:v>45421</c:v>
                      </c:pt>
                      <c:pt idx="1297">
                        <c:v>45422</c:v>
                      </c:pt>
                      <c:pt idx="1298">
                        <c:v>45425</c:v>
                      </c:pt>
                      <c:pt idx="1299">
                        <c:v>45426</c:v>
                      </c:pt>
                      <c:pt idx="1300">
                        <c:v>45427</c:v>
                      </c:pt>
                      <c:pt idx="1301">
                        <c:v>45428</c:v>
                      </c:pt>
                      <c:pt idx="1302">
                        <c:v>45429</c:v>
                      </c:pt>
                      <c:pt idx="1303">
                        <c:v>45432</c:v>
                      </c:pt>
                      <c:pt idx="1304">
                        <c:v>45433</c:v>
                      </c:pt>
                      <c:pt idx="1305">
                        <c:v>45434</c:v>
                      </c:pt>
                      <c:pt idx="1306">
                        <c:v>45435</c:v>
                      </c:pt>
                      <c:pt idx="1307">
                        <c:v>45436</c:v>
                      </c:pt>
                      <c:pt idx="1308">
                        <c:v>45439</c:v>
                      </c:pt>
                      <c:pt idx="1309">
                        <c:v>45440</c:v>
                      </c:pt>
                      <c:pt idx="1310">
                        <c:v>45441</c:v>
                      </c:pt>
                      <c:pt idx="1311">
                        <c:v>45442</c:v>
                      </c:pt>
                      <c:pt idx="1312">
                        <c:v>45443</c:v>
                      </c:pt>
                      <c:pt idx="1313">
                        <c:v>45446</c:v>
                      </c:pt>
                      <c:pt idx="1314">
                        <c:v>45447</c:v>
                      </c:pt>
                      <c:pt idx="1315">
                        <c:v>45448</c:v>
                      </c:pt>
                      <c:pt idx="1316">
                        <c:v>45449</c:v>
                      </c:pt>
                      <c:pt idx="1317">
                        <c:v>45450</c:v>
                      </c:pt>
                      <c:pt idx="1318">
                        <c:v>45454</c:v>
                      </c:pt>
                      <c:pt idx="1319">
                        <c:v>45455</c:v>
                      </c:pt>
                      <c:pt idx="1320">
                        <c:v>45456</c:v>
                      </c:pt>
                      <c:pt idx="1321">
                        <c:v>45457</c:v>
                      </c:pt>
                      <c:pt idx="1322">
                        <c:v>45460</c:v>
                      </c:pt>
                      <c:pt idx="1323">
                        <c:v>45461</c:v>
                      </c:pt>
                      <c:pt idx="1324">
                        <c:v>45462</c:v>
                      </c:pt>
                      <c:pt idx="1325">
                        <c:v>45463</c:v>
                      </c:pt>
                      <c:pt idx="1326">
                        <c:v>45464</c:v>
                      </c:pt>
                      <c:pt idx="1327">
                        <c:v>45467</c:v>
                      </c:pt>
                      <c:pt idx="1328">
                        <c:v>45468</c:v>
                      </c:pt>
                      <c:pt idx="1329">
                        <c:v>45469</c:v>
                      </c:pt>
                      <c:pt idx="1330">
                        <c:v>45470</c:v>
                      </c:pt>
                      <c:pt idx="1331">
                        <c:v>45471</c:v>
                      </c:pt>
                      <c:pt idx="1332">
                        <c:v>45474</c:v>
                      </c:pt>
                      <c:pt idx="1333">
                        <c:v>45475</c:v>
                      </c:pt>
                      <c:pt idx="1334">
                        <c:v>45476</c:v>
                      </c:pt>
                      <c:pt idx="1335">
                        <c:v>45477</c:v>
                      </c:pt>
                      <c:pt idx="1336">
                        <c:v>45478</c:v>
                      </c:pt>
                      <c:pt idx="1337">
                        <c:v>45481</c:v>
                      </c:pt>
                      <c:pt idx="1338">
                        <c:v>45482</c:v>
                      </c:pt>
                      <c:pt idx="1339">
                        <c:v>45483</c:v>
                      </c:pt>
                      <c:pt idx="1340">
                        <c:v>45484</c:v>
                      </c:pt>
                      <c:pt idx="1341">
                        <c:v>45485</c:v>
                      </c:pt>
                      <c:pt idx="1342">
                        <c:v>45488</c:v>
                      </c:pt>
                      <c:pt idx="1343">
                        <c:v>45489</c:v>
                      </c:pt>
                      <c:pt idx="1344">
                        <c:v>45490</c:v>
                      </c:pt>
                      <c:pt idx="1345">
                        <c:v>45491</c:v>
                      </c:pt>
                      <c:pt idx="1346">
                        <c:v>45492</c:v>
                      </c:pt>
                      <c:pt idx="1347">
                        <c:v>45495</c:v>
                      </c:pt>
                      <c:pt idx="1348">
                        <c:v>45496</c:v>
                      </c:pt>
                      <c:pt idx="1349">
                        <c:v>45497</c:v>
                      </c:pt>
                      <c:pt idx="1350">
                        <c:v>45498</c:v>
                      </c:pt>
                      <c:pt idx="1351">
                        <c:v>45499</c:v>
                      </c:pt>
                      <c:pt idx="1352">
                        <c:v>45502</c:v>
                      </c:pt>
                      <c:pt idx="1353">
                        <c:v>45503</c:v>
                      </c:pt>
                      <c:pt idx="1354">
                        <c:v>45504</c:v>
                      </c:pt>
                      <c:pt idx="1355">
                        <c:v>45505</c:v>
                      </c:pt>
                      <c:pt idx="1356">
                        <c:v>45506</c:v>
                      </c:pt>
                      <c:pt idx="1357">
                        <c:v>45509</c:v>
                      </c:pt>
                      <c:pt idx="1358">
                        <c:v>45510</c:v>
                      </c:pt>
                      <c:pt idx="1359">
                        <c:v>45511</c:v>
                      </c:pt>
                      <c:pt idx="1360">
                        <c:v>45512</c:v>
                      </c:pt>
                      <c:pt idx="1361">
                        <c:v>45513</c:v>
                      </c:pt>
                      <c:pt idx="1362">
                        <c:v>45516</c:v>
                      </c:pt>
                      <c:pt idx="1363">
                        <c:v>45517</c:v>
                      </c:pt>
                      <c:pt idx="1364">
                        <c:v>45518</c:v>
                      </c:pt>
                      <c:pt idx="1365">
                        <c:v>45519</c:v>
                      </c:pt>
                      <c:pt idx="1366">
                        <c:v>45520</c:v>
                      </c:pt>
                      <c:pt idx="1367">
                        <c:v>45523</c:v>
                      </c:pt>
                      <c:pt idx="1368">
                        <c:v>45524</c:v>
                      </c:pt>
                      <c:pt idx="1369">
                        <c:v>45525</c:v>
                      </c:pt>
                      <c:pt idx="1370">
                        <c:v>45526</c:v>
                      </c:pt>
                      <c:pt idx="1371">
                        <c:v>45527</c:v>
                      </c:pt>
                      <c:pt idx="1372">
                        <c:v>45530</c:v>
                      </c:pt>
                      <c:pt idx="1373">
                        <c:v>45531</c:v>
                      </c:pt>
                      <c:pt idx="1374">
                        <c:v>45532</c:v>
                      </c:pt>
                      <c:pt idx="1375">
                        <c:v>45533</c:v>
                      </c:pt>
                      <c:pt idx="1376">
                        <c:v>45534</c:v>
                      </c:pt>
                      <c:pt idx="1377">
                        <c:v>45537</c:v>
                      </c:pt>
                      <c:pt idx="1378">
                        <c:v>45538</c:v>
                      </c:pt>
                      <c:pt idx="1379">
                        <c:v>45539</c:v>
                      </c:pt>
                      <c:pt idx="1380">
                        <c:v>45540</c:v>
                      </c:pt>
                      <c:pt idx="1381">
                        <c:v>45541</c:v>
                      </c:pt>
                      <c:pt idx="1382">
                        <c:v>45544</c:v>
                      </c:pt>
                      <c:pt idx="1383">
                        <c:v>45545</c:v>
                      </c:pt>
                      <c:pt idx="1384">
                        <c:v>45546</c:v>
                      </c:pt>
                      <c:pt idx="1385">
                        <c:v>45547</c:v>
                      </c:pt>
                      <c:pt idx="1386">
                        <c:v>45548</c:v>
                      </c:pt>
                      <c:pt idx="1387">
                        <c:v>45553</c:v>
                      </c:pt>
                      <c:pt idx="1388">
                        <c:v>45554</c:v>
                      </c:pt>
                      <c:pt idx="1389">
                        <c:v>45555</c:v>
                      </c:pt>
                      <c:pt idx="1390">
                        <c:v>45558</c:v>
                      </c:pt>
                      <c:pt idx="1391">
                        <c:v>45559</c:v>
                      </c:pt>
                      <c:pt idx="1392">
                        <c:v>45560</c:v>
                      </c:pt>
                      <c:pt idx="1393">
                        <c:v>45561</c:v>
                      </c:pt>
                      <c:pt idx="1394">
                        <c:v>45562</c:v>
                      </c:pt>
                      <c:pt idx="1395">
                        <c:v>45565</c:v>
                      </c:pt>
                      <c:pt idx="1396">
                        <c:v>45573</c:v>
                      </c:pt>
                      <c:pt idx="1397">
                        <c:v>45574</c:v>
                      </c:pt>
                      <c:pt idx="1398">
                        <c:v>45575</c:v>
                      </c:pt>
                      <c:pt idx="1399">
                        <c:v>45576</c:v>
                      </c:pt>
                      <c:pt idx="1400">
                        <c:v>45579</c:v>
                      </c:pt>
                      <c:pt idx="1401">
                        <c:v>45580</c:v>
                      </c:pt>
                      <c:pt idx="1402">
                        <c:v>45581</c:v>
                      </c:pt>
                      <c:pt idx="1403">
                        <c:v>45582</c:v>
                      </c:pt>
                      <c:pt idx="1404">
                        <c:v>45583</c:v>
                      </c:pt>
                      <c:pt idx="1405">
                        <c:v>45586</c:v>
                      </c:pt>
                      <c:pt idx="1406">
                        <c:v>45587</c:v>
                      </c:pt>
                      <c:pt idx="1407">
                        <c:v>45588</c:v>
                      </c:pt>
                      <c:pt idx="1408">
                        <c:v>45589</c:v>
                      </c:pt>
                      <c:pt idx="1409">
                        <c:v>45590</c:v>
                      </c:pt>
                      <c:pt idx="1410">
                        <c:v>45593</c:v>
                      </c:pt>
                      <c:pt idx="1411">
                        <c:v>45594</c:v>
                      </c:pt>
                      <c:pt idx="1412">
                        <c:v>45595</c:v>
                      </c:pt>
                      <c:pt idx="1413">
                        <c:v>45596</c:v>
                      </c:pt>
                      <c:pt idx="1414">
                        <c:v>45597</c:v>
                      </c:pt>
                      <c:pt idx="1415">
                        <c:v>45600</c:v>
                      </c:pt>
                      <c:pt idx="1416">
                        <c:v>45601</c:v>
                      </c:pt>
                      <c:pt idx="1417">
                        <c:v>45602</c:v>
                      </c:pt>
                      <c:pt idx="1418">
                        <c:v>45603</c:v>
                      </c:pt>
                      <c:pt idx="1419">
                        <c:v>45604</c:v>
                      </c:pt>
                      <c:pt idx="1420">
                        <c:v>45607</c:v>
                      </c:pt>
                      <c:pt idx="1421">
                        <c:v>45608</c:v>
                      </c:pt>
                      <c:pt idx="1422">
                        <c:v>45609</c:v>
                      </c:pt>
                      <c:pt idx="1423">
                        <c:v>45610</c:v>
                      </c:pt>
                      <c:pt idx="1424">
                        <c:v>45611</c:v>
                      </c:pt>
                      <c:pt idx="1425">
                        <c:v>45614</c:v>
                      </c:pt>
                      <c:pt idx="1426">
                        <c:v>45615</c:v>
                      </c:pt>
                      <c:pt idx="1427">
                        <c:v>45616</c:v>
                      </c:pt>
                      <c:pt idx="1428">
                        <c:v>45617</c:v>
                      </c:pt>
                      <c:pt idx="1429">
                        <c:v>45618</c:v>
                      </c:pt>
                      <c:pt idx="1430">
                        <c:v>45621</c:v>
                      </c:pt>
                      <c:pt idx="1431">
                        <c:v>45622</c:v>
                      </c:pt>
                      <c:pt idx="1432">
                        <c:v>45623</c:v>
                      </c:pt>
                      <c:pt idx="1433">
                        <c:v>45624</c:v>
                      </c:pt>
                      <c:pt idx="1434">
                        <c:v>45625</c:v>
                      </c:pt>
                      <c:pt idx="1435">
                        <c:v>45628</c:v>
                      </c:pt>
                      <c:pt idx="1436">
                        <c:v>45629</c:v>
                      </c:pt>
                      <c:pt idx="1437">
                        <c:v>45630</c:v>
                      </c:pt>
                      <c:pt idx="1438">
                        <c:v>45631</c:v>
                      </c:pt>
                      <c:pt idx="1439">
                        <c:v>45632</c:v>
                      </c:pt>
                      <c:pt idx="1440">
                        <c:v>45635</c:v>
                      </c:pt>
                      <c:pt idx="1441">
                        <c:v>45636</c:v>
                      </c:pt>
                      <c:pt idx="1442">
                        <c:v>45637</c:v>
                      </c:pt>
                      <c:pt idx="1443">
                        <c:v>45638</c:v>
                      </c:pt>
                      <c:pt idx="1444">
                        <c:v>45639</c:v>
                      </c:pt>
                      <c:pt idx="1445">
                        <c:v>45642</c:v>
                      </c:pt>
                      <c:pt idx="1446">
                        <c:v>45643</c:v>
                      </c:pt>
                      <c:pt idx="1447">
                        <c:v>45644</c:v>
                      </c:pt>
                      <c:pt idx="1448">
                        <c:v>45645</c:v>
                      </c:pt>
                      <c:pt idx="1449">
                        <c:v>45646</c:v>
                      </c:pt>
                      <c:pt idx="1450">
                        <c:v>45649</c:v>
                      </c:pt>
                      <c:pt idx="1451">
                        <c:v>45650</c:v>
                      </c:pt>
                      <c:pt idx="1452">
                        <c:v>45651</c:v>
                      </c:pt>
                      <c:pt idx="1453">
                        <c:v>45652</c:v>
                      </c:pt>
                      <c:pt idx="1454">
                        <c:v>45653</c:v>
                      </c:pt>
                      <c:pt idx="1455">
                        <c:v>45656</c:v>
                      </c:pt>
                      <c:pt idx="1456">
                        <c:v>45657</c:v>
                      </c:pt>
                      <c:pt idx="1457">
                        <c:v>45659</c:v>
                      </c:pt>
                      <c:pt idx="1458">
                        <c:v>45660</c:v>
                      </c:pt>
                      <c:pt idx="1459">
                        <c:v>45663</c:v>
                      </c:pt>
                      <c:pt idx="1460">
                        <c:v>45664</c:v>
                      </c:pt>
                      <c:pt idx="1461">
                        <c:v>45665</c:v>
                      </c:pt>
                      <c:pt idx="1462">
                        <c:v>45666</c:v>
                      </c:pt>
                      <c:pt idx="1463">
                        <c:v>45667</c:v>
                      </c:pt>
                      <c:pt idx="1464">
                        <c:v>45670</c:v>
                      </c:pt>
                      <c:pt idx="1465">
                        <c:v>45671</c:v>
                      </c:pt>
                      <c:pt idx="1466">
                        <c:v>45672</c:v>
                      </c:pt>
                      <c:pt idx="1467">
                        <c:v>45673</c:v>
                      </c:pt>
                      <c:pt idx="1468">
                        <c:v>45674</c:v>
                      </c:pt>
                      <c:pt idx="1469">
                        <c:v>45677</c:v>
                      </c:pt>
                      <c:pt idx="1470">
                        <c:v>45678</c:v>
                      </c:pt>
                      <c:pt idx="1471">
                        <c:v>45679</c:v>
                      </c:pt>
                      <c:pt idx="1472">
                        <c:v>45680</c:v>
                      </c:pt>
                      <c:pt idx="1473">
                        <c:v>45681</c:v>
                      </c:pt>
                      <c:pt idx="1474">
                        <c:v>45684</c:v>
                      </c:pt>
                      <c:pt idx="1475">
                        <c:v>45693</c:v>
                      </c:pt>
                      <c:pt idx="1476">
                        <c:v>45694</c:v>
                      </c:pt>
                      <c:pt idx="1477">
                        <c:v>45695</c:v>
                      </c:pt>
                      <c:pt idx="1478">
                        <c:v>45698</c:v>
                      </c:pt>
                      <c:pt idx="1479">
                        <c:v>45699</c:v>
                      </c:pt>
                      <c:pt idx="1480">
                        <c:v>45700</c:v>
                      </c:pt>
                      <c:pt idx="1481">
                        <c:v>45701</c:v>
                      </c:pt>
                      <c:pt idx="1482">
                        <c:v>45702</c:v>
                      </c:pt>
                      <c:pt idx="1483">
                        <c:v>45705</c:v>
                      </c:pt>
                      <c:pt idx="1484">
                        <c:v>45706</c:v>
                      </c:pt>
                      <c:pt idx="1485">
                        <c:v>45707</c:v>
                      </c:pt>
                      <c:pt idx="1486">
                        <c:v>45708</c:v>
                      </c:pt>
                      <c:pt idx="1487">
                        <c:v>45709</c:v>
                      </c:pt>
                      <c:pt idx="1488">
                        <c:v>45712</c:v>
                      </c:pt>
                      <c:pt idx="1489">
                        <c:v>45713</c:v>
                      </c:pt>
                      <c:pt idx="1490">
                        <c:v>45714</c:v>
                      </c:pt>
                      <c:pt idx="1491">
                        <c:v>45715</c:v>
                      </c:pt>
                      <c:pt idx="1492">
                        <c:v>45716</c:v>
                      </c:pt>
                      <c:pt idx="1493">
                        <c:v>45719</c:v>
                      </c:pt>
                      <c:pt idx="1494">
                        <c:v>45720</c:v>
                      </c:pt>
                      <c:pt idx="1495">
                        <c:v>45721</c:v>
                      </c:pt>
                      <c:pt idx="1496">
                        <c:v>45722</c:v>
                      </c:pt>
                      <c:pt idx="1497">
                        <c:v>45723</c:v>
                      </c:pt>
                      <c:pt idx="1498">
                        <c:v>45726</c:v>
                      </c:pt>
                      <c:pt idx="1499">
                        <c:v>45727</c:v>
                      </c:pt>
                      <c:pt idx="1500">
                        <c:v>45728</c:v>
                      </c:pt>
                      <c:pt idx="1501">
                        <c:v>45729</c:v>
                      </c:pt>
                      <c:pt idx="1502">
                        <c:v>45730</c:v>
                      </c:pt>
                      <c:pt idx="1503">
                        <c:v>45733</c:v>
                      </c:pt>
                      <c:pt idx="1504">
                        <c:v>45734</c:v>
                      </c:pt>
                      <c:pt idx="1505">
                        <c:v>45735</c:v>
                      </c:pt>
                      <c:pt idx="1506">
                        <c:v>45736</c:v>
                      </c:pt>
                      <c:pt idx="1507">
                        <c:v>45737</c:v>
                      </c:pt>
                      <c:pt idx="1508">
                        <c:v>45740</c:v>
                      </c:pt>
                      <c:pt idx="1509">
                        <c:v>45741</c:v>
                      </c:pt>
                      <c:pt idx="1510">
                        <c:v>45742</c:v>
                      </c:pt>
                      <c:pt idx="1511">
                        <c:v>45743</c:v>
                      </c:pt>
                      <c:pt idx="1512">
                        <c:v>45744</c:v>
                      </c:pt>
                      <c:pt idx="1513">
                        <c:v>45747</c:v>
                      </c:pt>
                      <c:pt idx="1514">
                        <c:v>45748</c:v>
                      </c:pt>
                      <c:pt idx="1515">
                        <c:v>45749</c:v>
                      </c:pt>
                      <c:pt idx="1516">
                        <c:v>45750</c:v>
                      </c:pt>
                      <c:pt idx="1517">
                        <c:v>45754</c:v>
                      </c:pt>
                      <c:pt idx="1518">
                        <c:v>45755</c:v>
                      </c:pt>
                      <c:pt idx="1519">
                        <c:v>45756</c:v>
                      </c:pt>
                      <c:pt idx="1520">
                        <c:v>45757</c:v>
                      </c:pt>
                      <c:pt idx="1521">
                        <c:v>45758</c:v>
                      </c:pt>
                      <c:pt idx="1522">
                        <c:v>45761</c:v>
                      </c:pt>
                      <c:pt idx="1523">
                        <c:v>45762</c:v>
                      </c:pt>
                      <c:pt idx="1524">
                        <c:v>45763</c:v>
                      </c:pt>
                      <c:pt idx="1525">
                        <c:v>45764</c:v>
                      </c:pt>
                      <c:pt idx="1526">
                        <c:v>45765</c:v>
                      </c:pt>
                      <c:pt idx="1527">
                        <c:v>45768</c:v>
                      </c:pt>
                      <c:pt idx="1528">
                        <c:v>45769</c:v>
                      </c:pt>
                      <c:pt idx="1529">
                        <c:v>45770</c:v>
                      </c:pt>
                      <c:pt idx="1530">
                        <c:v>45771</c:v>
                      </c:pt>
                      <c:pt idx="1531">
                        <c:v>45772</c:v>
                      </c:pt>
                      <c:pt idx="1532">
                        <c:v>45775</c:v>
                      </c:pt>
                      <c:pt idx="1533">
                        <c:v>45776</c:v>
                      </c:pt>
                      <c:pt idx="1534">
                        <c:v>45777</c:v>
                      </c:pt>
                      <c:pt idx="1535">
                        <c:v>45783</c:v>
                      </c:pt>
                      <c:pt idx="1536">
                        <c:v>45784</c:v>
                      </c:pt>
                      <c:pt idx="1537">
                        <c:v>45785</c:v>
                      </c:pt>
                      <c:pt idx="1538">
                        <c:v>45786</c:v>
                      </c:pt>
                      <c:pt idx="1539">
                        <c:v>45789</c:v>
                      </c:pt>
                      <c:pt idx="1540">
                        <c:v>45790</c:v>
                      </c:pt>
                      <c:pt idx="1541">
                        <c:v>45791</c:v>
                      </c:pt>
                      <c:pt idx="1542">
                        <c:v>45792</c:v>
                      </c:pt>
                      <c:pt idx="1543">
                        <c:v>45793</c:v>
                      </c:pt>
                      <c:pt idx="1544">
                        <c:v>45796</c:v>
                      </c:pt>
                      <c:pt idx="1545">
                        <c:v>45797</c:v>
                      </c:pt>
                      <c:pt idx="1546">
                        <c:v>45798</c:v>
                      </c:pt>
                      <c:pt idx="1547">
                        <c:v>45799</c:v>
                      </c:pt>
                      <c:pt idx="1548">
                        <c:v>45800</c:v>
                      </c:pt>
                      <c:pt idx="1549">
                        <c:v>45803</c:v>
                      </c:pt>
                      <c:pt idx="1550">
                        <c:v>45804</c:v>
                      </c:pt>
                      <c:pt idx="1551">
                        <c:v>45805</c:v>
                      </c:pt>
                      <c:pt idx="1552">
                        <c:v>45806</c:v>
                      </c:pt>
                      <c:pt idx="1553">
                        <c:v>45807</c:v>
                      </c:pt>
                      <c:pt idx="1554">
                        <c:v>45811</c:v>
                      </c:pt>
                      <c:pt idx="1555">
                        <c:v>45812</c:v>
                      </c:pt>
                      <c:pt idx="1556">
                        <c:v>45813</c:v>
                      </c:pt>
                      <c:pt idx="1557">
                        <c:v>45814</c:v>
                      </c:pt>
                      <c:pt idx="1558">
                        <c:v>45817</c:v>
                      </c:pt>
                      <c:pt idx="1559">
                        <c:v>45818</c:v>
                      </c:pt>
                      <c:pt idx="1560">
                        <c:v>45819</c:v>
                      </c:pt>
                      <c:pt idx="1561">
                        <c:v>45820</c:v>
                      </c:pt>
                      <c:pt idx="1562">
                        <c:v>45821</c:v>
                      </c:pt>
                      <c:pt idx="1563">
                        <c:v>45824</c:v>
                      </c:pt>
                      <c:pt idx="1564">
                        <c:v>45825</c:v>
                      </c:pt>
                      <c:pt idx="1565">
                        <c:v>45826</c:v>
                      </c:pt>
                      <c:pt idx="1566">
                        <c:v>45827</c:v>
                      </c:pt>
                      <c:pt idx="1567">
                        <c:v>45828</c:v>
                      </c:pt>
                      <c:pt idx="1568">
                        <c:v>45831</c:v>
                      </c:pt>
                      <c:pt idx="1569">
                        <c:v>45832</c:v>
                      </c:pt>
                      <c:pt idx="1570">
                        <c:v>45833</c:v>
                      </c:pt>
                      <c:pt idx="1571">
                        <c:v>45834</c:v>
                      </c:pt>
                      <c:pt idx="1572">
                        <c:v>45835</c:v>
                      </c:pt>
                      <c:pt idx="1573">
                        <c:v>45838</c:v>
                      </c:pt>
                      <c:pt idx="1574">
                        <c:v>45839</c:v>
                      </c:pt>
                      <c:pt idx="1575">
                        <c:v>45840</c:v>
                      </c:pt>
                      <c:pt idx="1576">
                        <c:v>45841</c:v>
                      </c:pt>
                      <c:pt idx="1577">
                        <c:v>45842</c:v>
                      </c:pt>
                      <c:pt idx="1578">
                        <c:v>45845</c:v>
                      </c:pt>
                      <c:pt idx="1579">
                        <c:v>45846</c:v>
                      </c:pt>
                      <c:pt idx="1580">
                        <c:v>45847</c:v>
                      </c:pt>
                      <c:pt idx="1581">
                        <c:v>45848</c:v>
                      </c:pt>
                      <c:pt idx="1582">
                        <c:v>45849</c:v>
                      </c:pt>
                      <c:pt idx="1583">
                        <c:v>45852</c:v>
                      </c:pt>
                      <c:pt idx="1584">
                        <c:v>45853</c:v>
                      </c:pt>
                      <c:pt idx="1585">
                        <c:v>45854</c:v>
                      </c:pt>
                      <c:pt idx="1586">
                        <c:v>45855</c:v>
                      </c:pt>
                      <c:pt idx="1587">
                        <c:v>45856</c:v>
                      </c:pt>
                      <c:pt idx="1588">
                        <c:v>45859</c:v>
                      </c:pt>
                      <c:pt idx="1589">
                        <c:v>45860</c:v>
                      </c:pt>
                      <c:pt idx="1590">
                        <c:v>45861</c:v>
                      </c:pt>
                      <c:pt idx="1591">
                        <c:v>45862</c:v>
                      </c:pt>
                      <c:pt idx="1592">
                        <c:v>45863</c:v>
                      </c:pt>
                      <c:pt idx="1593">
                        <c:v>45866</c:v>
                      </c:pt>
                      <c:pt idx="1594">
                        <c:v>45867</c:v>
                      </c:pt>
                      <c:pt idx="1595">
                        <c:v>45868</c:v>
                      </c:pt>
                      <c:pt idx="1596">
                        <c:v>45869</c:v>
                      </c:pt>
                      <c:pt idx="1597">
                        <c:v>45870</c:v>
                      </c:pt>
                      <c:pt idx="1598">
                        <c:v>45873</c:v>
                      </c:pt>
                      <c:pt idx="1599">
                        <c:v>45874</c:v>
                      </c:pt>
                      <c:pt idx="1600">
                        <c:v>45875</c:v>
                      </c:pt>
                      <c:pt idx="1601">
                        <c:v>45876</c:v>
                      </c:pt>
                      <c:pt idx="1602">
                        <c:v>45877</c:v>
                      </c:pt>
                      <c:pt idx="1603">
                        <c:v>45880</c:v>
                      </c:pt>
                      <c:pt idx="1604">
                        <c:v>45881</c:v>
                      </c:pt>
                      <c:pt idx="1605">
                        <c:v>45882</c:v>
                      </c:pt>
                      <c:pt idx="1606">
                        <c:v>45883</c:v>
                      </c:pt>
                      <c:pt idx="1607">
                        <c:v>45884</c:v>
                      </c:pt>
                      <c:pt idx="1608">
                        <c:v>45887</c:v>
                      </c:pt>
                      <c:pt idx="1609">
                        <c:v>45888</c:v>
                      </c:pt>
                      <c:pt idx="1610">
                        <c:v>45889</c:v>
                      </c:pt>
                      <c:pt idx="1611">
                        <c:v>45890</c:v>
                      </c:pt>
                      <c:pt idx="1612">
                        <c:v>45891</c:v>
                      </c:pt>
                      <c:pt idx="1613">
                        <c:v>45894</c:v>
                      </c:pt>
                      <c:pt idx="1614">
                        <c:v>45895</c:v>
                      </c:pt>
                      <c:pt idx="1615">
                        <c:v>45896</c:v>
                      </c:pt>
                      <c:pt idx="1616">
                        <c:v>45897</c:v>
                      </c:pt>
                      <c:pt idx="1617">
                        <c:v>45898</c:v>
                      </c:pt>
                      <c:pt idx="1618">
                        <c:v>45901</c:v>
                      </c:pt>
                      <c:pt idx="1619">
                        <c:v>45902</c:v>
                      </c:pt>
                      <c:pt idx="1620">
                        <c:v>45903</c:v>
                      </c:pt>
                      <c:pt idx="1621">
                        <c:v>45904</c:v>
                      </c:pt>
                      <c:pt idx="1622">
                        <c:v>45905</c:v>
                      </c:pt>
                      <c:pt idx="1623">
                        <c:v>45908</c:v>
                      </c:pt>
                      <c:pt idx="1624">
                        <c:v>45909</c:v>
                      </c:pt>
                      <c:pt idx="1625">
                        <c:v>45910</c:v>
                      </c:pt>
                      <c:pt idx="1626">
                        <c:v>45911</c:v>
                      </c:pt>
                      <c:pt idx="1627">
                        <c:v>45912</c:v>
                      </c:pt>
                      <c:pt idx="1628">
                        <c:v>45915</c:v>
                      </c:pt>
                      <c:pt idx="1629">
                        <c:v>45916</c:v>
                      </c:pt>
                      <c:pt idx="1630">
                        <c:v>45917</c:v>
                      </c:pt>
                      <c:pt idx="1631">
                        <c:v>45918</c:v>
                      </c:pt>
                      <c:pt idx="1632">
                        <c:v>45919</c:v>
                      </c:pt>
                      <c:pt idx="1633">
                        <c:v>45922</c:v>
                      </c:pt>
                      <c:pt idx="1634">
                        <c:v>45923</c:v>
                      </c:pt>
                      <c:pt idx="1635">
                        <c:v>45924</c:v>
                      </c:pt>
                      <c:pt idx="1636">
                        <c:v>45925</c:v>
                      </c:pt>
                      <c:pt idx="1637">
                        <c:v>45926</c:v>
                      </c:pt>
                      <c:pt idx="1638">
                        <c:v>45929</c:v>
                      </c:pt>
                      <c:pt idx="1639">
                        <c:v>45930</c:v>
                      </c:pt>
                      <c:pt idx="1640">
                        <c:v>45939</c:v>
                      </c:pt>
                      <c:pt idx="1641">
                        <c:v>45940</c:v>
                      </c:pt>
                      <c:pt idx="1642">
                        <c:v>45943</c:v>
                      </c:pt>
                      <c:pt idx="1643">
                        <c:v>45944</c:v>
                      </c:pt>
                      <c:pt idx="1644">
                        <c:v>45945</c:v>
                      </c:pt>
                      <c:pt idx="1645">
                        <c:v>45946</c:v>
                      </c:pt>
                      <c:pt idx="1646">
                        <c:v>45947</c:v>
                      </c:pt>
                      <c:pt idx="1647">
                        <c:v>45950</c:v>
                      </c:pt>
                      <c:pt idx="1648">
                        <c:v>45951</c:v>
                      </c:pt>
                      <c:pt idx="1649">
                        <c:v>45952</c:v>
                      </c:pt>
                      <c:pt idx="1650">
                        <c:v>45953</c:v>
                      </c:pt>
                      <c:pt idx="1651">
                        <c:v>45954</c:v>
                      </c:pt>
                      <c:pt idx="1652">
                        <c:v>45957</c:v>
                      </c:pt>
                      <c:pt idx="1653">
                        <c:v>45958</c:v>
                      </c:pt>
                      <c:pt idx="1654">
                        <c:v>45959</c:v>
                      </c:pt>
                      <c:pt idx="1655">
                        <c:v>45960</c:v>
                      </c:pt>
                      <c:pt idx="1656">
                        <c:v>45961</c:v>
                      </c:pt>
                      <c:pt idx="1657">
                        <c:v>45964</c:v>
                      </c:pt>
                      <c:pt idx="1658">
                        <c:v>45965</c:v>
                      </c:pt>
                      <c:pt idx="1659">
                        <c:v>45966</c:v>
                      </c:pt>
                      <c:pt idx="1660">
                        <c:v>45967</c:v>
                      </c:pt>
                      <c:pt idx="1661">
                        <c:v>45968</c:v>
                      </c:pt>
                      <c:pt idx="1662">
                        <c:v>45971</c:v>
                      </c:pt>
                      <c:pt idx="1663">
                        <c:v>45972</c:v>
                      </c:pt>
                      <c:pt idx="1664">
                        <c:v>45973</c:v>
                      </c:pt>
                      <c:pt idx="1665">
                        <c:v>45974</c:v>
                      </c:pt>
                      <c:pt idx="1666">
                        <c:v>45975</c:v>
                      </c:pt>
                      <c:pt idx="1667">
                        <c:v>45978</c:v>
                      </c:pt>
                      <c:pt idx="1668">
                        <c:v>45979</c:v>
                      </c:pt>
                      <c:pt idx="1669">
                        <c:v>45980</c:v>
                      </c:pt>
                      <c:pt idx="1670">
                        <c:v>45981</c:v>
                      </c:pt>
                      <c:pt idx="1671">
                        <c:v>45982</c:v>
                      </c:pt>
                      <c:pt idx="1672">
                        <c:v>45985</c:v>
                      </c:pt>
                      <c:pt idx="1673">
                        <c:v>45986</c:v>
                      </c:pt>
                      <c:pt idx="1674">
                        <c:v>45987</c:v>
                      </c:pt>
                      <c:pt idx="1675">
                        <c:v>45988</c:v>
                      </c:pt>
                      <c:pt idx="1676">
                        <c:v>45989</c:v>
                      </c:pt>
                      <c:pt idx="1677">
                        <c:v>45992</c:v>
                      </c:pt>
                      <c:pt idx="1678">
                        <c:v>45993</c:v>
                      </c:pt>
                      <c:pt idx="1679">
                        <c:v>45994</c:v>
                      </c:pt>
                      <c:pt idx="1680">
                        <c:v>45995</c:v>
                      </c:pt>
                      <c:pt idx="1681">
                        <c:v>45996</c:v>
                      </c:pt>
                      <c:pt idx="1682">
                        <c:v>45999</c:v>
                      </c:pt>
                      <c:pt idx="1683">
                        <c:v>46000</c:v>
                      </c:pt>
                      <c:pt idx="1684">
                        <c:v>46001</c:v>
                      </c:pt>
                      <c:pt idx="1685">
                        <c:v>46002</c:v>
                      </c:pt>
                      <c:pt idx="1686">
                        <c:v>46003</c:v>
                      </c:pt>
                      <c:pt idx="1687">
                        <c:v>46006</c:v>
                      </c:pt>
                      <c:pt idx="1688">
                        <c:v>46007</c:v>
                      </c:pt>
                      <c:pt idx="1689">
                        <c:v>46008</c:v>
                      </c:pt>
                      <c:pt idx="1690">
                        <c:v>46009</c:v>
                      </c:pt>
                      <c:pt idx="1691">
                        <c:v>46010</c:v>
                      </c:pt>
                      <c:pt idx="1692">
                        <c:v>46013</c:v>
                      </c:pt>
                      <c:pt idx="1693">
                        <c:v>46014</c:v>
                      </c:pt>
                      <c:pt idx="1694">
                        <c:v>46015</c:v>
                      </c:pt>
                      <c:pt idx="1695">
                        <c:v>46016</c:v>
                      </c:pt>
                      <c:pt idx="1696">
                        <c:v>46017</c:v>
                      </c:pt>
                      <c:pt idx="1697">
                        <c:v>46020</c:v>
                      </c:pt>
                      <c:pt idx="1698">
                        <c:v>46021</c:v>
                      </c:pt>
                      <c:pt idx="1699">
                        <c:v>46022</c:v>
                      </c:pt>
                      <c:pt idx="1700">
                        <c:v>46027</c:v>
                      </c:pt>
                      <c:pt idx="1701">
                        <c:v>46028</c:v>
                      </c:pt>
                      <c:pt idx="1702">
                        <c:v>46029</c:v>
                      </c:pt>
                      <c:pt idx="1703">
                        <c:v>46030</c:v>
                      </c:pt>
                      <c:pt idx="1704">
                        <c:v>46031</c:v>
                      </c:pt>
                      <c:pt idx="1705">
                        <c:v>46034</c:v>
                      </c:pt>
                      <c:pt idx="1706">
                        <c:v>46035</c:v>
                      </c:pt>
                      <c:pt idx="1707">
                        <c:v>46036</c:v>
                      </c:pt>
                      <c:pt idx="1708">
                        <c:v>46037</c:v>
                      </c:pt>
                      <c:pt idx="1709">
                        <c:v>46038</c:v>
                      </c:pt>
                      <c:pt idx="1710">
                        <c:v>46041</c:v>
                      </c:pt>
                      <c:pt idx="1711">
                        <c:v>46042</c:v>
                      </c:pt>
                      <c:pt idx="1712">
                        <c:v>46043</c:v>
                      </c:pt>
                      <c:pt idx="1713">
                        <c:v>46044</c:v>
                      </c:pt>
                      <c:pt idx="1714">
                        <c:v>46045</c:v>
                      </c:pt>
                      <c:pt idx="1715">
                        <c:v>46048</c:v>
                      </c:pt>
                      <c:pt idx="1716">
                        <c:v>46049</c:v>
                      </c:pt>
                      <c:pt idx="1717">
                        <c:v>46050</c:v>
                      </c:pt>
                      <c:pt idx="1718">
                        <c:v>46051</c:v>
                      </c:pt>
                      <c:pt idx="1719">
                        <c:v>46052</c:v>
                      </c:pt>
                      <c:pt idx="1720">
                        <c:v>46055</c:v>
                      </c:pt>
                      <c:pt idx="1721">
                        <c:v>46056</c:v>
                      </c:pt>
                      <c:pt idx="1722">
                        <c:v>46057</c:v>
                      </c:pt>
                      <c:pt idx="1723">
                        <c:v>46058</c:v>
                      </c:pt>
                      <c:pt idx="1724">
                        <c:v>46059</c:v>
                      </c:pt>
                      <c:pt idx="1725">
                        <c:v>46062</c:v>
                      </c:pt>
                      <c:pt idx="1726">
                        <c:v>46063</c:v>
                      </c:pt>
                      <c:pt idx="1727">
                        <c:v>46064</c:v>
                      </c:pt>
                      <c:pt idx="1728">
                        <c:v>46065</c:v>
                      </c:pt>
                      <c:pt idx="1729">
                        <c:v>46066</c:v>
                      </c:pt>
                      <c:pt idx="1730">
                        <c:v>46077</c:v>
                      </c:pt>
                      <c:pt idx="1731">
                        <c:v>46078</c:v>
                      </c:pt>
                      <c:pt idx="1732">
                        <c:v>46079</c:v>
                      </c:pt>
                      <c:pt idx="1733">
                        <c:v>46080</c:v>
                      </c:pt>
                      <c:pt idx="1734">
                        <c:v>46083</c:v>
                      </c:pt>
                      <c:pt idx="1735">
                        <c:v>46084</c:v>
                      </c:pt>
                      <c:pt idx="1736">
                        <c:v>46085</c:v>
                      </c:pt>
                      <c:pt idx="1737">
                        <c:v>46086</c:v>
                      </c:pt>
                      <c:pt idx="1738">
                        <c:v>46087</c:v>
                      </c:pt>
                      <c:pt idx="1739">
                        <c:v>46090</c:v>
                      </c:pt>
                      <c:pt idx="1740">
                        <c:v>46091</c:v>
                      </c:pt>
                      <c:pt idx="1741">
                        <c:v>46092</c:v>
                      </c:pt>
                      <c:pt idx="1742">
                        <c:v>46093</c:v>
                      </c:pt>
                      <c:pt idx="1743">
                        <c:v>46094</c:v>
                      </c:pt>
                      <c:pt idx="1744">
                        <c:v>46097</c:v>
                      </c:pt>
                      <c:pt idx="1745">
                        <c:v>46098</c:v>
                      </c:pt>
                      <c:pt idx="1746">
                        <c:v>46099</c:v>
                      </c:pt>
                      <c:pt idx="1747">
                        <c:v>46100</c:v>
                      </c:pt>
                      <c:pt idx="1748">
                        <c:v>46101</c:v>
                      </c:pt>
                      <c:pt idx="1749">
                        <c:v>46104</c:v>
                      </c:pt>
                      <c:pt idx="1750">
                        <c:v>46105</c:v>
                      </c:pt>
                      <c:pt idx="1751">
                        <c:v>46106</c:v>
                      </c:pt>
                      <c:pt idx="1752">
                        <c:v>46107</c:v>
                      </c:pt>
                      <c:pt idx="1753">
                        <c:v>46108</c:v>
                      </c:pt>
                      <c:pt idx="1754">
                        <c:v>46111</c:v>
                      </c:pt>
                      <c:pt idx="1755">
                        <c:v>46112</c:v>
                      </c:pt>
                      <c:pt idx="1756">
                        <c:v>46113</c:v>
                      </c:pt>
                      <c:pt idx="1757">
                        <c:v>46114</c:v>
                      </c:pt>
                      <c:pt idx="1758">
                        <c:v>46115</c:v>
                      </c:pt>
                      <c:pt idx="1759">
                        <c:v>46119</c:v>
                      </c:pt>
                      <c:pt idx="1760">
                        <c:v>46120</c:v>
                      </c:pt>
                      <c:pt idx="1761">
                        <c:v>46121</c:v>
                      </c:pt>
                      <c:pt idx="1762">
                        <c:v>46122</c:v>
                      </c:pt>
                      <c:pt idx="1763">
                        <c:v>46125</c:v>
                      </c:pt>
                      <c:pt idx="1764">
                        <c:v>46126</c:v>
                      </c:pt>
                      <c:pt idx="1765">
                        <c:v>46127</c:v>
                      </c:pt>
                      <c:pt idx="1766">
                        <c:v>46128</c:v>
                      </c:pt>
                      <c:pt idx="1767">
                        <c:v>46129</c:v>
                      </c:pt>
                      <c:pt idx="1768">
                        <c:v>46132</c:v>
                      </c:pt>
                      <c:pt idx="1769">
                        <c:v>46133</c:v>
                      </c:pt>
                      <c:pt idx="1770">
                        <c:v>46134</c:v>
                      </c:pt>
                      <c:pt idx="1771">
                        <c:v>46135</c:v>
                      </c:pt>
                      <c:pt idx="1772">
                        <c:v>46136</c:v>
                      </c:pt>
                      <c:pt idx="1773">
                        <c:v>46139</c:v>
                      </c:pt>
                      <c:pt idx="1774">
                        <c:v>46140</c:v>
                      </c:pt>
                      <c:pt idx="1775">
                        <c:v>46141</c:v>
                      </c:pt>
                      <c:pt idx="1776">
                        <c:v>46142</c:v>
                      </c:pt>
                      <c:pt idx="1777">
                        <c:v>46148</c:v>
                      </c:pt>
                      <c:pt idx="1778">
                        <c:v>46149</c:v>
                      </c:pt>
                      <c:pt idx="1779">
                        <c:v>46150</c:v>
                      </c:pt>
                      <c:pt idx="1780">
                        <c:v>46153</c:v>
                      </c:pt>
                      <c:pt idx="1781">
                        <c:v>46154</c:v>
                      </c:pt>
                      <c:pt idx="1782">
                        <c:v>46155</c:v>
                      </c:pt>
                      <c:pt idx="1783">
                        <c:v>46156</c:v>
                      </c:pt>
                      <c:pt idx="1784">
                        <c:v>46157</c:v>
                      </c:pt>
                    </c:numCache>
                  </c:numRef>
                </c:cat>
                <c:val>
                  <c:numRef>
                    <c:extLst xmlns:c15="http://schemas.microsoft.com/office/drawing/2012/chart">
                      <c:ext xmlns:c15="http://schemas.microsoft.com/office/drawing/2012/chart" uri="{02D57815-91ED-43cb-92C2-25804820EDAC}">
                        <c15:formulaRef>
                          <c15:sqref>微盘_2018!$N$14:$N$10002</c15:sqref>
                        </c15:formulaRef>
                      </c:ext>
                    </c:extLst>
                    <c:numCache>
                      <c:formatCode>0.0000</c:formatCode>
                      <c:ptCount val="9989"/>
                      <c:pt idx="0">
                        <c:v>1</c:v>
                      </c:pt>
                      <c:pt idx="1">
                        <c:v>1.0054995969371292</c:v>
                      </c:pt>
                      <c:pt idx="2">
                        <c:v>0.99980010739633163</c:v>
                      </c:pt>
                      <c:pt idx="3">
                        <c:v>1.0241383298565705</c:v>
                      </c:pt>
                      <c:pt idx="4">
                        <c:v>1.0466574049149899</c:v>
                      </c:pt>
                      <c:pt idx="5">
                        <c:v>1.0474118893187812</c:v>
                      </c:pt>
                      <c:pt idx="6">
                        <c:v>1.0504451671483279</c:v>
                      </c:pt>
                      <c:pt idx="7">
                        <c:v>1.0495380882927476</c:v>
                      </c:pt>
                      <c:pt idx="8">
                        <c:v>1.0570996886463524</c:v>
                      </c:pt>
                      <c:pt idx="9">
                        <c:v>1.0498582234048015</c:v>
                      </c:pt>
                      <c:pt idx="10">
                        <c:v>1.0637911755799561</c:v>
                      </c:pt>
                      <c:pt idx="11">
                        <c:v>1.0610678643045652</c:v>
                      </c:pt>
                      <c:pt idx="12">
                        <c:v>1.0456816282812502</c:v>
                      </c:pt>
                      <c:pt idx="13">
                        <c:v>1.0489706733088713</c:v>
                      </c:pt>
                      <c:pt idx="14">
                        <c:v>1.0555864726496476</c:v>
                      </c:pt>
                      <c:pt idx="15">
                        <c:v>1.0481627268052827</c:v>
                      </c:pt>
                      <c:pt idx="16">
                        <c:v>1.0502313346829104</c:v>
                      </c:pt>
                      <c:pt idx="17">
                        <c:v>1.0562372491558349</c:v>
                      </c:pt>
                      <c:pt idx="18">
                        <c:v>1.0403704859126017</c:v>
                      </c:pt>
                      <c:pt idx="19">
                        <c:v>1.0296127204238732</c:v>
                      </c:pt>
                      <c:pt idx="20">
                        <c:v>1.0000996125283039</c:v>
                      </c:pt>
                      <c:pt idx="21">
                        <c:v>0.98372137918995828</c:v>
                      </c:pt>
                      <c:pt idx="22">
                        <c:v>0.95651350957132419</c:v>
                      </c:pt>
                      <c:pt idx="23">
                        <c:v>0.9876406759438886</c:v>
                      </c:pt>
                      <c:pt idx="24">
                        <c:v>1.0154207161086573</c:v>
                      </c:pt>
                      <c:pt idx="25">
                        <c:v>1.0338133141600823</c:v>
                      </c:pt>
                      <c:pt idx="26">
                        <c:v>1.0534686748632291</c:v>
                      </c:pt>
                      <c:pt idx="27">
                        <c:v>1.0589413628284754</c:v>
                      </c:pt>
                      <c:pt idx="28">
                        <c:v>1.0632367519200103</c:v>
                      </c:pt>
                      <c:pt idx="29">
                        <c:v>1.0992194629251253</c:v>
                      </c:pt>
                      <c:pt idx="30">
                        <c:v>1.1047525163414877</c:v>
                      </c:pt>
                      <c:pt idx="31">
                        <c:v>1.1113800067904538</c:v>
                      </c:pt>
                      <c:pt idx="32">
                        <c:v>1.1078671818337624</c:v>
                      </c:pt>
                      <c:pt idx="33">
                        <c:v>1.1293844486714497</c:v>
                      </c:pt>
                      <c:pt idx="34">
                        <c:v>1.1793636930476272</c:v>
                      </c:pt>
                      <c:pt idx="35">
                        <c:v>1.1771422561897007</c:v>
                      </c:pt>
                      <c:pt idx="36">
                        <c:v>1.1756076702886227</c:v>
                      </c:pt>
                      <c:pt idx="37">
                        <c:v>1.188716502686795</c:v>
                      </c:pt>
                      <c:pt idx="38">
                        <c:v>1.1925877975119443</c:v>
                      </c:pt>
                      <c:pt idx="39">
                        <c:v>1.2104417343412428</c:v>
                      </c:pt>
                      <c:pt idx="40">
                        <c:v>1.2427490547532283</c:v>
                      </c:pt>
                      <c:pt idx="41">
                        <c:v>1.2740641697577524</c:v>
                      </c:pt>
                      <c:pt idx="42">
                        <c:v>1.3028023448175636</c:v>
                      </c:pt>
                      <c:pt idx="43">
                        <c:v>1.2344407918831943</c:v>
                      </c:pt>
                      <c:pt idx="44">
                        <c:v>1.2959493428177107</c:v>
                      </c:pt>
                      <c:pt idx="45">
                        <c:v>1.3180605492864317</c:v>
                      </c:pt>
                      <c:pt idx="46">
                        <c:v>1.2975733003624645</c:v>
                      </c:pt>
                      <c:pt idx="47">
                        <c:v>1.2585348116580866</c:v>
                      </c:pt>
                      <c:pt idx="48">
                        <c:v>1.2846206607263413</c:v>
                      </c:pt>
                      <c:pt idx="49">
                        <c:v>1.3128743250605515</c:v>
                      </c:pt>
                      <c:pt idx="50">
                        <c:v>1.3166739681336999</c:v>
                      </c:pt>
                      <c:pt idx="51">
                        <c:v>1.322673089688744</c:v>
                      </c:pt>
                      <c:pt idx="52">
                        <c:v>1.3375068698859558</c:v>
                      </c:pt>
                      <c:pt idx="53">
                        <c:v>1.349566171215433</c:v>
                      </c:pt>
                      <c:pt idx="54">
                        <c:v>1.3433130908077828</c:v>
                      </c:pt>
                      <c:pt idx="55">
                        <c:v>1.3079953910569151</c:v>
                      </c:pt>
                      <c:pt idx="56">
                        <c:v>1.3226830586959963</c:v>
                      </c:pt>
                      <c:pt idx="57">
                        <c:v>1.310415093749367</c:v>
                      </c:pt>
                      <c:pt idx="58">
                        <c:v>1.3383080809687247</c:v>
                      </c:pt>
                      <c:pt idx="59">
                        <c:v>1.3838821922857378</c:v>
                      </c:pt>
                      <c:pt idx="60">
                        <c:v>1.3932684545854084</c:v>
                      </c:pt>
                      <c:pt idx="61">
                        <c:v>1.4090585574556211</c:v>
                      </c:pt>
                      <c:pt idx="62">
                        <c:v>1.4140943392185894</c:v>
                      </c:pt>
                      <c:pt idx="63">
                        <c:v>1.4129909661305773</c:v>
                      </c:pt>
                      <c:pt idx="64">
                        <c:v>1.4312575834173284</c:v>
                      </c:pt>
                      <c:pt idx="65">
                        <c:v>1.4331646924730697</c:v>
                      </c:pt>
                      <c:pt idx="66">
                        <c:v>1.4121808753347236</c:v>
                      </c:pt>
                      <c:pt idx="67">
                        <c:v>1.4118680041817981</c:v>
                      </c:pt>
                      <c:pt idx="68">
                        <c:v>1.3997655826855295</c:v>
                      </c:pt>
                      <c:pt idx="69">
                        <c:v>1.4234697501122655</c:v>
                      </c:pt>
                      <c:pt idx="70">
                        <c:v>1.4422053829660266</c:v>
                      </c:pt>
                      <c:pt idx="71">
                        <c:v>1.4381199001988878</c:v>
                      </c:pt>
                      <c:pt idx="72">
                        <c:v>1.4507222349547071</c:v>
                      </c:pt>
                      <c:pt idx="73">
                        <c:v>1.4357736522928939</c:v>
                      </c:pt>
                      <c:pt idx="74">
                        <c:v>1.4054915628047511</c:v>
                      </c:pt>
                      <c:pt idx="75">
                        <c:v>1.4249952680515869</c:v>
                      </c:pt>
                      <c:pt idx="76">
                        <c:v>1.3628120112868762</c:v>
                      </c:pt>
                      <c:pt idx="77">
                        <c:v>1.3462477545185061</c:v>
                      </c:pt>
                      <c:pt idx="78">
                        <c:v>1.2859630891551523</c:v>
                      </c:pt>
                      <c:pt idx="79">
                        <c:v>1.3032901746102221</c:v>
                      </c:pt>
                      <c:pt idx="80">
                        <c:v>1.2108302459452847</c:v>
                      </c:pt>
                      <c:pt idx="81">
                        <c:v>1.2392530965386539</c:v>
                      </c:pt>
                      <c:pt idx="82">
                        <c:v>1.2450561466250263</c:v>
                      </c:pt>
                      <c:pt idx="83">
                        <c:v>1.2453693844525211</c:v>
                      </c:pt>
                      <c:pt idx="84">
                        <c:v>1.2882216850499135</c:v>
                      </c:pt>
                      <c:pt idx="85">
                        <c:v>1.2905293130765643</c:v>
                      </c:pt>
                      <c:pt idx="86">
                        <c:v>1.2861706079962494</c:v>
                      </c:pt>
                      <c:pt idx="87">
                        <c:v>1.3137904791155552</c:v>
                      </c:pt>
                      <c:pt idx="88">
                        <c:v>1.323773104274429</c:v>
                      </c:pt>
                      <c:pt idx="89">
                        <c:v>1.274579285399063</c:v>
                      </c:pt>
                      <c:pt idx="90">
                        <c:v>1.2779531476415242</c:v>
                      </c:pt>
                      <c:pt idx="91">
                        <c:v>1.3004149407416288</c:v>
                      </c:pt>
                      <c:pt idx="92">
                        <c:v>1.298945684726845</c:v>
                      </c:pt>
                      <c:pt idx="93">
                        <c:v>1.2665513198409877</c:v>
                      </c:pt>
                      <c:pt idx="94">
                        <c:v>1.263246362151383</c:v>
                      </c:pt>
                      <c:pt idx="95">
                        <c:v>1.3001264035041937</c:v>
                      </c:pt>
                      <c:pt idx="96">
                        <c:v>1.3017175531293894</c:v>
                      </c:pt>
                      <c:pt idx="97">
                        <c:v>1.3130794993974544</c:v>
                      </c:pt>
                      <c:pt idx="98">
                        <c:v>1.3072174047186607</c:v>
                      </c:pt>
                      <c:pt idx="99">
                        <c:v>1.3120575481025276</c:v>
                      </c:pt>
                      <c:pt idx="100">
                        <c:v>1.2888346107897883</c:v>
                      </c:pt>
                      <c:pt idx="101">
                        <c:v>1.2677682790044957</c:v>
                      </c:pt>
                      <c:pt idx="102">
                        <c:v>1.2784477459441446</c:v>
                      </c:pt>
                      <c:pt idx="103">
                        <c:v>1.246774141316342</c:v>
                      </c:pt>
                      <c:pt idx="104">
                        <c:v>1.2641221673553882</c:v>
                      </c:pt>
                      <c:pt idx="105">
                        <c:v>1.3098952234614041</c:v>
                      </c:pt>
                      <c:pt idx="106">
                        <c:v>1.3094237185099384</c:v>
                      </c:pt>
                      <c:pt idx="107">
                        <c:v>1.3220494025962899</c:v>
                      </c:pt>
                      <c:pt idx="108">
                        <c:v>1.2889654329113731</c:v>
                      </c:pt>
                      <c:pt idx="109">
                        <c:v>1.2963802735415875</c:v>
                      </c:pt>
                      <c:pt idx="110">
                        <c:v>1.2930301203133987</c:v>
                      </c:pt>
                      <c:pt idx="111">
                        <c:v>1.3100891791316447</c:v>
                      </c:pt>
                      <c:pt idx="112">
                        <c:v>1.3243373499219033</c:v>
                      </c:pt>
                      <c:pt idx="113">
                        <c:v>1.3684110553579643</c:v>
                      </c:pt>
                      <c:pt idx="114">
                        <c:v>1.3698073803356319</c:v>
                      </c:pt>
                      <c:pt idx="115">
                        <c:v>1.3609818878100797</c:v>
                      </c:pt>
                      <c:pt idx="116">
                        <c:v>1.3630012328276055</c:v>
                      </c:pt>
                      <c:pt idx="117">
                        <c:v>1.3681351416109697</c:v>
                      </c:pt>
                      <c:pt idx="118">
                        <c:v>1.3436150975585082</c:v>
                      </c:pt>
                      <c:pt idx="119">
                        <c:v>1.3786815746220471</c:v>
                      </c:pt>
                      <c:pt idx="120">
                        <c:v>1.3758160852343386</c:v>
                      </c:pt>
                      <c:pt idx="121">
                        <c:v>1.3633433152209005</c:v>
                      </c:pt>
                      <c:pt idx="122">
                        <c:v>1.3588668901775933</c:v>
                      </c:pt>
                      <c:pt idx="123">
                        <c:v>1.3646995368967676</c:v>
                      </c:pt>
                      <c:pt idx="124">
                        <c:v>1.3166378816284885</c:v>
                      </c:pt>
                      <c:pt idx="125">
                        <c:v>1.3268286573788843</c:v>
                      </c:pt>
                      <c:pt idx="126">
                        <c:v>1.3193648979607853</c:v>
                      </c:pt>
                      <c:pt idx="127">
                        <c:v>1.3255995191261938</c:v>
                      </c:pt>
                      <c:pt idx="128">
                        <c:v>1.33080612003794</c:v>
                      </c:pt>
                      <c:pt idx="129">
                        <c:v>1.3416748704421542</c:v>
                      </c:pt>
                      <c:pt idx="130">
                        <c:v>1.3485799943336862</c:v>
                      </c:pt>
                      <c:pt idx="131">
                        <c:v>1.3489614085409389</c:v>
                      </c:pt>
                      <c:pt idx="132">
                        <c:v>1.3228916002646636</c:v>
                      </c:pt>
                      <c:pt idx="133">
                        <c:v>1.3306836342181871</c:v>
                      </c:pt>
                      <c:pt idx="134">
                        <c:v>1.2859274655982165</c:v>
                      </c:pt>
                      <c:pt idx="135">
                        <c:v>1.3094136183698042</c:v>
                      </c:pt>
                      <c:pt idx="136">
                        <c:v>1.3276728953927803</c:v>
                      </c:pt>
                      <c:pt idx="137">
                        <c:v>1.3291141374989279</c:v>
                      </c:pt>
                      <c:pt idx="138">
                        <c:v>1.3293976503067229</c:v>
                      </c:pt>
                      <c:pt idx="139">
                        <c:v>1.3279462801999056</c:v>
                      </c:pt>
                      <c:pt idx="140">
                        <c:v>1.3364075831248705</c:v>
                      </c:pt>
                      <c:pt idx="141">
                        <c:v>1.328067670523952</c:v>
                      </c:pt>
                      <c:pt idx="142">
                        <c:v>1.3295262234777974</c:v>
                      </c:pt>
                      <c:pt idx="143">
                        <c:v>1.3064803515582997</c:v>
                      </c:pt>
                      <c:pt idx="144">
                        <c:v>1.295959630910023</c:v>
                      </c:pt>
                      <c:pt idx="145">
                        <c:v>1.2504366658776396</c:v>
                      </c:pt>
                      <c:pt idx="146">
                        <c:v>1.2476490914150129</c:v>
                      </c:pt>
                      <c:pt idx="147">
                        <c:v>1.2531969340643663</c:v>
                      </c:pt>
                      <c:pt idx="148">
                        <c:v>1.2389118122601501</c:v>
                      </c:pt>
                      <c:pt idx="149">
                        <c:v>1.2569640586143342</c:v>
                      </c:pt>
                      <c:pt idx="150">
                        <c:v>1.2484213768771086</c:v>
                      </c:pt>
                      <c:pt idx="151">
                        <c:v>1.2564932271673652</c:v>
                      </c:pt>
                      <c:pt idx="152">
                        <c:v>1.2589903522613637</c:v>
                      </c:pt>
                      <c:pt idx="153">
                        <c:v>1.2640531820499401</c:v>
                      </c:pt>
                      <c:pt idx="154">
                        <c:v>1.3004446363187934</c:v>
                      </c:pt>
                      <c:pt idx="155">
                        <c:v>1.3055288303227486</c:v>
                      </c:pt>
                      <c:pt idx="156">
                        <c:v>1.307294885374112</c:v>
                      </c:pt>
                      <c:pt idx="157">
                        <c:v>1.314782146527345</c:v>
                      </c:pt>
                      <c:pt idx="158">
                        <c:v>1.3108900548790414</c:v>
                      </c:pt>
                      <c:pt idx="159">
                        <c:v>1.3025449003469793</c:v>
                      </c:pt>
                      <c:pt idx="160">
                        <c:v>1.3273963051790756</c:v>
                      </c:pt>
                      <c:pt idx="161">
                        <c:v>1.3304180099808054</c:v>
                      </c:pt>
                      <c:pt idx="162">
                        <c:v>1.3285915602120622</c:v>
                      </c:pt>
                      <c:pt idx="163">
                        <c:v>1.3039443158571005</c:v>
                      </c:pt>
                      <c:pt idx="164">
                        <c:v>1.3373202094194248</c:v>
                      </c:pt>
                      <c:pt idx="165">
                        <c:v>1.3481307770328308</c:v>
                      </c:pt>
                      <c:pt idx="166">
                        <c:v>1.3592200651273205</c:v>
                      </c:pt>
                      <c:pt idx="167">
                        <c:v>1.3702417695027291</c:v>
                      </c:pt>
                      <c:pt idx="168">
                        <c:v>1.3766161963838541</c:v>
                      </c:pt>
                      <c:pt idx="169">
                        <c:v>1.4032347412949868</c:v>
                      </c:pt>
                      <c:pt idx="170">
                        <c:v>1.4082991096280553</c:v>
                      </c:pt>
                      <c:pt idx="171">
                        <c:v>1.4026557674565074</c:v>
                      </c:pt>
                      <c:pt idx="172">
                        <c:v>1.4093184224566646</c:v>
                      </c:pt>
                      <c:pt idx="173">
                        <c:v>1.414875667478283</c:v>
                      </c:pt>
                      <c:pt idx="174">
                        <c:v>1.3842171609708582</c:v>
                      </c:pt>
                      <c:pt idx="175">
                        <c:v>1.3908746719397027</c:v>
                      </c:pt>
                      <c:pt idx="176">
                        <c:v>1.4089018218187039</c:v>
                      </c:pt>
                      <c:pt idx="177">
                        <c:v>1.4105434908660874</c:v>
                      </c:pt>
                      <c:pt idx="178">
                        <c:v>1.4012079291565034</c:v>
                      </c:pt>
                      <c:pt idx="179">
                        <c:v>1.4049732254612475</c:v>
                      </c:pt>
                      <c:pt idx="180">
                        <c:v>1.3747104791896596</c:v>
                      </c:pt>
                      <c:pt idx="181">
                        <c:v>1.3337686076906794</c:v>
                      </c:pt>
                      <c:pt idx="182">
                        <c:v>1.3511835587178154</c:v>
                      </c:pt>
                      <c:pt idx="183">
                        <c:v>1.3382090340179156</c:v>
                      </c:pt>
                      <c:pt idx="184">
                        <c:v>1.3469296444887777</c:v>
                      </c:pt>
                      <c:pt idx="185">
                        <c:v>1.3662435645669984</c:v>
                      </c:pt>
                      <c:pt idx="186">
                        <c:v>1.3832765838275296</c:v>
                      </c:pt>
                      <c:pt idx="187">
                        <c:v>1.38499530038409</c:v>
                      </c:pt>
                      <c:pt idx="188">
                        <c:v>1.407180319964946</c:v>
                      </c:pt>
                      <c:pt idx="189">
                        <c:v>1.3963445662909351</c:v>
                      </c:pt>
                      <c:pt idx="190">
                        <c:v>1.3820905855436643</c:v>
                      </c:pt>
                      <c:pt idx="191">
                        <c:v>1.3777458997299248</c:v>
                      </c:pt>
                      <c:pt idx="192">
                        <c:v>1.3586987041581355</c:v>
                      </c:pt>
                      <c:pt idx="193">
                        <c:v>1.3640898644266815</c:v>
                      </c:pt>
                      <c:pt idx="194">
                        <c:v>1.379970739627489</c:v>
                      </c:pt>
                      <c:pt idx="195">
                        <c:v>1.3789466425892105</c:v>
                      </c:pt>
                      <c:pt idx="196">
                        <c:v>1.3824961571384331</c:v>
                      </c:pt>
                      <c:pt idx="197">
                        <c:v>1.3913072000343558</c:v>
                      </c:pt>
                      <c:pt idx="198">
                        <c:v>1.408668744320948</c:v>
                      </c:pt>
                      <c:pt idx="199">
                        <c:v>1.3844815116066918</c:v>
                      </c:pt>
                      <c:pt idx="200">
                        <c:v>1.3622151823480888</c:v>
                      </c:pt>
                      <c:pt idx="201">
                        <c:v>1.3445634677850062</c:v>
                      </c:pt>
                      <c:pt idx="202">
                        <c:v>1.3608015911821496</c:v>
                      </c:pt>
                      <c:pt idx="203">
                        <c:v>1.3592898388314356</c:v>
                      </c:pt>
                      <c:pt idx="204">
                        <c:v>1.3557095745254069</c:v>
                      </c:pt>
                      <c:pt idx="205">
                        <c:v>1.3398460599746624</c:v>
                      </c:pt>
                      <c:pt idx="206">
                        <c:v>1.3487614277315296</c:v>
                      </c:pt>
                      <c:pt idx="207">
                        <c:v>1.3458652971102769</c:v>
                      </c:pt>
                      <c:pt idx="208">
                        <c:v>1.3081530910983319</c:v>
                      </c:pt>
                      <c:pt idx="209">
                        <c:v>1.3167690277716078</c:v>
                      </c:pt>
                      <c:pt idx="210">
                        <c:v>1.3117451513909693</c:v>
                      </c:pt>
                      <c:pt idx="211">
                        <c:v>1.3171963842560312</c:v>
                      </c:pt>
                      <c:pt idx="212">
                        <c:v>1.2958636145287223</c:v>
                      </c:pt>
                      <c:pt idx="213">
                        <c:v>1.3049386767883795</c:v>
                      </c:pt>
                      <c:pt idx="214">
                        <c:v>1.3277594842372455</c:v>
                      </c:pt>
                      <c:pt idx="215">
                        <c:v>1.3191832721282895</c:v>
                      </c:pt>
                      <c:pt idx="216">
                        <c:v>1.3222495664379168</c:v>
                      </c:pt>
                      <c:pt idx="217">
                        <c:v>1.3146871991293319</c:v>
                      </c:pt>
                      <c:pt idx="218">
                        <c:v>1.3142430267384815</c:v>
                      </c:pt>
                      <c:pt idx="219">
                        <c:v>1.3156186517499306</c:v>
                      </c:pt>
                      <c:pt idx="220">
                        <c:v>1.3103218126172731</c:v>
                      </c:pt>
                      <c:pt idx="221">
                        <c:v>1.3070877095854061</c:v>
                      </c:pt>
                      <c:pt idx="222">
                        <c:v>1.3113192375060754</c:v>
                      </c:pt>
                      <c:pt idx="223">
                        <c:v>1.3146474218375406</c:v>
                      </c:pt>
                      <c:pt idx="224">
                        <c:v>1.3268364524705702</c:v>
                      </c:pt>
                      <c:pt idx="225">
                        <c:v>1.3331971269858387</c:v>
                      </c:pt>
                      <c:pt idx="226">
                        <c:v>1.3440653435880099</c:v>
                      </c:pt>
                      <c:pt idx="227">
                        <c:v>1.3509437990931934</c:v>
                      </c:pt>
                      <c:pt idx="228">
                        <c:v>1.3522316973413067</c:v>
                      </c:pt>
                      <c:pt idx="229">
                        <c:v>1.3585088429147534</c:v>
                      </c:pt>
                      <c:pt idx="230">
                        <c:v>1.3551778452162622</c:v>
                      </c:pt>
                      <c:pt idx="231">
                        <c:v>1.3511371986726983</c:v>
                      </c:pt>
                      <c:pt idx="232">
                        <c:v>1.3630732931855634</c:v>
                      </c:pt>
                      <c:pt idx="233">
                        <c:v>1.3820092011926386</c:v>
                      </c:pt>
                      <c:pt idx="234">
                        <c:v>1.3964067308757169</c:v>
                      </c:pt>
                      <c:pt idx="235">
                        <c:v>1.4014598240509528</c:v>
                      </c:pt>
                      <c:pt idx="236">
                        <c:v>1.4181465965333568</c:v>
                      </c:pt>
                      <c:pt idx="237">
                        <c:v>1.4102083617704833</c:v>
                      </c:pt>
                      <c:pt idx="238">
                        <c:v>1.3788123926864295</c:v>
                      </c:pt>
                      <c:pt idx="239">
                        <c:v>1.4045294548130254</c:v>
                      </c:pt>
                      <c:pt idx="240">
                        <c:v>1.4087016030346768</c:v>
                      </c:pt>
                      <c:pt idx="241">
                        <c:v>1.4260782815869291</c:v>
                      </c:pt>
                      <c:pt idx="242">
                        <c:v>1.4183500162052163</c:v>
                      </c:pt>
                      <c:pt idx="243">
                        <c:v>1.4247569091416814</c:v>
                      </c:pt>
                      <c:pt idx="244">
                        <c:v>1.4341492361938888</c:v>
                      </c:pt>
                      <c:pt idx="245">
                        <c:v>1.462227756340541</c:v>
                      </c:pt>
                      <c:pt idx="246">
                        <c:v>1.4672428700600484</c:v>
                      </c:pt>
                      <c:pt idx="247">
                        <c:v>1.4780919240866497</c:v>
                      </c:pt>
                      <c:pt idx="248">
                        <c:v>1.4952460964954513</c:v>
                      </c:pt>
                      <c:pt idx="249">
                        <c:v>1.4743864978822829</c:v>
                      </c:pt>
                      <c:pt idx="250">
                        <c:v>1.4954282217427233</c:v>
                      </c:pt>
                      <c:pt idx="251">
                        <c:v>1.4886575291550255</c:v>
                      </c:pt>
                      <c:pt idx="252">
                        <c:v>1.4988454129011926</c:v>
                      </c:pt>
                      <c:pt idx="253">
                        <c:v>1.5041860628036059</c:v>
                      </c:pt>
                      <c:pt idx="254">
                        <c:v>1.488726873319792</c:v>
                      </c:pt>
                      <c:pt idx="255">
                        <c:v>1.4761006070966793</c:v>
                      </c:pt>
                      <c:pt idx="256">
                        <c:v>1.4679792967129175</c:v>
                      </c:pt>
                      <c:pt idx="257">
                        <c:v>1.4770719738591329</c:v>
                      </c:pt>
                      <c:pt idx="258">
                        <c:v>1.4631652915501281</c:v>
                      </c:pt>
                      <c:pt idx="259">
                        <c:v>1.4571212021621065</c:v>
                      </c:pt>
                      <c:pt idx="260">
                        <c:v>1.4098084633201577</c:v>
                      </c:pt>
                      <c:pt idx="261">
                        <c:v>1.2833338578640054</c:v>
                      </c:pt>
                      <c:pt idx="262">
                        <c:v>1.2581696159179858</c:v>
                      </c:pt>
                      <c:pt idx="263">
                        <c:v>1.2933362589181279</c:v>
                      </c:pt>
                      <c:pt idx="264">
                        <c:v>1.3217763006021468</c:v>
                      </c:pt>
                      <c:pt idx="265">
                        <c:v>1.3397099088086111</c:v>
                      </c:pt>
                      <c:pt idx="266">
                        <c:v>1.3673816256296421</c:v>
                      </c:pt>
                      <c:pt idx="267">
                        <c:v>1.3593955675485851</c:v>
                      </c:pt>
                      <c:pt idx="268">
                        <c:v>1.3804659441985934</c:v>
                      </c:pt>
                      <c:pt idx="269">
                        <c:v>1.3619795696220527</c:v>
                      </c:pt>
                      <c:pt idx="270">
                        <c:v>1.3616414784463258</c:v>
                      </c:pt>
                      <c:pt idx="271">
                        <c:v>1.4091372064829768</c:v>
                      </c:pt>
                      <c:pt idx="272">
                        <c:v>1.4342611213868628</c:v>
                      </c:pt>
                      <c:pt idx="273">
                        <c:v>1.4312126624418444</c:v>
                      </c:pt>
                      <c:pt idx="274">
                        <c:v>1.4614311238473041</c:v>
                      </c:pt>
                      <c:pt idx="275">
                        <c:v>1.4739749155530393</c:v>
                      </c:pt>
                      <c:pt idx="276">
                        <c:v>1.4851975674249078</c:v>
                      </c:pt>
                      <c:pt idx="277">
                        <c:v>1.4698277628915082</c:v>
                      </c:pt>
                      <c:pt idx="278">
                        <c:v>1.4663760709714577</c:v>
                      </c:pt>
                      <c:pt idx="279">
                        <c:v>1.473579473214629</c:v>
                      </c:pt>
                      <c:pt idx="280">
                        <c:v>1.38918285385635</c:v>
                      </c:pt>
                      <c:pt idx="281">
                        <c:v>1.4507251777541148</c:v>
                      </c:pt>
                      <c:pt idx="282">
                        <c:v>1.4686254481959984</c:v>
                      </c:pt>
                      <c:pt idx="283">
                        <c:v>1.4920771839664921</c:v>
                      </c:pt>
                      <c:pt idx="284">
                        <c:v>1.527456818695027</c:v>
                      </c:pt>
                      <c:pt idx="285">
                        <c:v>1.5363484111163515</c:v>
                      </c:pt>
                      <c:pt idx="286">
                        <c:v>1.5013772378924399</c:v>
                      </c:pt>
                      <c:pt idx="287">
                        <c:v>1.5308647337733861</c:v>
                      </c:pt>
                      <c:pt idx="288">
                        <c:v>1.5332630972575816</c:v>
                      </c:pt>
                      <c:pt idx="289">
                        <c:v>1.5072180844879428</c:v>
                      </c:pt>
                      <c:pt idx="290">
                        <c:v>1.4945506937917177</c:v>
                      </c:pt>
                      <c:pt idx="291">
                        <c:v>1.452557100725046</c:v>
                      </c:pt>
                      <c:pt idx="292">
                        <c:v>1.4501759879044751</c:v>
                      </c:pt>
                      <c:pt idx="293">
                        <c:v>1.4311908286803678</c:v>
                      </c:pt>
                      <c:pt idx="294">
                        <c:v>1.4455228734176755</c:v>
                      </c:pt>
                      <c:pt idx="295">
                        <c:v>1.474611853716546</c:v>
                      </c:pt>
                      <c:pt idx="296">
                        <c:v>1.4292880279052675</c:v>
                      </c:pt>
                      <c:pt idx="297">
                        <c:v>1.4614827732345381</c:v>
                      </c:pt>
                      <c:pt idx="298">
                        <c:v>1.4916440245726961</c:v>
                      </c:pt>
                      <c:pt idx="299">
                        <c:v>1.4719301751585869</c:v>
                      </c:pt>
                      <c:pt idx="300">
                        <c:v>1.46918478030746</c:v>
                      </c:pt>
                      <c:pt idx="301">
                        <c:v>1.435041543723049</c:v>
                      </c:pt>
                      <c:pt idx="302">
                        <c:v>1.433685606164453</c:v>
                      </c:pt>
                      <c:pt idx="303">
                        <c:v>1.4254659204486215</c:v>
                      </c:pt>
                      <c:pt idx="304">
                        <c:v>1.4501294506257267</c:v>
                      </c:pt>
                      <c:pt idx="305">
                        <c:v>1.4451949721507535</c:v>
                      </c:pt>
                      <c:pt idx="306">
                        <c:v>1.4856477679172424</c:v>
                      </c:pt>
                      <c:pt idx="307">
                        <c:v>1.5052394645692178</c:v>
                      </c:pt>
                      <c:pt idx="308">
                        <c:v>1.5169791754308108</c:v>
                      </c:pt>
                      <c:pt idx="309">
                        <c:v>1.4818702439381495</c:v>
                      </c:pt>
                      <c:pt idx="310">
                        <c:v>1.4713252870201645</c:v>
                      </c:pt>
                      <c:pt idx="311">
                        <c:v>1.4942085743838411</c:v>
                      </c:pt>
                      <c:pt idx="312">
                        <c:v>1.4772459681348444</c:v>
                      </c:pt>
                      <c:pt idx="313">
                        <c:v>1.4802282634871746</c:v>
                      </c:pt>
                      <c:pt idx="314">
                        <c:v>1.4745512188719563</c:v>
                      </c:pt>
                      <c:pt idx="315">
                        <c:v>1.4871389266782371</c:v>
                      </c:pt>
                      <c:pt idx="316">
                        <c:v>1.482732294739856</c:v>
                      </c:pt>
                      <c:pt idx="317">
                        <c:v>1.4975705987897383</c:v>
                      </c:pt>
                      <c:pt idx="318">
                        <c:v>1.4927923790189681</c:v>
                      </c:pt>
                      <c:pt idx="319">
                        <c:v>1.4655700862809513</c:v>
                      </c:pt>
                      <c:pt idx="320">
                        <c:v>1.44605767697358</c:v>
                      </c:pt>
                      <c:pt idx="321">
                        <c:v>1.403591933987268</c:v>
                      </c:pt>
                      <c:pt idx="322">
                        <c:v>1.3970428564597313</c:v>
                      </c:pt>
                      <c:pt idx="323">
                        <c:v>1.4268184320415649</c:v>
                      </c:pt>
                      <c:pt idx="324">
                        <c:v>1.451315008800887</c:v>
                      </c:pt>
                      <c:pt idx="325">
                        <c:v>1.444201119389902</c:v>
                      </c:pt>
                      <c:pt idx="326">
                        <c:v>1.4591525469023459</c:v>
                      </c:pt>
                      <c:pt idx="327">
                        <c:v>1.4571403804456946</c:v>
                      </c:pt>
                      <c:pt idx="328">
                        <c:v>1.4510024012348037</c:v>
                      </c:pt>
                      <c:pt idx="329">
                        <c:v>1.4572487218527446</c:v>
                      </c:pt>
                      <c:pt idx="330">
                        <c:v>1.4485593791434701</c:v>
                      </c:pt>
                      <c:pt idx="331">
                        <c:v>1.4514528282451407</c:v>
                      </c:pt>
                      <c:pt idx="332">
                        <c:v>1.4491085013885998</c:v>
                      </c:pt>
                      <c:pt idx="333">
                        <c:v>1.4674536827151665</c:v>
                      </c:pt>
                      <c:pt idx="334">
                        <c:v>1.4637456747347379</c:v>
                      </c:pt>
                      <c:pt idx="335">
                        <c:v>1.4595257330970277</c:v>
                      </c:pt>
                      <c:pt idx="336">
                        <c:v>1.4446901773406626</c:v>
                      </c:pt>
                      <c:pt idx="337">
                        <c:v>1.4477195329833177</c:v>
                      </c:pt>
                      <c:pt idx="338">
                        <c:v>1.473952516745993</c:v>
                      </c:pt>
                      <c:pt idx="339">
                        <c:v>1.4757832650219183</c:v>
                      </c:pt>
                      <c:pt idx="340">
                        <c:v>1.4709936393332312</c:v>
                      </c:pt>
                      <c:pt idx="341">
                        <c:v>1.4809072203879345</c:v>
                      </c:pt>
                      <c:pt idx="342">
                        <c:v>1.5125485429572998</c:v>
                      </c:pt>
                      <c:pt idx="343">
                        <c:v>1.5263925343596052</c:v>
                      </c:pt>
                      <c:pt idx="344">
                        <c:v>1.5317211910425632</c:v>
                      </c:pt>
                      <c:pt idx="345">
                        <c:v>1.5431833993731843</c:v>
                      </c:pt>
                      <c:pt idx="346">
                        <c:v>1.5372707139461341</c:v>
                      </c:pt>
                      <c:pt idx="347">
                        <c:v>1.5257768657703756</c:v>
                      </c:pt>
                      <c:pt idx="348">
                        <c:v>1.5334214344960277</c:v>
                      </c:pt>
                      <c:pt idx="349">
                        <c:v>1.5245231490115319</c:v>
                      </c:pt>
                      <c:pt idx="350">
                        <c:v>1.519420726216369</c:v>
                      </c:pt>
                      <c:pt idx="351">
                        <c:v>1.5168415375238766</c:v>
                      </c:pt>
                      <c:pt idx="352">
                        <c:v>1.5146905683711629</c:v>
                      </c:pt>
                      <c:pt idx="353">
                        <c:v>1.5337118231807469</c:v>
                      </c:pt>
                      <c:pt idx="354">
                        <c:v>1.5411414881297298</c:v>
                      </c:pt>
                      <c:pt idx="355">
                        <c:v>1.5412781218269724</c:v>
                      </c:pt>
                      <c:pt idx="356">
                        <c:v>1.5440269037491421</c:v>
                      </c:pt>
                      <c:pt idx="357">
                        <c:v>1.543293164858309</c:v>
                      </c:pt>
                      <c:pt idx="358">
                        <c:v>1.5403547432413087</c:v>
                      </c:pt>
                      <c:pt idx="359">
                        <c:v>1.5320589093081525</c:v>
                      </c:pt>
                      <c:pt idx="360">
                        <c:v>1.5210493544983061</c:v>
                      </c:pt>
                      <c:pt idx="361">
                        <c:v>1.5420884659980036</c:v>
                      </c:pt>
                      <c:pt idx="362">
                        <c:v>1.5447598614886382</c:v>
                      </c:pt>
                      <c:pt idx="363">
                        <c:v>1.5626681297875455</c:v>
                      </c:pt>
                      <c:pt idx="364">
                        <c:v>1.5840021726466802</c:v>
                      </c:pt>
                      <c:pt idx="365">
                        <c:v>1.6376075890006716</c:v>
                      </c:pt>
                      <c:pt idx="366">
                        <c:v>1.6476739429217737</c:v>
                      </c:pt>
                      <c:pt idx="367">
                        <c:v>1.6762638219691501</c:v>
                      </c:pt>
                      <c:pt idx="368">
                        <c:v>1.7150985719009837</c:v>
                      </c:pt>
                      <c:pt idx="369">
                        <c:v>1.6948641481693061</c:v>
                      </c:pt>
                      <c:pt idx="370">
                        <c:v>1.752606892861623</c:v>
                      </c:pt>
                      <c:pt idx="371">
                        <c:v>1.7571536079171461</c:v>
                      </c:pt>
                      <c:pt idx="372">
                        <c:v>1.7160956985707969</c:v>
                      </c:pt>
                      <c:pt idx="373">
                        <c:v>1.6556765622287206</c:v>
                      </c:pt>
                      <c:pt idx="374">
                        <c:v>1.6636527939847177</c:v>
                      </c:pt>
                      <c:pt idx="375">
                        <c:v>1.7275078622405005</c:v>
                      </c:pt>
                      <c:pt idx="376">
                        <c:v>1.7291986872260721</c:v>
                      </c:pt>
                      <c:pt idx="377">
                        <c:v>1.72971884398741</c:v>
                      </c:pt>
                      <c:pt idx="378">
                        <c:v>1.7250241430347728</c:v>
                      </c:pt>
                      <c:pt idx="379">
                        <c:v>1.6698782204447298</c:v>
                      </c:pt>
                      <c:pt idx="380">
                        <c:v>1.6713811716731757</c:v>
                      </c:pt>
                      <c:pt idx="381">
                        <c:v>1.6979515644832819</c:v>
                      </c:pt>
                      <c:pt idx="382">
                        <c:v>1.7262007898582823</c:v>
                      </c:pt>
                      <c:pt idx="383">
                        <c:v>1.7276158385557723</c:v>
                      </c:pt>
                      <c:pt idx="384">
                        <c:v>1.7495463284770765</c:v>
                      </c:pt>
                      <c:pt idx="385">
                        <c:v>1.7983569321489412</c:v>
                      </c:pt>
                      <c:pt idx="386">
                        <c:v>1.7902889209958008</c:v>
                      </c:pt>
                      <c:pt idx="387">
                        <c:v>1.8122256533831369</c:v>
                      </c:pt>
                      <c:pt idx="388">
                        <c:v>1.8090042758546669</c:v>
                      </c:pt>
                      <c:pt idx="389">
                        <c:v>1.7859676299763985</c:v>
                      </c:pt>
                      <c:pt idx="390">
                        <c:v>1.8120748484843889</c:v>
                      </c:pt>
                      <c:pt idx="391">
                        <c:v>1.7790593396715195</c:v>
                      </c:pt>
                      <c:pt idx="392">
                        <c:v>1.7794328407445159</c:v>
                      </c:pt>
                      <c:pt idx="393">
                        <c:v>1.7988986819286981</c:v>
                      </c:pt>
                      <c:pt idx="394">
                        <c:v>1.8113391230351905</c:v>
                      </c:pt>
                      <c:pt idx="395">
                        <c:v>1.8369054787866648</c:v>
                      </c:pt>
                      <c:pt idx="396">
                        <c:v>1.8496871542102538</c:v>
                      </c:pt>
                      <c:pt idx="397">
                        <c:v>1.8318373847981448</c:v>
                      </c:pt>
                      <c:pt idx="398">
                        <c:v>1.8195480025303694</c:v>
                      </c:pt>
                      <c:pt idx="399">
                        <c:v>1.8346736149545113</c:v>
                      </c:pt>
                      <c:pt idx="400">
                        <c:v>1.8439951220043989</c:v>
                      </c:pt>
                      <c:pt idx="401">
                        <c:v>1.8682740279344354</c:v>
                      </c:pt>
                      <c:pt idx="402">
                        <c:v>1.8391702332959459</c:v>
                      </c:pt>
                      <c:pt idx="403">
                        <c:v>1.8794970078510478</c:v>
                      </c:pt>
                      <c:pt idx="404">
                        <c:v>1.8850496692386682</c:v>
                      </c:pt>
                      <c:pt idx="405">
                        <c:v>1.882371542007524</c:v>
                      </c:pt>
                      <c:pt idx="406">
                        <c:v>1.9023046316169252</c:v>
                      </c:pt>
                      <c:pt idx="407">
                        <c:v>1.9291506955792403</c:v>
                      </c:pt>
                      <c:pt idx="408">
                        <c:v>1.9165692783824377</c:v>
                      </c:pt>
                      <c:pt idx="409">
                        <c:v>1.9406659070729069</c:v>
                      </c:pt>
                      <c:pt idx="410">
                        <c:v>1.9458316513191749</c:v>
                      </c:pt>
                      <c:pt idx="411">
                        <c:v>1.983979871467592</c:v>
                      </c:pt>
                      <c:pt idx="412">
                        <c:v>1.9380812186780645</c:v>
                      </c:pt>
                      <c:pt idx="413">
                        <c:v>1.8301681326267305</c:v>
                      </c:pt>
                      <c:pt idx="414">
                        <c:v>1.8602975213270352</c:v>
                      </c:pt>
                      <c:pt idx="415">
                        <c:v>1.8996439878549607</c:v>
                      </c:pt>
                      <c:pt idx="416">
                        <c:v>1.8941102625152142</c:v>
                      </c:pt>
                      <c:pt idx="417">
                        <c:v>1.8780109647145065</c:v>
                      </c:pt>
                      <c:pt idx="418">
                        <c:v>1.8892612271348852</c:v>
                      </c:pt>
                      <c:pt idx="419">
                        <c:v>1.9143362202311942</c:v>
                      </c:pt>
                      <c:pt idx="420">
                        <c:v>1.9087241699092514</c:v>
                      </c:pt>
                      <c:pt idx="421">
                        <c:v>1.8778803984032246</c:v>
                      </c:pt>
                      <c:pt idx="422">
                        <c:v>1.8947117447461403</c:v>
                      </c:pt>
                      <c:pt idx="423">
                        <c:v>1.8403840129557594</c:v>
                      </c:pt>
                      <c:pt idx="424">
                        <c:v>1.8294834855869111</c:v>
                      </c:pt>
                      <c:pt idx="425">
                        <c:v>1.793305063440858</c:v>
                      </c:pt>
                      <c:pt idx="426">
                        <c:v>1.8069011230894572</c:v>
                      </c:pt>
                      <c:pt idx="427">
                        <c:v>1.8011596601503952</c:v>
                      </c:pt>
                      <c:pt idx="428">
                        <c:v>1.8539235398597995</c:v>
                      </c:pt>
                      <c:pt idx="429">
                        <c:v>1.9084664745969702</c:v>
                      </c:pt>
                      <c:pt idx="430">
                        <c:v>1.9146630902625958</c:v>
                      </c:pt>
                      <c:pt idx="431">
                        <c:v>1.9062031004616278</c:v>
                      </c:pt>
                      <c:pt idx="432">
                        <c:v>1.9109917954482758</c:v>
                      </c:pt>
                      <c:pt idx="433">
                        <c:v>1.9217497682575153</c:v>
                      </c:pt>
                      <c:pt idx="434">
                        <c:v>1.9160774947070804</c:v>
                      </c:pt>
                      <c:pt idx="435">
                        <c:v>1.9363295134826202</c:v>
                      </c:pt>
                      <c:pt idx="436">
                        <c:v>1.9167213438288333</c:v>
                      </c:pt>
                      <c:pt idx="437">
                        <c:v>1.9176185514156636</c:v>
                      </c:pt>
                      <c:pt idx="438">
                        <c:v>1.8980244211705946</c:v>
                      </c:pt>
                      <c:pt idx="439">
                        <c:v>1.9022853513602309</c:v>
                      </c:pt>
                      <c:pt idx="440">
                        <c:v>1.8959209741638265</c:v>
                      </c:pt>
                      <c:pt idx="441">
                        <c:v>1.8968348804228081</c:v>
                      </c:pt>
                      <c:pt idx="442">
                        <c:v>1.9019516815424045</c:v>
                      </c:pt>
                      <c:pt idx="443">
                        <c:v>1.8406860543730856</c:v>
                      </c:pt>
                      <c:pt idx="444">
                        <c:v>1.8483954295597664</c:v>
                      </c:pt>
                      <c:pt idx="445">
                        <c:v>1.8879850988794307</c:v>
                      </c:pt>
                      <c:pt idx="446">
                        <c:v>1.8792674434150216</c:v>
                      </c:pt>
                      <c:pt idx="447">
                        <c:v>1.9108225462150197</c:v>
                      </c:pt>
                      <c:pt idx="448">
                        <c:v>1.8897119657048231</c:v>
                      </c:pt>
                      <c:pt idx="449">
                        <c:v>1.9262188241046436</c:v>
                      </c:pt>
                      <c:pt idx="450">
                        <c:v>1.9130276421488952</c:v>
                      </c:pt>
                      <c:pt idx="451">
                        <c:v>1.8999225563570672</c:v>
                      </c:pt>
                      <c:pt idx="452">
                        <c:v>1.9118593375003168</c:v>
                      </c:pt>
                      <c:pt idx="453">
                        <c:v>1.9116180280752504</c:v>
                      </c:pt>
                      <c:pt idx="454">
                        <c:v>1.9293342831726141</c:v>
                      </c:pt>
                      <c:pt idx="455">
                        <c:v>1.9207224005790342</c:v>
                      </c:pt>
                      <c:pt idx="456">
                        <c:v>1.9394946729023135</c:v>
                      </c:pt>
                      <c:pt idx="457">
                        <c:v>1.9436180355653914</c:v>
                      </c:pt>
                      <c:pt idx="458">
                        <c:v>1.9504712604875458</c:v>
                      </c:pt>
                      <c:pt idx="459">
                        <c:v>1.9509509032048897</c:v>
                      </c:pt>
                      <c:pt idx="460">
                        <c:v>1.9516852208196445</c:v>
                      </c:pt>
                      <c:pt idx="461">
                        <c:v>1.9289024382737301</c:v>
                      </c:pt>
                      <c:pt idx="462">
                        <c:v>1.9245097616868097</c:v>
                      </c:pt>
                      <c:pt idx="463">
                        <c:v>1.9208422057342871</c:v>
                      </c:pt>
                      <c:pt idx="464">
                        <c:v>1.9210828450504891</c:v>
                      </c:pt>
                      <c:pt idx="465">
                        <c:v>1.9448978319676986</c:v>
                      </c:pt>
                      <c:pt idx="466">
                        <c:v>1.9485334716356344</c:v>
                      </c:pt>
                      <c:pt idx="467">
                        <c:v>1.9515825415513945</c:v>
                      </c:pt>
                      <c:pt idx="468">
                        <c:v>1.9587200241280438</c:v>
                      </c:pt>
                      <c:pt idx="469">
                        <c:v>1.9474600409030629</c:v>
                      </c:pt>
                      <c:pt idx="470">
                        <c:v>1.9396725186683161</c:v>
                      </c:pt>
                      <c:pt idx="471">
                        <c:v>1.902722273414694</c:v>
                      </c:pt>
                      <c:pt idx="472">
                        <c:v>1.9029445095707809</c:v>
                      </c:pt>
                      <c:pt idx="473">
                        <c:v>1.8652949225701891</c:v>
                      </c:pt>
                      <c:pt idx="474">
                        <c:v>1.8770066689609082</c:v>
                      </c:pt>
                      <c:pt idx="475">
                        <c:v>1.8630265691662473</c:v>
                      </c:pt>
                      <c:pt idx="476">
                        <c:v>1.8333905381833253</c:v>
                      </c:pt>
                      <c:pt idx="477">
                        <c:v>1.8472595300152999</c:v>
                      </c:pt>
                      <c:pt idx="478">
                        <c:v>1.8348922144885425</c:v>
                      </c:pt>
                      <c:pt idx="479">
                        <c:v>1.843525947371111</c:v>
                      </c:pt>
                      <c:pt idx="480">
                        <c:v>1.8019835525871548</c:v>
                      </c:pt>
                      <c:pt idx="481">
                        <c:v>1.8029568019026951</c:v>
                      </c:pt>
                      <c:pt idx="482">
                        <c:v>1.7564193571373738</c:v>
                      </c:pt>
                      <c:pt idx="483">
                        <c:v>1.7805052539459598</c:v>
                      </c:pt>
                      <c:pt idx="484">
                        <c:v>1.7492159062585111</c:v>
                      </c:pt>
                      <c:pt idx="485">
                        <c:v>1.7516464084067844</c:v>
                      </c:pt>
                      <c:pt idx="486">
                        <c:v>1.7539627517537351</c:v>
                      </c:pt>
                      <c:pt idx="487">
                        <c:v>1.7751375819220427</c:v>
                      </c:pt>
                      <c:pt idx="488">
                        <c:v>1.7916068128283027</c:v>
                      </c:pt>
                      <c:pt idx="489">
                        <c:v>1.7721730483735298</c:v>
                      </c:pt>
                      <c:pt idx="490">
                        <c:v>1.736191626219808</c:v>
                      </c:pt>
                      <c:pt idx="491">
                        <c:v>1.6668680438878318</c:v>
                      </c:pt>
                      <c:pt idx="492">
                        <c:v>1.6654063956665524</c:v>
                      </c:pt>
                      <c:pt idx="493">
                        <c:v>1.6063120064884635</c:v>
                      </c:pt>
                      <c:pt idx="494">
                        <c:v>1.613291641887973</c:v>
                      </c:pt>
                      <c:pt idx="495">
                        <c:v>1.5716074521207235</c:v>
                      </c:pt>
                      <c:pt idx="496">
                        <c:v>1.5863080889208678</c:v>
                      </c:pt>
                      <c:pt idx="497">
                        <c:v>1.6310830832030496</c:v>
                      </c:pt>
                      <c:pt idx="498">
                        <c:v>1.6667925756841651</c:v>
                      </c:pt>
                      <c:pt idx="499">
                        <c:v>1.6936526663905773</c:v>
                      </c:pt>
                      <c:pt idx="500">
                        <c:v>1.6987198081407806</c:v>
                      </c:pt>
                      <c:pt idx="501">
                        <c:v>1.7063003683290379</c:v>
                      </c:pt>
                      <c:pt idx="502">
                        <c:v>1.6781821683500695</c:v>
                      </c:pt>
                      <c:pt idx="503">
                        <c:v>1.6329379375043109</c:v>
                      </c:pt>
                      <c:pt idx="504">
                        <c:v>1.6270562431282314</c:v>
                      </c:pt>
                      <c:pt idx="505">
                        <c:v>1.6299062022746404</c:v>
                      </c:pt>
                      <c:pt idx="506">
                        <c:v>1.6321959547205351</c:v>
                      </c:pt>
                      <c:pt idx="507">
                        <c:v>1.5992551383579561</c:v>
                      </c:pt>
                      <c:pt idx="508">
                        <c:v>1.5875779961432552</c:v>
                      </c:pt>
                      <c:pt idx="509">
                        <c:v>1.5810564635494493</c:v>
                      </c:pt>
                      <c:pt idx="510">
                        <c:v>1.5531050720054136</c:v>
                      </c:pt>
                      <c:pt idx="511">
                        <c:v>1.5176624250395474</c:v>
                      </c:pt>
                      <c:pt idx="512">
                        <c:v>1.5058293296551815</c:v>
                      </c:pt>
                      <c:pt idx="513">
                        <c:v>1.4946378134834242</c:v>
                      </c:pt>
                      <c:pt idx="514">
                        <c:v>1.5196315782465595</c:v>
                      </c:pt>
                      <c:pt idx="515">
                        <c:v>1.5307053701558511</c:v>
                      </c:pt>
                      <c:pt idx="516">
                        <c:v>1.5907307321657913</c:v>
                      </c:pt>
                      <c:pt idx="517">
                        <c:v>1.6545886069566977</c:v>
                      </c:pt>
                      <c:pt idx="518">
                        <c:v>1.6928689008587483</c:v>
                      </c:pt>
                      <c:pt idx="519">
                        <c:v>1.6779768051675619</c:v>
                      </c:pt>
                      <c:pt idx="520">
                        <c:v>1.7021336390908892</c:v>
                      </c:pt>
                      <c:pt idx="521">
                        <c:v>1.6889401796878363</c:v>
                      </c:pt>
                      <c:pt idx="522">
                        <c:v>1.7080924963692885</c:v>
                      </c:pt>
                      <c:pt idx="523">
                        <c:v>1.7477575733526476</c:v>
                      </c:pt>
                      <c:pt idx="524">
                        <c:v>1.734595254416933</c:v>
                      </c:pt>
                      <c:pt idx="525">
                        <c:v>1.7525822472989645</c:v>
                      </c:pt>
                      <c:pt idx="526">
                        <c:v>1.7546583884225551</c:v>
                      </c:pt>
                      <c:pt idx="527">
                        <c:v>1.7849117579954403</c:v>
                      </c:pt>
                      <c:pt idx="528">
                        <c:v>1.774805365735326</c:v>
                      </c:pt>
                      <c:pt idx="529">
                        <c:v>1.7368037636583553</c:v>
                      </c:pt>
                      <c:pt idx="530">
                        <c:v>1.6973271613976644</c:v>
                      </c:pt>
                      <c:pt idx="531">
                        <c:v>1.7313480370276133</c:v>
                      </c:pt>
                      <c:pt idx="532">
                        <c:v>1.737945722369143</c:v>
                      </c:pt>
                      <c:pt idx="533">
                        <c:v>1.7417400699873264</c:v>
                      </c:pt>
                      <c:pt idx="534">
                        <c:v>1.7801256450375134</c:v>
                      </c:pt>
                      <c:pt idx="535">
                        <c:v>1.7918374846005556</c:v>
                      </c:pt>
                      <c:pt idx="536">
                        <c:v>1.787647768211444</c:v>
                      </c:pt>
                      <c:pt idx="537">
                        <c:v>1.791755900574884</c:v>
                      </c:pt>
                      <c:pt idx="538">
                        <c:v>1.8133867172469693</c:v>
                      </c:pt>
                      <c:pt idx="539">
                        <c:v>1.7906364772826024</c:v>
                      </c:pt>
                      <c:pt idx="540">
                        <c:v>1.7844529276550727</c:v>
                      </c:pt>
                      <c:pt idx="541">
                        <c:v>1.7788948427453164</c:v>
                      </c:pt>
                      <c:pt idx="542">
                        <c:v>1.7981965679295653</c:v>
                      </c:pt>
                      <c:pt idx="543">
                        <c:v>1.7945488801393461</c:v>
                      </c:pt>
                      <c:pt idx="544">
                        <c:v>1.7686051994545684</c:v>
                      </c:pt>
                      <c:pt idx="545">
                        <c:v>1.7857791320457752</c:v>
                      </c:pt>
                      <c:pt idx="546">
                        <c:v>1.7800727681190625</c:v>
                      </c:pt>
                      <c:pt idx="547">
                        <c:v>1.7866768759347633</c:v>
                      </c:pt>
                      <c:pt idx="548">
                        <c:v>1.8148415250265952</c:v>
                      </c:pt>
                      <c:pt idx="549">
                        <c:v>1.833327215901845</c:v>
                      </c:pt>
                      <c:pt idx="550">
                        <c:v>1.8057909699738819</c:v>
                      </c:pt>
                      <c:pt idx="551">
                        <c:v>1.8165829642058644</c:v>
                      </c:pt>
                      <c:pt idx="552">
                        <c:v>1.8011349732263739</c:v>
                      </c:pt>
                      <c:pt idx="553">
                        <c:v>1.7871328126226302</c:v>
                      </c:pt>
                      <c:pt idx="554">
                        <c:v>1.8157536050968028</c:v>
                      </c:pt>
                      <c:pt idx="555">
                        <c:v>1.817042849195184</c:v>
                      </c:pt>
                      <c:pt idx="556">
                        <c:v>1.8614705460455774</c:v>
                      </c:pt>
                      <c:pt idx="557">
                        <c:v>1.8732753425541082</c:v>
                      </c:pt>
                      <c:pt idx="558">
                        <c:v>1.8613754474715041</c:v>
                      </c:pt>
                      <c:pt idx="559">
                        <c:v>1.8517540403847401</c:v>
                      </c:pt>
                      <c:pt idx="560">
                        <c:v>1.8595290491165997</c:v>
                      </c:pt>
                      <c:pt idx="561">
                        <c:v>1.8307033773487502</c:v>
                      </c:pt>
                      <c:pt idx="562">
                        <c:v>1.8164783947003984</c:v>
                      </c:pt>
                      <c:pt idx="563">
                        <c:v>1.7985011059924363</c:v>
                      </c:pt>
                      <c:pt idx="564">
                        <c:v>1.7950870776538832</c:v>
                      </c:pt>
                      <c:pt idx="565">
                        <c:v>1.7980492662523937</c:v>
                      </c:pt>
                      <c:pt idx="566">
                        <c:v>1.7748362442611771</c:v>
                      </c:pt>
                      <c:pt idx="567">
                        <c:v>1.7900283123961083</c:v>
                      </c:pt>
                      <c:pt idx="568">
                        <c:v>1.7919395865401215</c:v>
                      </c:pt>
                      <c:pt idx="569">
                        <c:v>1.8073110434001718</c:v>
                      </c:pt>
                      <c:pt idx="570">
                        <c:v>1.8194471401010481</c:v>
                      </c:pt>
                      <c:pt idx="571">
                        <c:v>1.8376732495656769</c:v>
                      </c:pt>
                      <c:pt idx="572">
                        <c:v>1.836582188554573</c:v>
                      </c:pt>
                      <c:pt idx="573">
                        <c:v>1.8656958313671386</c:v>
                      </c:pt>
                      <c:pt idx="574">
                        <c:v>1.8263019286212199</c:v>
                      </c:pt>
                      <c:pt idx="575">
                        <c:v>1.8416287778966118</c:v>
                      </c:pt>
                      <c:pt idx="576">
                        <c:v>1.8457567666720758</c:v>
                      </c:pt>
                      <c:pt idx="577">
                        <c:v>1.8424387676947205</c:v>
                      </c:pt>
                      <c:pt idx="578">
                        <c:v>1.8611892546664028</c:v>
                      </c:pt>
                      <c:pt idx="579">
                        <c:v>1.8757940744638377</c:v>
                      </c:pt>
                      <c:pt idx="580">
                        <c:v>1.8812301973782877</c:v>
                      </c:pt>
                      <c:pt idx="581">
                        <c:v>1.8982791645990529</c:v>
                      </c:pt>
                      <c:pt idx="582">
                        <c:v>1.9053751006008111</c:v>
                      </c:pt>
                      <c:pt idx="583">
                        <c:v>1.8965976636371082</c:v>
                      </c:pt>
                      <c:pt idx="584">
                        <c:v>1.9134029117434113</c:v>
                      </c:pt>
                      <c:pt idx="585">
                        <c:v>1.9321161291829692</c:v>
                      </c:pt>
                      <c:pt idx="586">
                        <c:v>1.9304025277312324</c:v>
                      </c:pt>
                      <c:pt idx="587">
                        <c:v>1.9352435926978868</c:v>
                      </c:pt>
                      <c:pt idx="588">
                        <c:v>1.9279415467632408</c:v>
                      </c:pt>
                      <c:pt idx="589">
                        <c:v>1.9419255848763737</c:v>
                      </c:pt>
                      <c:pt idx="590">
                        <c:v>1.9634685681227515</c:v>
                      </c:pt>
                      <c:pt idx="591">
                        <c:v>1.9794223792969312</c:v>
                      </c:pt>
                      <c:pt idx="592">
                        <c:v>1.9839633015202047</c:v>
                      </c:pt>
                      <c:pt idx="593">
                        <c:v>1.9882864918665308</c:v>
                      </c:pt>
                      <c:pt idx="594">
                        <c:v>1.973154859802728</c:v>
                      </c:pt>
                      <c:pt idx="595">
                        <c:v>1.9669224876054348</c:v>
                      </c:pt>
                      <c:pt idx="596">
                        <c:v>1.9643142970297323</c:v>
                      </c:pt>
                      <c:pt idx="597">
                        <c:v>1.986521567364969</c:v>
                      </c:pt>
                      <c:pt idx="598">
                        <c:v>2.0048137932953423</c:v>
                      </c:pt>
                      <c:pt idx="599">
                        <c:v>2.0193420967267959</c:v>
                      </c:pt>
                      <c:pt idx="600">
                        <c:v>2.0161592392395238</c:v>
                      </c:pt>
                      <c:pt idx="601">
                        <c:v>2.011381415205991</c:v>
                      </c:pt>
                      <c:pt idx="602">
                        <c:v>1.9996273643319356</c:v>
                      </c:pt>
                      <c:pt idx="603">
                        <c:v>2.0095008518194728</c:v>
                      </c:pt>
                      <c:pt idx="604">
                        <c:v>1.9918519292254355</c:v>
                      </c:pt>
                      <c:pt idx="605">
                        <c:v>2.0128807646273712</c:v>
                      </c:pt>
                      <c:pt idx="606">
                        <c:v>1.9905741842723708</c:v>
                      </c:pt>
                      <c:pt idx="607">
                        <c:v>2.0027899230817598</c:v>
                      </c:pt>
                      <c:pt idx="608">
                        <c:v>2.0404739823241123</c:v>
                      </c:pt>
                      <c:pt idx="609">
                        <c:v>2.0414760022658984</c:v>
                      </c:pt>
                      <c:pt idx="610">
                        <c:v>2.0502745704490035</c:v>
                      </c:pt>
                      <c:pt idx="611">
                        <c:v>2.0292565095298691</c:v>
                      </c:pt>
                      <c:pt idx="612">
                        <c:v>2.0414990159492885</c:v>
                      </c:pt>
                      <c:pt idx="613">
                        <c:v>2.0663014082862645</c:v>
                      </c:pt>
                      <c:pt idx="614">
                        <c:v>2.0809166616993786</c:v>
                      </c:pt>
                      <c:pt idx="615">
                        <c:v>2.0592038168864728</c:v>
                      </c:pt>
                      <c:pt idx="616">
                        <c:v>2.0203887197135479</c:v>
                      </c:pt>
                      <c:pt idx="617">
                        <c:v>2.0141795196384549</c:v>
                      </c:pt>
                      <c:pt idx="618">
                        <c:v>2.0156102610356212</c:v>
                      </c:pt>
                      <c:pt idx="619">
                        <c:v>2.0216127656017391</c:v>
                      </c:pt>
                      <c:pt idx="620">
                        <c:v>2.0515939500016769</c:v>
                      </c:pt>
                      <c:pt idx="621">
                        <c:v>2.0621560587503485</c:v>
                      </c:pt>
                      <c:pt idx="622">
                        <c:v>2.0296672907018674</c:v>
                      </c:pt>
                      <c:pt idx="623">
                        <c:v>2.002864248215408</c:v>
                      </c:pt>
                      <c:pt idx="624">
                        <c:v>1.9753843144013017</c:v>
                      </c:pt>
                      <c:pt idx="625">
                        <c:v>1.9225930326055678</c:v>
                      </c:pt>
                      <c:pt idx="626">
                        <c:v>1.964113587328419</c:v>
                      </c:pt>
                      <c:pt idx="627">
                        <c:v>1.9910489804886304</c:v>
                      </c:pt>
                      <c:pt idx="628">
                        <c:v>2.0300550786276306</c:v>
                      </c:pt>
                      <c:pt idx="629">
                        <c:v>2.0406785694784806</c:v>
                      </c:pt>
                      <c:pt idx="630">
                        <c:v>2.0528015710731826</c:v>
                      </c:pt>
                      <c:pt idx="631">
                        <c:v>2.0403019450342814</c:v>
                      </c:pt>
                      <c:pt idx="632">
                        <c:v>2.0378749488399786</c:v>
                      </c:pt>
                      <c:pt idx="633">
                        <c:v>2.0727205035120493</c:v>
                      </c:pt>
                      <c:pt idx="634">
                        <c:v>2.1040188998830813</c:v>
                      </c:pt>
                      <c:pt idx="635">
                        <c:v>2.1166729783911169</c:v>
                      </c:pt>
                      <c:pt idx="636">
                        <c:v>2.1172711809080504</c:v>
                      </c:pt>
                      <c:pt idx="637">
                        <c:v>2.1191345761335518</c:v>
                      </c:pt>
                      <c:pt idx="638">
                        <c:v>2.1251242982454026</c:v>
                      </c:pt>
                      <c:pt idx="639">
                        <c:v>2.0736441901260849</c:v>
                      </c:pt>
                      <c:pt idx="640">
                        <c:v>2.1017985889620934</c:v>
                      </c:pt>
                      <c:pt idx="641">
                        <c:v>2.0952347051679756</c:v>
                      </c:pt>
                      <c:pt idx="642">
                        <c:v>2.0825447032857261</c:v>
                      </c:pt>
                      <c:pt idx="643">
                        <c:v>2.1462970297608939</c:v>
                      </c:pt>
                      <c:pt idx="644">
                        <c:v>2.1597631457387738</c:v>
                      </c:pt>
                      <c:pt idx="645">
                        <c:v>2.1838750342638473</c:v>
                      </c:pt>
                      <c:pt idx="646">
                        <c:v>2.1810129870325903</c:v>
                      </c:pt>
                      <c:pt idx="647">
                        <c:v>2.1653234149467591</c:v>
                      </c:pt>
                      <c:pt idx="648">
                        <c:v>2.1547338164134135</c:v>
                      </c:pt>
                      <c:pt idx="649">
                        <c:v>2.1578689994001983</c:v>
                      </c:pt>
                      <c:pt idx="650">
                        <c:v>2.157831022467251</c:v>
                      </c:pt>
                      <c:pt idx="651">
                        <c:v>2.1695573740030909</c:v>
                      </c:pt>
                      <c:pt idx="652">
                        <c:v>2.1829226221887925</c:v>
                      </c:pt>
                      <c:pt idx="653">
                        <c:v>2.2099112623676298</c:v>
                      </c:pt>
                      <c:pt idx="654">
                        <c:v>2.227582546571262</c:v>
                      </c:pt>
                      <c:pt idx="655">
                        <c:v>2.2633101142330934</c:v>
                      </c:pt>
                      <c:pt idx="656">
                        <c:v>2.2629409904759124</c:v>
                      </c:pt>
                      <c:pt idx="657">
                        <c:v>2.2382257652064541</c:v>
                      </c:pt>
                      <c:pt idx="658">
                        <c:v>2.2600402700905264</c:v>
                      </c:pt>
                      <c:pt idx="659">
                        <c:v>2.236137885732508</c:v>
                      </c:pt>
                      <c:pt idx="660">
                        <c:v>2.2619616080567284</c:v>
                      </c:pt>
                      <c:pt idx="661">
                        <c:v>2.2545248395963569</c:v>
                      </c:pt>
                      <c:pt idx="662">
                        <c:v>2.2326115142943253</c:v>
                      </c:pt>
                      <c:pt idx="663">
                        <c:v>2.2329850619297535</c:v>
                      </c:pt>
                      <c:pt idx="664">
                        <c:v>2.2600680231142816</c:v>
                      </c:pt>
                      <c:pt idx="665">
                        <c:v>2.209592485615357</c:v>
                      </c:pt>
                      <c:pt idx="666">
                        <c:v>2.1357634837898454</c:v>
                      </c:pt>
                      <c:pt idx="667">
                        <c:v>2.1472721260306535</c:v>
                      </c:pt>
                      <c:pt idx="668">
                        <c:v>2.0967365801828834</c:v>
                      </c:pt>
                      <c:pt idx="669">
                        <c:v>2.1490958212519722</c:v>
                      </c:pt>
                      <c:pt idx="670">
                        <c:v>2.2185287696568481</c:v>
                      </c:pt>
                      <c:pt idx="671">
                        <c:v>2.219734777315554</c:v>
                      </c:pt>
                      <c:pt idx="672">
                        <c:v>2.2021764332150107</c:v>
                      </c:pt>
                      <c:pt idx="673">
                        <c:v>2.2059619100943357</c:v>
                      </c:pt>
                      <c:pt idx="674">
                        <c:v>2.2191745809322931</c:v>
                      </c:pt>
                      <c:pt idx="675">
                        <c:v>2.1897816970592805</c:v>
                      </c:pt>
                      <c:pt idx="676">
                        <c:v>2.2108993537015129</c:v>
                      </c:pt>
                      <c:pt idx="677">
                        <c:v>2.203303459252528</c:v>
                      </c:pt>
                      <c:pt idx="678">
                        <c:v>2.1853362844939301</c:v>
                      </c:pt>
                      <c:pt idx="679">
                        <c:v>2.1611255603152517</c:v>
                      </c:pt>
                      <c:pt idx="680">
                        <c:v>2.1409738287471964</c:v>
                      </c:pt>
                      <c:pt idx="681">
                        <c:v>2.1428556571940476</c:v>
                      </c:pt>
                      <c:pt idx="682">
                        <c:v>2.127737169350556</c:v>
                      </c:pt>
                      <c:pt idx="683">
                        <c:v>2.0734315056557335</c:v>
                      </c:pt>
                      <c:pt idx="684">
                        <c:v>2.047187515424528</c:v>
                      </c:pt>
                      <c:pt idx="685">
                        <c:v>2.0890965308729572</c:v>
                      </c:pt>
                      <c:pt idx="686">
                        <c:v>2.1113670767667769</c:v>
                      </c:pt>
                      <c:pt idx="687">
                        <c:v>2.0751431067901649</c:v>
                      </c:pt>
                      <c:pt idx="688">
                        <c:v>2.0987465985782898</c:v>
                      </c:pt>
                      <c:pt idx="689">
                        <c:v>2.125189294488826</c:v>
                      </c:pt>
                      <c:pt idx="690">
                        <c:v>2.133108706194244</c:v>
                      </c:pt>
                      <c:pt idx="691">
                        <c:v>2.154229753963838</c:v>
                      </c:pt>
                      <c:pt idx="692">
                        <c:v>2.1739275518827288</c:v>
                      </c:pt>
                      <c:pt idx="693">
                        <c:v>2.1929558121662414</c:v>
                      </c:pt>
                      <c:pt idx="694">
                        <c:v>2.2143340969720637</c:v>
                      </c:pt>
                      <c:pt idx="695">
                        <c:v>2.233072795081616</c:v>
                      </c:pt>
                      <c:pt idx="696">
                        <c:v>2.2800957129328836</c:v>
                      </c:pt>
                      <c:pt idx="697">
                        <c:v>2.2634703977582071</c:v>
                      </c:pt>
                      <c:pt idx="698">
                        <c:v>2.3015349173543087</c:v>
                      </c:pt>
                      <c:pt idx="699">
                        <c:v>2.2722311863140225</c:v>
                      </c:pt>
                      <c:pt idx="700">
                        <c:v>2.3042326501383976</c:v>
                      </c:pt>
                      <c:pt idx="701">
                        <c:v>2.3079282941179589</c:v>
                      </c:pt>
                      <c:pt idx="702">
                        <c:v>2.3221095247998118</c:v>
                      </c:pt>
                      <c:pt idx="703">
                        <c:v>2.3366660619667305</c:v>
                      </c:pt>
                      <c:pt idx="704">
                        <c:v>2.3443296817345449</c:v>
                      </c:pt>
                      <c:pt idx="705">
                        <c:v>2.3292046264581709</c:v>
                      </c:pt>
                      <c:pt idx="706">
                        <c:v>2.3138858590566969</c:v>
                      </c:pt>
                      <c:pt idx="707">
                        <c:v>2.3512640671661575</c:v>
                      </c:pt>
                      <c:pt idx="708">
                        <c:v>2.4078044711611311</c:v>
                      </c:pt>
                      <c:pt idx="709">
                        <c:v>2.3851424106631285</c:v>
                      </c:pt>
                      <c:pt idx="710">
                        <c:v>2.3863998727722664</c:v>
                      </c:pt>
                      <c:pt idx="711">
                        <c:v>2.3377702035739572</c:v>
                      </c:pt>
                      <c:pt idx="712">
                        <c:v>2.3383687197002674</c:v>
                      </c:pt>
                      <c:pt idx="713">
                        <c:v>2.3525598112734127</c:v>
                      </c:pt>
                      <c:pt idx="714">
                        <c:v>2.36929999299223</c:v>
                      </c:pt>
                      <c:pt idx="715">
                        <c:v>2.3971398581199277</c:v>
                      </c:pt>
                      <c:pt idx="716">
                        <c:v>2.4018002833750129</c:v>
                      </c:pt>
                      <c:pt idx="717">
                        <c:v>2.4391826048332326</c:v>
                      </c:pt>
                      <c:pt idx="718">
                        <c:v>2.4614136102425048</c:v>
                      </c:pt>
                      <c:pt idx="719">
                        <c:v>2.4920945112796358</c:v>
                      </c:pt>
                      <c:pt idx="720">
                        <c:v>2.4975949260181545</c:v>
                      </c:pt>
                      <c:pt idx="721">
                        <c:v>2.5065732009906951</c:v>
                      </c:pt>
                      <c:pt idx="722">
                        <c:v>2.5608096898974106</c:v>
                      </c:pt>
                      <c:pt idx="723">
                        <c:v>2.5554295616454445</c:v>
                      </c:pt>
                      <c:pt idx="724">
                        <c:v>2.5182303976622631</c:v>
                      </c:pt>
                      <c:pt idx="725">
                        <c:v>2.4693823606318048</c:v>
                      </c:pt>
                      <c:pt idx="726">
                        <c:v>2.4998416252004132</c:v>
                      </c:pt>
                      <c:pt idx="727">
                        <c:v>2.5200065672061158</c:v>
                      </c:pt>
                      <c:pt idx="728">
                        <c:v>2.5274782714861246</c:v>
                      </c:pt>
                      <c:pt idx="729">
                        <c:v>2.5552271637524284</c:v>
                      </c:pt>
                      <c:pt idx="730">
                        <c:v>2.5644254932316835</c:v>
                      </c:pt>
                      <c:pt idx="731">
                        <c:v>2.6388994174994558</c:v>
                      </c:pt>
                      <c:pt idx="732">
                        <c:v>2.6154441601985656</c:v>
                      </c:pt>
                      <c:pt idx="733">
                        <c:v>2.6487940295202912</c:v>
                      </c:pt>
                      <c:pt idx="734">
                        <c:v>2.5984703313911819</c:v>
                      </c:pt>
                      <c:pt idx="735">
                        <c:v>2.6346547057723484</c:v>
                      </c:pt>
                      <c:pt idx="736">
                        <c:v>2.6542047718447952</c:v>
                      </c:pt>
                      <c:pt idx="737">
                        <c:v>2.7047326004980579</c:v>
                      </c:pt>
                      <c:pt idx="738">
                        <c:v>2.7144415917762075</c:v>
                      </c:pt>
                      <c:pt idx="739">
                        <c:v>2.6739360646125467</c:v>
                      </c:pt>
                      <c:pt idx="740">
                        <c:v>2.7328324356228491</c:v>
                      </c:pt>
                      <c:pt idx="741">
                        <c:v>2.6534048836294128</c:v>
                      </c:pt>
                      <c:pt idx="742">
                        <c:v>2.6988200721140951</c:v>
                      </c:pt>
                      <c:pt idx="743">
                        <c:v>2.602609538950293</c:v>
                      </c:pt>
                      <c:pt idx="744">
                        <c:v>2.6125095235516533</c:v>
                      </c:pt>
                      <c:pt idx="745">
                        <c:v>2.583001943731809</c:v>
                      </c:pt>
                      <c:pt idx="746">
                        <c:v>2.4707762115788192</c:v>
                      </c:pt>
                      <c:pt idx="747">
                        <c:v>2.4985728784496315</c:v>
                      </c:pt>
                      <c:pt idx="748">
                        <c:v>2.3971621966019785</c:v>
                      </c:pt>
                      <c:pt idx="749">
                        <c:v>2.4743404268193658</c:v>
                      </c:pt>
                      <c:pt idx="750">
                        <c:v>2.509969091057711</c:v>
                      </c:pt>
                      <c:pt idx="751">
                        <c:v>2.5738108169718616</c:v>
                      </c:pt>
                      <c:pt idx="752">
                        <c:v>2.5997935996817354</c:v>
                      </c:pt>
                      <c:pt idx="753">
                        <c:v>2.592148477605452</c:v>
                      </c:pt>
                      <c:pt idx="754">
                        <c:v>2.5365008133231122</c:v>
                      </c:pt>
                      <c:pt idx="755">
                        <c:v>2.5703700970785892</c:v>
                      </c:pt>
                      <c:pt idx="756">
                        <c:v>2.5684601377317127</c:v>
                      </c:pt>
                      <c:pt idx="757">
                        <c:v>2.627489981926947</c:v>
                      </c:pt>
                      <c:pt idx="758">
                        <c:v>2.6147847826801298</c:v>
                      </c:pt>
                      <c:pt idx="759">
                        <c:v>2.6401185500063584</c:v>
                      </c:pt>
                      <c:pt idx="760">
                        <c:v>2.6890120965963118</c:v>
                      </c:pt>
                      <c:pt idx="761">
                        <c:v>2.6697595383088668</c:v>
                      </c:pt>
                      <c:pt idx="762">
                        <c:v>2.7029370932662378</c:v>
                      </c:pt>
                      <c:pt idx="763">
                        <c:v>2.6486304949242609</c:v>
                      </c:pt>
                      <c:pt idx="764">
                        <c:v>2.6840571061795226</c:v>
                      </c:pt>
                      <c:pt idx="765">
                        <c:v>2.6630860943518511</c:v>
                      </c:pt>
                      <c:pt idx="766">
                        <c:v>2.7070308186972634</c:v>
                      </c:pt>
                      <c:pt idx="767">
                        <c:v>2.7458505635973731</c:v>
                      </c:pt>
                      <c:pt idx="768">
                        <c:v>2.756710235291786</c:v>
                      </c:pt>
                      <c:pt idx="769">
                        <c:v>2.7247120598339731</c:v>
                      </c:pt>
                      <c:pt idx="770">
                        <c:v>2.7144054645331774</c:v>
                      </c:pt>
                      <c:pt idx="771">
                        <c:v>2.6267765388443816</c:v>
                      </c:pt>
                      <c:pt idx="772">
                        <c:v>2.5911950926920571</c:v>
                      </c:pt>
                      <c:pt idx="773">
                        <c:v>2.6411369067734718</c:v>
                      </c:pt>
                      <c:pt idx="774">
                        <c:v>2.6637086138862349</c:v>
                      </c:pt>
                      <c:pt idx="775">
                        <c:v>2.5921525067046631</c:v>
                      </c:pt>
                      <c:pt idx="776">
                        <c:v>2.4699617148266912</c:v>
                      </c:pt>
                      <c:pt idx="777">
                        <c:v>2.5617901332154229</c:v>
                      </c:pt>
                      <c:pt idx="778">
                        <c:v>2.5900486849186666</c:v>
                      </c:pt>
                      <c:pt idx="779">
                        <c:v>2.6483041281796948</c:v>
                      </c:pt>
                      <c:pt idx="780">
                        <c:v>2.7068851119376105</c:v>
                      </c:pt>
                      <c:pt idx="781">
                        <c:v>2.7072312354512564</c:v>
                      </c:pt>
                      <c:pt idx="782">
                        <c:v>2.6971291615811954</c:v>
                      </c:pt>
                      <c:pt idx="783">
                        <c:v>2.6562375961178821</c:v>
                      </c:pt>
                      <c:pt idx="784">
                        <c:v>2.6807507195655602</c:v>
                      </c:pt>
                      <c:pt idx="785">
                        <c:v>2.6709279958975052</c:v>
                      </c:pt>
                      <c:pt idx="786">
                        <c:v>2.6337760322000743</c:v>
                      </c:pt>
                      <c:pt idx="787">
                        <c:v>2.6598903578414022</c:v>
                      </c:pt>
                      <c:pt idx="788">
                        <c:v>2.6951855719487474</c:v>
                      </c:pt>
                      <c:pt idx="789">
                        <c:v>2.6668504641062869</c:v>
                      </c:pt>
                      <c:pt idx="790">
                        <c:v>2.7353593432332897</c:v>
                      </c:pt>
                      <c:pt idx="791">
                        <c:v>2.6633901058176743</c:v>
                      </c:pt>
                      <c:pt idx="792">
                        <c:v>2.6302155677099908</c:v>
                      </c:pt>
                      <c:pt idx="793">
                        <c:v>2.5681813904180211</c:v>
                      </c:pt>
                      <c:pt idx="794">
                        <c:v>2.633771227103253</c:v>
                      </c:pt>
                      <c:pt idx="795">
                        <c:v>2.5879798841252839</c:v>
                      </c:pt>
                      <c:pt idx="796">
                        <c:v>2.6013999382018973</c:v>
                      </c:pt>
                      <c:pt idx="797">
                        <c:v>2.5233330807792154</c:v>
                      </c:pt>
                      <c:pt idx="798">
                        <c:v>2.5523737528322883</c:v>
                      </c:pt>
                      <c:pt idx="799">
                        <c:v>2.5750098574974243</c:v>
                      </c:pt>
                      <c:pt idx="800">
                        <c:v>2.5757557132798725</c:v>
                      </c:pt>
                      <c:pt idx="801">
                        <c:v>2.4874592465259489</c:v>
                      </c:pt>
                      <c:pt idx="802">
                        <c:v>2.4724251406528825</c:v>
                      </c:pt>
                      <c:pt idx="803">
                        <c:v>2.2613436856843729</c:v>
                      </c:pt>
                      <c:pt idx="804">
                        <c:v>2.1627887081884141</c:v>
                      </c:pt>
                      <c:pt idx="805">
                        <c:v>2.1989091581956823</c:v>
                      </c:pt>
                      <c:pt idx="806">
                        <c:v>2.1440450944879297</c:v>
                      </c:pt>
                      <c:pt idx="807">
                        <c:v>2.2494124767055563</c:v>
                      </c:pt>
                      <c:pt idx="808">
                        <c:v>2.2793453361148397</c:v>
                      </c:pt>
                      <c:pt idx="809">
                        <c:v>2.2672376925975857</c:v>
                      </c:pt>
                      <c:pt idx="810">
                        <c:v>2.3217005465610949</c:v>
                      </c:pt>
                      <c:pt idx="811">
                        <c:v>2.3639815282896661</c:v>
                      </c:pt>
                      <c:pt idx="812">
                        <c:v>2.3594992112857716</c:v>
                      </c:pt>
                      <c:pt idx="813">
                        <c:v>2.3955961843832787</c:v>
                      </c:pt>
                      <c:pt idx="814">
                        <c:v>2.4212570184760893</c:v>
                      </c:pt>
                      <c:pt idx="815">
                        <c:v>2.432620706997215</c:v>
                      </c:pt>
                      <c:pt idx="816">
                        <c:v>2.4180396188609699</c:v>
                      </c:pt>
                      <c:pt idx="817">
                        <c:v>2.4579619867953935</c:v>
                      </c:pt>
                      <c:pt idx="818">
                        <c:v>2.4814113525971826</c:v>
                      </c:pt>
                      <c:pt idx="819">
                        <c:v>2.4980907505025685</c:v>
                      </c:pt>
                      <c:pt idx="820">
                        <c:v>2.5394722150351354</c:v>
                      </c:pt>
                      <c:pt idx="821">
                        <c:v>2.4291845051638616</c:v>
                      </c:pt>
                      <c:pt idx="822">
                        <c:v>2.4911458827158333</c:v>
                      </c:pt>
                      <c:pt idx="823">
                        <c:v>2.5057637264840729</c:v>
                      </c:pt>
                      <c:pt idx="824">
                        <c:v>2.5173602371728276</c:v>
                      </c:pt>
                      <c:pt idx="825">
                        <c:v>2.5331346274841726</c:v>
                      </c:pt>
                      <c:pt idx="826">
                        <c:v>2.5508262985158234</c:v>
                      </c:pt>
                      <c:pt idx="827">
                        <c:v>2.5772295375015815</c:v>
                      </c:pt>
                      <c:pt idx="828">
                        <c:v>2.609685712860347</c:v>
                      </c:pt>
                      <c:pt idx="829">
                        <c:v>2.6527934817082688</c:v>
                      </c:pt>
                      <c:pt idx="830">
                        <c:v>2.6179305651767044</c:v>
                      </c:pt>
                      <c:pt idx="831">
                        <c:v>2.5998387830780771</c:v>
                      </c:pt>
                      <c:pt idx="832">
                        <c:v>2.5385095561659394</c:v>
                      </c:pt>
                      <c:pt idx="833">
                        <c:v>2.5725437597301641</c:v>
                      </c:pt>
                      <c:pt idx="834">
                        <c:v>2.581503008336143</c:v>
                      </c:pt>
                      <c:pt idx="835">
                        <c:v>2.5728126212383802</c:v>
                      </c:pt>
                      <c:pt idx="836">
                        <c:v>2.5696298185220017</c:v>
                      </c:pt>
                      <c:pt idx="837">
                        <c:v>2.6033000088912908</c:v>
                      </c:pt>
                      <c:pt idx="838">
                        <c:v>2.5945455004968081</c:v>
                      </c:pt>
                      <c:pt idx="839">
                        <c:v>2.6373363964095682</c:v>
                      </c:pt>
                      <c:pt idx="840">
                        <c:v>2.6461380926981768</c:v>
                      </c:pt>
                      <c:pt idx="841">
                        <c:v>2.6100399780843229</c:v>
                      </c:pt>
                      <c:pt idx="842">
                        <c:v>2.6593821268489246</c:v>
                      </c:pt>
                      <c:pt idx="843">
                        <c:v>2.6822897054088268</c:v>
                      </c:pt>
                      <c:pt idx="844">
                        <c:v>2.7055141213183944</c:v>
                      </c:pt>
                      <c:pt idx="845">
                        <c:v>2.767272600154425</c:v>
                      </c:pt>
                      <c:pt idx="846">
                        <c:v>2.7193531912926434</c:v>
                      </c:pt>
                      <c:pt idx="847">
                        <c:v>2.7291845601857609</c:v>
                      </c:pt>
                      <c:pt idx="848">
                        <c:v>2.7224741543579896</c:v>
                      </c:pt>
                      <c:pt idx="849">
                        <c:v>2.7237047194966859</c:v>
                      </c:pt>
                      <c:pt idx="850">
                        <c:v>2.6940739778543974</c:v>
                      </c:pt>
                      <c:pt idx="851">
                        <c:v>2.6865477016797956</c:v>
                      </c:pt>
                      <c:pt idx="852">
                        <c:v>2.69035818529583</c:v>
                      </c:pt>
                      <c:pt idx="853">
                        <c:v>2.7289298035144283</c:v>
                      </c:pt>
                      <c:pt idx="854">
                        <c:v>2.7127634753661356</c:v>
                      </c:pt>
                      <c:pt idx="855">
                        <c:v>2.6593612842959069</c:v>
                      </c:pt>
                      <c:pt idx="856">
                        <c:v>2.7190139785959162</c:v>
                      </c:pt>
                      <c:pt idx="857">
                        <c:v>2.7327800115618404</c:v>
                      </c:pt>
                      <c:pt idx="858">
                        <c:v>2.6645339572639104</c:v>
                      </c:pt>
                      <c:pt idx="859">
                        <c:v>2.7650499477707426</c:v>
                      </c:pt>
                      <c:pt idx="860">
                        <c:v>2.8113823613122273</c:v>
                      </c:pt>
                      <c:pt idx="861">
                        <c:v>2.8234174640695104</c:v>
                      </c:pt>
                      <c:pt idx="862">
                        <c:v>2.8236842311540626</c:v>
                      </c:pt>
                      <c:pt idx="863">
                        <c:v>2.8436564692190229</c:v>
                      </c:pt>
                      <c:pt idx="864">
                        <c:v>2.8310836778220634</c:v>
                      </c:pt>
                      <c:pt idx="865">
                        <c:v>2.8603682005423572</c:v>
                      </c:pt>
                      <c:pt idx="866">
                        <c:v>2.8867483901735422</c:v>
                      </c:pt>
                      <c:pt idx="867">
                        <c:v>2.9165132971853747</c:v>
                      </c:pt>
                      <c:pt idx="868">
                        <c:v>2.9110826198864719</c:v>
                      </c:pt>
                      <c:pt idx="869">
                        <c:v>2.9261265130661145</c:v>
                      </c:pt>
                      <c:pt idx="870">
                        <c:v>2.7963273626898073</c:v>
                      </c:pt>
                      <c:pt idx="871">
                        <c:v>2.8021036965280142</c:v>
                      </c:pt>
                      <c:pt idx="872">
                        <c:v>2.8598845513795981</c:v>
                      </c:pt>
                      <c:pt idx="873">
                        <c:v>2.8778493023093437</c:v>
                      </c:pt>
                      <c:pt idx="874">
                        <c:v>2.9226350524957425</c:v>
                      </c:pt>
                      <c:pt idx="875">
                        <c:v>2.9463607517316812</c:v>
                      </c:pt>
                      <c:pt idx="876">
                        <c:v>2.9725266873541187</c:v>
                      </c:pt>
                      <c:pt idx="877">
                        <c:v>3.0039742640426477</c:v>
                      </c:pt>
                      <c:pt idx="878">
                        <c:v>3.0042774106846579</c:v>
                      </c:pt>
                      <c:pt idx="879">
                        <c:v>3.0109819310306278</c:v>
                      </c:pt>
                      <c:pt idx="880">
                        <c:v>3.0374024252168108</c:v>
                      </c:pt>
                      <c:pt idx="881">
                        <c:v>3.0391243147973546</c:v>
                      </c:pt>
                      <c:pt idx="882">
                        <c:v>3.0454619118242179</c:v>
                      </c:pt>
                      <c:pt idx="883">
                        <c:v>3.0090079748220071</c:v>
                      </c:pt>
                      <c:pt idx="884">
                        <c:v>3.0248500416889392</c:v>
                      </c:pt>
                      <c:pt idx="885">
                        <c:v>3.0476784596948168</c:v>
                      </c:pt>
                      <c:pt idx="886">
                        <c:v>2.9778897289483379</c:v>
                      </c:pt>
                      <c:pt idx="887">
                        <c:v>2.9640390081693129</c:v>
                      </c:pt>
                      <c:pt idx="888">
                        <c:v>2.9412894123655859</c:v>
                      </c:pt>
                      <c:pt idx="889">
                        <c:v>2.9813549963809294</c:v>
                      </c:pt>
                      <c:pt idx="890">
                        <c:v>2.993703193694198</c:v>
                      </c:pt>
                      <c:pt idx="891">
                        <c:v>2.9126903517289326</c:v>
                      </c:pt>
                      <c:pt idx="892">
                        <c:v>2.9197975506611034</c:v>
                      </c:pt>
                      <c:pt idx="893">
                        <c:v>2.9907514377861015</c:v>
                      </c:pt>
                      <c:pt idx="894">
                        <c:v>3.0111181504704421</c:v>
                      </c:pt>
                      <c:pt idx="895">
                        <c:v>3.0243891488338486</c:v>
                      </c:pt>
                      <c:pt idx="896">
                        <c:v>3.0280803103030371</c:v>
                      </c:pt>
                      <c:pt idx="897">
                        <c:v>2.994896610007614</c:v>
                      </c:pt>
                      <c:pt idx="898">
                        <c:v>2.9738038844735839</c:v>
                      </c:pt>
                      <c:pt idx="899">
                        <c:v>2.9963936336392143</c:v>
                      </c:pt>
                      <c:pt idx="900">
                        <c:v>2.9847025278199681</c:v>
                      </c:pt>
                      <c:pt idx="901">
                        <c:v>2.917023134821255</c:v>
                      </c:pt>
                      <c:pt idx="902">
                        <c:v>2.8242378411671165</c:v>
                      </c:pt>
                      <c:pt idx="903">
                        <c:v>2.7696772082572636</c:v>
                      </c:pt>
                      <c:pt idx="904">
                        <c:v>2.8290315963321868</c:v>
                      </c:pt>
                      <c:pt idx="905">
                        <c:v>2.856737866615457</c:v>
                      </c:pt>
                      <c:pt idx="906">
                        <c:v>2.840157439833165</c:v>
                      </c:pt>
                      <c:pt idx="907">
                        <c:v>2.7746104128654334</c:v>
                      </c:pt>
                      <c:pt idx="908">
                        <c:v>2.7084086044632292</c:v>
                      </c:pt>
                      <c:pt idx="909">
                        <c:v>2.7888023946496969</c:v>
                      </c:pt>
                      <c:pt idx="910">
                        <c:v>2.7401183396538409</c:v>
                      </c:pt>
                      <c:pt idx="911">
                        <c:v>2.7117845909375982</c:v>
                      </c:pt>
                      <c:pt idx="912">
                        <c:v>2.6802733904559415</c:v>
                      </c:pt>
                      <c:pt idx="913">
                        <c:v>2.6366641450417765</c:v>
                      </c:pt>
                      <c:pt idx="914">
                        <c:v>2.647448473914864</c:v>
                      </c:pt>
                      <c:pt idx="915">
                        <c:v>2.7217487648915357</c:v>
                      </c:pt>
                      <c:pt idx="916">
                        <c:v>2.7718136738136878</c:v>
                      </c:pt>
                      <c:pt idx="917">
                        <c:v>2.8296083674311014</c:v>
                      </c:pt>
                      <c:pt idx="918">
                        <c:v>2.9050319894236281</c:v>
                      </c:pt>
                      <c:pt idx="919">
                        <c:v>2.9171827303713895</c:v>
                      </c:pt>
                      <c:pt idx="920">
                        <c:v>2.9044186018395211</c:v>
                      </c:pt>
                      <c:pt idx="921">
                        <c:v>2.8996467214130726</c:v>
                      </c:pt>
                      <c:pt idx="922">
                        <c:v>2.9048716432043022</c:v>
                      </c:pt>
                      <c:pt idx="923">
                        <c:v>2.8568196604907024</c:v>
                      </c:pt>
                      <c:pt idx="924">
                        <c:v>2.8393415599681195</c:v>
                      </c:pt>
                      <c:pt idx="925">
                        <c:v>2.9081174649740942</c:v>
                      </c:pt>
                      <c:pt idx="926">
                        <c:v>2.916726050478001</c:v>
                      </c:pt>
                      <c:pt idx="927">
                        <c:v>2.8005336555984246</c:v>
                      </c:pt>
                      <c:pt idx="928">
                        <c:v>2.8552099178989181</c:v>
                      </c:pt>
                      <c:pt idx="929">
                        <c:v>2.923374777246504</c:v>
                      </c:pt>
                      <c:pt idx="930">
                        <c:v>2.9561601608396808</c:v>
                      </c:pt>
                      <c:pt idx="931">
                        <c:v>2.9661447351477115</c:v>
                      </c:pt>
                      <c:pt idx="932">
                        <c:v>2.9994070370805166</c:v>
                      </c:pt>
                      <c:pt idx="933">
                        <c:v>3.0399216821978614</c:v>
                      </c:pt>
                      <c:pt idx="934">
                        <c:v>3.0508781782808505</c:v>
                      </c:pt>
                      <c:pt idx="935">
                        <c:v>3.0530930749161049</c:v>
                      </c:pt>
                      <c:pt idx="936">
                        <c:v>3.057889131967463</c:v>
                      </c:pt>
                      <c:pt idx="937">
                        <c:v>3.0756568646776477</c:v>
                      </c:pt>
                      <c:pt idx="938">
                        <c:v>3.0801899171622567</c:v>
                      </c:pt>
                      <c:pt idx="939">
                        <c:v>3.1200836318867657</c:v>
                      </c:pt>
                      <c:pt idx="940">
                        <c:v>3.1398580627857582</c:v>
                      </c:pt>
                      <c:pt idx="941">
                        <c:v>3.1689929249695554</c:v>
                      </c:pt>
                      <c:pt idx="942">
                        <c:v>3.1477998195320498</c:v>
                      </c:pt>
                      <c:pt idx="943">
                        <c:v>3.1552224107887747</c:v>
                      </c:pt>
                      <c:pt idx="944">
                        <c:v>3.1301773195021281</c:v>
                      </c:pt>
                      <c:pt idx="945">
                        <c:v>3.093150745028582</c:v>
                      </c:pt>
                      <c:pt idx="946">
                        <c:v>3.1141749725386951</c:v>
                      </c:pt>
                      <c:pt idx="947">
                        <c:v>3.0927264835025841</c:v>
                      </c:pt>
                      <c:pt idx="948">
                        <c:v>3.0784733448345762</c:v>
                      </c:pt>
                      <c:pt idx="949">
                        <c:v>3.1381959412947253</c:v>
                      </c:pt>
                      <c:pt idx="950">
                        <c:v>3.1320518201462413</c:v>
                      </c:pt>
                      <c:pt idx="951">
                        <c:v>3.1518862303683481</c:v>
                      </c:pt>
                      <c:pt idx="952">
                        <c:v>3.2001452576718421</c:v>
                      </c:pt>
                      <c:pt idx="953">
                        <c:v>3.2239237056667456</c:v>
                      </c:pt>
                      <c:pt idx="954">
                        <c:v>3.191872693604612</c:v>
                      </c:pt>
                      <c:pt idx="955">
                        <c:v>3.1919348081206427</c:v>
                      </c:pt>
                      <c:pt idx="956">
                        <c:v>3.1886241684990724</c:v>
                      </c:pt>
                      <c:pt idx="957">
                        <c:v>3.1719884938871674</c:v>
                      </c:pt>
                      <c:pt idx="958">
                        <c:v>3.1725079007914587</c:v>
                      </c:pt>
                      <c:pt idx="959">
                        <c:v>3.182045239914312</c:v>
                      </c:pt>
                      <c:pt idx="960">
                        <c:v>3.1854717372443231</c:v>
                      </c:pt>
                      <c:pt idx="961">
                        <c:v>3.2093768762071093</c:v>
                      </c:pt>
                      <c:pt idx="962">
                        <c:v>3.1681986670856706</c:v>
                      </c:pt>
                      <c:pt idx="963">
                        <c:v>3.083577182293574</c:v>
                      </c:pt>
                      <c:pt idx="964">
                        <c:v>3.0899133815094619</c:v>
                      </c:pt>
                      <c:pt idx="965">
                        <c:v>3.0631009559232498</c:v>
                      </c:pt>
                      <c:pt idx="966">
                        <c:v>3.0112935156439762</c:v>
                      </c:pt>
                      <c:pt idx="967">
                        <c:v>3.021637082476293</c:v>
                      </c:pt>
                      <c:pt idx="968">
                        <c:v>3.0636818727421056</c:v>
                      </c:pt>
                      <c:pt idx="969">
                        <c:v>3.0655226371819992</c:v>
                      </c:pt>
                      <c:pt idx="970">
                        <c:v>3.0145388517575333</c:v>
                      </c:pt>
                      <c:pt idx="971">
                        <c:v>2.9935630388079351</c:v>
                      </c:pt>
                      <c:pt idx="972">
                        <c:v>3.0253385785313713</c:v>
                      </c:pt>
                      <c:pt idx="973">
                        <c:v>3.1134751928015993</c:v>
                      </c:pt>
                      <c:pt idx="974">
                        <c:v>3.1527822234404392</c:v>
                      </c:pt>
                      <c:pt idx="975">
                        <c:v>3.1609269775319109</c:v>
                      </c:pt>
                      <c:pt idx="976">
                        <c:v>3.1452386681477194</c:v>
                      </c:pt>
                      <c:pt idx="977">
                        <c:v>3.1675492672543073</c:v>
                      </c:pt>
                      <c:pt idx="978">
                        <c:v>3.1541457434819584</c:v>
                      </c:pt>
                      <c:pt idx="979">
                        <c:v>3.1158115299278175</c:v>
                      </c:pt>
                      <c:pt idx="980">
                        <c:v>3.125171903152721</c:v>
                      </c:pt>
                      <c:pt idx="981">
                        <c:v>3.1272275663633655</c:v>
                      </c:pt>
                      <c:pt idx="982">
                        <c:v>3.1730041489069447</c:v>
                      </c:pt>
                      <c:pt idx="983">
                        <c:v>3.163205323546209</c:v>
                      </c:pt>
                      <c:pt idx="984">
                        <c:v>3.1989613874647329</c:v>
                      </c:pt>
                      <c:pt idx="985">
                        <c:v>3.2213407187787197</c:v>
                      </c:pt>
                      <c:pt idx="986">
                        <c:v>3.2456484804559063</c:v>
                      </c:pt>
                      <c:pt idx="987">
                        <c:v>3.3163279423000378</c:v>
                      </c:pt>
                      <c:pt idx="988">
                        <c:v>3.3400731165295894</c:v>
                      </c:pt>
                      <c:pt idx="989">
                        <c:v>3.4102243696334704</c:v>
                      </c:pt>
                      <c:pt idx="990">
                        <c:v>3.4270845280061222</c:v>
                      </c:pt>
                      <c:pt idx="991">
                        <c:v>3.4327037194667613</c:v>
                      </c:pt>
                      <c:pt idx="992">
                        <c:v>3.4505159652956592</c:v>
                      </c:pt>
                      <c:pt idx="993">
                        <c:v>3.480749211482272</c:v>
                      </c:pt>
                      <c:pt idx="994">
                        <c:v>3.4743893132151786</c:v>
                      </c:pt>
                      <c:pt idx="995">
                        <c:v>3.5065028191006444</c:v>
                      </c:pt>
                      <c:pt idx="996">
                        <c:v>3.5165762852520963</c:v>
                      </c:pt>
                      <c:pt idx="997">
                        <c:v>3.552520627093299</c:v>
                      </c:pt>
                      <c:pt idx="998">
                        <c:v>3.5531359891219276</c:v>
                      </c:pt>
                      <c:pt idx="999">
                        <c:v>3.5687187154553492</c:v>
                      </c:pt>
                      <c:pt idx="1000">
                        <c:v>3.4695305709420534</c:v>
                      </c:pt>
                      <c:pt idx="1001">
                        <c:v>3.4744528380806257</c:v>
                      </c:pt>
                      <c:pt idx="1002">
                        <c:v>3.4982409198323476</c:v>
                      </c:pt>
                      <c:pt idx="1003">
                        <c:v>3.5116536333058188</c:v>
                      </c:pt>
                      <c:pt idx="1004">
                        <c:v>3.5327077278322725</c:v>
                      </c:pt>
                      <c:pt idx="1005">
                        <c:v>3.5369432290332234</c:v>
                      </c:pt>
                      <c:pt idx="1006">
                        <c:v>3.5308444802735792</c:v>
                      </c:pt>
                      <c:pt idx="1007">
                        <c:v>3.4873893780835012</c:v>
                      </c:pt>
                      <c:pt idx="1008">
                        <c:v>3.5356535674148573</c:v>
                      </c:pt>
                      <c:pt idx="1009">
                        <c:v>3.5805522333058422</c:v>
                      </c:pt>
                      <c:pt idx="1010">
                        <c:v>3.5827867708742023</c:v>
                      </c:pt>
                      <c:pt idx="1011">
                        <c:v>3.5726716682389608</c:v>
                      </c:pt>
                      <c:pt idx="1012">
                        <c:v>3.574193588661017</c:v>
                      </c:pt>
                      <c:pt idx="1013">
                        <c:v>3.5107370597307659</c:v>
                      </c:pt>
                      <c:pt idx="1014">
                        <c:v>3.5716358639727415</c:v>
                      </c:pt>
                      <c:pt idx="1015">
                        <c:v>3.6188166033254081</c:v>
                      </c:pt>
                      <c:pt idx="1016">
                        <c:v>3.5761075212116564</c:v>
                      </c:pt>
                      <c:pt idx="1017">
                        <c:v>3.5597343859390205</c:v>
                      </c:pt>
                      <c:pt idx="1018">
                        <c:v>3.4991361386729203</c:v>
                      </c:pt>
                      <c:pt idx="1019">
                        <c:v>3.5470243891405895</c:v>
                      </c:pt>
                      <c:pt idx="1020">
                        <c:v>3.490978213583579</c:v>
                      </c:pt>
                      <c:pt idx="1021">
                        <c:v>3.5106144196741815</c:v>
                      </c:pt>
                      <c:pt idx="1022">
                        <c:v>3.4860356388900997</c:v>
                      </c:pt>
                      <c:pt idx="1023">
                        <c:v>3.5646779885129667</c:v>
                      </c:pt>
                      <c:pt idx="1024">
                        <c:v>3.6107113052690312</c:v>
                      </c:pt>
                      <c:pt idx="1025">
                        <c:v>3.5943496037491198</c:v>
                      </c:pt>
                      <c:pt idx="1026">
                        <c:v>3.606243975832006</c:v>
                      </c:pt>
                      <c:pt idx="1027">
                        <c:v>3.6003523053416142</c:v>
                      </c:pt>
                      <c:pt idx="1028">
                        <c:v>3.5676457946309585</c:v>
                      </c:pt>
                      <c:pt idx="1029">
                        <c:v>3.5290948475441439</c:v>
                      </c:pt>
                      <c:pt idx="1030">
                        <c:v>3.4862403315280659</c:v>
                      </c:pt>
                      <c:pt idx="1031">
                        <c:v>3.5200433301560641</c:v>
                      </c:pt>
                      <c:pt idx="1032">
                        <c:v>3.5482362734294997</c:v>
                      </c:pt>
                      <c:pt idx="1033">
                        <c:v>3.4833451557824846</c:v>
                      </c:pt>
                      <c:pt idx="1034">
                        <c:v>3.4557242572020392</c:v>
                      </c:pt>
                      <c:pt idx="1035">
                        <c:v>3.4879500169490232</c:v>
                      </c:pt>
                      <c:pt idx="1036">
                        <c:v>3.4269056142868064</c:v>
                      </c:pt>
                      <c:pt idx="1037">
                        <c:v>3.4201217649196511</c:v>
                      </c:pt>
                      <c:pt idx="1038">
                        <c:v>3.4636008339086097</c:v>
                      </c:pt>
                      <c:pt idx="1039">
                        <c:v>3.4635654302048575</c:v>
                      </c:pt>
                      <c:pt idx="1040">
                        <c:v>3.4701905290652664</c:v>
                      </c:pt>
                      <c:pt idx="1041">
                        <c:v>3.4629159843136521</c:v>
                      </c:pt>
                      <c:pt idx="1042">
                        <c:v>3.425659279725104</c:v>
                      </c:pt>
                      <c:pt idx="1043">
                        <c:v>3.4021754461397844</c:v>
                      </c:pt>
                      <c:pt idx="1044">
                        <c:v>3.3654377147320953</c:v>
                      </c:pt>
                      <c:pt idx="1045">
                        <c:v>3.2673908285787663</c:v>
                      </c:pt>
                      <c:pt idx="1046">
                        <c:v>3.2725034209436519</c:v>
                      </c:pt>
                      <c:pt idx="1047">
                        <c:v>3.2008525893667961</c:v>
                      </c:pt>
                      <c:pt idx="1048">
                        <c:v>3.2581476679723744</c:v>
                      </c:pt>
                      <c:pt idx="1049">
                        <c:v>3.2735089741253272</c:v>
                      </c:pt>
                      <c:pt idx="1050">
                        <c:v>3.3605142161260977</c:v>
                      </c:pt>
                      <c:pt idx="1051">
                        <c:v>3.4177743318999698</c:v>
                      </c:pt>
                      <c:pt idx="1052">
                        <c:v>3.4072121099956667</c:v>
                      </c:pt>
                      <c:pt idx="1053">
                        <c:v>3.4177320917253762</c:v>
                      </c:pt>
                      <c:pt idx="1054">
                        <c:v>3.3598168849925427</c:v>
                      </c:pt>
                      <c:pt idx="1055">
                        <c:v>3.3950357737607892</c:v>
                      </c:pt>
                      <c:pt idx="1056">
                        <c:v>3.4468318898787422</c:v>
                      </c:pt>
                      <c:pt idx="1057">
                        <c:v>3.4262312100454206</c:v>
                      </c:pt>
                      <c:pt idx="1058">
                        <c:v>3.4606914138449874</c:v>
                      </c:pt>
                      <c:pt idx="1059">
                        <c:v>3.4501548677886325</c:v>
                      </c:pt>
                      <c:pt idx="1060">
                        <c:v>3.5163005971111319</c:v>
                      </c:pt>
                      <c:pt idx="1061">
                        <c:v>3.5471121645781705</c:v>
                      </c:pt>
                      <c:pt idx="1062">
                        <c:v>3.5469837567882885</c:v>
                      </c:pt>
                      <c:pt idx="1063">
                        <c:v>3.5728265680294222</c:v>
                      </c:pt>
                      <c:pt idx="1064">
                        <c:v>3.5595022879340719</c:v>
                      </c:pt>
                      <c:pt idx="1065">
                        <c:v>3.5791877913056074</c:v>
                      </c:pt>
                      <c:pt idx="1066">
                        <c:v>3.5874374871172656</c:v>
                      </c:pt>
                      <c:pt idx="1067">
                        <c:v>3.5910669947525804</c:v>
                      </c:pt>
                      <c:pt idx="1068">
                        <c:v>3.5547171324078235</c:v>
                      </c:pt>
                      <c:pt idx="1069">
                        <c:v>3.5683524730387397</c:v>
                      </c:pt>
                      <c:pt idx="1070">
                        <c:v>3.5475024607874244</c:v>
                      </c:pt>
                      <c:pt idx="1071">
                        <c:v>3.5516410625535224</c:v>
                      </c:pt>
                      <c:pt idx="1072">
                        <c:v>3.5809033594308946</c:v>
                      </c:pt>
                      <c:pt idx="1073">
                        <c:v>3.6126559265754494</c:v>
                      </c:pt>
                      <c:pt idx="1074">
                        <c:v>3.5451554009330652</c:v>
                      </c:pt>
                      <c:pt idx="1075">
                        <c:v>3.5754290847477441</c:v>
                      </c:pt>
                      <c:pt idx="1076">
                        <c:v>3.5728489561248575</c:v>
                      </c:pt>
                      <c:pt idx="1077">
                        <c:v>3.5618799706417175</c:v>
                      </c:pt>
                      <c:pt idx="1078">
                        <c:v>3.6043593121508195</c:v>
                      </c:pt>
                      <c:pt idx="1079">
                        <c:v>3.6269290030561407</c:v>
                      </c:pt>
                      <c:pt idx="1080">
                        <c:v>3.6185579006407096</c:v>
                      </c:pt>
                      <c:pt idx="1081">
                        <c:v>3.5973615812623416</c:v>
                      </c:pt>
                      <c:pt idx="1082">
                        <c:v>3.6039506915434698</c:v>
                      </c:pt>
                      <c:pt idx="1083">
                        <c:v>3.5898197044964753</c:v>
                      </c:pt>
                      <c:pt idx="1084">
                        <c:v>3.5586373592053104</c:v>
                      </c:pt>
                      <c:pt idx="1085">
                        <c:v>3.5284708281764656</c:v>
                      </c:pt>
                      <c:pt idx="1086">
                        <c:v>3.4833252503810814</c:v>
                      </c:pt>
                      <c:pt idx="1087">
                        <c:v>3.5819591162017752</c:v>
                      </c:pt>
                      <c:pt idx="1088">
                        <c:v>3.5967425003227089</c:v>
                      </c:pt>
                      <c:pt idx="1089">
                        <c:v>3.6653382567690285</c:v>
                      </c:pt>
                      <c:pt idx="1090">
                        <c:v>3.7237017531245917</c:v>
                      </c:pt>
                      <c:pt idx="1091">
                        <c:v>3.7337511389119276</c:v>
                      </c:pt>
                      <c:pt idx="1092">
                        <c:v>3.7697517108999548</c:v>
                      </c:pt>
                      <c:pt idx="1093">
                        <c:v>3.7595067574881771</c:v>
                      </c:pt>
                      <c:pt idx="1094">
                        <c:v>3.772652003464303</c:v>
                      </c:pt>
                      <c:pt idx="1095">
                        <c:v>3.766188985434098</c:v>
                      </c:pt>
                      <c:pt idx="1096">
                        <c:v>3.7688379157755221</c:v>
                      </c:pt>
                      <c:pt idx="1097">
                        <c:v>3.8014401355120664</c:v>
                      </c:pt>
                      <c:pt idx="1098">
                        <c:v>3.7653078790261181</c:v>
                      </c:pt>
                      <c:pt idx="1099">
                        <c:v>3.7955501831062066</c:v>
                      </c:pt>
                      <c:pt idx="1100">
                        <c:v>3.8046904222408302</c:v>
                      </c:pt>
                      <c:pt idx="1101">
                        <c:v>3.8206267757712387</c:v>
                      </c:pt>
                      <c:pt idx="1102">
                        <c:v>3.8273747302803875</c:v>
                      </c:pt>
                      <c:pt idx="1103">
                        <c:v>3.8370803164860505</c:v>
                      </c:pt>
                      <c:pt idx="1104">
                        <c:v>3.8028817272975477</c:v>
                      </c:pt>
                      <c:pt idx="1105">
                        <c:v>3.7955343464991511</c:v>
                      </c:pt>
                      <c:pt idx="1106">
                        <c:v>3.8229008930834452</c:v>
                      </c:pt>
                      <c:pt idx="1107">
                        <c:v>3.8991535698570927</c:v>
                      </c:pt>
                      <c:pt idx="1108">
                        <c:v>3.928414933656041</c:v>
                      </c:pt>
                      <c:pt idx="1109">
                        <c:v>3.9131240648910466</c:v>
                      </c:pt>
                      <c:pt idx="1110">
                        <c:v>3.9270601716993099</c:v>
                      </c:pt>
                      <c:pt idx="1111">
                        <c:v>3.9588391001349201</c:v>
                      </c:pt>
                      <c:pt idx="1112">
                        <c:v>3.9285000522244871</c:v>
                      </c:pt>
                      <c:pt idx="1113">
                        <c:v>3.9366889903395768</c:v>
                      </c:pt>
                      <c:pt idx="1114">
                        <c:v>3.9039356529474865</c:v>
                      </c:pt>
                      <c:pt idx="1115">
                        <c:v>3.8878139695020977</c:v>
                      </c:pt>
                      <c:pt idx="1116">
                        <c:v>3.8623792496605915</c:v>
                      </c:pt>
                      <c:pt idx="1117">
                        <c:v>3.8703610896116976</c:v>
                      </c:pt>
                      <c:pt idx="1118">
                        <c:v>3.8267085920292776</c:v>
                      </c:pt>
                      <c:pt idx="1119">
                        <c:v>3.8566111949827575</c:v>
                      </c:pt>
                      <c:pt idx="1120">
                        <c:v>3.8126639536303677</c:v>
                      </c:pt>
                      <c:pt idx="1121">
                        <c:v>3.8404499363406739</c:v>
                      </c:pt>
                      <c:pt idx="1122">
                        <c:v>3.8387574498686901</c:v>
                      </c:pt>
                      <c:pt idx="1123">
                        <c:v>3.8138762607870551</c:v>
                      </c:pt>
                      <c:pt idx="1124">
                        <c:v>3.8965967174669842</c:v>
                      </c:pt>
                      <c:pt idx="1125">
                        <c:v>3.8885555081493361</c:v>
                      </c:pt>
                      <c:pt idx="1126">
                        <c:v>3.8976697918037972</c:v>
                      </c:pt>
                      <c:pt idx="1127">
                        <c:v>3.8719138300042375</c:v>
                      </c:pt>
                      <c:pt idx="1128">
                        <c:v>3.8452942330979298</c:v>
                      </c:pt>
                      <c:pt idx="1129">
                        <c:v>3.8150321661700803</c:v>
                      </c:pt>
                      <c:pt idx="1130">
                        <c:v>3.7521494733234744</c:v>
                      </c:pt>
                      <c:pt idx="1131">
                        <c:v>3.8063358405158012</c:v>
                      </c:pt>
                      <c:pt idx="1132">
                        <c:v>3.9837985268501281</c:v>
                      </c:pt>
                      <c:pt idx="1133">
                        <c:v>4.0294262348639593</c:v>
                      </c:pt>
                      <c:pt idx="1134">
                        <c:v>4.0166239725807893</c:v>
                      </c:pt>
                      <c:pt idx="1135">
                        <c:v>4.0223206069629045</c:v>
                      </c:pt>
                      <c:pt idx="1136">
                        <c:v>4.0856522791077614</c:v>
                      </c:pt>
                      <c:pt idx="1137">
                        <c:v>4.0718086738924884</c:v>
                      </c:pt>
                      <c:pt idx="1138">
                        <c:v>4.1004185828985245</c:v>
                      </c:pt>
                      <c:pt idx="1139">
                        <c:v>4.0414981165188273</c:v>
                      </c:pt>
                      <c:pt idx="1140">
                        <c:v>4.0416273635113429</c:v>
                      </c:pt>
                      <c:pt idx="1141">
                        <c:v>4.053371648843636</c:v>
                      </c:pt>
                      <c:pt idx="1142">
                        <c:v>4.0304845936420595</c:v>
                      </c:pt>
                      <c:pt idx="1143">
                        <c:v>4.0034824520305987</c:v>
                      </c:pt>
                      <c:pt idx="1144">
                        <c:v>3.9604383043884952</c:v>
                      </c:pt>
                      <c:pt idx="1145">
                        <c:v>3.9609374749036919</c:v>
                      </c:pt>
                      <c:pt idx="1146">
                        <c:v>4.0432186450565251</c:v>
                      </c:pt>
                      <c:pt idx="1147">
                        <c:v>3.9968769854756769</c:v>
                      </c:pt>
                      <c:pt idx="1148">
                        <c:v>3.9783876439200507</c:v>
                      </c:pt>
                      <c:pt idx="1149">
                        <c:v>3.9512812436965072</c:v>
                      </c:pt>
                      <c:pt idx="1150">
                        <c:v>4.0301429190506317</c:v>
                      </c:pt>
                      <c:pt idx="1151">
                        <c:v>4.0232618338696797</c:v>
                      </c:pt>
                      <c:pt idx="1152">
                        <c:v>4.0177262589482954</c:v>
                      </c:pt>
                      <c:pt idx="1153">
                        <c:v>4.0326656693198606</c:v>
                      </c:pt>
                      <c:pt idx="1154">
                        <c:v>4.089889836650868</c:v>
                      </c:pt>
                      <c:pt idx="1155">
                        <c:v>4.043869959212393</c:v>
                      </c:pt>
                      <c:pt idx="1156">
                        <c:v>4.0335089463838418</c:v>
                      </c:pt>
                      <c:pt idx="1157">
                        <c:v>4.0238649040433527</c:v>
                      </c:pt>
                      <c:pt idx="1158">
                        <c:v>4.0310881517768591</c:v>
                      </c:pt>
                      <c:pt idx="1159">
                        <c:v>3.9778962525629202</c:v>
                      </c:pt>
                      <c:pt idx="1160">
                        <c:v>3.9873825484233665</c:v>
                      </c:pt>
                      <c:pt idx="1161">
                        <c:v>3.9923187989153908</c:v>
                      </c:pt>
                      <c:pt idx="1162">
                        <c:v>3.919661179706178</c:v>
                      </c:pt>
                      <c:pt idx="1163">
                        <c:v>3.9065300469054463</c:v>
                      </c:pt>
                      <c:pt idx="1164">
                        <c:v>3.8858246278869593</c:v>
                      </c:pt>
                      <c:pt idx="1165">
                        <c:v>3.7872641020535505</c:v>
                      </c:pt>
                      <c:pt idx="1166">
                        <c:v>3.9590693557936221</c:v>
                      </c:pt>
                      <c:pt idx="1167">
                        <c:v>4.0400661965560571</c:v>
                      </c:pt>
                      <c:pt idx="1168">
                        <c:v>4.0314354353608568</c:v>
                      </c:pt>
                      <c:pt idx="1169">
                        <c:v>4.0732750931003956</c:v>
                      </c:pt>
                      <c:pt idx="1170">
                        <c:v>4.1135406553398042</c:v>
                      </c:pt>
                      <c:pt idx="1171">
                        <c:v>4.1233365193136819</c:v>
                      </c:pt>
                      <c:pt idx="1172">
                        <c:v>4.1725697330981903</c:v>
                      </c:pt>
                      <c:pt idx="1173">
                        <c:v>4.1473199619835537</c:v>
                      </c:pt>
                      <c:pt idx="1174">
                        <c:v>4.185474423063912</c:v>
                      </c:pt>
                      <c:pt idx="1175">
                        <c:v>4.2433049504611802</c:v>
                      </c:pt>
                      <c:pt idx="1176">
                        <c:v>4.2752605661515579</c:v>
                      </c:pt>
                      <c:pt idx="1177">
                        <c:v>4.2813152183580758</c:v>
                      </c:pt>
                      <c:pt idx="1178">
                        <c:v>4.2656583923668929</c:v>
                      </c:pt>
                      <c:pt idx="1179">
                        <c:v>4.2717922361268208</c:v>
                      </c:pt>
                      <c:pt idx="1180">
                        <c:v>4.3351524112611939</c:v>
                      </c:pt>
                      <c:pt idx="1181">
                        <c:v>4.3280830177421938</c:v>
                      </c:pt>
                      <c:pt idx="1182">
                        <c:v>4.3494757039148437</c:v>
                      </c:pt>
                      <c:pt idx="1183">
                        <c:v>4.3332953783365875</c:v>
                      </c:pt>
                      <c:pt idx="1184">
                        <c:v>4.3701322792005115</c:v>
                      </c:pt>
                      <c:pt idx="1185">
                        <c:v>4.4269020827548911</c:v>
                      </c:pt>
                      <c:pt idx="1186">
                        <c:v>4.413291342605965</c:v>
                      </c:pt>
                      <c:pt idx="1187">
                        <c:v>4.3938779893824131</c:v>
                      </c:pt>
                      <c:pt idx="1188">
                        <c:v>4.424322287705257</c:v>
                      </c:pt>
                      <c:pt idx="1189">
                        <c:v>4.372911119391091</c:v>
                      </c:pt>
                      <c:pt idx="1190">
                        <c:v>4.3718078021265807</c:v>
                      </c:pt>
                      <c:pt idx="1191">
                        <c:v>4.4337898111515397</c:v>
                      </c:pt>
                      <c:pt idx="1192">
                        <c:v>4.4195594936620344</c:v>
                      </c:pt>
                      <c:pt idx="1193">
                        <c:v>4.3984648809015976</c:v>
                      </c:pt>
                      <c:pt idx="1194">
                        <c:v>4.4170958735659296</c:v>
                      </c:pt>
                      <c:pt idx="1195">
                        <c:v>4.4508477050260407</c:v>
                      </c:pt>
                      <c:pt idx="1196">
                        <c:v>4.4043505315969957</c:v>
                      </c:pt>
                      <c:pt idx="1197">
                        <c:v>4.4467495380118676</c:v>
                      </c:pt>
                      <c:pt idx="1198">
                        <c:v>4.4185737372715632</c:v>
                      </c:pt>
                      <c:pt idx="1199">
                        <c:v>4.2908868450220963</c:v>
                      </c:pt>
                      <c:pt idx="1200">
                        <c:v>4.3373467115525912</c:v>
                      </c:pt>
                      <c:pt idx="1201">
                        <c:v>4.3882116328217675</c:v>
                      </c:pt>
                      <c:pt idx="1202">
                        <c:v>4.3891026132329038</c:v>
                      </c:pt>
                      <c:pt idx="1203">
                        <c:v>4.4034036696592374</c:v>
                      </c:pt>
                      <c:pt idx="1204">
                        <c:v>4.4138040325719734</c:v>
                      </c:pt>
                      <c:pt idx="1205">
                        <c:v>4.369328392784678</c:v>
                      </c:pt>
                      <c:pt idx="1206">
                        <c:v>4.3853967883840212</c:v>
                      </c:pt>
                      <c:pt idx="1207">
                        <c:v>4.3875112491249366</c:v>
                      </c:pt>
                      <c:pt idx="1208">
                        <c:v>4.4199400435863634</c:v>
                      </c:pt>
                      <c:pt idx="1209">
                        <c:v>4.3317043376486968</c:v>
                      </c:pt>
                      <c:pt idx="1210">
                        <c:v>4.2749006725075613</c:v>
                      </c:pt>
                      <c:pt idx="1211">
                        <c:v>4.2277094364637824</c:v>
                      </c:pt>
                      <c:pt idx="1212">
                        <c:v>4.2577110908019806</c:v>
                      </c:pt>
                      <c:pt idx="1213">
                        <c:v>4.3425227077300406</c:v>
                      </c:pt>
                      <c:pt idx="1214">
                        <c:v>4.4282785502100896</c:v>
                      </c:pt>
                      <c:pt idx="1215">
                        <c:v>4.502322746924575</c:v>
                      </c:pt>
                      <c:pt idx="1216">
                        <c:v>4.4774556039417783</c:v>
                      </c:pt>
                      <c:pt idx="1217">
                        <c:v>4.4923529261544708</c:v>
                      </c:pt>
                      <c:pt idx="1218">
                        <c:v>4.4213011412537515</c:v>
                      </c:pt>
                      <c:pt idx="1219">
                        <c:v>4.3572022727736206</c:v>
                      </c:pt>
                      <c:pt idx="1220">
                        <c:v>4.4144331886725396</c:v>
                      </c:pt>
                      <c:pt idx="1221">
                        <c:v>4.3600073854264041</c:v>
                      </c:pt>
                      <c:pt idx="1222">
                        <c:v>4.4165605415143361</c:v>
                      </c:pt>
                      <c:pt idx="1223">
                        <c:v>4.3776157761654755</c:v>
                      </c:pt>
                      <c:pt idx="1224">
                        <c:v>4.371029475296405</c:v>
                      </c:pt>
                      <c:pt idx="1225">
                        <c:v>4.3427211941973756</c:v>
                      </c:pt>
                      <c:pt idx="1226">
                        <c:v>4.2536878057986787</c:v>
                      </c:pt>
                      <c:pt idx="1227">
                        <c:v>4.1715608393865589</c:v>
                      </c:pt>
                      <c:pt idx="1228">
                        <c:v>4.1099870983035194</c:v>
                      </c:pt>
                      <c:pt idx="1229">
                        <c:v>3.8358151343589504</c:v>
                      </c:pt>
                      <c:pt idx="1230">
                        <c:v>3.7623904929306717</c:v>
                      </c:pt>
                      <c:pt idx="1231">
                        <c:v>3.8391334450518393</c:v>
                      </c:pt>
                      <c:pt idx="1232">
                        <c:v>4.0265056124760594</c:v>
                      </c:pt>
                      <c:pt idx="1233">
                        <c:v>4.0515080187986792</c:v>
                      </c:pt>
                      <c:pt idx="1234">
                        <c:v>3.8704411933525433</c:v>
                      </c:pt>
                      <c:pt idx="1235">
                        <c:v>3.7120193430399646</c:v>
                      </c:pt>
                      <c:pt idx="1236">
                        <c:v>3.4678542277023245</c:v>
                      </c:pt>
                      <c:pt idx="1237">
                        <c:v>3.3773507539166694</c:v>
                      </c:pt>
                      <c:pt idx="1238">
                        <c:v>3.1724040220729184</c:v>
                      </c:pt>
                      <c:pt idx="1239">
                        <c:v>2.7484266381334415</c:v>
                      </c:pt>
                      <c:pt idx="1240">
                        <c:v>2.6286541497044054</c:v>
                      </c:pt>
                      <c:pt idx="1241">
                        <c:v>2.3962636338015089</c:v>
                      </c:pt>
                      <c:pt idx="1242">
                        <c:v>2.6426358934876024</c:v>
                      </c:pt>
                      <c:pt idx="1243">
                        <c:v>2.8160751801796087</c:v>
                      </c:pt>
                      <c:pt idx="1244">
                        <c:v>2.8854457324558882</c:v>
                      </c:pt>
                      <c:pt idx="1245">
                        <c:v>3.017268222188549</c:v>
                      </c:pt>
                      <c:pt idx="1246">
                        <c:v>3.1547636056683945</c:v>
                      </c:pt>
                      <c:pt idx="1247">
                        <c:v>3.3142191294325665</c:v>
                      </c:pt>
                      <c:pt idx="1248">
                        <c:v>3.4205946608597713</c:v>
                      </c:pt>
                      <c:pt idx="1249">
                        <c:v>3.5393935229803839</c:v>
                      </c:pt>
                      <c:pt idx="1250">
                        <c:v>3.1793106864577427</c:v>
                      </c:pt>
                      <c:pt idx="1251">
                        <c:v>3.3202898949095432</c:v>
                      </c:pt>
                      <c:pt idx="1252">
                        <c:v>3.3637287432728065</c:v>
                      </c:pt>
                      <c:pt idx="1253">
                        <c:v>3.3429328880534936</c:v>
                      </c:pt>
                      <c:pt idx="1254">
                        <c:v>3.2405699388338847</c:v>
                      </c:pt>
                      <c:pt idx="1255">
                        <c:v>3.3237490369990823</c:v>
                      </c:pt>
                      <c:pt idx="1256">
                        <c:v>3.3432427174881845</c:v>
                      </c:pt>
                      <c:pt idx="1257">
                        <c:v>3.3675583314223361</c:v>
                      </c:pt>
                      <c:pt idx="1258">
                        <c:v>3.4409975646719451</c:v>
                      </c:pt>
                      <c:pt idx="1259">
                        <c:v>3.5294959393692102</c:v>
                      </c:pt>
                      <c:pt idx="1260">
                        <c:v>3.5279791034227648</c:v>
                      </c:pt>
                      <c:pt idx="1261">
                        <c:v>3.5235737235793496</c:v>
                      </c:pt>
                      <c:pt idx="1262">
                        <c:v>3.6113547428999198</c:v>
                      </c:pt>
                      <c:pt idx="1263">
                        <c:v>3.7259742038303605</c:v>
                      </c:pt>
                      <c:pt idx="1264">
                        <c:v>3.7306827963599378</c:v>
                      </c:pt>
                      <c:pt idx="1265">
                        <c:v>3.8144991524766336</c:v>
                      </c:pt>
                      <c:pt idx="1266">
                        <c:v>3.8403678678764619</c:v>
                      </c:pt>
                      <c:pt idx="1267">
                        <c:v>3.7702031216994696</c:v>
                      </c:pt>
                      <c:pt idx="1268">
                        <c:v>3.6753414376554856</c:v>
                      </c:pt>
                      <c:pt idx="1269">
                        <c:v>3.6877266012219234</c:v>
                      </c:pt>
                      <c:pt idx="1270">
                        <c:v>3.5786735004610746</c:v>
                      </c:pt>
                      <c:pt idx="1271">
                        <c:v>3.6883069476949792</c:v>
                      </c:pt>
                      <c:pt idx="1272">
                        <c:v>3.7475788097946996</c:v>
                      </c:pt>
                      <c:pt idx="1273">
                        <c:v>3.8456452307825622</c:v>
                      </c:pt>
                      <c:pt idx="1274">
                        <c:v>3.88088337862846</c:v>
                      </c:pt>
                      <c:pt idx="1275">
                        <c:v>3.8550346694593731</c:v>
                      </c:pt>
                      <c:pt idx="1276">
                        <c:v>3.6830612748299889</c:v>
                      </c:pt>
                      <c:pt idx="1277">
                        <c:v>3.7538805410750649</c:v>
                      </c:pt>
                      <c:pt idx="1278">
                        <c:v>3.6500997225390495</c:v>
                      </c:pt>
                      <c:pt idx="1279">
                        <c:v>3.6636498055755471</c:v>
                      </c:pt>
                      <c:pt idx="1280">
                        <c:v>3.6512467957106582</c:v>
                      </c:pt>
                      <c:pt idx="1281">
                        <c:v>3.3379431042296033</c:v>
                      </c:pt>
                      <c:pt idx="1282">
                        <c:v>2.9981062489855095</c:v>
                      </c:pt>
                      <c:pt idx="1283">
                        <c:v>3.2875253750366684</c:v>
                      </c:pt>
                      <c:pt idx="1284">
                        <c:v>3.2653395266827769</c:v>
                      </c:pt>
                      <c:pt idx="1285">
                        <c:v>3.2345221348965629</c:v>
                      </c:pt>
                      <c:pt idx="1286">
                        <c:v>3.1798344766148956</c:v>
                      </c:pt>
                      <c:pt idx="1287">
                        <c:v>3.2882737432284705</c:v>
                      </c:pt>
                      <c:pt idx="1288">
                        <c:v>3.4045357633306557</c:v>
                      </c:pt>
                      <c:pt idx="1289">
                        <c:v>3.4498502292483915</c:v>
                      </c:pt>
                      <c:pt idx="1290">
                        <c:v>3.4658354501263915</c:v>
                      </c:pt>
                      <c:pt idx="1291">
                        <c:v>3.6115354304588658</c:v>
                      </c:pt>
                      <c:pt idx="1292">
                        <c:v>3.5865607384734246</c:v>
                      </c:pt>
                      <c:pt idx="1293">
                        <c:v>3.691907107283416</c:v>
                      </c:pt>
                      <c:pt idx="1294">
                        <c:v>3.7440791484697145</c:v>
                      </c:pt>
                      <c:pt idx="1295">
                        <c:v>3.6884202567628046</c:v>
                      </c:pt>
                      <c:pt idx="1296">
                        <c:v>3.7404271106929445</c:v>
                      </c:pt>
                      <c:pt idx="1297">
                        <c:v>3.6798125698585546</c:v>
                      </c:pt>
                      <c:pt idx="1298">
                        <c:v>3.5691193035757669</c:v>
                      </c:pt>
                      <c:pt idx="1299">
                        <c:v>3.6272447320792098</c:v>
                      </c:pt>
                      <c:pt idx="1300">
                        <c:v>3.6379085214057936</c:v>
                      </c:pt>
                      <c:pt idx="1301">
                        <c:v>3.709765168891781</c:v>
                      </c:pt>
                      <c:pt idx="1302">
                        <c:v>3.7682430026568166</c:v>
                      </c:pt>
                      <c:pt idx="1303">
                        <c:v>3.7540780200793766</c:v>
                      </c:pt>
                      <c:pt idx="1304">
                        <c:v>3.6938264613123049</c:v>
                      </c:pt>
                      <c:pt idx="1305">
                        <c:v>3.7226904525644704</c:v>
                      </c:pt>
                      <c:pt idx="1306">
                        <c:v>3.6305034126574047</c:v>
                      </c:pt>
                      <c:pt idx="1307">
                        <c:v>3.6040687864119318</c:v>
                      </c:pt>
                      <c:pt idx="1308">
                        <c:v>3.6211030075844919</c:v>
                      </c:pt>
                      <c:pt idx="1309">
                        <c:v>3.5688994447304099</c:v>
                      </c:pt>
                      <c:pt idx="1310">
                        <c:v>3.5974456032984667</c:v>
                      </c:pt>
                      <c:pt idx="1311">
                        <c:v>3.5560196354607712</c:v>
                      </c:pt>
                      <c:pt idx="1312">
                        <c:v>3.5869270393820232</c:v>
                      </c:pt>
                      <c:pt idx="1313">
                        <c:v>3.4605016735400662</c:v>
                      </c:pt>
                      <c:pt idx="1314">
                        <c:v>3.3628633309383464</c:v>
                      </c:pt>
                      <c:pt idx="1315">
                        <c:v>3.269255647507102</c:v>
                      </c:pt>
                      <c:pt idx="1316">
                        <c:v>3.0613901617486845</c:v>
                      </c:pt>
                      <c:pt idx="1317">
                        <c:v>3.2228067376183018</c:v>
                      </c:pt>
                      <c:pt idx="1318">
                        <c:v>3.215680800244634</c:v>
                      </c:pt>
                      <c:pt idx="1319">
                        <c:v>3.3083036126919296</c:v>
                      </c:pt>
                      <c:pt idx="1320">
                        <c:v>3.3034605915558011</c:v>
                      </c:pt>
                      <c:pt idx="1321">
                        <c:v>3.2995606058823004</c:v>
                      </c:pt>
                      <c:pt idx="1322">
                        <c:v>3.2502928169100596</c:v>
                      </c:pt>
                      <c:pt idx="1323">
                        <c:v>3.3403466275165461</c:v>
                      </c:pt>
                      <c:pt idx="1324">
                        <c:v>3.361337973612192</c:v>
                      </c:pt>
                      <c:pt idx="1325">
                        <c:v>3.300552206665353</c:v>
                      </c:pt>
                      <c:pt idx="1326">
                        <c:v>3.2885150291559939</c:v>
                      </c:pt>
                      <c:pt idx="1327">
                        <c:v>3.149139618576184</c:v>
                      </c:pt>
                      <c:pt idx="1328">
                        <c:v>3.1822450517969925</c:v>
                      </c:pt>
                      <c:pt idx="1329">
                        <c:v>3.304172662018936</c:v>
                      </c:pt>
                      <c:pt idx="1330">
                        <c:v>3.2666782274838746</c:v>
                      </c:pt>
                      <c:pt idx="1331">
                        <c:v>3.2674908317284124</c:v>
                      </c:pt>
                      <c:pt idx="1332">
                        <c:v>3.2861311934176598</c:v>
                      </c:pt>
                      <c:pt idx="1333">
                        <c:v>3.3417037373799725</c:v>
                      </c:pt>
                      <c:pt idx="1334">
                        <c:v>3.3213407356752009</c:v>
                      </c:pt>
                      <c:pt idx="1335">
                        <c:v>3.1901110964660733</c:v>
                      </c:pt>
                      <c:pt idx="1336">
                        <c:v>3.2587066321692251</c:v>
                      </c:pt>
                      <c:pt idx="1337">
                        <c:v>3.1524375971964975</c:v>
                      </c:pt>
                      <c:pt idx="1338">
                        <c:v>3.1838140820902829</c:v>
                      </c:pt>
                      <c:pt idx="1339">
                        <c:v>3.1426112242968505</c:v>
                      </c:pt>
                      <c:pt idx="1340">
                        <c:v>3.2765248302905463</c:v>
                      </c:pt>
                      <c:pt idx="1341">
                        <c:v>3.2653696878810012</c:v>
                      </c:pt>
                      <c:pt idx="1342">
                        <c:v>3.1932979199472959</c:v>
                      </c:pt>
                      <c:pt idx="1343">
                        <c:v>3.1880239572180975</c:v>
                      </c:pt>
                      <c:pt idx="1344">
                        <c:v>3.1493445866311403</c:v>
                      </c:pt>
                      <c:pt idx="1345">
                        <c:v>3.1300835963430198</c:v>
                      </c:pt>
                      <c:pt idx="1346">
                        <c:v>3.1628369910161451</c:v>
                      </c:pt>
                      <c:pt idx="1347">
                        <c:v>3.2101777313916635</c:v>
                      </c:pt>
                      <c:pt idx="1348">
                        <c:v>3.1766482021547526</c:v>
                      </c:pt>
                      <c:pt idx="1349">
                        <c:v>3.1240663000912305</c:v>
                      </c:pt>
                      <c:pt idx="1350">
                        <c:v>3.1554543983836489</c:v>
                      </c:pt>
                      <c:pt idx="1351">
                        <c:v>3.2159407365309511</c:v>
                      </c:pt>
                      <c:pt idx="1352">
                        <c:v>3.2515390364112875</c:v>
                      </c:pt>
                      <c:pt idx="1353">
                        <c:v>3.2918007529992739</c:v>
                      </c:pt>
                      <c:pt idx="1354">
                        <c:v>3.3902985933776177</c:v>
                      </c:pt>
                      <c:pt idx="1355">
                        <c:v>3.4150524537107119</c:v>
                      </c:pt>
                      <c:pt idx="1356">
                        <c:v>3.3712442775860687</c:v>
                      </c:pt>
                      <c:pt idx="1357">
                        <c:v>3.2972398742933846</c:v>
                      </c:pt>
                      <c:pt idx="1358">
                        <c:v>3.389673118285303</c:v>
                      </c:pt>
                      <c:pt idx="1359">
                        <c:v>3.3844152047793523</c:v>
                      </c:pt>
                      <c:pt idx="1360">
                        <c:v>3.3951798813053102</c:v>
                      </c:pt>
                      <c:pt idx="1361">
                        <c:v>3.3741582039081699</c:v>
                      </c:pt>
                      <c:pt idx="1362">
                        <c:v>3.3538378288307258</c:v>
                      </c:pt>
                      <c:pt idx="1363">
                        <c:v>3.4034010181789243</c:v>
                      </c:pt>
                      <c:pt idx="1364">
                        <c:v>3.4132622344631018</c:v>
                      </c:pt>
                      <c:pt idx="1365">
                        <c:v>3.4466532093689732</c:v>
                      </c:pt>
                      <c:pt idx="1366">
                        <c:v>3.4218895199199966</c:v>
                      </c:pt>
                      <c:pt idx="1367">
                        <c:v>3.4066100015400282</c:v>
                      </c:pt>
                      <c:pt idx="1368">
                        <c:v>3.3328380745092079</c:v>
                      </c:pt>
                      <c:pt idx="1369">
                        <c:v>3.3256996017367104</c:v>
                      </c:pt>
                      <c:pt idx="1370">
                        <c:v>3.2742384431424627</c:v>
                      </c:pt>
                      <c:pt idx="1371">
                        <c:v>3.2313726059872878</c:v>
                      </c:pt>
                      <c:pt idx="1372">
                        <c:v>3.30924418239755</c:v>
                      </c:pt>
                      <c:pt idx="1373">
                        <c:v>3.2719636369956682</c:v>
                      </c:pt>
                      <c:pt idx="1374">
                        <c:v>3.3081009994780222</c:v>
                      </c:pt>
                      <c:pt idx="1375">
                        <c:v>3.3486871844510344</c:v>
                      </c:pt>
                      <c:pt idx="1376">
                        <c:v>3.414654071440979</c:v>
                      </c:pt>
                      <c:pt idx="1377">
                        <c:v>3.3781274768414162</c:v>
                      </c:pt>
                      <c:pt idx="1378">
                        <c:v>3.3974553764842264</c:v>
                      </c:pt>
                      <c:pt idx="1379">
                        <c:v>3.3509327258602917</c:v>
                      </c:pt>
                      <c:pt idx="1380">
                        <c:v>3.3988396384105579</c:v>
                      </c:pt>
                      <c:pt idx="1381">
                        <c:v>3.320677086430921</c:v>
                      </c:pt>
                      <c:pt idx="1382">
                        <c:v>3.3475520024072276</c:v>
                      </c:pt>
                      <c:pt idx="1383">
                        <c:v>3.3977843804217471</c:v>
                      </c:pt>
                      <c:pt idx="1384">
                        <c:v>3.3730159356192084</c:v>
                      </c:pt>
                      <c:pt idx="1385">
                        <c:v>3.3723478733422132</c:v>
                      </c:pt>
                      <c:pt idx="1386">
                        <c:v>3.3295870219655059</c:v>
                      </c:pt>
                      <c:pt idx="1387">
                        <c:v>3.2744580722071754</c:v>
                      </c:pt>
                      <c:pt idx="1388">
                        <c:v>3.3799500876458213</c:v>
                      </c:pt>
                      <c:pt idx="1389">
                        <c:v>3.3649065769507684</c:v>
                      </c:pt>
                      <c:pt idx="1390">
                        <c:v>3.3757918376493619</c:v>
                      </c:pt>
                      <c:pt idx="1391">
                        <c:v>3.4827320736067127</c:v>
                      </c:pt>
                      <c:pt idx="1392">
                        <c:v>3.5385760116257376</c:v>
                      </c:pt>
                      <c:pt idx="1393">
                        <c:v>3.6402094134976393</c:v>
                      </c:pt>
                      <c:pt idx="1394">
                        <c:v>3.8068312010944778</c:v>
                      </c:pt>
                      <c:pt idx="1395">
                        <c:v>4.239739262791467</c:v>
                      </c:pt>
                      <c:pt idx="1396">
                        <c:v>4.6104090906264634</c:v>
                      </c:pt>
                      <c:pt idx="1397">
                        <c:v>4.1275220662195498</c:v>
                      </c:pt>
                      <c:pt idx="1398">
                        <c:v>4.1906963888415252</c:v>
                      </c:pt>
                      <c:pt idx="1399">
                        <c:v>4.0225764837600888</c:v>
                      </c:pt>
                      <c:pt idx="1400">
                        <c:v>4.1673780073702602</c:v>
                      </c:pt>
                      <c:pt idx="1401">
                        <c:v>4.1243286542888802</c:v>
                      </c:pt>
                      <c:pt idx="1402">
                        <c:v>4.1670886150058593</c:v>
                      </c:pt>
                      <c:pt idx="1403">
                        <c:v>4.1445906271480784</c:v>
                      </c:pt>
                      <c:pt idx="1404">
                        <c:v>4.2550465273993039</c:v>
                      </c:pt>
                      <c:pt idx="1405">
                        <c:v>4.3250981205462704</c:v>
                      </c:pt>
                      <c:pt idx="1406">
                        <c:v>4.3961686287886463</c:v>
                      </c:pt>
                      <c:pt idx="1407">
                        <c:v>4.4182233359747247</c:v>
                      </c:pt>
                      <c:pt idx="1408">
                        <c:v>4.433976939801739</c:v>
                      </c:pt>
                      <c:pt idx="1409">
                        <c:v>4.572578222979085</c:v>
                      </c:pt>
                      <c:pt idx="1410">
                        <c:v>4.7561185715085017</c:v>
                      </c:pt>
                      <c:pt idx="1411">
                        <c:v>4.634806392926091</c:v>
                      </c:pt>
                      <c:pt idx="1412">
                        <c:v>4.6179109478071876</c:v>
                      </c:pt>
                      <c:pt idx="1413">
                        <c:v>4.7218679021268732</c:v>
                      </c:pt>
                      <c:pt idx="1414">
                        <c:v>4.5394954526532389</c:v>
                      </c:pt>
                      <c:pt idx="1415">
                        <c:v>4.6385122626069482</c:v>
                      </c:pt>
                      <c:pt idx="1416">
                        <c:v>4.751544103036756</c:v>
                      </c:pt>
                      <c:pt idx="1417">
                        <c:v>4.8008578203063026</c:v>
                      </c:pt>
                      <c:pt idx="1418">
                        <c:v>4.9481120794960187</c:v>
                      </c:pt>
                      <c:pt idx="1419">
                        <c:v>4.9600958641315644</c:v>
                      </c:pt>
                      <c:pt idx="1420">
                        <c:v>5.0820739241991317</c:v>
                      </c:pt>
                      <c:pt idx="1421">
                        <c:v>5.0688476800598163</c:v>
                      </c:pt>
                      <c:pt idx="1422">
                        <c:v>5.1024176937777286</c:v>
                      </c:pt>
                      <c:pt idx="1423">
                        <c:v>4.9533079431377258</c:v>
                      </c:pt>
                      <c:pt idx="1424">
                        <c:v>4.876234344102234</c:v>
                      </c:pt>
                      <c:pt idx="1425">
                        <c:v>4.7414795808562715</c:v>
                      </c:pt>
                      <c:pt idx="1426">
                        <c:v>4.8454652544278964</c:v>
                      </c:pt>
                      <c:pt idx="1427">
                        <c:v>4.9871211876562871</c:v>
                      </c:pt>
                      <c:pt idx="1428">
                        <c:v>5.030587433140191</c:v>
                      </c:pt>
                      <c:pt idx="1429">
                        <c:v>4.8523152515934695</c:v>
                      </c:pt>
                      <c:pt idx="1430">
                        <c:v>5.0091689589926549</c:v>
                      </c:pt>
                      <c:pt idx="1431">
                        <c:v>4.9837058605134041</c:v>
                      </c:pt>
                      <c:pt idx="1432">
                        <c:v>5.0235767007691186</c:v>
                      </c:pt>
                      <c:pt idx="1433">
                        <c:v>5.0979304356365978</c:v>
                      </c:pt>
                      <c:pt idx="1434">
                        <c:v>5.1640891911682107</c:v>
                      </c:pt>
                      <c:pt idx="1435">
                        <c:v>5.2752186724616736</c:v>
                      </c:pt>
                      <c:pt idx="1436">
                        <c:v>5.3047533240130393</c:v>
                      </c:pt>
                      <c:pt idx="1437">
                        <c:v>5.229520958964498</c:v>
                      </c:pt>
                      <c:pt idx="1438">
                        <c:v>5.322824959391796</c:v>
                      </c:pt>
                      <c:pt idx="1439">
                        <c:v>5.366315491911573</c:v>
                      </c:pt>
                      <c:pt idx="1440">
                        <c:v>5.3991750080276661</c:v>
                      </c:pt>
                      <c:pt idx="1441">
                        <c:v>5.4114488788031601</c:v>
                      </c:pt>
                      <c:pt idx="1442">
                        <c:v>5.4796351231269265</c:v>
                      </c:pt>
                      <c:pt idx="1443">
                        <c:v>5.5933413327587367</c:v>
                      </c:pt>
                      <c:pt idx="1444">
                        <c:v>5.5205547306783771</c:v>
                      </c:pt>
                      <c:pt idx="1445">
                        <c:v>5.5476215898934944</c:v>
                      </c:pt>
                      <c:pt idx="1446">
                        <c:v>5.2185724603517647</c:v>
                      </c:pt>
                      <c:pt idx="1447">
                        <c:v>5.2092092956531548</c:v>
                      </c:pt>
                      <c:pt idx="1448">
                        <c:v>5.1956721418640228</c:v>
                      </c:pt>
                      <c:pt idx="1449">
                        <c:v>5.2778591236017363</c:v>
                      </c:pt>
                      <c:pt idx="1450">
                        <c:v>4.9154344371180594</c:v>
                      </c:pt>
                      <c:pt idx="1451">
                        <c:v>4.9030571857260918</c:v>
                      </c:pt>
                      <c:pt idx="1452">
                        <c:v>4.7521651121744171</c:v>
                      </c:pt>
                      <c:pt idx="1453">
                        <c:v>4.8279076486775088</c:v>
                      </c:pt>
                      <c:pt idx="1454">
                        <c:v>4.9078679628137722</c:v>
                      </c:pt>
                      <c:pt idx="1455">
                        <c:v>4.8162843437319536</c:v>
                      </c:pt>
                      <c:pt idx="1456">
                        <c:v>4.7299181300642621</c:v>
                      </c:pt>
                      <c:pt idx="1457">
                        <c:v>4.6931675124631553</c:v>
                      </c:pt>
                      <c:pt idx="1458">
                        <c:v>4.4704884492331676</c:v>
                      </c:pt>
                      <c:pt idx="1459">
                        <c:v>4.4413825732870977</c:v>
                      </c:pt>
                      <c:pt idx="1460">
                        <c:v>4.6064312713979367</c:v>
                      </c:pt>
                      <c:pt idx="1461">
                        <c:v>4.6015357879564815</c:v>
                      </c:pt>
                      <c:pt idx="1462">
                        <c:v>4.6276964280070505</c:v>
                      </c:pt>
                      <c:pt idx="1463">
                        <c:v>4.4813586253360826</c:v>
                      </c:pt>
                      <c:pt idx="1464">
                        <c:v>4.5217521484476793</c:v>
                      </c:pt>
                      <c:pt idx="1465">
                        <c:v>4.7726639502912755</c:v>
                      </c:pt>
                      <c:pt idx="1466">
                        <c:v>4.7715365297635479</c:v>
                      </c:pt>
                      <c:pt idx="1467">
                        <c:v>4.8066990936478353</c:v>
                      </c:pt>
                      <c:pt idx="1468">
                        <c:v>4.7829559808642701</c:v>
                      </c:pt>
                      <c:pt idx="1469">
                        <c:v>4.8631708107675227</c:v>
                      </c:pt>
                      <c:pt idx="1470">
                        <c:v>4.8162259876055398</c:v>
                      </c:pt>
                      <c:pt idx="1471">
                        <c:v>4.7672233100938408</c:v>
                      </c:pt>
                      <c:pt idx="1472">
                        <c:v>4.7755656104418875</c:v>
                      </c:pt>
                      <c:pt idx="1473">
                        <c:v>4.8203207485650781</c:v>
                      </c:pt>
                      <c:pt idx="1474">
                        <c:v>4.8155779733342587</c:v>
                      </c:pt>
                      <c:pt idx="1475">
                        <c:v>4.9277947171477159</c:v>
                      </c:pt>
                      <c:pt idx="1476">
                        <c:v>5.002156276420215</c:v>
                      </c:pt>
                      <c:pt idx="1477">
                        <c:v>5.0567435564016199</c:v>
                      </c:pt>
                      <c:pt idx="1478">
                        <c:v>5.1958821866931295</c:v>
                      </c:pt>
                      <c:pt idx="1479">
                        <c:v>5.1967891761313627</c:v>
                      </c:pt>
                      <c:pt idx="1480">
                        <c:v>5.2324428246517449</c:v>
                      </c:pt>
                      <c:pt idx="1481">
                        <c:v>5.163504880314246</c:v>
                      </c:pt>
                      <c:pt idx="1482">
                        <c:v>5.1871874607497261</c:v>
                      </c:pt>
                      <c:pt idx="1483">
                        <c:v>5.3184381830810237</c:v>
                      </c:pt>
                      <c:pt idx="1484">
                        <c:v>5.1880643228197281</c:v>
                      </c:pt>
                      <c:pt idx="1485">
                        <c:v>5.297700289299474</c:v>
                      </c:pt>
                      <c:pt idx="1486">
                        <c:v>5.3573035754870499</c:v>
                      </c:pt>
                      <c:pt idx="1487">
                        <c:v>5.3377837809456219</c:v>
                      </c:pt>
                      <c:pt idx="1488">
                        <c:v>5.3954873646862982</c:v>
                      </c:pt>
                      <c:pt idx="1489">
                        <c:v>5.3753961150700773</c:v>
                      </c:pt>
                      <c:pt idx="1490">
                        <c:v>5.4513060853528446</c:v>
                      </c:pt>
                      <c:pt idx="1491">
                        <c:v>5.4362374046033182</c:v>
                      </c:pt>
                      <c:pt idx="1492">
                        <c:v>5.2914466753630762</c:v>
                      </c:pt>
                      <c:pt idx="1493">
                        <c:v>5.3298405947965488</c:v>
                      </c:pt>
                      <c:pt idx="1494">
                        <c:v>5.4219047900335013</c:v>
                      </c:pt>
                      <c:pt idx="1495">
                        <c:v>5.4035186156538053</c:v>
                      </c:pt>
                      <c:pt idx="1496">
                        <c:v>5.4947941976206636</c:v>
                      </c:pt>
                      <c:pt idx="1497">
                        <c:v>5.4733170051435049</c:v>
                      </c:pt>
                      <c:pt idx="1498">
                        <c:v>5.5601802400214098</c:v>
                      </c:pt>
                      <c:pt idx="1499">
                        <c:v>5.6022379456706561</c:v>
                      </c:pt>
                      <c:pt idx="1500">
                        <c:v>5.6400230135535976</c:v>
                      </c:pt>
                      <c:pt idx="1501">
                        <c:v>5.6016518306035188</c:v>
                      </c:pt>
                      <c:pt idx="1502">
                        <c:v>5.6964977567144981</c:v>
                      </c:pt>
                      <c:pt idx="1503">
                        <c:v>5.7516191427938228</c:v>
                      </c:pt>
                      <c:pt idx="1504">
                        <c:v>5.7946197416821992</c:v>
                      </c:pt>
                      <c:pt idx="1505">
                        <c:v>5.7689654010188169</c:v>
                      </c:pt>
                      <c:pt idx="1506">
                        <c:v>5.7928882817213525</c:v>
                      </c:pt>
                      <c:pt idx="1507">
                        <c:v>5.7129755616603877</c:v>
                      </c:pt>
                      <c:pt idx="1508">
                        <c:v>5.4912032848899139</c:v>
                      </c:pt>
                      <c:pt idx="1509">
                        <c:v>5.4717750944318464</c:v>
                      </c:pt>
                      <c:pt idx="1510">
                        <c:v>5.6018980616412151</c:v>
                      </c:pt>
                      <c:pt idx="1511">
                        <c:v>5.5529913790116261</c:v>
                      </c:pt>
                      <c:pt idx="1512">
                        <c:v>5.4289209037791863</c:v>
                      </c:pt>
                      <c:pt idx="1513">
                        <c:v>5.3636923074752225</c:v>
                      </c:pt>
                      <c:pt idx="1514">
                        <c:v>5.4820227957842773</c:v>
                      </c:pt>
                      <c:pt idx="1515">
                        <c:v>5.5009095419792624</c:v>
                      </c:pt>
                      <c:pt idx="1516">
                        <c:v>5.5086784528219974</c:v>
                      </c:pt>
                      <c:pt idx="1517">
                        <c:v>4.7900101241669057</c:v>
                      </c:pt>
                      <c:pt idx="1518">
                        <c:v>4.8279813141136101</c:v>
                      </c:pt>
                      <c:pt idx="1519">
                        <c:v>4.9912412031021116</c:v>
                      </c:pt>
                      <c:pt idx="1520">
                        <c:v>5.1755997205464412</c:v>
                      </c:pt>
                      <c:pt idx="1521">
                        <c:v>5.1949608136207299</c:v>
                      </c:pt>
                      <c:pt idx="1522">
                        <c:v>5.3140090560383459</c:v>
                      </c:pt>
                      <c:pt idx="1523">
                        <c:v>5.3583771083017089</c:v>
                      </c:pt>
                      <c:pt idx="1524">
                        <c:v>5.2567689774568187</c:v>
                      </c:pt>
                      <c:pt idx="1525">
                        <c:v>5.32750954231871</c:v>
                      </c:pt>
                      <c:pt idx="1526">
                        <c:v>5.3166921284324511</c:v>
                      </c:pt>
                      <c:pt idx="1527">
                        <c:v>5.3872085792762388</c:v>
                      </c:pt>
                      <c:pt idx="1528">
                        <c:v>5.4132409407731537</c:v>
                      </c:pt>
                      <c:pt idx="1529">
                        <c:v>5.4499241557023996</c:v>
                      </c:pt>
                      <c:pt idx="1530">
                        <c:v>5.4130179341897717</c:v>
                      </c:pt>
                      <c:pt idx="1531">
                        <c:v>5.415492740444801</c:v>
                      </c:pt>
                      <c:pt idx="1532">
                        <c:v>5.3513618959189451</c:v>
                      </c:pt>
                      <c:pt idx="1533">
                        <c:v>5.4668629734264735</c:v>
                      </c:pt>
                      <c:pt idx="1534">
                        <c:v>5.5443065041996951</c:v>
                      </c:pt>
                      <c:pt idx="1535">
                        <c:v>5.7235894766559081</c:v>
                      </c:pt>
                      <c:pt idx="1536">
                        <c:v>5.8063741829534434</c:v>
                      </c:pt>
                      <c:pt idx="1537">
                        <c:v>5.9082322607866207</c:v>
                      </c:pt>
                      <c:pt idx="1538">
                        <c:v>5.8825303864309362</c:v>
                      </c:pt>
                      <c:pt idx="1539">
                        <c:v>5.9578391566808939</c:v>
                      </c:pt>
                      <c:pt idx="1540">
                        <c:v>5.9437795381823237</c:v>
                      </c:pt>
                      <c:pt idx="1541">
                        <c:v>5.9400549634454478</c:v>
                      </c:pt>
                      <c:pt idx="1542">
                        <c:v>5.9775217678903587</c:v>
                      </c:pt>
                      <c:pt idx="1543">
                        <c:v>6.0178973096349226</c:v>
                      </c:pt>
                      <c:pt idx="1544">
                        <c:v>6.1112450602994999</c:v>
                      </c:pt>
                      <c:pt idx="1545">
                        <c:v>6.2212043224839668</c:v>
                      </c:pt>
                      <c:pt idx="1546">
                        <c:v>6.1691408399760457</c:v>
                      </c:pt>
                      <c:pt idx="1547">
                        <c:v>6.0801732235815731</c:v>
                      </c:pt>
                      <c:pt idx="1548">
                        <c:v>6.023640370677918</c:v>
                      </c:pt>
                      <c:pt idx="1549">
                        <c:v>6.0980013127593722</c:v>
                      </c:pt>
                      <c:pt idx="1550">
                        <c:v>6.1496252904988058</c:v>
                      </c:pt>
                      <c:pt idx="1551">
                        <c:v>6.1298167953490514</c:v>
                      </c:pt>
                      <c:pt idx="1552">
                        <c:v>6.2434770503085266</c:v>
                      </c:pt>
                      <c:pt idx="1553">
                        <c:v>6.1685102208871383</c:v>
                      </c:pt>
                      <c:pt idx="1554">
                        <c:v>6.2453889395056619</c:v>
                      </c:pt>
                      <c:pt idx="1555">
                        <c:v>6.3201792120316025</c:v>
                      </c:pt>
                      <c:pt idx="1556">
                        <c:v>6.3394756738944791</c:v>
                      </c:pt>
                      <c:pt idx="1557">
                        <c:v>6.4019268818012325</c:v>
                      </c:pt>
                      <c:pt idx="1558">
                        <c:v>6.5009452662285172</c:v>
                      </c:pt>
                      <c:pt idx="1559">
                        <c:v>6.4460216539559845</c:v>
                      </c:pt>
                      <c:pt idx="1560">
                        <c:v>6.4914294361110958</c:v>
                      </c:pt>
                      <c:pt idx="1561">
                        <c:v>6.5253383068370852</c:v>
                      </c:pt>
                      <c:pt idx="1562">
                        <c:v>6.4044641416762778</c:v>
                      </c:pt>
                      <c:pt idx="1563">
                        <c:v>6.4914910548379705</c:v>
                      </c:pt>
                      <c:pt idx="1564">
                        <c:v>6.4753333798533257</c:v>
                      </c:pt>
                      <c:pt idx="1565">
                        <c:v>6.443120572978005</c:v>
                      </c:pt>
                      <c:pt idx="1566">
                        <c:v>6.3003798249850673</c:v>
                      </c:pt>
                      <c:pt idx="1567">
                        <c:v>6.2779411475988365</c:v>
                      </c:pt>
                      <c:pt idx="1568">
                        <c:v>6.4334469075100289</c:v>
                      </c:pt>
                      <c:pt idx="1569">
                        <c:v>6.5952944675724314</c:v>
                      </c:pt>
                      <c:pt idx="1570">
                        <c:v>6.6229526171573205</c:v>
                      </c:pt>
                      <c:pt idx="1571">
                        <c:v>6.6421755341525097</c:v>
                      </c:pt>
                      <c:pt idx="1572">
                        <c:v>6.6768143899187642</c:v>
                      </c:pt>
                      <c:pt idx="1573">
                        <c:v>6.7856216025969962</c:v>
                      </c:pt>
                      <c:pt idx="1574">
                        <c:v>6.8325636544795794</c:v>
                      </c:pt>
                      <c:pt idx="1575">
                        <c:v>6.8494678291515898</c:v>
                      </c:pt>
                      <c:pt idx="1576">
                        <c:v>6.8838486695136218</c:v>
                      </c:pt>
                      <c:pt idx="1577">
                        <c:v>6.7950461390682042</c:v>
                      </c:pt>
                      <c:pt idx="1578">
                        <c:v>6.907131834357739</c:v>
                      </c:pt>
                      <c:pt idx="1579">
                        <c:v>6.9556084547237491</c:v>
                      </c:pt>
                      <c:pt idx="1580">
                        <c:v>6.9667297867057707</c:v>
                      </c:pt>
                      <c:pt idx="1581">
                        <c:v>6.9817719904263296</c:v>
                      </c:pt>
                      <c:pt idx="1582">
                        <c:v>6.9795303924751595</c:v>
                      </c:pt>
                      <c:pt idx="1583">
                        <c:v>7.0774439343873343</c:v>
                      </c:pt>
                      <c:pt idx="1584">
                        <c:v>6.9729177358918442</c:v>
                      </c:pt>
                      <c:pt idx="1585">
                        <c:v>7.0524222603477895</c:v>
                      </c:pt>
                      <c:pt idx="1586">
                        <c:v>7.096885499545559</c:v>
                      </c:pt>
                      <c:pt idx="1587">
                        <c:v>7.1346422736731752</c:v>
                      </c:pt>
                      <c:pt idx="1588">
                        <c:v>7.2690731468003786</c:v>
                      </c:pt>
                      <c:pt idx="1589">
                        <c:v>7.2705257862549324</c:v>
                      </c:pt>
                      <c:pt idx="1590">
                        <c:v>7.2506912731448221</c:v>
                      </c:pt>
                      <c:pt idx="1591">
                        <c:v>7.3477571926859619</c:v>
                      </c:pt>
                      <c:pt idx="1592">
                        <c:v>7.3962691224207378</c:v>
                      </c:pt>
                      <c:pt idx="1593">
                        <c:v>7.4755373356007384</c:v>
                      </c:pt>
                      <c:pt idx="1594">
                        <c:v>7.4596227907175976</c:v>
                      </c:pt>
                      <c:pt idx="1595">
                        <c:v>7.4505458122458714</c:v>
                      </c:pt>
                      <c:pt idx="1596">
                        <c:v>7.3455086163165682</c:v>
                      </c:pt>
                      <c:pt idx="1597">
                        <c:v>7.4717320139237389</c:v>
                      </c:pt>
                      <c:pt idx="1598">
                        <c:v>7.5819336838697255</c:v>
                      </c:pt>
                      <c:pt idx="1599">
                        <c:v>7.6719918830563074</c:v>
                      </c:pt>
                      <c:pt idx="1600">
                        <c:v>7.7158669742807131</c:v>
                      </c:pt>
                      <c:pt idx="1601">
                        <c:v>7.7125522456950799</c:v>
                      </c:pt>
                      <c:pt idx="1602">
                        <c:v>7.7804850319867871</c:v>
                      </c:pt>
                      <c:pt idx="1603">
                        <c:v>7.914895182442633</c:v>
                      </c:pt>
                      <c:pt idx="1604">
                        <c:v>7.890420932160966</c:v>
                      </c:pt>
                      <c:pt idx="1605">
                        <c:v>7.8637126516855043</c:v>
                      </c:pt>
                      <c:pt idx="1606">
                        <c:v>7.6655395573013001</c:v>
                      </c:pt>
                      <c:pt idx="1607">
                        <c:v>7.7406256084243665</c:v>
                      </c:pt>
                      <c:pt idx="1608">
                        <c:v>7.8129165913113319</c:v>
                      </c:pt>
                      <c:pt idx="1609">
                        <c:v>7.9379382627038213</c:v>
                      </c:pt>
                      <c:pt idx="1610">
                        <c:v>7.9707248454666662</c:v>
                      </c:pt>
                      <c:pt idx="1611">
                        <c:v>7.9997929597821313</c:v>
                      </c:pt>
                      <c:pt idx="1612">
                        <c:v>7.9599123911619953</c:v>
                      </c:pt>
                      <c:pt idx="1613">
                        <c:v>7.9811799474750114</c:v>
                      </c:pt>
                      <c:pt idx="1614">
                        <c:v>8.0560738646245955</c:v>
                      </c:pt>
                      <c:pt idx="1615">
                        <c:v>7.7522878868786513</c:v>
                      </c:pt>
                      <c:pt idx="1616">
                        <c:v>7.7163449630793153</c:v>
                      </c:pt>
                      <c:pt idx="1617">
                        <c:v>7.6527821056341718</c:v>
                      </c:pt>
                      <c:pt idx="1618">
                        <c:v>7.757841205747332</c:v>
                      </c:pt>
                      <c:pt idx="1619">
                        <c:v>7.6828893284825099</c:v>
                      </c:pt>
                      <c:pt idx="1620">
                        <c:v>7.4841955801376061</c:v>
                      </c:pt>
                      <c:pt idx="1621">
                        <c:v>7.5614245934112523</c:v>
                      </c:pt>
                      <c:pt idx="1622">
                        <c:v>7.6834156873840804</c:v>
                      </c:pt>
                      <c:pt idx="1623">
                        <c:v>7.8386297590083451</c:v>
                      </c:pt>
                      <c:pt idx="1624">
                        <c:v>7.7971245496439119</c:v>
                      </c:pt>
                      <c:pt idx="1625">
                        <c:v>7.8442071436636338</c:v>
                      </c:pt>
                      <c:pt idx="1626">
                        <c:v>7.9039416264803375</c:v>
                      </c:pt>
                      <c:pt idx="1627">
                        <c:v>7.8757205132902754</c:v>
                      </c:pt>
                      <c:pt idx="1628">
                        <c:v>7.8645251474835645</c:v>
                      </c:pt>
                      <c:pt idx="1629">
                        <c:v>7.9826866796755063</c:v>
                      </c:pt>
                      <c:pt idx="1630">
                        <c:v>7.971818396454867</c:v>
                      </c:pt>
                      <c:pt idx="1631">
                        <c:v>7.8187684639047621</c:v>
                      </c:pt>
                      <c:pt idx="1632">
                        <c:v>7.7507504041808426</c:v>
                      </c:pt>
                      <c:pt idx="1633">
                        <c:v>7.7045552714291503</c:v>
                      </c:pt>
                      <c:pt idx="1634">
                        <c:v>7.6053626136689596</c:v>
                      </c:pt>
                      <c:pt idx="1635">
                        <c:v>7.7753235545740482</c:v>
                      </c:pt>
                      <c:pt idx="1636">
                        <c:v>7.7100235437610527</c:v>
                      </c:pt>
                      <c:pt idx="1637">
                        <c:v>7.736217219742521</c:v>
                      </c:pt>
                      <c:pt idx="1638">
                        <c:v>7.8320354261645369</c:v>
                      </c:pt>
                      <c:pt idx="1639">
                        <c:v>7.8416445990148693</c:v>
                      </c:pt>
                      <c:pt idx="1640">
                        <c:v>7.8269695052877708</c:v>
                      </c:pt>
                      <c:pt idx="1641">
                        <c:v>7.8750315737936321</c:v>
                      </c:pt>
                      <c:pt idx="1642">
                        <c:v>7.8656489087258938</c:v>
                      </c:pt>
                      <c:pt idx="1643">
                        <c:v>7.8423810452290024</c:v>
                      </c:pt>
                      <c:pt idx="1644">
                        <c:v>7.9178171722392774</c:v>
                      </c:pt>
                      <c:pt idx="1645">
                        <c:v>7.829968645243004</c:v>
                      </c:pt>
                      <c:pt idx="1646">
                        <c:v>7.7486320888363984</c:v>
                      </c:pt>
                      <c:pt idx="1647">
                        <c:v>7.9170382349265731</c:v>
                      </c:pt>
                      <c:pt idx="1648">
                        <c:v>8.0969664820659997</c:v>
                      </c:pt>
                      <c:pt idx="1649">
                        <c:v>8.1529887262624854</c:v>
                      </c:pt>
                      <c:pt idx="1650">
                        <c:v>8.203704402639886</c:v>
                      </c:pt>
                      <c:pt idx="1651">
                        <c:v>8.2408064388573319</c:v>
                      </c:pt>
                      <c:pt idx="1652">
                        <c:v>8.2535408590829</c:v>
                      </c:pt>
                      <c:pt idx="1653">
                        <c:v>8.2873309729459148</c:v>
                      </c:pt>
                      <c:pt idx="1654">
                        <c:v>8.1893657672035367</c:v>
                      </c:pt>
                      <c:pt idx="1655">
                        <c:v>8.130973966748666</c:v>
                      </c:pt>
                      <c:pt idx="1656">
                        <c:v>8.2764315027694089</c:v>
                      </c:pt>
                      <c:pt idx="1657">
                        <c:v>8.3931856011589652</c:v>
                      </c:pt>
                      <c:pt idx="1658">
                        <c:v>8.420674071866916</c:v>
                      </c:pt>
                      <c:pt idx="1659">
                        <c:v>8.5241018339757684</c:v>
                      </c:pt>
                      <c:pt idx="1660">
                        <c:v>8.5312628942265611</c:v>
                      </c:pt>
                      <c:pt idx="1661">
                        <c:v>8.5559889397234787</c:v>
                      </c:pt>
                      <c:pt idx="1662">
                        <c:v>8.6287629318825587</c:v>
                      </c:pt>
                      <c:pt idx="1663">
                        <c:v>8.6951247419822106</c:v>
                      </c:pt>
                      <c:pt idx="1664">
                        <c:v>8.6775915562279593</c:v>
                      </c:pt>
                      <c:pt idx="1665">
                        <c:v>8.7601570746031872</c:v>
                      </c:pt>
                      <c:pt idx="1666">
                        <c:v>8.8439012490438955</c:v>
                      </c:pt>
                      <c:pt idx="1667">
                        <c:v>8.8941107700722615</c:v>
                      </c:pt>
                      <c:pt idx="1668">
                        <c:v>8.8242024231620437</c:v>
                      </c:pt>
                      <c:pt idx="1669">
                        <c:v>8.6321837180673011</c:v>
                      </c:pt>
                      <c:pt idx="1670">
                        <c:v>8.5748664282866311</c:v>
                      </c:pt>
                      <c:pt idx="1671">
                        <c:v>8.1550243685189105</c:v>
                      </c:pt>
                      <c:pt idx="1672">
                        <c:v>8.3312059767777082</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6">
                        <c:v>0</c:v>
                      </c:pt>
                      <c:pt idx="1817">
                        <c:v>0</c:v>
                      </c:pt>
                      <c:pt idx="1818">
                        <c:v>0</c:v>
                      </c:pt>
                      <c:pt idx="1819">
                        <c:v>0</c:v>
                      </c:pt>
                      <c:pt idx="1820">
                        <c:v>0</c:v>
                      </c:pt>
                      <c:pt idx="1821">
                        <c:v>0</c:v>
                      </c:pt>
                      <c:pt idx="1822">
                        <c:v>0</c:v>
                      </c:pt>
                      <c:pt idx="1823">
                        <c:v>0</c:v>
                      </c:pt>
                      <c:pt idx="1824">
                        <c:v>0</c:v>
                      </c:pt>
                      <c:pt idx="1825">
                        <c:v>0</c:v>
                      </c:pt>
                      <c:pt idx="1826">
                        <c:v>0</c:v>
                      </c:pt>
                      <c:pt idx="1827">
                        <c:v>0</c:v>
                      </c:pt>
                      <c:pt idx="1828">
                        <c:v>0</c:v>
                      </c:pt>
                      <c:pt idx="1829">
                        <c:v>0</c:v>
                      </c:pt>
                      <c:pt idx="1830">
                        <c:v>0</c:v>
                      </c:pt>
                      <c:pt idx="1831">
                        <c:v>0</c:v>
                      </c:pt>
                      <c:pt idx="1832">
                        <c:v>0</c:v>
                      </c:pt>
                      <c:pt idx="1833">
                        <c:v>0</c:v>
                      </c:pt>
                      <c:pt idx="1834">
                        <c:v>0</c:v>
                      </c:pt>
                      <c:pt idx="1835">
                        <c:v>0</c:v>
                      </c:pt>
                      <c:pt idx="1836">
                        <c:v>0</c:v>
                      </c:pt>
                      <c:pt idx="1837">
                        <c:v>0</c:v>
                      </c:pt>
                      <c:pt idx="1838">
                        <c:v>0</c:v>
                      </c:pt>
                      <c:pt idx="1839">
                        <c:v>0</c:v>
                      </c:pt>
                      <c:pt idx="1840">
                        <c:v>0</c:v>
                      </c:pt>
                      <c:pt idx="1841">
                        <c:v>0</c:v>
                      </c:pt>
                      <c:pt idx="1842">
                        <c:v>0</c:v>
                      </c:pt>
                      <c:pt idx="1843">
                        <c:v>0</c:v>
                      </c:pt>
                      <c:pt idx="1844">
                        <c:v>0</c:v>
                      </c:pt>
                      <c:pt idx="1845">
                        <c:v>0</c:v>
                      </c:pt>
                      <c:pt idx="1846">
                        <c:v>0</c:v>
                      </c:pt>
                      <c:pt idx="1847">
                        <c:v>0</c:v>
                      </c:pt>
                      <c:pt idx="1848">
                        <c:v>0</c:v>
                      </c:pt>
                      <c:pt idx="1849">
                        <c:v>0</c:v>
                      </c:pt>
                      <c:pt idx="1850">
                        <c:v>0</c:v>
                      </c:pt>
                      <c:pt idx="1851">
                        <c:v>0</c:v>
                      </c:pt>
                      <c:pt idx="1852">
                        <c:v>0</c:v>
                      </c:pt>
                      <c:pt idx="1853">
                        <c:v>0</c:v>
                      </c:pt>
                      <c:pt idx="1854">
                        <c:v>0</c:v>
                      </c:pt>
                      <c:pt idx="1855">
                        <c:v>0</c:v>
                      </c:pt>
                      <c:pt idx="1856">
                        <c:v>0</c:v>
                      </c:pt>
                      <c:pt idx="1857">
                        <c:v>0</c:v>
                      </c:pt>
                      <c:pt idx="1858">
                        <c:v>0</c:v>
                      </c:pt>
                      <c:pt idx="1859">
                        <c:v>0</c:v>
                      </c:pt>
                      <c:pt idx="1860">
                        <c:v>0</c:v>
                      </c:pt>
                      <c:pt idx="1861">
                        <c:v>0</c:v>
                      </c:pt>
                      <c:pt idx="1862">
                        <c:v>0</c:v>
                      </c:pt>
                      <c:pt idx="1863">
                        <c:v>0</c:v>
                      </c:pt>
                      <c:pt idx="1864">
                        <c:v>0</c:v>
                      </c:pt>
                      <c:pt idx="1865">
                        <c:v>0</c:v>
                      </c:pt>
                      <c:pt idx="1866">
                        <c:v>0</c:v>
                      </c:pt>
                      <c:pt idx="1867">
                        <c:v>0</c:v>
                      </c:pt>
                      <c:pt idx="1868">
                        <c:v>0</c:v>
                      </c:pt>
                      <c:pt idx="1869">
                        <c:v>0</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0</c:v>
                      </c:pt>
                      <c:pt idx="1891">
                        <c:v>0</c:v>
                      </c:pt>
                      <c:pt idx="1892">
                        <c:v>0</c:v>
                      </c:pt>
                      <c:pt idx="1893">
                        <c:v>0</c:v>
                      </c:pt>
                      <c:pt idx="1894">
                        <c:v>0</c:v>
                      </c:pt>
                      <c:pt idx="1895">
                        <c:v>0</c:v>
                      </c:pt>
                      <c:pt idx="1896">
                        <c:v>0</c:v>
                      </c:pt>
                      <c:pt idx="1897">
                        <c:v>0</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0</c:v>
                      </c:pt>
                      <c:pt idx="1915">
                        <c:v>0</c:v>
                      </c:pt>
                      <c:pt idx="1916">
                        <c:v>0</c:v>
                      </c:pt>
                      <c:pt idx="1917">
                        <c:v>0</c:v>
                      </c:pt>
                      <c:pt idx="1918">
                        <c:v>0</c:v>
                      </c:pt>
                      <c:pt idx="1919">
                        <c:v>0</c:v>
                      </c:pt>
                      <c:pt idx="1920">
                        <c:v>0</c:v>
                      </c:pt>
                      <c:pt idx="1921">
                        <c:v>0</c:v>
                      </c:pt>
                      <c:pt idx="1922">
                        <c:v>0</c:v>
                      </c:pt>
                      <c:pt idx="1923">
                        <c:v>0</c:v>
                      </c:pt>
                      <c:pt idx="1924">
                        <c:v>0</c:v>
                      </c:pt>
                      <c:pt idx="1925">
                        <c:v>0</c:v>
                      </c:pt>
                      <c:pt idx="1926">
                        <c:v>0</c:v>
                      </c:pt>
                      <c:pt idx="1927">
                        <c:v>0</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0</c:v>
                      </c:pt>
                      <c:pt idx="1942">
                        <c:v>0</c:v>
                      </c:pt>
                      <c:pt idx="1943">
                        <c:v>0</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0</c:v>
                      </c:pt>
                      <c:pt idx="2035">
                        <c:v>0</c:v>
                      </c:pt>
                      <c:pt idx="2036">
                        <c:v>0</c:v>
                      </c:pt>
                      <c:pt idx="2037">
                        <c:v>0</c:v>
                      </c:pt>
                      <c:pt idx="2038">
                        <c:v>0</c:v>
                      </c:pt>
                      <c:pt idx="2039">
                        <c:v>0</c:v>
                      </c:pt>
                      <c:pt idx="2040">
                        <c:v>0</c:v>
                      </c:pt>
                      <c:pt idx="2041">
                        <c:v>0</c:v>
                      </c:pt>
                      <c:pt idx="2042">
                        <c:v>0</c:v>
                      </c:pt>
                      <c:pt idx="2043">
                        <c:v>0</c:v>
                      </c:pt>
                      <c:pt idx="2044">
                        <c:v>0</c:v>
                      </c:pt>
                      <c:pt idx="2045">
                        <c:v>0</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0</c:v>
                      </c:pt>
                      <c:pt idx="2059">
                        <c:v>0</c:v>
                      </c:pt>
                      <c:pt idx="2060">
                        <c:v>0</c:v>
                      </c:pt>
                      <c:pt idx="2061">
                        <c:v>0</c:v>
                      </c:pt>
                      <c:pt idx="2062">
                        <c:v>0</c:v>
                      </c:pt>
                      <c:pt idx="2063">
                        <c:v>0</c:v>
                      </c:pt>
                      <c:pt idx="2064">
                        <c:v>0</c:v>
                      </c:pt>
                      <c:pt idx="2065">
                        <c:v>0</c:v>
                      </c:pt>
                      <c:pt idx="2066">
                        <c:v>0</c:v>
                      </c:pt>
                      <c:pt idx="2067">
                        <c:v>0</c:v>
                      </c:pt>
                      <c:pt idx="2068">
                        <c:v>0</c:v>
                      </c:pt>
                      <c:pt idx="2069">
                        <c:v>0</c:v>
                      </c:pt>
                      <c:pt idx="2070">
                        <c:v>0</c:v>
                      </c:pt>
                      <c:pt idx="2071">
                        <c:v>0</c:v>
                      </c:pt>
                      <c:pt idx="2072">
                        <c:v>0</c:v>
                      </c:pt>
                      <c:pt idx="2073">
                        <c:v>0</c:v>
                      </c:pt>
                      <c:pt idx="2074">
                        <c:v>0</c:v>
                      </c:pt>
                      <c:pt idx="2075">
                        <c:v>0</c:v>
                      </c:pt>
                      <c:pt idx="2076">
                        <c:v>0</c:v>
                      </c:pt>
                      <c:pt idx="2077">
                        <c:v>0</c:v>
                      </c:pt>
                      <c:pt idx="2078">
                        <c:v>0</c:v>
                      </c:pt>
                      <c:pt idx="2079">
                        <c:v>0</c:v>
                      </c:pt>
                      <c:pt idx="2080">
                        <c:v>0</c:v>
                      </c:pt>
                      <c:pt idx="2081">
                        <c:v>0</c:v>
                      </c:pt>
                      <c:pt idx="2082">
                        <c:v>0</c:v>
                      </c:pt>
                      <c:pt idx="2083">
                        <c:v>0</c:v>
                      </c:pt>
                      <c:pt idx="2084">
                        <c:v>0</c:v>
                      </c:pt>
                      <c:pt idx="2085">
                        <c:v>0</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0</c:v>
                      </c:pt>
                      <c:pt idx="2102">
                        <c:v>0</c:v>
                      </c:pt>
                      <c:pt idx="2103">
                        <c:v>0</c:v>
                      </c:pt>
                      <c:pt idx="2104">
                        <c:v>0</c:v>
                      </c:pt>
                      <c:pt idx="2105">
                        <c:v>0</c:v>
                      </c:pt>
                      <c:pt idx="2106">
                        <c:v>0</c:v>
                      </c:pt>
                      <c:pt idx="2107">
                        <c:v>0</c:v>
                      </c:pt>
                      <c:pt idx="2108">
                        <c:v>0</c:v>
                      </c:pt>
                      <c:pt idx="2109">
                        <c:v>0</c:v>
                      </c:pt>
                      <c:pt idx="2110">
                        <c:v>0</c:v>
                      </c:pt>
                      <c:pt idx="2111">
                        <c:v>0</c:v>
                      </c:pt>
                      <c:pt idx="2112">
                        <c:v>0</c:v>
                      </c:pt>
                      <c:pt idx="2113">
                        <c:v>0</c:v>
                      </c:pt>
                      <c:pt idx="2114">
                        <c:v>0</c:v>
                      </c:pt>
                      <c:pt idx="2115">
                        <c:v>0</c:v>
                      </c:pt>
                      <c:pt idx="2116">
                        <c:v>0</c:v>
                      </c:pt>
                      <c:pt idx="2117">
                        <c:v>0</c:v>
                      </c:pt>
                      <c:pt idx="2118">
                        <c:v>0</c:v>
                      </c:pt>
                      <c:pt idx="2119">
                        <c:v>0</c:v>
                      </c:pt>
                      <c:pt idx="2120">
                        <c:v>0</c:v>
                      </c:pt>
                      <c:pt idx="2121">
                        <c:v>0</c:v>
                      </c:pt>
                      <c:pt idx="2122">
                        <c:v>0</c:v>
                      </c:pt>
                      <c:pt idx="2123">
                        <c:v>0</c:v>
                      </c:pt>
                      <c:pt idx="2124">
                        <c:v>0</c:v>
                      </c:pt>
                      <c:pt idx="2125">
                        <c:v>0</c:v>
                      </c:pt>
                      <c:pt idx="2126">
                        <c:v>0</c:v>
                      </c:pt>
                      <c:pt idx="2127">
                        <c:v>0</c:v>
                      </c:pt>
                      <c:pt idx="2128">
                        <c:v>0</c:v>
                      </c:pt>
                      <c:pt idx="2129">
                        <c:v>0</c:v>
                      </c:pt>
                      <c:pt idx="2130">
                        <c:v>0</c:v>
                      </c:pt>
                      <c:pt idx="2131">
                        <c:v>0</c:v>
                      </c:pt>
                      <c:pt idx="2132">
                        <c:v>0</c:v>
                      </c:pt>
                      <c:pt idx="2133">
                        <c:v>0</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c:v>
                      </c:pt>
                      <c:pt idx="2173">
                        <c:v>0</c:v>
                      </c:pt>
                      <c:pt idx="2174">
                        <c:v>0</c:v>
                      </c:pt>
                      <c:pt idx="2175">
                        <c:v>0</c:v>
                      </c:pt>
                      <c:pt idx="2176">
                        <c:v>0</c:v>
                      </c:pt>
                      <c:pt idx="2177">
                        <c:v>0</c:v>
                      </c:pt>
                      <c:pt idx="2178">
                        <c:v>0</c:v>
                      </c:pt>
                      <c:pt idx="2179">
                        <c:v>0</c:v>
                      </c:pt>
                      <c:pt idx="2180">
                        <c:v>0</c:v>
                      </c:pt>
                      <c:pt idx="2181">
                        <c:v>0</c:v>
                      </c:pt>
                      <c:pt idx="2182">
                        <c:v>0</c:v>
                      </c:pt>
                      <c:pt idx="2183">
                        <c:v>0</c:v>
                      </c:pt>
                      <c:pt idx="2184">
                        <c:v>0</c:v>
                      </c:pt>
                      <c:pt idx="2185">
                        <c:v>0</c:v>
                      </c:pt>
                      <c:pt idx="2186">
                        <c:v>0</c:v>
                      </c:pt>
                      <c:pt idx="2187">
                        <c:v>0</c:v>
                      </c:pt>
                      <c:pt idx="2188">
                        <c:v>0</c:v>
                      </c:pt>
                      <c:pt idx="2189">
                        <c:v>0</c:v>
                      </c:pt>
                      <c:pt idx="2190">
                        <c:v>0</c:v>
                      </c:pt>
                      <c:pt idx="2191">
                        <c:v>0</c:v>
                      </c:pt>
                      <c:pt idx="2192">
                        <c:v>0</c:v>
                      </c:pt>
                      <c:pt idx="2193">
                        <c:v>0</c:v>
                      </c:pt>
                      <c:pt idx="2194">
                        <c:v>0</c:v>
                      </c:pt>
                      <c:pt idx="2195">
                        <c:v>0</c:v>
                      </c:pt>
                      <c:pt idx="2196">
                        <c:v>0</c:v>
                      </c:pt>
                      <c:pt idx="2197">
                        <c:v>0</c:v>
                      </c:pt>
                      <c:pt idx="2198">
                        <c:v>0</c:v>
                      </c:pt>
                      <c:pt idx="2199">
                        <c:v>0</c:v>
                      </c:pt>
                      <c:pt idx="2200">
                        <c:v>0</c:v>
                      </c:pt>
                      <c:pt idx="2201">
                        <c:v>0</c:v>
                      </c:pt>
                      <c:pt idx="2202">
                        <c:v>0</c:v>
                      </c:pt>
                      <c:pt idx="2203">
                        <c:v>0</c:v>
                      </c:pt>
                      <c:pt idx="2204">
                        <c:v>0</c:v>
                      </c:pt>
                      <c:pt idx="2205">
                        <c:v>0</c:v>
                      </c:pt>
                      <c:pt idx="2206">
                        <c:v>0</c:v>
                      </c:pt>
                      <c:pt idx="2207">
                        <c:v>0</c:v>
                      </c:pt>
                      <c:pt idx="2208">
                        <c:v>0</c:v>
                      </c:pt>
                      <c:pt idx="2209">
                        <c:v>0</c:v>
                      </c:pt>
                      <c:pt idx="2210">
                        <c:v>0</c:v>
                      </c:pt>
                      <c:pt idx="2211">
                        <c:v>0</c:v>
                      </c:pt>
                      <c:pt idx="2212">
                        <c:v>0</c:v>
                      </c:pt>
                      <c:pt idx="2213">
                        <c:v>0</c:v>
                      </c:pt>
                      <c:pt idx="2214">
                        <c:v>0</c:v>
                      </c:pt>
                      <c:pt idx="2215">
                        <c:v>0</c:v>
                      </c:pt>
                      <c:pt idx="2216">
                        <c:v>0</c:v>
                      </c:pt>
                      <c:pt idx="2217">
                        <c:v>0</c:v>
                      </c:pt>
                      <c:pt idx="2218">
                        <c:v>0</c:v>
                      </c:pt>
                      <c:pt idx="2219">
                        <c:v>0</c:v>
                      </c:pt>
                      <c:pt idx="2220">
                        <c:v>0</c:v>
                      </c:pt>
                      <c:pt idx="2221">
                        <c:v>0</c:v>
                      </c:pt>
                      <c:pt idx="2222">
                        <c:v>0</c:v>
                      </c:pt>
                      <c:pt idx="2223">
                        <c:v>0</c:v>
                      </c:pt>
                      <c:pt idx="2224">
                        <c:v>0</c:v>
                      </c:pt>
                      <c:pt idx="2225">
                        <c:v>0</c:v>
                      </c:pt>
                      <c:pt idx="2226">
                        <c:v>0</c:v>
                      </c:pt>
                      <c:pt idx="2227">
                        <c:v>0</c:v>
                      </c:pt>
                      <c:pt idx="2228">
                        <c:v>0</c:v>
                      </c:pt>
                      <c:pt idx="2229">
                        <c:v>0</c:v>
                      </c:pt>
                      <c:pt idx="2230">
                        <c:v>0</c:v>
                      </c:pt>
                      <c:pt idx="2231">
                        <c:v>0</c:v>
                      </c:pt>
                      <c:pt idx="2232">
                        <c:v>0</c:v>
                      </c:pt>
                      <c:pt idx="2233">
                        <c:v>0</c:v>
                      </c:pt>
                      <c:pt idx="2234">
                        <c:v>0</c:v>
                      </c:pt>
                      <c:pt idx="2235">
                        <c:v>0</c:v>
                      </c:pt>
                      <c:pt idx="2236">
                        <c:v>0</c:v>
                      </c:pt>
                      <c:pt idx="2237">
                        <c:v>0</c:v>
                      </c:pt>
                      <c:pt idx="2238">
                        <c:v>0</c:v>
                      </c:pt>
                      <c:pt idx="2239">
                        <c:v>0</c:v>
                      </c:pt>
                      <c:pt idx="2240">
                        <c:v>0</c:v>
                      </c:pt>
                      <c:pt idx="2241">
                        <c:v>0</c:v>
                      </c:pt>
                      <c:pt idx="2242">
                        <c:v>0</c:v>
                      </c:pt>
                      <c:pt idx="2243">
                        <c:v>0</c:v>
                      </c:pt>
                      <c:pt idx="2244">
                        <c:v>0</c:v>
                      </c:pt>
                      <c:pt idx="2245">
                        <c:v>0</c:v>
                      </c:pt>
                      <c:pt idx="2246">
                        <c:v>0</c:v>
                      </c:pt>
                      <c:pt idx="2247">
                        <c:v>0</c:v>
                      </c:pt>
                      <c:pt idx="2248">
                        <c:v>0</c:v>
                      </c:pt>
                      <c:pt idx="2249">
                        <c:v>0</c:v>
                      </c:pt>
                      <c:pt idx="2250">
                        <c:v>0</c:v>
                      </c:pt>
                      <c:pt idx="2251">
                        <c:v>0</c:v>
                      </c:pt>
                      <c:pt idx="2252">
                        <c:v>0</c:v>
                      </c:pt>
                      <c:pt idx="2253">
                        <c:v>0</c:v>
                      </c:pt>
                      <c:pt idx="2254">
                        <c:v>0</c:v>
                      </c:pt>
                      <c:pt idx="2255">
                        <c:v>0</c:v>
                      </c:pt>
                      <c:pt idx="2256">
                        <c:v>0</c:v>
                      </c:pt>
                      <c:pt idx="2257">
                        <c:v>0</c:v>
                      </c:pt>
                      <c:pt idx="2258">
                        <c:v>0</c:v>
                      </c:pt>
                      <c:pt idx="2259">
                        <c:v>0</c:v>
                      </c:pt>
                      <c:pt idx="2260">
                        <c:v>0</c:v>
                      </c:pt>
                      <c:pt idx="2261">
                        <c:v>0</c:v>
                      </c:pt>
                      <c:pt idx="2262">
                        <c:v>0</c:v>
                      </c:pt>
                      <c:pt idx="2263">
                        <c:v>0</c:v>
                      </c:pt>
                      <c:pt idx="2264">
                        <c:v>0</c:v>
                      </c:pt>
                      <c:pt idx="2265">
                        <c:v>0</c:v>
                      </c:pt>
                      <c:pt idx="2266">
                        <c:v>0</c:v>
                      </c:pt>
                      <c:pt idx="2267">
                        <c:v>0</c:v>
                      </c:pt>
                      <c:pt idx="2268">
                        <c:v>0</c:v>
                      </c:pt>
                      <c:pt idx="2269">
                        <c:v>0</c:v>
                      </c:pt>
                      <c:pt idx="2270">
                        <c:v>0</c:v>
                      </c:pt>
                      <c:pt idx="2271">
                        <c:v>0</c:v>
                      </c:pt>
                      <c:pt idx="2272">
                        <c:v>0</c:v>
                      </c:pt>
                      <c:pt idx="2273">
                        <c:v>0</c:v>
                      </c:pt>
                      <c:pt idx="2274">
                        <c:v>0</c:v>
                      </c:pt>
                      <c:pt idx="2275">
                        <c:v>0</c:v>
                      </c:pt>
                      <c:pt idx="2276">
                        <c:v>0</c:v>
                      </c:pt>
                      <c:pt idx="2277">
                        <c:v>0</c:v>
                      </c:pt>
                      <c:pt idx="2278">
                        <c:v>0</c:v>
                      </c:pt>
                      <c:pt idx="2279">
                        <c:v>0</c:v>
                      </c:pt>
                      <c:pt idx="2280">
                        <c:v>0</c:v>
                      </c:pt>
                      <c:pt idx="2281">
                        <c:v>0</c:v>
                      </c:pt>
                      <c:pt idx="2282">
                        <c:v>0</c:v>
                      </c:pt>
                      <c:pt idx="2283">
                        <c:v>0</c:v>
                      </c:pt>
                      <c:pt idx="2284">
                        <c:v>0</c:v>
                      </c:pt>
                      <c:pt idx="2285">
                        <c:v>0</c:v>
                      </c:pt>
                      <c:pt idx="2286">
                        <c:v>0</c:v>
                      </c:pt>
                      <c:pt idx="2287">
                        <c:v>0</c:v>
                      </c:pt>
                      <c:pt idx="2288">
                        <c:v>0</c:v>
                      </c:pt>
                      <c:pt idx="2289">
                        <c:v>0</c:v>
                      </c:pt>
                      <c:pt idx="2290">
                        <c:v>0</c:v>
                      </c:pt>
                      <c:pt idx="2291">
                        <c:v>0</c:v>
                      </c:pt>
                      <c:pt idx="2292">
                        <c:v>0</c:v>
                      </c:pt>
                      <c:pt idx="2293">
                        <c:v>0</c:v>
                      </c:pt>
                      <c:pt idx="2294">
                        <c:v>0</c:v>
                      </c:pt>
                      <c:pt idx="2295">
                        <c:v>0</c:v>
                      </c:pt>
                      <c:pt idx="2296">
                        <c:v>0</c:v>
                      </c:pt>
                      <c:pt idx="2297">
                        <c:v>0</c:v>
                      </c:pt>
                      <c:pt idx="2298">
                        <c:v>0</c:v>
                      </c:pt>
                      <c:pt idx="2299">
                        <c:v>0</c:v>
                      </c:pt>
                      <c:pt idx="2300">
                        <c:v>0</c:v>
                      </c:pt>
                      <c:pt idx="2301">
                        <c:v>0</c:v>
                      </c:pt>
                      <c:pt idx="2302">
                        <c:v>0</c:v>
                      </c:pt>
                      <c:pt idx="2303">
                        <c:v>0</c:v>
                      </c:pt>
                      <c:pt idx="2304">
                        <c:v>0</c:v>
                      </c:pt>
                      <c:pt idx="2305">
                        <c:v>0</c:v>
                      </c:pt>
                      <c:pt idx="2306">
                        <c:v>0</c:v>
                      </c:pt>
                      <c:pt idx="2307">
                        <c:v>0</c:v>
                      </c:pt>
                      <c:pt idx="2308">
                        <c:v>0</c:v>
                      </c:pt>
                      <c:pt idx="2309">
                        <c:v>0</c:v>
                      </c:pt>
                      <c:pt idx="2310">
                        <c:v>0</c:v>
                      </c:pt>
                      <c:pt idx="2311">
                        <c:v>0</c:v>
                      </c:pt>
                      <c:pt idx="2312">
                        <c:v>0</c:v>
                      </c:pt>
                      <c:pt idx="2313">
                        <c:v>0</c:v>
                      </c:pt>
                      <c:pt idx="2314">
                        <c:v>0</c:v>
                      </c:pt>
                      <c:pt idx="2315">
                        <c:v>0</c:v>
                      </c:pt>
                      <c:pt idx="2316">
                        <c:v>0</c:v>
                      </c:pt>
                      <c:pt idx="2317">
                        <c:v>0</c:v>
                      </c:pt>
                      <c:pt idx="2318">
                        <c:v>0</c:v>
                      </c:pt>
                      <c:pt idx="2319">
                        <c:v>0</c:v>
                      </c:pt>
                      <c:pt idx="2320">
                        <c:v>0</c:v>
                      </c:pt>
                      <c:pt idx="2321">
                        <c:v>0</c:v>
                      </c:pt>
                      <c:pt idx="2322">
                        <c:v>0</c:v>
                      </c:pt>
                      <c:pt idx="2323">
                        <c:v>0</c:v>
                      </c:pt>
                      <c:pt idx="2324">
                        <c:v>0</c:v>
                      </c:pt>
                      <c:pt idx="2325">
                        <c:v>0</c:v>
                      </c:pt>
                      <c:pt idx="2326">
                        <c:v>0</c:v>
                      </c:pt>
                      <c:pt idx="2327">
                        <c:v>0</c:v>
                      </c:pt>
                      <c:pt idx="2328">
                        <c:v>0</c:v>
                      </c:pt>
                      <c:pt idx="2329">
                        <c:v>0</c:v>
                      </c:pt>
                      <c:pt idx="2330">
                        <c:v>0</c:v>
                      </c:pt>
                      <c:pt idx="2331">
                        <c:v>0</c:v>
                      </c:pt>
                      <c:pt idx="2332">
                        <c:v>0</c:v>
                      </c:pt>
                      <c:pt idx="2333">
                        <c:v>0</c:v>
                      </c:pt>
                      <c:pt idx="2334">
                        <c:v>0</c:v>
                      </c:pt>
                      <c:pt idx="2335">
                        <c:v>0</c:v>
                      </c:pt>
                      <c:pt idx="2336">
                        <c:v>0</c:v>
                      </c:pt>
                      <c:pt idx="2337">
                        <c:v>0</c:v>
                      </c:pt>
                      <c:pt idx="2338">
                        <c:v>0</c:v>
                      </c:pt>
                      <c:pt idx="2339">
                        <c:v>0</c:v>
                      </c:pt>
                      <c:pt idx="2340">
                        <c:v>0</c:v>
                      </c:pt>
                      <c:pt idx="2341">
                        <c:v>0</c:v>
                      </c:pt>
                      <c:pt idx="2342">
                        <c:v>0</c:v>
                      </c:pt>
                      <c:pt idx="2343">
                        <c:v>0</c:v>
                      </c:pt>
                      <c:pt idx="2344">
                        <c:v>0</c:v>
                      </c:pt>
                      <c:pt idx="2345">
                        <c:v>0</c:v>
                      </c:pt>
                      <c:pt idx="2346">
                        <c:v>0</c:v>
                      </c:pt>
                      <c:pt idx="2347">
                        <c:v>0</c:v>
                      </c:pt>
                      <c:pt idx="2348">
                        <c:v>0</c:v>
                      </c:pt>
                      <c:pt idx="2349">
                        <c:v>0</c:v>
                      </c:pt>
                      <c:pt idx="2350">
                        <c:v>0</c:v>
                      </c:pt>
                      <c:pt idx="2351">
                        <c:v>0</c:v>
                      </c:pt>
                      <c:pt idx="2352">
                        <c:v>0</c:v>
                      </c:pt>
                      <c:pt idx="2353">
                        <c:v>0</c:v>
                      </c:pt>
                      <c:pt idx="2354">
                        <c:v>0</c:v>
                      </c:pt>
                      <c:pt idx="2355">
                        <c:v>0</c:v>
                      </c:pt>
                      <c:pt idx="2356">
                        <c:v>0</c:v>
                      </c:pt>
                      <c:pt idx="2357">
                        <c:v>0</c:v>
                      </c:pt>
                      <c:pt idx="2358">
                        <c:v>0</c:v>
                      </c:pt>
                      <c:pt idx="2359">
                        <c:v>0</c:v>
                      </c:pt>
                      <c:pt idx="2360">
                        <c:v>0</c:v>
                      </c:pt>
                      <c:pt idx="2361">
                        <c:v>0</c:v>
                      </c:pt>
                      <c:pt idx="2362">
                        <c:v>0</c:v>
                      </c:pt>
                      <c:pt idx="2363">
                        <c:v>0</c:v>
                      </c:pt>
                      <c:pt idx="2364">
                        <c:v>0</c:v>
                      </c:pt>
                      <c:pt idx="2365">
                        <c:v>0</c:v>
                      </c:pt>
                      <c:pt idx="2366">
                        <c:v>0</c:v>
                      </c:pt>
                      <c:pt idx="2367">
                        <c:v>0</c:v>
                      </c:pt>
                      <c:pt idx="2368">
                        <c:v>0</c:v>
                      </c:pt>
                      <c:pt idx="2369">
                        <c:v>0</c:v>
                      </c:pt>
                      <c:pt idx="2370">
                        <c:v>0</c:v>
                      </c:pt>
                      <c:pt idx="2371">
                        <c:v>0</c:v>
                      </c:pt>
                      <c:pt idx="2372">
                        <c:v>0</c:v>
                      </c:pt>
                      <c:pt idx="2373">
                        <c:v>0</c:v>
                      </c:pt>
                      <c:pt idx="2374">
                        <c:v>0</c:v>
                      </c:pt>
                      <c:pt idx="2375">
                        <c:v>0</c:v>
                      </c:pt>
                      <c:pt idx="2376">
                        <c:v>0</c:v>
                      </c:pt>
                      <c:pt idx="2377">
                        <c:v>0</c:v>
                      </c:pt>
                      <c:pt idx="2378">
                        <c:v>0</c:v>
                      </c:pt>
                      <c:pt idx="2379">
                        <c:v>0</c:v>
                      </c:pt>
                      <c:pt idx="2380">
                        <c:v>0</c:v>
                      </c:pt>
                      <c:pt idx="2381">
                        <c:v>0</c:v>
                      </c:pt>
                      <c:pt idx="2382">
                        <c:v>0</c:v>
                      </c:pt>
                      <c:pt idx="2383">
                        <c:v>0</c:v>
                      </c:pt>
                      <c:pt idx="2384">
                        <c:v>0</c:v>
                      </c:pt>
                      <c:pt idx="2385">
                        <c:v>0</c:v>
                      </c:pt>
                      <c:pt idx="2386">
                        <c:v>0</c:v>
                      </c:pt>
                      <c:pt idx="2387">
                        <c:v>0</c:v>
                      </c:pt>
                      <c:pt idx="2388">
                        <c:v>0</c:v>
                      </c:pt>
                      <c:pt idx="2389">
                        <c:v>0</c:v>
                      </c:pt>
                      <c:pt idx="2390">
                        <c:v>0</c:v>
                      </c:pt>
                      <c:pt idx="2391">
                        <c:v>0</c:v>
                      </c:pt>
                      <c:pt idx="2392">
                        <c:v>0</c:v>
                      </c:pt>
                      <c:pt idx="2393">
                        <c:v>0</c:v>
                      </c:pt>
                      <c:pt idx="2394">
                        <c:v>0</c:v>
                      </c:pt>
                      <c:pt idx="2395">
                        <c:v>0</c:v>
                      </c:pt>
                      <c:pt idx="2396">
                        <c:v>0</c:v>
                      </c:pt>
                      <c:pt idx="2397">
                        <c:v>0</c:v>
                      </c:pt>
                      <c:pt idx="2398">
                        <c:v>0</c:v>
                      </c:pt>
                      <c:pt idx="2399">
                        <c:v>0</c:v>
                      </c:pt>
                      <c:pt idx="2400">
                        <c:v>0</c:v>
                      </c:pt>
                      <c:pt idx="2401">
                        <c:v>0</c:v>
                      </c:pt>
                      <c:pt idx="2402">
                        <c:v>0</c:v>
                      </c:pt>
                      <c:pt idx="2403">
                        <c:v>0</c:v>
                      </c:pt>
                      <c:pt idx="2404">
                        <c:v>0</c:v>
                      </c:pt>
                      <c:pt idx="2405">
                        <c:v>0</c:v>
                      </c:pt>
                      <c:pt idx="2406">
                        <c:v>0</c:v>
                      </c:pt>
                      <c:pt idx="2407">
                        <c:v>0</c:v>
                      </c:pt>
                      <c:pt idx="2408">
                        <c:v>0</c:v>
                      </c:pt>
                      <c:pt idx="2409">
                        <c:v>0</c:v>
                      </c:pt>
                      <c:pt idx="2410">
                        <c:v>0</c:v>
                      </c:pt>
                      <c:pt idx="2411">
                        <c:v>0</c:v>
                      </c:pt>
                      <c:pt idx="2412">
                        <c:v>0</c:v>
                      </c:pt>
                      <c:pt idx="2413">
                        <c:v>0</c:v>
                      </c:pt>
                      <c:pt idx="2414">
                        <c:v>0</c:v>
                      </c:pt>
                      <c:pt idx="2415">
                        <c:v>0</c:v>
                      </c:pt>
                      <c:pt idx="2416">
                        <c:v>0</c:v>
                      </c:pt>
                      <c:pt idx="2417">
                        <c:v>0</c:v>
                      </c:pt>
                      <c:pt idx="2418">
                        <c:v>0</c:v>
                      </c:pt>
                      <c:pt idx="2419">
                        <c:v>0</c:v>
                      </c:pt>
                      <c:pt idx="2420">
                        <c:v>0</c:v>
                      </c:pt>
                      <c:pt idx="2421">
                        <c:v>0</c:v>
                      </c:pt>
                      <c:pt idx="2422">
                        <c:v>0</c:v>
                      </c:pt>
                      <c:pt idx="2423">
                        <c:v>0</c:v>
                      </c:pt>
                      <c:pt idx="2424">
                        <c:v>0</c:v>
                      </c:pt>
                      <c:pt idx="2425">
                        <c:v>0</c:v>
                      </c:pt>
                      <c:pt idx="2426">
                        <c:v>0</c:v>
                      </c:pt>
                      <c:pt idx="2427">
                        <c:v>0</c:v>
                      </c:pt>
                      <c:pt idx="2428">
                        <c:v>0</c:v>
                      </c:pt>
                      <c:pt idx="2429">
                        <c:v>0</c:v>
                      </c:pt>
                      <c:pt idx="2430">
                        <c:v>0</c:v>
                      </c:pt>
                      <c:pt idx="2431">
                        <c:v>0</c:v>
                      </c:pt>
                      <c:pt idx="2432">
                        <c:v>0</c:v>
                      </c:pt>
                      <c:pt idx="2433">
                        <c:v>0</c:v>
                      </c:pt>
                      <c:pt idx="2434">
                        <c:v>0</c:v>
                      </c:pt>
                      <c:pt idx="2435">
                        <c:v>0</c:v>
                      </c:pt>
                      <c:pt idx="2436">
                        <c:v>0</c:v>
                      </c:pt>
                      <c:pt idx="2437">
                        <c:v>0</c:v>
                      </c:pt>
                      <c:pt idx="2438">
                        <c:v>0</c:v>
                      </c:pt>
                      <c:pt idx="2439">
                        <c:v>0</c:v>
                      </c:pt>
                      <c:pt idx="2440">
                        <c:v>0</c:v>
                      </c:pt>
                      <c:pt idx="2441">
                        <c:v>0</c:v>
                      </c:pt>
                      <c:pt idx="2442">
                        <c:v>0</c:v>
                      </c:pt>
                      <c:pt idx="2443">
                        <c:v>0</c:v>
                      </c:pt>
                      <c:pt idx="2444">
                        <c:v>0</c:v>
                      </c:pt>
                      <c:pt idx="2445">
                        <c:v>0</c:v>
                      </c:pt>
                      <c:pt idx="2446">
                        <c:v>0</c:v>
                      </c:pt>
                      <c:pt idx="2447">
                        <c:v>0</c:v>
                      </c:pt>
                      <c:pt idx="2448">
                        <c:v>0</c:v>
                      </c:pt>
                      <c:pt idx="2449">
                        <c:v>0</c:v>
                      </c:pt>
                      <c:pt idx="2450">
                        <c:v>0</c:v>
                      </c:pt>
                      <c:pt idx="2451">
                        <c:v>0</c:v>
                      </c:pt>
                      <c:pt idx="2452">
                        <c:v>0</c:v>
                      </c:pt>
                      <c:pt idx="2453">
                        <c:v>0</c:v>
                      </c:pt>
                      <c:pt idx="2454">
                        <c:v>0</c:v>
                      </c:pt>
                      <c:pt idx="2455">
                        <c:v>0</c:v>
                      </c:pt>
                      <c:pt idx="2456">
                        <c:v>0</c:v>
                      </c:pt>
                      <c:pt idx="2457">
                        <c:v>0</c:v>
                      </c:pt>
                      <c:pt idx="2458">
                        <c:v>0</c:v>
                      </c:pt>
                      <c:pt idx="2459">
                        <c:v>0</c:v>
                      </c:pt>
                      <c:pt idx="2460">
                        <c:v>0</c:v>
                      </c:pt>
                      <c:pt idx="2461">
                        <c:v>0</c:v>
                      </c:pt>
                      <c:pt idx="2462">
                        <c:v>0</c:v>
                      </c:pt>
                      <c:pt idx="2463">
                        <c:v>0</c:v>
                      </c:pt>
                      <c:pt idx="2464">
                        <c:v>0</c:v>
                      </c:pt>
                      <c:pt idx="2465">
                        <c:v>0</c:v>
                      </c:pt>
                      <c:pt idx="2466">
                        <c:v>0</c:v>
                      </c:pt>
                      <c:pt idx="2467">
                        <c:v>0</c:v>
                      </c:pt>
                      <c:pt idx="2468">
                        <c:v>0</c:v>
                      </c:pt>
                      <c:pt idx="2469">
                        <c:v>0</c:v>
                      </c:pt>
                      <c:pt idx="2470">
                        <c:v>0</c:v>
                      </c:pt>
                      <c:pt idx="2471">
                        <c:v>0</c:v>
                      </c:pt>
                      <c:pt idx="2472">
                        <c:v>0</c:v>
                      </c:pt>
                      <c:pt idx="2473">
                        <c:v>0</c:v>
                      </c:pt>
                      <c:pt idx="2474">
                        <c:v>0</c:v>
                      </c:pt>
                      <c:pt idx="2475">
                        <c:v>0</c:v>
                      </c:pt>
                      <c:pt idx="2476">
                        <c:v>0</c:v>
                      </c:pt>
                      <c:pt idx="2477">
                        <c:v>0</c:v>
                      </c:pt>
                      <c:pt idx="2478">
                        <c:v>0</c:v>
                      </c:pt>
                      <c:pt idx="2479">
                        <c:v>0</c:v>
                      </c:pt>
                      <c:pt idx="2480">
                        <c:v>0</c:v>
                      </c:pt>
                      <c:pt idx="2481">
                        <c:v>0</c:v>
                      </c:pt>
                      <c:pt idx="2482">
                        <c:v>0</c:v>
                      </c:pt>
                      <c:pt idx="2483">
                        <c:v>0</c:v>
                      </c:pt>
                      <c:pt idx="2484">
                        <c:v>0</c:v>
                      </c:pt>
                      <c:pt idx="2485">
                        <c:v>0</c:v>
                      </c:pt>
                      <c:pt idx="2486">
                        <c:v>0</c:v>
                      </c:pt>
                      <c:pt idx="2487">
                        <c:v>0</c:v>
                      </c:pt>
                      <c:pt idx="2488">
                        <c:v>0</c:v>
                      </c:pt>
                      <c:pt idx="2489">
                        <c:v>0</c:v>
                      </c:pt>
                      <c:pt idx="2490">
                        <c:v>0</c:v>
                      </c:pt>
                      <c:pt idx="2491">
                        <c:v>0</c:v>
                      </c:pt>
                      <c:pt idx="2492">
                        <c:v>0</c:v>
                      </c:pt>
                      <c:pt idx="2493">
                        <c:v>0</c:v>
                      </c:pt>
                      <c:pt idx="2494">
                        <c:v>0</c:v>
                      </c:pt>
                      <c:pt idx="2495">
                        <c:v>0</c:v>
                      </c:pt>
                      <c:pt idx="2496">
                        <c:v>0</c:v>
                      </c:pt>
                      <c:pt idx="2497">
                        <c:v>0</c:v>
                      </c:pt>
                      <c:pt idx="2498">
                        <c:v>0</c:v>
                      </c:pt>
                      <c:pt idx="2499">
                        <c:v>0</c:v>
                      </c:pt>
                      <c:pt idx="2500">
                        <c:v>0</c:v>
                      </c:pt>
                      <c:pt idx="2501">
                        <c:v>0</c:v>
                      </c:pt>
                      <c:pt idx="2502">
                        <c:v>0</c:v>
                      </c:pt>
                      <c:pt idx="2503">
                        <c:v>0</c:v>
                      </c:pt>
                      <c:pt idx="2504">
                        <c:v>0</c:v>
                      </c:pt>
                      <c:pt idx="2505">
                        <c:v>0</c:v>
                      </c:pt>
                      <c:pt idx="2506">
                        <c:v>0</c:v>
                      </c:pt>
                      <c:pt idx="2507">
                        <c:v>0</c:v>
                      </c:pt>
                      <c:pt idx="2508">
                        <c:v>0</c:v>
                      </c:pt>
                      <c:pt idx="2509">
                        <c:v>0</c:v>
                      </c:pt>
                      <c:pt idx="2510">
                        <c:v>0</c:v>
                      </c:pt>
                      <c:pt idx="2511">
                        <c:v>0</c:v>
                      </c:pt>
                      <c:pt idx="2512">
                        <c:v>0</c:v>
                      </c:pt>
                      <c:pt idx="2513">
                        <c:v>0</c:v>
                      </c:pt>
                      <c:pt idx="2514">
                        <c:v>0</c:v>
                      </c:pt>
                      <c:pt idx="2515">
                        <c:v>0</c:v>
                      </c:pt>
                      <c:pt idx="2516">
                        <c:v>0</c:v>
                      </c:pt>
                      <c:pt idx="2517">
                        <c:v>0</c:v>
                      </c:pt>
                      <c:pt idx="2518">
                        <c:v>0</c:v>
                      </c:pt>
                      <c:pt idx="2519">
                        <c:v>0</c:v>
                      </c:pt>
                      <c:pt idx="2520">
                        <c:v>0</c:v>
                      </c:pt>
                      <c:pt idx="2521">
                        <c:v>0</c:v>
                      </c:pt>
                      <c:pt idx="2522">
                        <c:v>0</c:v>
                      </c:pt>
                      <c:pt idx="2523">
                        <c:v>0</c:v>
                      </c:pt>
                      <c:pt idx="2524">
                        <c:v>0</c:v>
                      </c:pt>
                      <c:pt idx="2525">
                        <c:v>0</c:v>
                      </c:pt>
                      <c:pt idx="2526">
                        <c:v>0</c:v>
                      </c:pt>
                      <c:pt idx="2527">
                        <c:v>0</c:v>
                      </c:pt>
                      <c:pt idx="2528">
                        <c:v>0</c:v>
                      </c:pt>
                      <c:pt idx="2529">
                        <c:v>0</c:v>
                      </c:pt>
                      <c:pt idx="2530">
                        <c:v>0</c:v>
                      </c:pt>
                      <c:pt idx="2531">
                        <c:v>0</c:v>
                      </c:pt>
                      <c:pt idx="2532">
                        <c:v>0</c:v>
                      </c:pt>
                      <c:pt idx="2533">
                        <c:v>0</c:v>
                      </c:pt>
                      <c:pt idx="2534">
                        <c:v>0</c:v>
                      </c:pt>
                      <c:pt idx="2535">
                        <c:v>0</c:v>
                      </c:pt>
                      <c:pt idx="2536">
                        <c:v>0</c:v>
                      </c:pt>
                      <c:pt idx="2537">
                        <c:v>0</c:v>
                      </c:pt>
                      <c:pt idx="2538">
                        <c:v>0</c:v>
                      </c:pt>
                      <c:pt idx="2539">
                        <c:v>0</c:v>
                      </c:pt>
                      <c:pt idx="2540">
                        <c:v>0</c:v>
                      </c:pt>
                      <c:pt idx="2541">
                        <c:v>0</c:v>
                      </c:pt>
                      <c:pt idx="2542">
                        <c:v>0</c:v>
                      </c:pt>
                      <c:pt idx="2543">
                        <c:v>0</c:v>
                      </c:pt>
                      <c:pt idx="2544">
                        <c:v>0</c:v>
                      </c:pt>
                      <c:pt idx="2545">
                        <c:v>0</c:v>
                      </c:pt>
                      <c:pt idx="2546">
                        <c:v>0</c:v>
                      </c:pt>
                      <c:pt idx="2547">
                        <c:v>0</c:v>
                      </c:pt>
                      <c:pt idx="2548">
                        <c:v>0</c:v>
                      </c:pt>
                      <c:pt idx="2549">
                        <c:v>0</c:v>
                      </c:pt>
                      <c:pt idx="2550">
                        <c:v>0</c:v>
                      </c:pt>
                      <c:pt idx="2551">
                        <c:v>0</c:v>
                      </c:pt>
                      <c:pt idx="2552">
                        <c:v>0</c:v>
                      </c:pt>
                      <c:pt idx="2553">
                        <c:v>0</c:v>
                      </c:pt>
                      <c:pt idx="2554">
                        <c:v>0</c:v>
                      </c:pt>
                      <c:pt idx="2555">
                        <c:v>0</c:v>
                      </c:pt>
                      <c:pt idx="2556">
                        <c:v>0</c:v>
                      </c:pt>
                      <c:pt idx="2557">
                        <c:v>0</c:v>
                      </c:pt>
                      <c:pt idx="2558">
                        <c:v>0</c:v>
                      </c:pt>
                      <c:pt idx="2559">
                        <c:v>0</c:v>
                      </c:pt>
                      <c:pt idx="2560">
                        <c:v>0</c:v>
                      </c:pt>
                      <c:pt idx="2561">
                        <c:v>0</c:v>
                      </c:pt>
                      <c:pt idx="2562">
                        <c:v>0</c:v>
                      </c:pt>
                      <c:pt idx="2563">
                        <c:v>0</c:v>
                      </c:pt>
                      <c:pt idx="2564">
                        <c:v>0</c:v>
                      </c:pt>
                      <c:pt idx="2565">
                        <c:v>0</c:v>
                      </c:pt>
                      <c:pt idx="2566">
                        <c:v>0</c:v>
                      </c:pt>
                      <c:pt idx="2567">
                        <c:v>0</c:v>
                      </c:pt>
                      <c:pt idx="2568">
                        <c:v>0</c:v>
                      </c:pt>
                      <c:pt idx="2569">
                        <c:v>0</c:v>
                      </c:pt>
                      <c:pt idx="2570">
                        <c:v>0</c:v>
                      </c:pt>
                      <c:pt idx="2571">
                        <c:v>0</c:v>
                      </c:pt>
                      <c:pt idx="2572">
                        <c:v>0</c:v>
                      </c:pt>
                      <c:pt idx="2573">
                        <c:v>0</c:v>
                      </c:pt>
                      <c:pt idx="2574">
                        <c:v>0</c:v>
                      </c:pt>
                      <c:pt idx="2575">
                        <c:v>0</c:v>
                      </c:pt>
                      <c:pt idx="2576">
                        <c:v>0</c:v>
                      </c:pt>
                      <c:pt idx="2577">
                        <c:v>0</c:v>
                      </c:pt>
                      <c:pt idx="2578">
                        <c:v>0</c:v>
                      </c:pt>
                      <c:pt idx="2579">
                        <c:v>0</c:v>
                      </c:pt>
                      <c:pt idx="2580">
                        <c:v>0</c:v>
                      </c:pt>
                      <c:pt idx="2581">
                        <c:v>0</c:v>
                      </c:pt>
                      <c:pt idx="2582">
                        <c:v>0</c:v>
                      </c:pt>
                      <c:pt idx="2583">
                        <c:v>0</c:v>
                      </c:pt>
                      <c:pt idx="2584">
                        <c:v>0</c:v>
                      </c:pt>
                      <c:pt idx="2585">
                        <c:v>0</c:v>
                      </c:pt>
                      <c:pt idx="2586">
                        <c:v>0</c:v>
                      </c:pt>
                      <c:pt idx="2587">
                        <c:v>0</c:v>
                      </c:pt>
                      <c:pt idx="2588">
                        <c:v>0</c:v>
                      </c:pt>
                      <c:pt idx="2589">
                        <c:v>0</c:v>
                      </c:pt>
                      <c:pt idx="2590">
                        <c:v>0</c:v>
                      </c:pt>
                      <c:pt idx="2591">
                        <c:v>0</c:v>
                      </c:pt>
                      <c:pt idx="2592">
                        <c:v>0</c:v>
                      </c:pt>
                      <c:pt idx="2593">
                        <c:v>0</c:v>
                      </c:pt>
                      <c:pt idx="2594">
                        <c:v>0</c:v>
                      </c:pt>
                      <c:pt idx="2595">
                        <c:v>0</c:v>
                      </c:pt>
                      <c:pt idx="2596">
                        <c:v>0</c:v>
                      </c:pt>
                      <c:pt idx="2597">
                        <c:v>0</c:v>
                      </c:pt>
                      <c:pt idx="2598">
                        <c:v>0</c:v>
                      </c:pt>
                      <c:pt idx="2599">
                        <c:v>0</c:v>
                      </c:pt>
                      <c:pt idx="2600">
                        <c:v>0</c:v>
                      </c:pt>
                      <c:pt idx="2601">
                        <c:v>0</c:v>
                      </c:pt>
                      <c:pt idx="2602">
                        <c:v>0</c:v>
                      </c:pt>
                      <c:pt idx="2603">
                        <c:v>0</c:v>
                      </c:pt>
                      <c:pt idx="2604">
                        <c:v>0</c:v>
                      </c:pt>
                      <c:pt idx="2605">
                        <c:v>0</c:v>
                      </c:pt>
                      <c:pt idx="2606">
                        <c:v>0</c:v>
                      </c:pt>
                      <c:pt idx="2607">
                        <c:v>0</c:v>
                      </c:pt>
                      <c:pt idx="2608">
                        <c:v>0</c:v>
                      </c:pt>
                      <c:pt idx="2609">
                        <c:v>0</c:v>
                      </c:pt>
                      <c:pt idx="2610">
                        <c:v>0</c:v>
                      </c:pt>
                      <c:pt idx="2611">
                        <c:v>0</c:v>
                      </c:pt>
                      <c:pt idx="2612">
                        <c:v>0</c:v>
                      </c:pt>
                      <c:pt idx="2613">
                        <c:v>0</c:v>
                      </c:pt>
                      <c:pt idx="2614">
                        <c:v>0</c:v>
                      </c:pt>
                      <c:pt idx="2615">
                        <c:v>0</c:v>
                      </c:pt>
                      <c:pt idx="2616">
                        <c:v>0</c:v>
                      </c:pt>
                      <c:pt idx="2617">
                        <c:v>0</c:v>
                      </c:pt>
                      <c:pt idx="2618">
                        <c:v>0</c:v>
                      </c:pt>
                      <c:pt idx="2619">
                        <c:v>0</c:v>
                      </c:pt>
                      <c:pt idx="2620">
                        <c:v>0</c:v>
                      </c:pt>
                      <c:pt idx="2621">
                        <c:v>0</c:v>
                      </c:pt>
                      <c:pt idx="2622">
                        <c:v>0</c:v>
                      </c:pt>
                      <c:pt idx="2623">
                        <c:v>0</c:v>
                      </c:pt>
                      <c:pt idx="2624">
                        <c:v>0</c:v>
                      </c:pt>
                      <c:pt idx="2625">
                        <c:v>0</c:v>
                      </c:pt>
                      <c:pt idx="2626">
                        <c:v>0</c:v>
                      </c:pt>
                      <c:pt idx="2627">
                        <c:v>0</c:v>
                      </c:pt>
                      <c:pt idx="2628">
                        <c:v>0</c:v>
                      </c:pt>
                      <c:pt idx="2629">
                        <c:v>0</c:v>
                      </c:pt>
                      <c:pt idx="2630">
                        <c:v>0</c:v>
                      </c:pt>
                      <c:pt idx="2631">
                        <c:v>0</c:v>
                      </c:pt>
                      <c:pt idx="2632">
                        <c:v>0</c:v>
                      </c:pt>
                      <c:pt idx="2633">
                        <c:v>0</c:v>
                      </c:pt>
                      <c:pt idx="2634">
                        <c:v>0</c:v>
                      </c:pt>
                      <c:pt idx="2635">
                        <c:v>0</c:v>
                      </c:pt>
                      <c:pt idx="2636">
                        <c:v>0</c:v>
                      </c:pt>
                      <c:pt idx="2637">
                        <c:v>0</c:v>
                      </c:pt>
                      <c:pt idx="2638">
                        <c:v>0</c:v>
                      </c:pt>
                      <c:pt idx="2639">
                        <c:v>0</c:v>
                      </c:pt>
                      <c:pt idx="2640">
                        <c:v>0</c:v>
                      </c:pt>
                      <c:pt idx="2641">
                        <c:v>0</c:v>
                      </c:pt>
                      <c:pt idx="2642">
                        <c:v>0</c:v>
                      </c:pt>
                      <c:pt idx="2643">
                        <c:v>0</c:v>
                      </c:pt>
                      <c:pt idx="2644">
                        <c:v>0</c:v>
                      </c:pt>
                      <c:pt idx="2645">
                        <c:v>0</c:v>
                      </c:pt>
                      <c:pt idx="2646">
                        <c:v>0</c:v>
                      </c:pt>
                      <c:pt idx="2647">
                        <c:v>0</c:v>
                      </c:pt>
                      <c:pt idx="2648">
                        <c:v>0</c:v>
                      </c:pt>
                      <c:pt idx="2649">
                        <c:v>0</c:v>
                      </c:pt>
                      <c:pt idx="2650">
                        <c:v>0</c:v>
                      </c:pt>
                      <c:pt idx="2651">
                        <c:v>0</c:v>
                      </c:pt>
                      <c:pt idx="2652">
                        <c:v>0</c:v>
                      </c:pt>
                      <c:pt idx="2653">
                        <c:v>0</c:v>
                      </c:pt>
                      <c:pt idx="2654">
                        <c:v>0</c:v>
                      </c:pt>
                      <c:pt idx="2655">
                        <c:v>0</c:v>
                      </c:pt>
                      <c:pt idx="2656">
                        <c:v>0</c:v>
                      </c:pt>
                      <c:pt idx="2657">
                        <c:v>0</c:v>
                      </c:pt>
                      <c:pt idx="2658">
                        <c:v>0</c:v>
                      </c:pt>
                      <c:pt idx="2659">
                        <c:v>0</c:v>
                      </c:pt>
                      <c:pt idx="2660">
                        <c:v>0</c:v>
                      </c:pt>
                      <c:pt idx="2661">
                        <c:v>0</c:v>
                      </c:pt>
                      <c:pt idx="2662">
                        <c:v>0</c:v>
                      </c:pt>
                      <c:pt idx="2663">
                        <c:v>0</c:v>
                      </c:pt>
                      <c:pt idx="2664">
                        <c:v>0</c:v>
                      </c:pt>
                      <c:pt idx="2665">
                        <c:v>0</c:v>
                      </c:pt>
                      <c:pt idx="2666">
                        <c:v>0</c:v>
                      </c:pt>
                      <c:pt idx="2667">
                        <c:v>0</c:v>
                      </c:pt>
                      <c:pt idx="2668">
                        <c:v>0</c:v>
                      </c:pt>
                      <c:pt idx="2669">
                        <c:v>0</c:v>
                      </c:pt>
                      <c:pt idx="2670">
                        <c:v>0</c:v>
                      </c:pt>
                      <c:pt idx="2671">
                        <c:v>0</c:v>
                      </c:pt>
                      <c:pt idx="2672">
                        <c:v>0</c:v>
                      </c:pt>
                      <c:pt idx="2673">
                        <c:v>0</c:v>
                      </c:pt>
                      <c:pt idx="2674">
                        <c:v>0</c:v>
                      </c:pt>
                      <c:pt idx="2675">
                        <c:v>0</c:v>
                      </c:pt>
                      <c:pt idx="2676">
                        <c:v>0</c:v>
                      </c:pt>
                      <c:pt idx="2677">
                        <c:v>0</c:v>
                      </c:pt>
                      <c:pt idx="2678">
                        <c:v>0</c:v>
                      </c:pt>
                      <c:pt idx="2679">
                        <c:v>0</c:v>
                      </c:pt>
                      <c:pt idx="2680">
                        <c:v>0</c:v>
                      </c:pt>
                      <c:pt idx="2681">
                        <c:v>0</c:v>
                      </c:pt>
                      <c:pt idx="2682">
                        <c:v>0</c:v>
                      </c:pt>
                      <c:pt idx="2683">
                        <c:v>0</c:v>
                      </c:pt>
                      <c:pt idx="2684">
                        <c:v>0</c:v>
                      </c:pt>
                      <c:pt idx="2685">
                        <c:v>0</c:v>
                      </c:pt>
                      <c:pt idx="2686">
                        <c:v>0</c:v>
                      </c:pt>
                      <c:pt idx="2687">
                        <c:v>0</c:v>
                      </c:pt>
                      <c:pt idx="2688">
                        <c:v>0</c:v>
                      </c:pt>
                      <c:pt idx="2689">
                        <c:v>0</c:v>
                      </c:pt>
                      <c:pt idx="2690">
                        <c:v>0</c:v>
                      </c:pt>
                      <c:pt idx="2691">
                        <c:v>0</c:v>
                      </c:pt>
                      <c:pt idx="2692">
                        <c:v>0</c:v>
                      </c:pt>
                      <c:pt idx="2693">
                        <c:v>0</c:v>
                      </c:pt>
                      <c:pt idx="2694">
                        <c:v>0</c:v>
                      </c:pt>
                      <c:pt idx="2695">
                        <c:v>0</c:v>
                      </c:pt>
                      <c:pt idx="2696">
                        <c:v>0</c:v>
                      </c:pt>
                      <c:pt idx="2697">
                        <c:v>0</c:v>
                      </c:pt>
                      <c:pt idx="2698">
                        <c:v>0</c:v>
                      </c:pt>
                      <c:pt idx="2699">
                        <c:v>0</c:v>
                      </c:pt>
                      <c:pt idx="2700">
                        <c:v>0</c:v>
                      </c:pt>
                      <c:pt idx="2701">
                        <c:v>0</c:v>
                      </c:pt>
                      <c:pt idx="2702">
                        <c:v>0</c:v>
                      </c:pt>
                      <c:pt idx="2703">
                        <c:v>0</c:v>
                      </c:pt>
                      <c:pt idx="2704">
                        <c:v>0</c:v>
                      </c:pt>
                      <c:pt idx="2705">
                        <c:v>0</c:v>
                      </c:pt>
                      <c:pt idx="2706">
                        <c:v>0</c:v>
                      </c:pt>
                      <c:pt idx="2707">
                        <c:v>0</c:v>
                      </c:pt>
                      <c:pt idx="2708">
                        <c:v>0</c:v>
                      </c:pt>
                      <c:pt idx="2709">
                        <c:v>0</c:v>
                      </c:pt>
                      <c:pt idx="2710">
                        <c:v>0</c:v>
                      </c:pt>
                      <c:pt idx="2711">
                        <c:v>0</c:v>
                      </c:pt>
                      <c:pt idx="2712">
                        <c:v>0</c:v>
                      </c:pt>
                      <c:pt idx="2713">
                        <c:v>0</c:v>
                      </c:pt>
                      <c:pt idx="2714">
                        <c:v>0</c:v>
                      </c:pt>
                      <c:pt idx="2715">
                        <c:v>0</c:v>
                      </c:pt>
                      <c:pt idx="2716">
                        <c:v>0</c:v>
                      </c:pt>
                      <c:pt idx="2717">
                        <c:v>0</c:v>
                      </c:pt>
                      <c:pt idx="2718">
                        <c:v>0</c:v>
                      </c:pt>
                      <c:pt idx="2719">
                        <c:v>0</c:v>
                      </c:pt>
                      <c:pt idx="2720">
                        <c:v>0</c:v>
                      </c:pt>
                      <c:pt idx="2721">
                        <c:v>0</c:v>
                      </c:pt>
                      <c:pt idx="2722">
                        <c:v>0</c:v>
                      </c:pt>
                      <c:pt idx="2723">
                        <c:v>0</c:v>
                      </c:pt>
                      <c:pt idx="2724">
                        <c:v>0</c:v>
                      </c:pt>
                      <c:pt idx="2725">
                        <c:v>0</c:v>
                      </c:pt>
                      <c:pt idx="2726">
                        <c:v>0</c:v>
                      </c:pt>
                      <c:pt idx="2727">
                        <c:v>0</c:v>
                      </c:pt>
                      <c:pt idx="2728">
                        <c:v>0</c:v>
                      </c:pt>
                      <c:pt idx="2729">
                        <c:v>0</c:v>
                      </c:pt>
                      <c:pt idx="2730">
                        <c:v>0</c:v>
                      </c:pt>
                      <c:pt idx="2731">
                        <c:v>0</c:v>
                      </c:pt>
                      <c:pt idx="2732">
                        <c:v>0</c:v>
                      </c:pt>
                      <c:pt idx="2733">
                        <c:v>0</c:v>
                      </c:pt>
                      <c:pt idx="2734">
                        <c:v>0</c:v>
                      </c:pt>
                      <c:pt idx="2735">
                        <c:v>0</c:v>
                      </c:pt>
                      <c:pt idx="2736">
                        <c:v>0</c:v>
                      </c:pt>
                      <c:pt idx="2737">
                        <c:v>0</c:v>
                      </c:pt>
                      <c:pt idx="2738">
                        <c:v>0</c:v>
                      </c:pt>
                      <c:pt idx="2739">
                        <c:v>0</c:v>
                      </c:pt>
                      <c:pt idx="2740">
                        <c:v>0</c:v>
                      </c:pt>
                      <c:pt idx="2741">
                        <c:v>0</c:v>
                      </c:pt>
                      <c:pt idx="2742">
                        <c:v>0</c:v>
                      </c:pt>
                      <c:pt idx="2743">
                        <c:v>0</c:v>
                      </c:pt>
                      <c:pt idx="2744">
                        <c:v>0</c:v>
                      </c:pt>
                      <c:pt idx="2745">
                        <c:v>0</c:v>
                      </c:pt>
                      <c:pt idx="2746">
                        <c:v>0</c:v>
                      </c:pt>
                      <c:pt idx="2747">
                        <c:v>0</c:v>
                      </c:pt>
                      <c:pt idx="2748">
                        <c:v>0</c:v>
                      </c:pt>
                      <c:pt idx="2749">
                        <c:v>0</c:v>
                      </c:pt>
                      <c:pt idx="2750">
                        <c:v>0</c:v>
                      </c:pt>
                      <c:pt idx="2751">
                        <c:v>0</c:v>
                      </c:pt>
                      <c:pt idx="2752">
                        <c:v>0</c:v>
                      </c:pt>
                      <c:pt idx="2753">
                        <c:v>0</c:v>
                      </c:pt>
                      <c:pt idx="2754">
                        <c:v>0</c:v>
                      </c:pt>
                      <c:pt idx="2755">
                        <c:v>0</c:v>
                      </c:pt>
                      <c:pt idx="2756">
                        <c:v>0</c:v>
                      </c:pt>
                      <c:pt idx="2757">
                        <c:v>0</c:v>
                      </c:pt>
                      <c:pt idx="2758">
                        <c:v>0</c:v>
                      </c:pt>
                      <c:pt idx="2759">
                        <c:v>0</c:v>
                      </c:pt>
                      <c:pt idx="2760">
                        <c:v>0</c:v>
                      </c:pt>
                      <c:pt idx="2761">
                        <c:v>0</c:v>
                      </c:pt>
                      <c:pt idx="2762">
                        <c:v>0</c:v>
                      </c:pt>
                      <c:pt idx="2763">
                        <c:v>0</c:v>
                      </c:pt>
                      <c:pt idx="2764">
                        <c:v>0</c:v>
                      </c:pt>
                      <c:pt idx="2765">
                        <c:v>0</c:v>
                      </c:pt>
                      <c:pt idx="2766">
                        <c:v>0</c:v>
                      </c:pt>
                      <c:pt idx="2767">
                        <c:v>0</c:v>
                      </c:pt>
                      <c:pt idx="2768">
                        <c:v>0</c:v>
                      </c:pt>
                      <c:pt idx="2769">
                        <c:v>0</c:v>
                      </c:pt>
                      <c:pt idx="2770">
                        <c:v>0</c:v>
                      </c:pt>
                      <c:pt idx="2771">
                        <c:v>0</c:v>
                      </c:pt>
                      <c:pt idx="2772">
                        <c:v>0</c:v>
                      </c:pt>
                      <c:pt idx="2773">
                        <c:v>0</c:v>
                      </c:pt>
                      <c:pt idx="2774">
                        <c:v>0</c:v>
                      </c:pt>
                      <c:pt idx="2775">
                        <c:v>0</c:v>
                      </c:pt>
                      <c:pt idx="2776">
                        <c:v>0</c:v>
                      </c:pt>
                      <c:pt idx="2777">
                        <c:v>0</c:v>
                      </c:pt>
                      <c:pt idx="2778">
                        <c:v>0</c:v>
                      </c:pt>
                      <c:pt idx="2779">
                        <c:v>0</c:v>
                      </c:pt>
                      <c:pt idx="2780">
                        <c:v>0</c:v>
                      </c:pt>
                      <c:pt idx="2781">
                        <c:v>0</c:v>
                      </c:pt>
                      <c:pt idx="2782">
                        <c:v>0</c:v>
                      </c:pt>
                      <c:pt idx="2783">
                        <c:v>0</c:v>
                      </c:pt>
                      <c:pt idx="2784">
                        <c:v>0</c:v>
                      </c:pt>
                      <c:pt idx="2785">
                        <c:v>0</c:v>
                      </c:pt>
                      <c:pt idx="2786">
                        <c:v>0</c:v>
                      </c:pt>
                      <c:pt idx="2787">
                        <c:v>0</c:v>
                      </c:pt>
                      <c:pt idx="2788">
                        <c:v>0</c:v>
                      </c:pt>
                      <c:pt idx="2789">
                        <c:v>0</c:v>
                      </c:pt>
                      <c:pt idx="2790">
                        <c:v>0</c:v>
                      </c:pt>
                      <c:pt idx="2791">
                        <c:v>0</c:v>
                      </c:pt>
                      <c:pt idx="2792">
                        <c:v>0</c:v>
                      </c:pt>
                      <c:pt idx="2793">
                        <c:v>0</c:v>
                      </c:pt>
                      <c:pt idx="2794">
                        <c:v>0</c:v>
                      </c:pt>
                      <c:pt idx="2795">
                        <c:v>0</c:v>
                      </c:pt>
                      <c:pt idx="2796">
                        <c:v>0</c:v>
                      </c:pt>
                      <c:pt idx="2797">
                        <c:v>0</c:v>
                      </c:pt>
                      <c:pt idx="2798">
                        <c:v>0</c:v>
                      </c:pt>
                      <c:pt idx="2799">
                        <c:v>0</c:v>
                      </c:pt>
                      <c:pt idx="2800">
                        <c:v>0</c:v>
                      </c:pt>
                      <c:pt idx="2801">
                        <c:v>0</c:v>
                      </c:pt>
                      <c:pt idx="2802">
                        <c:v>0</c:v>
                      </c:pt>
                      <c:pt idx="2803">
                        <c:v>0</c:v>
                      </c:pt>
                      <c:pt idx="2804">
                        <c:v>0</c:v>
                      </c:pt>
                      <c:pt idx="2805">
                        <c:v>0</c:v>
                      </c:pt>
                      <c:pt idx="2806">
                        <c:v>0</c:v>
                      </c:pt>
                      <c:pt idx="2807">
                        <c:v>0</c:v>
                      </c:pt>
                      <c:pt idx="2808">
                        <c:v>0</c:v>
                      </c:pt>
                      <c:pt idx="2809">
                        <c:v>0</c:v>
                      </c:pt>
                      <c:pt idx="2810">
                        <c:v>0</c:v>
                      </c:pt>
                      <c:pt idx="2811">
                        <c:v>0</c:v>
                      </c:pt>
                      <c:pt idx="2812">
                        <c:v>0</c:v>
                      </c:pt>
                      <c:pt idx="2813">
                        <c:v>0</c:v>
                      </c:pt>
                      <c:pt idx="2814">
                        <c:v>0</c:v>
                      </c:pt>
                      <c:pt idx="2815">
                        <c:v>0</c:v>
                      </c:pt>
                      <c:pt idx="2816">
                        <c:v>0</c:v>
                      </c:pt>
                      <c:pt idx="2817">
                        <c:v>0</c:v>
                      </c:pt>
                      <c:pt idx="2818">
                        <c:v>0</c:v>
                      </c:pt>
                      <c:pt idx="2819">
                        <c:v>0</c:v>
                      </c:pt>
                      <c:pt idx="2820">
                        <c:v>0</c:v>
                      </c:pt>
                      <c:pt idx="2821">
                        <c:v>0</c:v>
                      </c:pt>
                      <c:pt idx="2822">
                        <c:v>0</c:v>
                      </c:pt>
                      <c:pt idx="2823">
                        <c:v>0</c:v>
                      </c:pt>
                      <c:pt idx="2824">
                        <c:v>0</c:v>
                      </c:pt>
                      <c:pt idx="2825">
                        <c:v>0</c:v>
                      </c:pt>
                      <c:pt idx="2826">
                        <c:v>0</c:v>
                      </c:pt>
                      <c:pt idx="2827">
                        <c:v>0</c:v>
                      </c:pt>
                      <c:pt idx="2828">
                        <c:v>0</c:v>
                      </c:pt>
                      <c:pt idx="2829">
                        <c:v>0</c:v>
                      </c:pt>
                      <c:pt idx="2830">
                        <c:v>0</c:v>
                      </c:pt>
                      <c:pt idx="2831">
                        <c:v>0</c:v>
                      </c:pt>
                      <c:pt idx="2832">
                        <c:v>0</c:v>
                      </c:pt>
                      <c:pt idx="2833">
                        <c:v>0</c:v>
                      </c:pt>
                      <c:pt idx="2834">
                        <c:v>0</c:v>
                      </c:pt>
                      <c:pt idx="2835">
                        <c:v>0</c:v>
                      </c:pt>
                      <c:pt idx="2836">
                        <c:v>0</c:v>
                      </c:pt>
                      <c:pt idx="2837">
                        <c:v>0</c:v>
                      </c:pt>
                      <c:pt idx="2838">
                        <c:v>0</c:v>
                      </c:pt>
                      <c:pt idx="2839">
                        <c:v>0</c:v>
                      </c:pt>
                      <c:pt idx="2840">
                        <c:v>0</c:v>
                      </c:pt>
                      <c:pt idx="2841">
                        <c:v>0</c:v>
                      </c:pt>
                      <c:pt idx="2842">
                        <c:v>0</c:v>
                      </c:pt>
                      <c:pt idx="2843">
                        <c:v>0</c:v>
                      </c:pt>
                      <c:pt idx="2844">
                        <c:v>0</c:v>
                      </c:pt>
                      <c:pt idx="2845">
                        <c:v>0</c:v>
                      </c:pt>
                      <c:pt idx="2846">
                        <c:v>0</c:v>
                      </c:pt>
                      <c:pt idx="2847">
                        <c:v>0</c:v>
                      </c:pt>
                      <c:pt idx="2848">
                        <c:v>0</c:v>
                      </c:pt>
                      <c:pt idx="2849">
                        <c:v>0</c:v>
                      </c:pt>
                      <c:pt idx="2850">
                        <c:v>0</c:v>
                      </c:pt>
                      <c:pt idx="2851">
                        <c:v>0</c:v>
                      </c:pt>
                      <c:pt idx="2852">
                        <c:v>0</c:v>
                      </c:pt>
                      <c:pt idx="2853">
                        <c:v>0</c:v>
                      </c:pt>
                      <c:pt idx="2854">
                        <c:v>0</c:v>
                      </c:pt>
                      <c:pt idx="2855">
                        <c:v>0</c:v>
                      </c:pt>
                      <c:pt idx="2856">
                        <c:v>0</c:v>
                      </c:pt>
                      <c:pt idx="2857">
                        <c:v>0</c:v>
                      </c:pt>
                      <c:pt idx="2858">
                        <c:v>0</c:v>
                      </c:pt>
                      <c:pt idx="2859">
                        <c:v>0</c:v>
                      </c:pt>
                      <c:pt idx="2860">
                        <c:v>0</c:v>
                      </c:pt>
                      <c:pt idx="2861">
                        <c:v>0</c:v>
                      </c:pt>
                      <c:pt idx="2862">
                        <c:v>0</c:v>
                      </c:pt>
                      <c:pt idx="2863">
                        <c:v>0</c:v>
                      </c:pt>
                      <c:pt idx="2864">
                        <c:v>0</c:v>
                      </c:pt>
                      <c:pt idx="2865">
                        <c:v>0</c:v>
                      </c:pt>
                      <c:pt idx="2866">
                        <c:v>0</c:v>
                      </c:pt>
                      <c:pt idx="2867">
                        <c:v>0</c:v>
                      </c:pt>
                      <c:pt idx="2868">
                        <c:v>0</c:v>
                      </c:pt>
                      <c:pt idx="2869">
                        <c:v>0</c:v>
                      </c:pt>
                      <c:pt idx="2870">
                        <c:v>0</c:v>
                      </c:pt>
                      <c:pt idx="2871">
                        <c:v>0</c:v>
                      </c:pt>
                      <c:pt idx="2872">
                        <c:v>0</c:v>
                      </c:pt>
                      <c:pt idx="2873">
                        <c:v>0</c:v>
                      </c:pt>
                      <c:pt idx="2874">
                        <c:v>0</c:v>
                      </c:pt>
                      <c:pt idx="2875">
                        <c:v>0</c:v>
                      </c:pt>
                      <c:pt idx="2876">
                        <c:v>0</c:v>
                      </c:pt>
                      <c:pt idx="2877">
                        <c:v>0</c:v>
                      </c:pt>
                      <c:pt idx="2878">
                        <c:v>0</c:v>
                      </c:pt>
                      <c:pt idx="2879">
                        <c:v>0</c:v>
                      </c:pt>
                      <c:pt idx="2880">
                        <c:v>0</c:v>
                      </c:pt>
                      <c:pt idx="2881">
                        <c:v>0</c:v>
                      </c:pt>
                      <c:pt idx="2882">
                        <c:v>0</c:v>
                      </c:pt>
                      <c:pt idx="2883">
                        <c:v>0</c:v>
                      </c:pt>
                      <c:pt idx="2884">
                        <c:v>0</c:v>
                      </c:pt>
                      <c:pt idx="2885">
                        <c:v>0</c:v>
                      </c:pt>
                      <c:pt idx="2886">
                        <c:v>0</c:v>
                      </c:pt>
                      <c:pt idx="2887">
                        <c:v>0</c:v>
                      </c:pt>
                      <c:pt idx="2888">
                        <c:v>0</c:v>
                      </c:pt>
                      <c:pt idx="2889">
                        <c:v>0</c:v>
                      </c:pt>
                      <c:pt idx="2890">
                        <c:v>0</c:v>
                      </c:pt>
                      <c:pt idx="2891">
                        <c:v>0</c:v>
                      </c:pt>
                      <c:pt idx="2892">
                        <c:v>0</c:v>
                      </c:pt>
                      <c:pt idx="2893">
                        <c:v>0</c:v>
                      </c:pt>
                      <c:pt idx="2894">
                        <c:v>0</c:v>
                      </c:pt>
                      <c:pt idx="2895">
                        <c:v>0</c:v>
                      </c:pt>
                      <c:pt idx="2896">
                        <c:v>0</c:v>
                      </c:pt>
                      <c:pt idx="2897">
                        <c:v>0</c:v>
                      </c:pt>
                      <c:pt idx="2898">
                        <c:v>0</c:v>
                      </c:pt>
                      <c:pt idx="2899">
                        <c:v>0</c:v>
                      </c:pt>
                      <c:pt idx="2900">
                        <c:v>0</c:v>
                      </c:pt>
                      <c:pt idx="2901">
                        <c:v>0</c:v>
                      </c:pt>
                      <c:pt idx="2902">
                        <c:v>0</c:v>
                      </c:pt>
                      <c:pt idx="2903">
                        <c:v>0</c:v>
                      </c:pt>
                      <c:pt idx="2904">
                        <c:v>0</c:v>
                      </c:pt>
                      <c:pt idx="2905">
                        <c:v>0</c:v>
                      </c:pt>
                      <c:pt idx="2906">
                        <c:v>0</c:v>
                      </c:pt>
                      <c:pt idx="2907">
                        <c:v>0</c:v>
                      </c:pt>
                      <c:pt idx="2908">
                        <c:v>0</c:v>
                      </c:pt>
                      <c:pt idx="2909">
                        <c:v>0</c:v>
                      </c:pt>
                      <c:pt idx="2910">
                        <c:v>0</c:v>
                      </c:pt>
                      <c:pt idx="2911">
                        <c:v>0</c:v>
                      </c:pt>
                      <c:pt idx="2912">
                        <c:v>0</c:v>
                      </c:pt>
                      <c:pt idx="2913">
                        <c:v>0</c:v>
                      </c:pt>
                      <c:pt idx="2914">
                        <c:v>0</c:v>
                      </c:pt>
                      <c:pt idx="2915">
                        <c:v>0</c:v>
                      </c:pt>
                      <c:pt idx="2916">
                        <c:v>0</c:v>
                      </c:pt>
                      <c:pt idx="2917">
                        <c:v>0</c:v>
                      </c:pt>
                      <c:pt idx="2918">
                        <c:v>0</c:v>
                      </c:pt>
                      <c:pt idx="2919">
                        <c:v>0</c:v>
                      </c:pt>
                      <c:pt idx="2920">
                        <c:v>0</c:v>
                      </c:pt>
                      <c:pt idx="2921">
                        <c:v>0</c:v>
                      </c:pt>
                      <c:pt idx="2922">
                        <c:v>0</c:v>
                      </c:pt>
                      <c:pt idx="2923">
                        <c:v>0</c:v>
                      </c:pt>
                      <c:pt idx="2924">
                        <c:v>0</c:v>
                      </c:pt>
                      <c:pt idx="2925">
                        <c:v>0</c:v>
                      </c:pt>
                      <c:pt idx="2926">
                        <c:v>0</c:v>
                      </c:pt>
                      <c:pt idx="2927">
                        <c:v>0</c:v>
                      </c:pt>
                      <c:pt idx="2928">
                        <c:v>0</c:v>
                      </c:pt>
                      <c:pt idx="2929">
                        <c:v>0</c:v>
                      </c:pt>
                      <c:pt idx="2930">
                        <c:v>0</c:v>
                      </c:pt>
                      <c:pt idx="2931">
                        <c:v>0</c:v>
                      </c:pt>
                      <c:pt idx="2932">
                        <c:v>0</c:v>
                      </c:pt>
                      <c:pt idx="2933">
                        <c:v>0</c:v>
                      </c:pt>
                      <c:pt idx="2934">
                        <c:v>0</c:v>
                      </c:pt>
                      <c:pt idx="2935">
                        <c:v>0</c:v>
                      </c:pt>
                      <c:pt idx="2936">
                        <c:v>0</c:v>
                      </c:pt>
                      <c:pt idx="2937">
                        <c:v>0</c:v>
                      </c:pt>
                      <c:pt idx="2938">
                        <c:v>0</c:v>
                      </c:pt>
                      <c:pt idx="2939">
                        <c:v>0</c:v>
                      </c:pt>
                      <c:pt idx="2940">
                        <c:v>0</c:v>
                      </c:pt>
                      <c:pt idx="2941">
                        <c:v>0</c:v>
                      </c:pt>
                      <c:pt idx="2942">
                        <c:v>0</c:v>
                      </c:pt>
                      <c:pt idx="2943">
                        <c:v>0</c:v>
                      </c:pt>
                      <c:pt idx="2944">
                        <c:v>0</c:v>
                      </c:pt>
                      <c:pt idx="2945">
                        <c:v>0</c:v>
                      </c:pt>
                      <c:pt idx="2946">
                        <c:v>0</c:v>
                      </c:pt>
                      <c:pt idx="2947">
                        <c:v>0</c:v>
                      </c:pt>
                      <c:pt idx="2948">
                        <c:v>0</c:v>
                      </c:pt>
                      <c:pt idx="2949">
                        <c:v>0</c:v>
                      </c:pt>
                      <c:pt idx="2950">
                        <c:v>0</c:v>
                      </c:pt>
                      <c:pt idx="2951">
                        <c:v>0</c:v>
                      </c:pt>
                      <c:pt idx="2952">
                        <c:v>0</c:v>
                      </c:pt>
                      <c:pt idx="2953">
                        <c:v>0</c:v>
                      </c:pt>
                      <c:pt idx="2954">
                        <c:v>0</c:v>
                      </c:pt>
                      <c:pt idx="2955">
                        <c:v>0</c:v>
                      </c:pt>
                      <c:pt idx="2956">
                        <c:v>0</c:v>
                      </c:pt>
                      <c:pt idx="2957">
                        <c:v>0</c:v>
                      </c:pt>
                      <c:pt idx="2958">
                        <c:v>0</c:v>
                      </c:pt>
                      <c:pt idx="2959">
                        <c:v>0</c:v>
                      </c:pt>
                      <c:pt idx="2960">
                        <c:v>0</c:v>
                      </c:pt>
                      <c:pt idx="2961">
                        <c:v>0</c:v>
                      </c:pt>
                      <c:pt idx="2962">
                        <c:v>0</c:v>
                      </c:pt>
                      <c:pt idx="2963">
                        <c:v>0</c:v>
                      </c:pt>
                      <c:pt idx="2964">
                        <c:v>0</c:v>
                      </c:pt>
                      <c:pt idx="2965">
                        <c:v>0</c:v>
                      </c:pt>
                      <c:pt idx="2966">
                        <c:v>0</c:v>
                      </c:pt>
                      <c:pt idx="2967">
                        <c:v>0</c:v>
                      </c:pt>
                      <c:pt idx="2968">
                        <c:v>0</c:v>
                      </c:pt>
                      <c:pt idx="2969">
                        <c:v>0</c:v>
                      </c:pt>
                      <c:pt idx="2970">
                        <c:v>0</c:v>
                      </c:pt>
                      <c:pt idx="2971">
                        <c:v>0</c:v>
                      </c:pt>
                      <c:pt idx="2972">
                        <c:v>0</c:v>
                      </c:pt>
                      <c:pt idx="2973">
                        <c:v>0</c:v>
                      </c:pt>
                      <c:pt idx="2974">
                        <c:v>0</c:v>
                      </c:pt>
                      <c:pt idx="2975">
                        <c:v>0</c:v>
                      </c:pt>
                      <c:pt idx="2976">
                        <c:v>0</c:v>
                      </c:pt>
                      <c:pt idx="2977">
                        <c:v>0</c:v>
                      </c:pt>
                      <c:pt idx="2978">
                        <c:v>0</c:v>
                      </c:pt>
                      <c:pt idx="2979">
                        <c:v>0</c:v>
                      </c:pt>
                      <c:pt idx="2980">
                        <c:v>0</c:v>
                      </c:pt>
                      <c:pt idx="2981">
                        <c:v>0</c:v>
                      </c:pt>
                      <c:pt idx="2982">
                        <c:v>0</c:v>
                      </c:pt>
                      <c:pt idx="2983">
                        <c:v>0</c:v>
                      </c:pt>
                      <c:pt idx="2984">
                        <c:v>0</c:v>
                      </c:pt>
                      <c:pt idx="2985">
                        <c:v>0</c:v>
                      </c:pt>
                      <c:pt idx="2986">
                        <c:v>0</c:v>
                      </c:pt>
                      <c:pt idx="2987">
                        <c:v>0</c:v>
                      </c:pt>
                      <c:pt idx="2988">
                        <c:v>0</c:v>
                      </c:pt>
                      <c:pt idx="2989">
                        <c:v>0</c:v>
                      </c:pt>
                      <c:pt idx="2990">
                        <c:v>0</c:v>
                      </c:pt>
                      <c:pt idx="2991">
                        <c:v>0</c:v>
                      </c:pt>
                      <c:pt idx="2992">
                        <c:v>0</c:v>
                      </c:pt>
                      <c:pt idx="2993">
                        <c:v>0</c:v>
                      </c:pt>
                      <c:pt idx="2994">
                        <c:v>0</c:v>
                      </c:pt>
                      <c:pt idx="2995">
                        <c:v>0</c:v>
                      </c:pt>
                      <c:pt idx="2996">
                        <c:v>0</c:v>
                      </c:pt>
                      <c:pt idx="2997">
                        <c:v>0</c:v>
                      </c:pt>
                      <c:pt idx="2998">
                        <c:v>0</c:v>
                      </c:pt>
                      <c:pt idx="2999">
                        <c:v>0</c:v>
                      </c:pt>
                      <c:pt idx="3000">
                        <c:v>0</c:v>
                      </c:pt>
                      <c:pt idx="3001">
                        <c:v>0</c:v>
                      </c:pt>
                      <c:pt idx="3002">
                        <c:v>0</c:v>
                      </c:pt>
                      <c:pt idx="3003">
                        <c:v>0</c:v>
                      </c:pt>
                      <c:pt idx="3004">
                        <c:v>0</c:v>
                      </c:pt>
                      <c:pt idx="3005">
                        <c:v>0</c:v>
                      </c:pt>
                      <c:pt idx="3006">
                        <c:v>0</c:v>
                      </c:pt>
                      <c:pt idx="3007">
                        <c:v>0</c:v>
                      </c:pt>
                      <c:pt idx="3008">
                        <c:v>0</c:v>
                      </c:pt>
                      <c:pt idx="3009">
                        <c:v>0</c:v>
                      </c:pt>
                      <c:pt idx="3010">
                        <c:v>0</c:v>
                      </c:pt>
                      <c:pt idx="3011">
                        <c:v>0</c:v>
                      </c:pt>
                      <c:pt idx="3012">
                        <c:v>0</c:v>
                      </c:pt>
                      <c:pt idx="3013">
                        <c:v>0</c:v>
                      </c:pt>
                      <c:pt idx="3014">
                        <c:v>0</c:v>
                      </c:pt>
                      <c:pt idx="3015">
                        <c:v>0</c:v>
                      </c:pt>
                      <c:pt idx="3016">
                        <c:v>0</c:v>
                      </c:pt>
                      <c:pt idx="3017">
                        <c:v>0</c:v>
                      </c:pt>
                      <c:pt idx="3018">
                        <c:v>0</c:v>
                      </c:pt>
                      <c:pt idx="3019">
                        <c:v>0</c:v>
                      </c:pt>
                      <c:pt idx="3020">
                        <c:v>0</c:v>
                      </c:pt>
                      <c:pt idx="3021">
                        <c:v>0</c:v>
                      </c:pt>
                      <c:pt idx="3022">
                        <c:v>0</c:v>
                      </c:pt>
                      <c:pt idx="3023">
                        <c:v>0</c:v>
                      </c:pt>
                      <c:pt idx="3024">
                        <c:v>0</c:v>
                      </c:pt>
                      <c:pt idx="3025">
                        <c:v>0</c:v>
                      </c:pt>
                      <c:pt idx="3026">
                        <c:v>0</c:v>
                      </c:pt>
                      <c:pt idx="3027">
                        <c:v>0</c:v>
                      </c:pt>
                      <c:pt idx="3028">
                        <c:v>0</c:v>
                      </c:pt>
                      <c:pt idx="3029">
                        <c:v>0</c:v>
                      </c:pt>
                      <c:pt idx="3030">
                        <c:v>0</c:v>
                      </c:pt>
                      <c:pt idx="3031">
                        <c:v>0</c:v>
                      </c:pt>
                      <c:pt idx="3032">
                        <c:v>0</c:v>
                      </c:pt>
                      <c:pt idx="3033">
                        <c:v>0</c:v>
                      </c:pt>
                      <c:pt idx="3034">
                        <c:v>0</c:v>
                      </c:pt>
                      <c:pt idx="3035">
                        <c:v>0</c:v>
                      </c:pt>
                      <c:pt idx="3036">
                        <c:v>0</c:v>
                      </c:pt>
                      <c:pt idx="3037">
                        <c:v>0</c:v>
                      </c:pt>
                      <c:pt idx="3038">
                        <c:v>0</c:v>
                      </c:pt>
                      <c:pt idx="3039">
                        <c:v>0</c:v>
                      </c:pt>
                      <c:pt idx="3040">
                        <c:v>0</c:v>
                      </c:pt>
                      <c:pt idx="3041">
                        <c:v>0</c:v>
                      </c:pt>
                      <c:pt idx="3042">
                        <c:v>0</c:v>
                      </c:pt>
                      <c:pt idx="3043">
                        <c:v>0</c:v>
                      </c:pt>
                      <c:pt idx="3044">
                        <c:v>0</c:v>
                      </c:pt>
                      <c:pt idx="3045">
                        <c:v>0</c:v>
                      </c:pt>
                      <c:pt idx="3046">
                        <c:v>0</c:v>
                      </c:pt>
                      <c:pt idx="3047">
                        <c:v>0</c:v>
                      </c:pt>
                      <c:pt idx="3048">
                        <c:v>0</c:v>
                      </c:pt>
                      <c:pt idx="3049">
                        <c:v>0</c:v>
                      </c:pt>
                      <c:pt idx="3050">
                        <c:v>0</c:v>
                      </c:pt>
                      <c:pt idx="3051">
                        <c:v>0</c:v>
                      </c:pt>
                      <c:pt idx="3052">
                        <c:v>0</c:v>
                      </c:pt>
                      <c:pt idx="3053">
                        <c:v>0</c:v>
                      </c:pt>
                      <c:pt idx="3054">
                        <c:v>0</c:v>
                      </c:pt>
                      <c:pt idx="3055">
                        <c:v>0</c:v>
                      </c:pt>
                      <c:pt idx="3056">
                        <c:v>0</c:v>
                      </c:pt>
                      <c:pt idx="3057">
                        <c:v>0</c:v>
                      </c:pt>
                      <c:pt idx="3058">
                        <c:v>0</c:v>
                      </c:pt>
                      <c:pt idx="3059">
                        <c:v>0</c:v>
                      </c:pt>
                      <c:pt idx="3060">
                        <c:v>0</c:v>
                      </c:pt>
                      <c:pt idx="3061">
                        <c:v>0</c:v>
                      </c:pt>
                      <c:pt idx="3062">
                        <c:v>0</c:v>
                      </c:pt>
                      <c:pt idx="3063">
                        <c:v>0</c:v>
                      </c:pt>
                      <c:pt idx="3064">
                        <c:v>0</c:v>
                      </c:pt>
                      <c:pt idx="3065">
                        <c:v>0</c:v>
                      </c:pt>
                      <c:pt idx="3066">
                        <c:v>0</c:v>
                      </c:pt>
                      <c:pt idx="3067">
                        <c:v>0</c:v>
                      </c:pt>
                      <c:pt idx="3068">
                        <c:v>0</c:v>
                      </c:pt>
                      <c:pt idx="3069">
                        <c:v>0</c:v>
                      </c:pt>
                      <c:pt idx="3070">
                        <c:v>0</c:v>
                      </c:pt>
                      <c:pt idx="3071">
                        <c:v>0</c:v>
                      </c:pt>
                      <c:pt idx="3072">
                        <c:v>0</c:v>
                      </c:pt>
                      <c:pt idx="3073">
                        <c:v>0</c:v>
                      </c:pt>
                      <c:pt idx="3074">
                        <c:v>0</c:v>
                      </c:pt>
                      <c:pt idx="3075">
                        <c:v>0</c:v>
                      </c:pt>
                      <c:pt idx="3076">
                        <c:v>0</c:v>
                      </c:pt>
                      <c:pt idx="3077">
                        <c:v>0</c:v>
                      </c:pt>
                      <c:pt idx="3078">
                        <c:v>0</c:v>
                      </c:pt>
                      <c:pt idx="3079">
                        <c:v>0</c:v>
                      </c:pt>
                      <c:pt idx="3080">
                        <c:v>0</c:v>
                      </c:pt>
                      <c:pt idx="3081">
                        <c:v>0</c:v>
                      </c:pt>
                      <c:pt idx="3082">
                        <c:v>0</c:v>
                      </c:pt>
                      <c:pt idx="3083">
                        <c:v>0</c:v>
                      </c:pt>
                      <c:pt idx="3084">
                        <c:v>0</c:v>
                      </c:pt>
                      <c:pt idx="3085">
                        <c:v>0</c:v>
                      </c:pt>
                      <c:pt idx="3086">
                        <c:v>0</c:v>
                      </c:pt>
                      <c:pt idx="3087">
                        <c:v>0</c:v>
                      </c:pt>
                      <c:pt idx="3088">
                        <c:v>0</c:v>
                      </c:pt>
                      <c:pt idx="3089">
                        <c:v>0</c:v>
                      </c:pt>
                      <c:pt idx="3090">
                        <c:v>0</c:v>
                      </c:pt>
                      <c:pt idx="3091">
                        <c:v>0</c:v>
                      </c:pt>
                      <c:pt idx="3092">
                        <c:v>0</c:v>
                      </c:pt>
                      <c:pt idx="3093">
                        <c:v>0</c:v>
                      </c:pt>
                      <c:pt idx="3094">
                        <c:v>0</c:v>
                      </c:pt>
                      <c:pt idx="3095">
                        <c:v>0</c:v>
                      </c:pt>
                      <c:pt idx="3096">
                        <c:v>0</c:v>
                      </c:pt>
                      <c:pt idx="3097">
                        <c:v>0</c:v>
                      </c:pt>
                      <c:pt idx="3098">
                        <c:v>0</c:v>
                      </c:pt>
                      <c:pt idx="3099">
                        <c:v>0</c:v>
                      </c:pt>
                      <c:pt idx="3100">
                        <c:v>0</c:v>
                      </c:pt>
                      <c:pt idx="3101">
                        <c:v>0</c:v>
                      </c:pt>
                      <c:pt idx="3102">
                        <c:v>0</c:v>
                      </c:pt>
                      <c:pt idx="3103">
                        <c:v>0</c:v>
                      </c:pt>
                      <c:pt idx="3104">
                        <c:v>0</c:v>
                      </c:pt>
                      <c:pt idx="3105">
                        <c:v>0</c:v>
                      </c:pt>
                      <c:pt idx="3106">
                        <c:v>0</c:v>
                      </c:pt>
                      <c:pt idx="3107">
                        <c:v>0</c:v>
                      </c:pt>
                      <c:pt idx="3108">
                        <c:v>0</c:v>
                      </c:pt>
                      <c:pt idx="3109">
                        <c:v>0</c:v>
                      </c:pt>
                      <c:pt idx="3110">
                        <c:v>0</c:v>
                      </c:pt>
                      <c:pt idx="3111">
                        <c:v>0</c:v>
                      </c:pt>
                      <c:pt idx="3112">
                        <c:v>0</c:v>
                      </c:pt>
                      <c:pt idx="3113">
                        <c:v>0</c:v>
                      </c:pt>
                      <c:pt idx="3114">
                        <c:v>0</c:v>
                      </c:pt>
                      <c:pt idx="3115">
                        <c:v>0</c:v>
                      </c:pt>
                      <c:pt idx="3116">
                        <c:v>0</c:v>
                      </c:pt>
                      <c:pt idx="3117">
                        <c:v>0</c:v>
                      </c:pt>
                      <c:pt idx="3118">
                        <c:v>0</c:v>
                      </c:pt>
                      <c:pt idx="3119">
                        <c:v>0</c:v>
                      </c:pt>
                      <c:pt idx="3120">
                        <c:v>0</c:v>
                      </c:pt>
                      <c:pt idx="3121">
                        <c:v>0</c:v>
                      </c:pt>
                      <c:pt idx="3122">
                        <c:v>0</c:v>
                      </c:pt>
                      <c:pt idx="3123">
                        <c:v>0</c:v>
                      </c:pt>
                      <c:pt idx="3124">
                        <c:v>0</c:v>
                      </c:pt>
                      <c:pt idx="3125">
                        <c:v>0</c:v>
                      </c:pt>
                      <c:pt idx="3126">
                        <c:v>0</c:v>
                      </c:pt>
                      <c:pt idx="3127">
                        <c:v>0</c:v>
                      </c:pt>
                      <c:pt idx="3128">
                        <c:v>0</c:v>
                      </c:pt>
                      <c:pt idx="3129">
                        <c:v>0</c:v>
                      </c:pt>
                      <c:pt idx="3130">
                        <c:v>0</c:v>
                      </c:pt>
                      <c:pt idx="3131">
                        <c:v>0</c:v>
                      </c:pt>
                      <c:pt idx="3132">
                        <c:v>0</c:v>
                      </c:pt>
                      <c:pt idx="3133">
                        <c:v>0</c:v>
                      </c:pt>
                      <c:pt idx="3134">
                        <c:v>0</c:v>
                      </c:pt>
                      <c:pt idx="3135">
                        <c:v>0</c:v>
                      </c:pt>
                      <c:pt idx="3136">
                        <c:v>0</c:v>
                      </c:pt>
                      <c:pt idx="3137">
                        <c:v>0</c:v>
                      </c:pt>
                      <c:pt idx="3138">
                        <c:v>0</c:v>
                      </c:pt>
                      <c:pt idx="3139">
                        <c:v>0</c:v>
                      </c:pt>
                      <c:pt idx="3140">
                        <c:v>0</c:v>
                      </c:pt>
                      <c:pt idx="3141">
                        <c:v>0</c:v>
                      </c:pt>
                      <c:pt idx="3142">
                        <c:v>0</c:v>
                      </c:pt>
                      <c:pt idx="3143">
                        <c:v>0</c:v>
                      </c:pt>
                      <c:pt idx="3144">
                        <c:v>0</c:v>
                      </c:pt>
                      <c:pt idx="3145">
                        <c:v>0</c:v>
                      </c:pt>
                      <c:pt idx="3146">
                        <c:v>0</c:v>
                      </c:pt>
                      <c:pt idx="3147">
                        <c:v>0</c:v>
                      </c:pt>
                      <c:pt idx="3148">
                        <c:v>0</c:v>
                      </c:pt>
                      <c:pt idx="3149">
                        <c:v>0</c:v>
                      </c:pt>
                      <c:pt idx="3150">
                        <c:v>0</c:v>
                      </c:pt>
                      <c:pt idx="3151">
                        <c:v>0</c:v>
                      </c:pt>
                      <c:pt idx="3152">
                        <c:v>0</c:v>
                      </c:pt>
                      <c:pt idx="3153">
                        <c:v>0</c:v>
                      </c:pt>
                      <c:pt idx="3154">
                        <c:v>0</c:v>
                      </c:pt>
                      <c:pt idx="3155">
                        <c:v>0</c:v>
                      </c:pt>
                      <c:pt idx="3156">
                        <c:v>0</c:v>
                      </c:pt>
                      <c:pt idx="3157">
                        <c:v>0</c:v>
                      </c:pt>
                      <c:pt idx="3158">
                        <c:v>0</c:v>
                      </c:pt>
                      <c:pt idx="3159">
                        <c:v>0</c:v>
                      </c:pt>
                      <c:pt idx="3160">
                        <c:v>0</c:v>
                      </c:pt>
                      <c:pt idx="3161">
                        <c:v>0</c:v>
                      </c:pt>
                      <c:pt idx="3162">
                        <c:v>0</c:v>
                      </c:pt>
                      <c:pt idx="3163">
                        <c:v>0</c:v>
                      </c:pt>
                      <c:pt idx="3164">
                        <c:v>0</c:v>
                      </c:pt>
                      <c:pt idx="3165">
                        <c:v>0</c:v>
                      </c:pt>
                      <c:pt idx="3166">
                        <c:v>0</c:v>
                      </c:pt>
                      <c:pt idx="3167">
                        <c:v>0</c:v>
                      </c:pt>
                      <c:pt idx="3168">
                        <c:v>0</c:v>
                      </c:pt>
                      <c:pt idx="3169">
                        <c:v>0</c:v>
                      </c:pt>
                      <c:pt idx="3170">
                        <c:v>0</c:v>
                      </c:pt>
                      <c:pt idx="3171">
                        <c:v>0</c:v>
                      </c:pt>
                      <c:pt idx="3172">
                        <c:v>0</c:v>
                      </c:pt>
                      <c:pt idx="3173">
                        <c:v>0</c:v>
                      </c:pt>
                      <c:pt idx="3174">
                        <c:v>0</c:v>
                      </c:pt>
                      <c:pt idx="3175">
                        <c:v>0</c:v>
                      </c:pt>
                      <c:pt idx="3176">
                        <c:v>0</c:v>
                      </c:pt>
                      <c:pt idx="3177">
                        <c:v>0</c:v>
                      </c:pt>
                      <c:pt idx="3178">
                        <c:v>0</c:v>
                      </c:pt>
                      <c:pt idx="3179">
                        <c:v>0</c:v>
                      </c:pt>
                      <c:pt idx="3180">
                        <c:v>0</c:v>
                      </c:pt>
                      <c:pt idx="3181">
                        <c:v>0</c:v>
                      </c:pt>
                      <c:pt idx="3182">
                        <c:v>0</c:v>
                      </c:pt>
                      <c:pt idx="3183">
                        <c:v>0</c:v>
                      </c:pt>
                      <c:pt idx="3184">
                        <c:v>0</c:v>
                      </c:pt>
                      <c:pt idx="3185">
                        <c:v>0</c:v>
                      </c:pt>
                      <c:pt idx="3186">
                        <c:v>0</c:v>
                      </c:pt>
                      <c:pt idx="3187">
                        <c:v>0</c:v>
                      </c:pt>
                      <c:pt idx="3188">
                        <c:v>0</c:v>
                      </c:pt>
                      <c:pt idx="3189">
                        <c:v>0</c:v>
                      </c:pt>
                      <c:pt idx="3190">
                        <c:v>0</c:v>
                      </c:pt>
                      <c:pt idx="3191">
                        <c:v>0</c:v>
                      </c:pt>
                      <c:pt idx="3192">
                        <c:v>0</c:v>
                      </c:pt>
                      <c:pt idx="3193">
                        <c:v>0</c:v>
                      </c:pt>
                      <c:pt idx="3194">
                        <c:v>0</c:v>
                      </c:pt>
                      <c:pt idx="3195">
                        <c:v>0</c:v>
                      </c:pt>
                      <c:pt idx="3196">
                        <c:v>0</c:v>
                      </c:pt>
                      <c:pt idx="3197">
                        <c:v>0</c:v>
                      </c:pt>
                      <c:pt idx="3198">
                        <c:v>0</c:v>
                      </c:pt>
                      <c:pt idx="3199">
                        <c:v>0</c:v>
                      </c:pt>
                      <c:pt idx="3200">
                        <c:v>0</c:v>
                      </c:pt>
                      <c:pt idx="3201">
                        <c:v>0</c:v>
                      </c:pt>
                      <c:pt idx="3202">
                        <c:v>0</c:v>
                      </c:pt>
                      <c:pt idx="3203">
                        <c:v>0</c:v>
                      </c:pt>
                      <c:pt idx="3204">
                        <c:v>0</c:v>
                      </c:pt>
                      <c:pt idx="3205">
                        <c:v>0</c:v>
                      </c:pt>
                      <c:pt idx="3206">
                        <c:v>0</c:v>
                      </c:pt>
                      <c:pt idx="3207">
                        <c:v>0</c:v>
                      </c:pt>
                      <c:pt idx="3208">
                        <c:v>0</c:v>
                      </c:pt>
                      <c:pt idx="3209">
                        <c:v>0</c:v>
                      </c:pt>
                      <c:pt idx="3210">
                        <c:v>0</c:v>
                      </c:pt>
                      <c:pt idx="3211">
                        <c:v>0</c:v>
                      </c:pt>
                      <c:pt idx="3212">
                        <c:v>0</c:v>
                      </c:pt>
                      <c:pt idx="3213">
                        <c:v>0</c:v>
                      </c:pt>
                      <c:pt idx="3214">
                        <c:v>0</c:v>
                      </c:pt>
                      <c:pt idx="3215">
                        <c:v>0</c:v>
                      </c:pt>
                      <c:pt idx="3216">
                        <c:v>0</c:v>
                      </c:pt>
                      <c:pt idx="3217">
                        <c:v>0</c:v>
                      </c:pt>
                      <c:pt idx="3218">
                        <c:v>0</c:v>
                      </c:pt>
                      <c:pt idx="3219">
                        <c:v>0</c:v>
                      </c:pt>
                      <c:pt idx="3220">
                        <c:v>0</c:v>
                      </c:pt>
                      <c:pt idx="3221">
                        <c:v>0</c:v>
                      </c:pt>
                      <c:pt idx="3222">
                        <c:v>0</c:v>
                      </c:pt>
                      <c:pt idx="3223">
                        <c:v>0</c:v>
                      </c:pt>
                      <c:pt idx="3224">
                        <c:v>0</c:v>
                      </c:pt>
                      <c:pt idx="3225">
                        <c:v>0</c:v>
                      </c:pt>
                      <c:pt idx="3226">
                        <c:v>0</c:v>
                      </c:pt>
                      <c:pt idx="3227">
                        <c:v>0</c:v>
                      </c:pt>
                      <c:pt idx="3228">
                        <c:v>0</c:v>
                      </c:pt>
                      <c:pt idx="3229">
                        <c:v>0</c:v>
                      </c:pt>
                      <c:pt idx="3230">
                        <c:v>0</c:v>
                      </c:pt>
                      <c:pt idx="3231">
                        <c:v>0</c:v>
                      </c:pt>
                      <c:pt idx="3232">
                        <c:v>0</c:v>
                      </c:pt>
                      <c:pt idx="3233">
                        <c:v>0</c:v>
                      </c:pt>
                      <c:pt idx="3234">
                        <c:v>0</c:v>
                      </c:pt>
                      <c:pt idx="3235">
                        <c:v>0</c:v>
                      </c:pt>
                      <c:pt idx="3236">
                        <c:v>0</c:v>
                      </c:pt>
                      <c:pt idx="3237">
                        <c:v>0</c:v>
                      </c:pt>
                      <c:pt idx="3238">
                        <c:v>0</c:v>
                      </c:pt>
                      <c:pt idx="3239">
                        <c:v>0</c:v>
                      </c:pt>
                      <c:pt idx="3240">
                        <c:v>0</c:v>
                      </c:pt>
                      <c:pt idx="3241">
                        <c:v>0</c:v>
                      </c:pt>
                      <c:pt idx="3242">
                        <c:v>0</c:v>
                      </c:pt>
                      <c:pt idx="3243">
                        <c:v>0</c:v>
                      </c:pt>
                      <c:pt idx="3244">
                        <c:v>0</c:v>
                      </c:pt>
                      <c:pt idx="3245">
                        <c:v>0</c:v>
                      </c:pt>
                      <c:pt idx="3246">
                        <c:v>0</c:v>
                      </c:pt>
                      <c:pt idx="3247">
                        <c:v>0</c:v>
                      </c:pt>
                      <c:pt idx="3248">
                        <c:v>0</c:v>
                      </c:pt>
                      <c:pt idx="3249">
                        <c:v>0</c:v>
                      </c:pt>
                      <c:pt idx="3250">
                        <c:v>0</c:v>
                      </c:pt>
                      <c:pt idx="3251">
                        <c:v>0</c:v>
                      </c:pt>
                      <c:pt idx="3252">
                        <c:v>0</c:v>
                      </c:pt>
                      <c:pt idx="3253">
                        <c:v>0</c:v>
                      </c:pt>
                      <c:pt idx="3254">
                        <c:v>0</c:v>
                      </c:pt>
                      <c:pt idx="3255">
                        <c:v>0</c:v>
                      </c:pt>
                      <c:pt idx="3256">
                        <c:v>0</c:v>
                      </c:pt>
                      <c:pt idx="3257">
                        <c:v>0</c:v>
                      </c:pt>
                      <c:pt idx="3258">
                        <c:v>0</c:v>
                      </c:pt>
                      <c:pt idx="3259">
                        <c:v>0</c:v>
                      </c:pt>
                      <c:pt idx="3260">
                        <c:v>0</c:v>
                      </c:pt>
                      <c:pt idx="3261">
                        <c:v>0</c:v>
                      </c:pt>
                      <c:pt idx="3262">
                        <c:v>0</c:v>
                      </c:pt>
                      <c:pt idx="3263">
                        <c:v>0</c:v>
                      </c:pt>
                      <c:pt idx="3264">
                        <c:v>0</c:v>
                      </c:pt>
                      <c:pt idx="3265">
                        <c:v>0</c:v>
                      </c:pt>
                      <c:pt idx="3266">
                        <c:v>0</c:v>
                      </c:pt>
                      <c:pt idx="3267">
                        <c:v>0</c:v>
                      </c:pt>
                      <c:pt idx="3268">
                        <c:v>0</c:v>
                      </c:pt>
                      <c:pt idx="3269">
                        <c:v>0</c:v>
                      </c:pt>
                      <c:pt idx="3270">
                        <c:v>0</c:v>
                      </c:pt>
                      <c:pt idx="3271">
                        <c:v>0</c:v>
                      </c:pt>
                      <c:pt idx="3272">
                        <c:v>0</c:v>
                      </c:pt>
                      <c:pt idx="3273">
                        <c:v>0</c:v>
                      </c:pt>
                      <c:pt idx="3274">
                        <c:v>0</c:v>
                      </c:pt>
                      <c:pt idx="3275">
                        <c:v>0</c:v>
                      </c:pt>
                      <c:pt idx="3276">
                        <c:v>0</c:v>
                      </c:pt>
                      <c:pt idx="3277">
                        <c:v>0</c:v>
                      </c:pt>
                      <c:pt idx="3278">
                        <c:v>0</c:v>
                      </c:pt>
                      <c:pt idx="3279">
                        <c:v>0</c:v>
                      </c:pt>
                      <c:pt idx="3280">
                        <c:v>0</c:v>
                      </c:pt>
                      <c:pt idx="3281">
                        <c:v>0</c:v>
                      </c:pt>
                      <c:pt idx="3282">
                        <c:v>0</c:v>
                      </c:pt>
                      <c:pt idx="3283">
                        <c:v>0</c:v>
                      </c:pt>
                      <c:pt idx="3284">
                        <c:v>0</c:v>
                      </c:pt>
                      <c:pt idx="3285">
                        <c:v>0</c:v>
                      </c:pt>
                      <c:pt idx="3286">
                        <c:v>0</c:v>
                      </c:pt>
                      <c:pt idx="3287">
                        <c:v>0</c:v>
                      </c:pt>
                      <c:pt idx="3288">
                        <c:v>0</c:v>
                      </c:pt>
                      <c:pt idx="3289">
                        <c:v>0</c:v>
                      </c:pt>
                      <c:pt idx="3290">
                        <c:v>0</c:v>
                      </c:pt>
                      <c:pt idx="3291">
                        <c:v>0</c:v>
                      </c:pt>
                      <c:pt idx="3292">
                        <c:v>0</c:v>
                      </c:pt>
                      <c:pt idx="3293">
                        <c:v>0</c:v>
                      </c:pt>
                      <c:pt idx="3294">
                        <c:v>0</c:v>
                      </c:pt>
                      <c:pt idx="3295">
                        <c:v>0</c:v>
                      </c:pt>
                      <c:pt idx="3296">
                        <c:v>0</c:v>
                      </c:pt>
                      <c:pt idx="3297">
                        <c:v>0</c:v>
                      </c:pt>
                      <c:pt idx="3298">
                        <c:v>0</c:v>
                      </c:pt>
                      <c:pt idx="3299">
                        <c:v>0</c:v>
                      </c:pt>
                      <c:pt idx="3300">
                        <c:v>0</c:v>
                      </c:pt>
                      <c:pt idx="3301">
                        <c:v>0</c:v>
                      </c:pt>
                      <c:pt idx="3302">
                        <c:v>0</c:v>
                      </c:pt>
                      <c:pt idx="3303">
                        <c:v>0</c:v>
                      </c:pt>
                      <c:pt idx="3304">
                        <c:v>0</c:v>
                      </c:pt>
                      <c:pt idx="3305">
                        <c:v>0</c:v>
                      </c:pt>
                      <c:pt idx="3306">
                        <c:v>0</c:v>
                      </c:pt>
                      <c:pt idx="3307">
                        <c:v>0</c:v>
                      </c:pt>
                      <c:pt idx="3308">
                        <c:v>0</c:v>
                      </c:pt>
                      <c:pt idx="3309">
                        <c:v>0</c:v>
                      </c:pt>
                      <c:pt idx="3310">
                        <c:v>0</c:v>
                      </c:pt>
                      <c:pt idx="3311">
                        <c:v>0</c:v>
                      </c:pt>
                      <c:pt idx="3312">
                        <c:v>0</c:v>
                      </c:pt>
                      <c:pt idx="3313">
                        <c:v>0</c:v>
                      </c:pt>
                      <c:pt idx="3314">
                        <c:v>0</c:v>
                      </c:pt>
                      <c:pt idx="3315">
                        <c:v>0</c:v>
                      </c:pt>
                      <c:pt idx="3316">
                        <c:v>0</c:v>
                      </c:pt>
                      <c:pt idx="3317">
                        <c:v>0</c:v>
                      </c:pt>
                      <c:pt idx="3318">
                        <c:v>0</c:v>
                      </c:pt>
                      <c:pt idx="3319">
                        <c:v>0</c:v>
                      </c:pt>
                      <c:pt idx="3320">
                        <c:v>0</c:v>
                      </c:pt>
                      <c:pt idx="3321">
                        <c:v>0</c:v>
                      </c:pt>
                      <c:pt idx="3322">
                        <c:v>0</c:v>
                      </c:pt>
                      <c:pt idx="3323">
                        <c:v>0</c:v>
                      </c:pt>
                      <c:pt idx="3324">
                        <c:v>0</c:v>
                      </c:pt>
                      <c:pt idx="3325">
                        <c:v>0</c:v>
                      </c:pt>
                      <c:pt idx="3326">
                        <c:v>0</c:v>
                      </c:pt>
                      <c:pt idx="3327">
                        <c:v>0</c:v>
                      </c:pt>
                      <c:pt idx="3328">
                        <c:v>0</c:v>
                      </c:pt>
                      <c:pt idx="3329">
                        <c:v>0</c:v>
                      </c:pt>
                      <c:pt idx="3330">
                        <c:v>0</c:v>
                      </c:pt>
                      <c:pt idx="3331">
                        <c:v>0</c:v>
                      </c:pt>
                      <c:pt idx="3332">
                        <c:v>0</c:v>
                      </c:pt>
                      <c:pt idx="3333">
                        <c:v>0</c:v>
                      </c:pt>
                      <c:pt idx="3334">
                        <c:v>0</c:v>
                      </c:pt>
                      <c:pt idx="3335">
                        <c:v>0</c:v>
                      </c:pt>
                      <c:pt idx="3336">
                        <c:v>0</c:v>
                      </c:pt>
                      <c:pt idx="3337">
                        <c:v>0</c:v>
                      </c:pt>
                      <c:pt idx="3338">
                        <c:v>0</c:v>
                      </c:pt>
                      <c:pt idx="3339">
                        <c:v>0</c:v>
                      </c:pt>
                      <c:pt idx="3340">
                        <c:v>0</c:v>
                      </c:pt>
                      <c:pt idx="3341">
                        <c:v>0</c:v>
                      </c:pt>
                      <c:pt idx="3342">
                        <c:v>0</c:v>
                      </c:pt>
                      <c:pt idx="3343">
                        <c:v>0</c:v>
                      </c:pt>
                      <c:pt idx="3344">
                        <c:v>0</c:v>
                      </c:pt>
                      <c:pt idx="3345">
                        <c:v>0</c:v>
                      </c:pt>
                      <c:pt idx="3346">
                        <c:v>0</c:v>
                      </c:pt>
                      <c:pt idx="3347">
                        <c:v>0</c:v>
                      </c:pt>
                      <c:pt idx="3348">
                        <c:v>0</c:v>
                      </c:pt>
                      <c:pt idx="3349">
                        <c:v>0</c:v>
                      </c:pt>
                      <c:pt idx="3350">
                        <c:v>0</c:v>
                      </c:pt>
                      <c:pt idx="3351">
                        <c:v>0</c:v>
                      </c:pt>
                      <c:pt idx="3352">
                        <c:v>0</c:v>
                      </c:pt>
                      <c:pt idx="3353">
                        <c:v>0</c:v>
                      </c:pt>
                      <c:pt idx="3354">
                        <c:v>0</c:v>
                      </c:pt>
                      <c:pt idx="3355">
                        <c:v>0</c:v>
                      </c:pt>
                      <c:pt idx="3356">
                        <c:v>0</c:v>
                      </c:pt>
                      <c:pt idx="3357">
                        <c:v>0</c:v>
                      </c:pt>
                      <c:pt idx="3358">
                        <c:v>0</c:v>
                      </c:pt>
                      <c:pt idx="3359">
                        <c:v>0</c:v>
                      </c:pt>
                      <c:pt idx="3360">
                        <c:v>0</c:v>
                      </c:pt>
                      <c:pt idx="3361">
                        <c:v>0</c:v>
                      </c:pt>
                      <c:pt idx="3362">
                        <c:v>0</c:v>
                      </c:pt>
                      <c:pt idx="3363">
                        <c:v>0</c:v>
                      </c:pt>
                      <c:pt idx="3364">
                        <c:v>0</c:v>
                      </c:pt>
                      <c:pt idx="3365">
                        <c:v>0</c:v>
                      </c:pt>
                      <c:pt idx="3366">
                        <c:v>0</c:v>
                      </c:pt>
                      <c:pt idx="3367">
                        <c:v>0</c:v>
                      </c:pt>
                      <c:pt idx="3368">
                        <c:v>0</c:v>
                      </c:pt>
                      <c:pt idx="3369">
                        <c:v>0</c:v>
                      </c:pt>
                      <c:pt idx="3370">
                        <c:v>0</c:v>
                      </c:pt>
                      <c:pt idx="3371">
                        <c:v>0</c:v>
                      </c:pt>
                      <c:pt idx="3372">
                        <c:v>0</c:v>
                      </c:pt>
                      <c:pt idx="3373">
                        <c:v>0</c:v>
                      </c:pt>
                      <c:pt idx="3374">
                        <c:v>0</c:v>
                      </c:pt>
                      <c:pt idx="3375">
                        <c:v>0</c:v>
                      </c:pt>
                      <c:pt idx="3376">
                        <c:v>0</c:v>
                      </c:pt>
                      <c:pt idx="3377">
                        <c:v>0</c:v>
                      </c:pt>
                      <c:pt idx="3378">
                        <c:v>0</c:v>
                      </c:pt>
                      <c:pt idx="3379">
                        <c:v>0</c:v>
                      </c:pt>
                      <c:pt idx="3380">
                        <c:v>0</c:v>
                      </c:pt>
                      <c:pt idx="3381">
                        <c:v>0</c:v>
                      </c:pt>
                      <c:pt idx="3382">
                        <c:v>0</c:v>
                      </c:pt>
                      <c:pt idx="3383">
                        <c:v>0</c:v>
                      </c:pt>
                      <c:pt idx="3384">
                        <c:v>0</c:v>
                      </c:pt>
                      <c:pt idx="3385">
                        <c:v>0</c:v>
                      </c:pt>
                      <c:pt idx="3386">
                        <c:v>0</c:v>
                      </c:pt>
                      <c:pt idx="3387">
                        <c:v>0</c:v>
                      </c:pt>
                      <c:pt idx="3388">
                        <c:v>0</c:v>
                      </c:pt>
                      <c:pt idx="3389">
                        <c:v>0</c:v>
                      </c:pt>
                      <c:pt idx="3390">
                        <c:v>0</c:v>
                      </c:pt>
                      <c:pt idx="3391">
                        <c:v>0</c:v>
                      </c:pt>
                      <c:pt idx="3392">
                        <c:v>0</c:v>
                      </c:pt>
                      <c:pt idx="3393">
                        <c:v>0</c:v>
                      </c:pt>
                      <c:pt idx="3394">
                        <c:v>0</c:v>
                      </c:pt>
                      <c:pt idx="3395">
                        <c:v>0</c:v>
                      </c:pt>
                      <c:pt idx="3396">
                        <c:v>0</c:v>
                      </c:pt>
                      <c:pt idx="3397">
                        <c:v>0</c:v>
                      </c:pt>
                      <c:pt idx="3398">
                        <c:v>0</c:v>
                      </c:pt>
                      <c:pt idx="3399">
                        <c:v>0</c:v>
                      </c:pt>
                      <c:pt idx="3400">
                        <c:v>0</c:v>
                      </c:pt>
                      <c:pt idx="3401">
                        <c:v>0</c:v>
                      </c:pt>
                      <c:pt idx="3402">
                        <c:v>0</c:v>
                      </c:pt>
                      <c:pt idx="3403">
                        <c:v>0</c:v>
                      </c:pt>
                      <c:pt idx="3404">
                        <c:v>0</c:v>
                      </c:pt>
                      <c:pt idx="3405">
                        <c:v>0</c:v>
                      </c:pt>
                      <c:pt idx="3406">
                        <c:v>0</c:v>
                      </c:pt>
                      <c:pt idx="3407">
                        <c:v>0</c:v>
                      </c:pt>
                      <c:pt idx="3408">
                        <c:v>0</c:v>
                      </c:pt>
                      <c:pt idx="3409">
                        <c:v>0</c:v>
                      </c:pt>
                      <c:pt idx="3410">
                        <c:v>0</c:v>
                      </c:pt>
                      <c:pt idx="3411">
                        <c:v>0</c:v>
                      </c:pt>
                      <c:pt idx="3412">
                        <c:v>0</c:v>
                      </c:pt>
                      <c:pt idx="3413">
                        <c:v>0</c:v>
                      </c:pt>
                      <c:pt idx="3414">
                        <c:v>0</c:v>
                      </c:pt>
                      <c:pt idx="3415">
                        <c:v>0</c:v>
                      </c:pt>
                      <c:pt idx="3416">
                        <c:v>0</c:v>
                      </c:pt>
                      <c:pt idx="3417">
                        <c:v>0</c:v>
                      </c:pt>
                      <c:pt idx="3418">
                        <c:v>0</c:v>
                      </c:pt>
                      <c:pt idx="3419">
                        <c:v>0</c:v>
                      </c:pt>
                      <c:pt idx="3420">
                        <c:v>0</c:v>
                      </c:pt>
                      <c:pt idx="3421">
                        <c:v>0</c:v>
                      </c:pt>
                      <c:pt idx="3422">
                        <c:v>0</c:v>
                      </c:pt>
                      <c:pt idx="3423">
                        <c:v>0</c:v>
                      </c:pt>
                      <c:pt idx="3424">
                        <c:v>0</c:v>
                      </c:pt>
                      <c:pt idx="3425">
                        <c:v>0</c:v>
                      </c:pt>
                      <c:pt idx="3426">
                        <c:v>0</c:v>
                      </c:pt>
                      <c:pt idx="3427">
                        <c:v>0</c:v>
                      </c:pt>
                      <c:pt idx="3428">
                        <c:v>0</c:v>
                      </c:pt>
                      <c:pt idx="3429">
                        <c:v>0</c:v>
                      </c:pt>
                      <c:pt idx="3430">
                        <c:v>0</c:v>
                      </c:pt>
                      <c:pt idx="3431">
                        <c:v>0</c:v>
                      </c:pt>
                      <c:pt idx="3432">
                        <c:v>0</c:v>
                      </c:pt>
                      <c:pt idx="3433">
                        <c:v>0</c:v>
                      </c:pt>
                      <c:pt idx="3434">
                        <c:v>0</c:v>
                      </c:pt>
                      <c:pt idx="3435">
                        <c:v>0</c:v>
                      </c:pt>
                      <c:pt idx="3436">
                        <c:v>0</c:v>
                      </c:pt>
                      <c:pt idx="3437">
                        <c:v>0</c:v>
                      </c:pt>
                      <c:pt idx="3438">
                        <c:v>0</c:v>
                      </c:pt>
                      <c:pt idx="3439">
                        <c:v>0</c:v>
                      </c:pt>
                      <c:pt idx="3440">
                        <c:v>0</c:v>
                      </c:pt>
                      <c:pt idx="3441">
                        <c:v>0</c:v>
                      </c:pt>
                      <c:pt idx="3442">
                        <c:v>0</c:v>
                      </c:pt>
                      <c:pt idx="3443">
                        <c:v>0</c:v>
                      </c:pt>
                      <c:pt idx="3444">
                        <c:v>0</c:v>
                      </c:pt>
                      <c:pt idx="3445">
                        <c:v>0</c:v>
                      </c:pt>
                      <c:pt idx="3446">
                        <c:v>0</c:v>
                      </c:pt>
                      <c:pt idx="3447">
                        <c:v>0</c:v>
                      </c:pt>
                      <c:pt idx="3448">
                        <c:v>0</c:v>
                      </c:pt>
                      <c:pt idx="3449">
                        <c:v>0</c:v>
                      </c:pt>
                      <c:pt idx="3450">
                        <c:v>0</c:v>
                      </c:pt>
                      <c:pt idx="3451">
                        <c:v>0</c:v>
                      </c:pt>
                      <c:pt idx="3452">
                        <c:v>0</c:v>
                      </c:pt>
                      <c:pt idx="3453">
                        <c:v>0</c:v>
                      </c:pt>
                      <c:pt idx="3454">
                        <c:v>0</c:v>
                      </c:pt>
                      <c:pt idx="3455">
                        <c:v>0</c:v>
                      </c:pt>
                      <c:pt idx="3456">
                        <c:v>0</c:v>
                      </c:pt>
                      <c:pt idx="3457">
                        <c:v>0</c:v>
                      </c:pt>
                      <c:pt idx="3458">
                        <c:v>0</c:v>
                      </c:pt>
                      <c:pt idx="3459">
                        <c:v>0</c:v>
                      </c:pt>
                      <c:pt idx="3460">
                        <c:v>0</c:v>
                      </c:pt>
                      <c:pt idx="3461">
                        <c:v>0</c:v>
                      </c:pt>
                      <c:pt idx="3462">
                        <c:v>0</c:v>
                      </c:pt>
                      <c:pt idx="3463">
                        <c:v>0</c:v>
                      </c:pt>
                      <c:pt idx="3464">
                        <c:v>0</c:v>
                      </c:pt>
                      <c:pt idx="3465">
                        <c:v>0</c:v>
                      </c:pt>
                      <c:pt idx="3466">
                        <c:v>0</c:v>
                      </c:pt>
                      <c:pt idx="3467">
                        <c:v>0</c:v>
                      </c:pt>
                      <c:pt idx="3468">
                        <c:v>0</c:v>
                      </c:pt>
                      <c:pt idx="3469">
                        <c:v>0</c:v>
                      </c:pt>
                      <c:pt idx="3470">
                        <c:v>0</c:v>
                      </c:pt>
                      <c:pt idx="3471">
                        <c:v>0</c:v>
                      </c:pt>
                      <c:pt idx="3472">
                        <c:v>0</c:v>
                      </c:pt>
                      <c:pt idx="3473">
                        <c:v>0</c:v>
                      </c:pt>
                      <c:pt idx="3474">
                        <c:v>0</c:v>
                      </c:pt>
                      <c:pt idx="3475">
                        <c:v>0</c:v>
                      </c:pt>
                      <c:pt idx="3476">
                        <c:v>0</c:v>
                      </c:pt>
                      <c:pt idx="3477">
                        <c:v>0</c:v>
                      </c:pt>
                      <c:pt idx="3478">
                        <c:v>0</c:v>
                      </c:pt>
                      <c:pt idx="3479">
                        <c:v>0</c:v>
                      </c:pt>
                      <c:pt idx="3480">
                        <c:v>0</c:v>
                      </c:pt>
                      <c:pt idx="3481">
                        <c:v>0</c:v>
                      </c:pt>
                      <c:pt idx="3482">
                        <c:v>0</c:v>
                      </c:pt>
                      <c:pt idx="3483">
                        <c:v>0</c:v>
                      </c:pt>
                      <c:pt idx="3484">
                        <c:v>0</c:v>
                      </c:pt>
                      <c:pt idx="3485">
                        <c:v>0</c:v>
                      </c:pt>
                      <c:pt idx="3486">
                        <c:v>0</c:v>
                      </c:pt>
                      <c:pt idx="3487">
                        <c:v>0</c:v>
                      </c:pt>
                      <c:pt idx="3488">
                        <c:v>0</c:v>
                      </c:pt>
                      <c:pt idx="3489">
                        <c:v>0</c:v>
                      </c:pt>
                      <c:pt idx="3490">
                        <c:v>0</c:v>
                      </c:pt>
                      <c:pt idx="3491">
                        <c:v>0</c:v>
                      </c:pt>
                      <c:pt idx="3492">
                        <c:v>0</c:v>
                      </c:pt>
                      <c:pt idx="3493">
                        <c:v>0</c:v>
                      </c:pt>
                      <c:pt idx="3494">
                        <c:v>0</c:v>
                      </c:pt>
                      <c:pt idx="3495">
                        <c:v>0</c:v>
                      </c:pt>
                      <c:pt idx="3496">
                        <c:v>0</c:v>
                      </c:pt>
                      <c:pt idx="3497">
                        <c:v>0</c:v>
                      </c:pt>
                      <c:pt idx="3498">
                        <c:v>0</c:v>
                      </c:pt>
                      <c:pt idx="3499">
                        <c:v>0</c:v>
                      </c:pt>
                      <c:pt idx="3500">
                        <c:v>0</c:v>
                      </c:pt>
                      <c:pt idx="3501">
                        <c:v>0</c:v>
                      </c:pt>
                      <c:pt idx="3502">
                        <c:v>0</c:v>
                      </c:pt>
                      <c:pt idx="3503">
                        <c:v>0</c:v>
                      </c:pt>
                      <c:pt idx="3504">
                        <c:v>0</c:v>
                      </c:pt>
                      <c:pt idx="3505">
                        <c:v>0</c:v>
                      </c:pt>
                      <c:pt idx="3506">
                        <c:v>0</c:v>
                      </c:pt>
                      <c:pt idx="3507">
                        <c:v>0</c:v>
                      </c:pt>
                      <c:pt idx="3508">
                        <c:v>0</c:v>
                      </c:pt>
                      <c:pt idx="3509">
                        <c:v>0</c:v>
                      </c:pt>
                      <c:pt idx="3510">
                        <c:v>0</c:v>
                      </c:pt>
                      <c:pt idx="3511">
                        <c:v>0</c:v>
                      </c:pt>
                      <c:pt idx="3512">
                        <c:v>0</c:v>
                      </c:pt>
                      <c:pt idx="3513">
                        <c:v>0</c:v>
                      </c:pt>
                      <c:pt idx="3514">
                        <c:v>0</c:v>
                      </c:pt>
                      <c:pt idx="3515">
                        <c:v>0</c:v>
                      </c:pt>
                      <c:pt idx="3516">
                        <c:v>0</c:v>
                      </c:pt>
                      <c:pt idx="3517">
                        <c:v>0</c:v>
                      </c:pt>
                      <c:pt idx="3518">
                        <c:v>0</c:v>
                      </c:pt>
                      <c:pt idx="3519">
                        <c:v>0</c:v>
                      </c:pt>
                      <c:pt idx="3520">
                        <c:v>0</c:v>
                      </c:pt>
                      <c:pt idx="3521">
                        <c:v>0</c:v>
                      </c:pt>
                      <c:pt idx="3522">
                        <c:v>0</c:v>
                      </c:pt>
                      <c:pt idx="3523">
                        <c:v>0</c:v>
                      </c:pt>
                      <c:pt idx="3524">
                        <c:v>0</c:v>
                      </c:pt>
                      <c:pt idx="3525">
                        <c:v>0</c:v>
                      </c:pt>
                      <c:pt idx="3526">
                        <c:v>0</c:v>
                      </c:pt>
                      <c:pt idx="3527">
                        <c:v>0</c:v>
                      </c:pt>
                      <c:pt idx="3528">
                        <c:v>0</c:v>
                      </c:pt>
                      <c:pt idx="3529">
                        <c:v>0</c:v>
                      </c:pt>
                      <c:pt idx="3530">
                        <c:v>0</c:v>
                      </c:pt>
                      <c:pt idx="3531">
                        <c:v>0</c:v>
                      </c:pt>
                      <c:pt idx="3532">
                        <c:v>0</c:v>
                      </c:pt>
                      <c:pt idx="3533">
                        <c:v>0</c:v>
                      </c:pt>
                      <c:pt idx="3534">
                        <c:v>0</c:v>
                      </c:pt>
                      <c:pt idx="3535">
                        <c:v>0</c:v>
                      </c:pt>
                      <c:pt idx="3536">
                        <c:v>0</c:v>
                      </c:pt>
                      <c:pt idx="3537">
                        <c:v>0</c:v>
                      </c:pt>
                      <c:pt idx="3538">
                        <c:v>0</c:v>
                      </c:pt>
                      <c:pt idx="3539">
                        <c:v>0</c:v>
                      </c:pt>
                      <c:pt idx="3540">
                        <c:v>0</c:v>
                      </c:pt>
                      <c:pt idx="3541">
                        <c:v>0</c:v>
                      </c:pt>
                      <c:pt idx="3542">
                        <c:v>0</c:v>
                      </c:pt>
                      <c:pt idx="3543">
                        <c:v>0</c:v>
                      </c:pt>
                      <c:pt idx="3544">
                        <c:v>0</c:v>
                      </c:pt>
                      <c:pt idx="3545">
                        <c:v>0</c:v>
                      </c:pt>
                      <c:pt idx="3546">
                        <c:v>0</c:v>
                      </c:pt>
                      <c:pt idx="3547">
                        <c:v>0</c:v>
                      </c:pt>
                      <c:pt idx="3548">
                        <c:v>0</c:v>
                      </c:pt>
                      <c:pt idx="3549">
                        <c:v>0</c:v>
                      </c:pt>
                      <c:pt idx="3550">
                        <c:v>0</c:v>
                      </c:pt>
                      <c:pt idx="3551">
                        <c:v>0</c:v>
                      </c:pt>
                      <c:pt idx="3552">
                        <c:v>0</c:v>
                      </c:pt>
                      <c:pt idx="3553">
                        <c:v>0</c:v>
                      </c:pt>
                      <c:pt idx="3554">
                        <c:v>0</c:v>
                      </c:pt>
                      <c:pt idx="3555">
                        <c:v>0</c:v>
                      </c:pt>
                      <c:pt idx="3556">
                        <c:v>0</c:v>
                      </c:pt>
                      <c:pt idx="3557">
                        <c:v>0</c:v>
                      </c:pt>
                      <c:pt idx="3558">
                        <c:v>0</c:v>
                      </c:pt>
                      <c:pt idx="3559">
                        <c:v>0</c:v>
                      </c:pt>
                      <c:pt idx="3560">
                        <c:v>0</c:v>
                      </c:pt>
                      <c:pt idx="3561">
                        <c:v>0</c:v>
                      </c:pt>
                      <c:pt idx="3562">
                        <c:v>0</c:v>
                      </c:pt>
                      <c:pt idx="3563">
                        <c:v>0</c:v>
                      </c:pt>
                      <c:pt idx="3564">
                        <c:v>0</c:v>
                      </c:pt>
                      <c:pt idx="3565">
                        <c:v>0</c:v>
                      </c:pt>
                      <c:pt idx="3566">
                        <c:v>0</c:v>
                      </c:pt>
                      <c:pt idx="3567">
                        <c:v>0</c:v>
                      </c:pt>
                      <c:pt idx="3568">
                        <c:v>0</c:v>
                      </c:pt>
                      <c:pt idx="3569">
                        <c:v>0</c:v>
                      </c:pt>
                      <c:pt idx="3570">
                        <c:v>0</c:v>
                      </c:pt>
                      <c:pt idx="3571">
                        <c:v>0</c:v>
                      </c:pt>
                      <c:pt idx="3572">
                        <c:v>0</c:v>
                      </c:pt>
                      <c:pt idx="3573">
                        <c:v>0</c:v>
                      </c:pt>
                      <c:pt idx="3574">
                        <c:v>0</c:v>
                      </c:pt>
                      <c:pt idx="3575">
                        <c:v>0</c:v>
                      </c:pt>
                      <c:pt idx="3576">
                        <c:v>0</c:v>
                      </c:pt>
                      <c:pt idx="3577">
                        <c:v>0</c:v>
                      </c:pt>
                      <c:pt idx="3578">
                        <c:v>0</c:v>
                      </c:pt>
                      <c:pt idx="3579">
                        <c:v>0</c:v>
                      </c:pt>
                      <c:pt idx="3580">
                        <c:v>0</c:v>
                      </c:pt>
                      <c:pt idx="3581">
                        <c:v>0</c:v>
                      </c:pt>
                      <c:pt idx="3582">
                        <c:v>0</c:v>
                      </c:pt>
                      <c:pt idx="3583">
                        <c:v>0</c:v>
                      </c:pt>
                      <c:pt idx="3584">
                        <c:v>0</c:v>
                      </c:pt>
                      <c:pt idx="3585">
                        <c:v>0</c:v>
                      </c:pt>
                      <c:pt idx="3586">
                        <c:v>0</c:v>
                      </c:pt>
                      <c:pt idx="3587">
                        <c:v>0</c:v>
                      </c:pt>
                      <c:pt idx="3588">
                        <c:v>0</c:v>
                      </c:pt>
                      <c:pt idx="3589">
                        <c:v>0</c:v>
                      </c:pt>
                      <c:pt idx="3590">
                        <c:v>0</c:v>
                      </c:pt>
                      <c:pt idx="3591">
                        <c:v>0</c:v>
                      </c:pt>
                      <c:pt idx="3592">
                        <c:v>0</c:v>
                      </c:pt>
                      <c:pt idx="3593">
                        <c:v>0</c:v>
                      </c:pt>
                      <c:pt idx="3594">
                        <c:v>0</c:v>
                      </c:pt>
                      <c:pt idx="3595">
                        <c:v>0</c:v>
                      </c:pt>
                      <c:pt idx="3596">
                        <c:v>0</c:v>
                      </c:pt>
                      <c:pt idx="3597">
                        <c:v>0</c:v>
                      </c:pt>
                      <c:pt idx="3598">
                        <c:v>0</c:v>
                      </c:pt>
                      <c:pt idx="3599">
                        <c:v>0</c:v>
                      </c:pt>
                      <c:pt idx="3600">
                        <c:v>0</c:v>
                      </c:pt>
                      <c:pt idx="3601">
                        <c:v>0</c:v>
                      </c:pt>
                      <c:pt idx="3602">
                        <c:v>0</c:v>
                      </c:pt>
                      <c:pt idx="3603">
                        <c:v>0</c:v>
                      </c:pt>
                      <c:pt idx="3604">
                        <c:v>0</c:v>
                      </c:pt>
                      <c:pt idx="3605">
                        <c:v>0</c:v>
                      </c:pt>
                      <c:pt idx="3606">
                        <c:v>0</c:v>
                      </c:pt>
                      <c:pt idx="3607">
                        <c:v>0</c:v>
                      </c:pt>
                      <c:pt idx="3608">
                        <c:v>0</c:v>
                      </c:pt>
                      <c:pt idx="3609">
                        <c:v>0</c:v>
                      </c:pt>
                      <c:pt idx="3610">
                        <c:v>0</c:v>
                      </c:pt>
                      <c:pt idx="3611">
                        <c:v>0</c:v>
                      </c:pt>
                      <c:pt idx="3612">
                        <c:v>0</c:v>
                      </c:pt>
                      <c:pt idx="3613">
                        <c:v>0</c:v>
                      </c:pt>
                      <c:pt idx="3614">
                        <c:v>0</c:v>
                      </c:pt>
                      <c:pt idx="3615">
                        <c:v>0</c:v>
                      </c:pt>
                      <c:pt idx="3616">
                        <c:v>0</c:v>
                      </c:pt>
                      <c:pt idx="3617">
                        <c:v>0</c:v>
                      </c:pt>
                      <c:pt idx="3618">
                        <c:v>0</c:v>
                      </c:pt>
                      <c:pt idx="3619">
                        <c:v>0</c:v>
                      </c:pt>
                      <c:pt idx="3620">
                        <c:v>0</c:v>
                      </c:pt>
                      <c:pt idx="3621">
                        <c:v>0</c:v>
                      </c:pt>
                      <c:pt idx="3622">
                        <c:v>0</c:v>
                      </c:pt>
                      <c:pt idx="3623">
                        <c:v>0</c:v>
                      </c:pt>
                      <c:pt idx="3624">
                        <c:v>0</c:v>
                      </c:pt>
                      <c:pt idx="3625">
                        <c:v>0</c:v>
                      </c:pt>
                      <c:pt idx="3626">
                        <c:v>0</c:v>
                      </c:pt>
                      <c:pt idx="3627">
                        <c:v>0</c:v>
                      </c:pt>
                      <c:pt idx="3628">
                        <c:v>0</c:v>
                      </c:pt>
                      <c:pt idx="3629">
                        <c:v>0</c:v>
                      </c:pt>
                      <c:pt idx="3630">
                        <c:v>0</c:v>
                      </c:pt>
                      <c:pt idx="3631">
                        <c:v>0</c:v>
                      </c:pt>
                      <c:pt idx="3632">
                        <c:v>0</c:v>
                      </c:pt>
                      <c:pt idx="3633">
                        <c:v>0</c:v>
                      </c:pt>
                      <c:pt idx="3634">
                        <c:v>0</c:v>
                      </c:pt>
                      <c:pt idx="3635">
                        <c:v>0</c:v>
                      </c:pt>
                      <c:pt idx="3636">
                        <c:v>0</c:v>
                      </c:pt>
                      <c:pt idx="3637">
                        <c:v>0</c:v>
                      </c:pt>
                      <c:pt idx="3638">
                        <c:v>0</c:v>
                      </c:pt>
                      <c:pt idx="3639">
                        <c:v>0</c:v>
                      </c:pt>
                      <c:pt idx="3640">
                        <c:v>0</c:v>
                      </c:pt>
                      <c:pt idx="3641">
                        <c:v>0</c:v>
                      </c:pt>
                      <c:pt idx="3642">
                        <c:v>0</c:v>
                      </c:pt>
                      <c:pt idx="3643">
                        <c:v>0</c:v>
                      </c:pt>
                      <c:pt idx="3644">
                        <c:v>0</c:v>
                      </c:pt>
                      <c:pt idx="3645">
                        <c:v>0</c:v>
                      </c:pt>
                      <c:pt idx="3646">
                        <c:v>0</c:v>
                      </c:pt>
                      <c:pt idx="3647">
                        <c:v>0</c:v>
                      </c:pt>
                      <c:pt idx="3648">
                        <c:v>0</c:v>
                      </c:pt>
                      <c:pt idx="3649">
                        <c:v>0</c:v>
                      </c:pt>
                      <c:pt idx="3650">
                        <c:v>0</c:v>
                      </c:pt>
                      <c:pt idx="3651">
                        <c:v>0</c:v>
                      </c:pt>
                      <c:pt idx="3652">
                        <c:v>0</c:v>
                      </c:pt>
                      <c:pt idx="3653">
                        <c:v>0</c:v>
                      </c:pt>
                      <c:pt idx="3654">
                        <c:v>0</c:v>
                      </c:pt>
                      <c:pt idx="3655">
                        <c:v>0</c:v>
                      </c:pt>
                      <c:pt idx="3656">
                        <c:v>0</c:v>
                      </c:pt>
                      <c:pt idx="3657">
                        <c:v>0</c:v>
                      </c:pt>
                      <c:pt idx="3658">
                        <c:v>0</c:v>
                      </c:pt>
                      <c:pt idx="3659">
                        <c:v>0</c:v>
                      </c:pt>
                      <c:pt idx="3660">
                        <c:v>0</c:v>
                      </c:pt>
                      <c:pt idx="3661">
                        <c:v>0</c:v>
                      </c:pt>
                      <c:pt idx="3662">
                        <c:v>0</c:v>
                      </c:pt>
                      <c:pt idx="3663">
                        <c:v>0</c:v>
                      </c:pt>
                      <c:pt idx="3664">
                        <c:v>0</c:v>
                      </c:pt>
                      <c:pt idx="3665">
                        <c:v>0</c:v>
                      </c:pt>
                      <c:pt idx="3666">
                        <c:v>0</c:v>
                      </c:pt>
                      <c:pt idx="3667">
                        <c:v>0</c:v>
                      </c:pt>
                      <c:pt idx="3668">
                        <c:v>0</c:v>
                      </c:pt>
                      <c:pt idx="3669">
                        <c:v>0</c:v>
                      </c:pt>
                      <c:pt idx="3670">
                        <c:v>0</c:v>
                      </c:pt>
                      <c:pt idx="3671">
                        <c:v>0</c:v>
                      </c:pt>
                      <c:pt idx="3672">
                        <c:v>0</c:v>
                      </c:pt>
                      <c:pt idx="3673">
                        <c:v>0</c:v>
                      </c:pt>
                      <c:pt idx="3674">
                        <c:v>0</c:v>
                      </c:pt>
                      <c:pt idx="3675">
                        <c:v>0</c:v>
                      </c:pt>
                      <c:pt idx="3676">
                        <c:v>0</c:v>
                      </c:pt>
                      <c:pt idx="3677">
                        <c:v>0</c:v>
                      </c:pt>
                      <c:pt idx="3678">
                        <c:v>0</c:v>
                      </c:pt>
                      <c:pt idx="3679">
                        <c:v>0</c:v>
                      </c:pt>
                      <c:pt idx="3680">
                        <c:v>0</c:v>
                      </c:pt>
                      <c:pt idx="3681">
                        <c:v>0</c:v>
                      </c:pt>
                      <c:pt idx="3682">
                        <c:v>0</c:v>
                      </c:pt>
                      <c:pt idx="3683">
                        <c:v>0</c:v>
                      </c:pt>
                      <c:pt idx="3684">
                        <c:v>0</c:v>
                      </c:pt>
                      <c:pt idx="3685">
                        <c:v>0</c:v>
                      </c:pt>
                      <c:pt idx="3686">
                        <c:v>0</c:v>
                      </c:pt>
                      <c:pt idx="3687">
                        <c:v>0</c:v>
                      </c:pt>
                      <c:pt idx="3688">
                        <c:v>0</c:v>
                      </c:pt>
                      <c:pt idx="3689">
                        <c:v>0</c:v>
                      </c:pt>
                      <c:pt idx="3690">
                        <c:v>0</c:v>
                      </c:pt>
                      <c:pt idx="3691">
                        <c:v>0</c:v>
                      </c:pt>
                      <c:pt idx="3692">
                        <c:v>0</c:v>
                      </c:pt>
                      <c:pt idx="3693">
                        <c:v>0</c:v>
                      </c:pt>
                      <c:pt idx="3694">
                        <c:v>0</c:v>
                      </c:pt>
                      <c:pt idx="3695">
                        <c:v>0</c:v>
                      </c:pt>
                      <c:pt idx="3696">
                        <c:v>0</c:v>
                      </c:pt>
                      <c:pt idx="3697">
                        <c:v>0</c:v>
                      </c:pt>
                      <c:pt idx="3698">
                        <c:v>0</c:v>
                      </c:pt>
                      <c:pt idx="3699">
                        <c:v>0</c:v>
                      </c:pt>
                      <c:pt idx="3700">
                        <c:v>0</c:v>
                      </c:pt>
                      <c:pt idx="3701">
                        <c:v>0</c:v>
                      </c:pt>
                      <c:pt idx="3702">
                        <c:v>0</c:v>
                      </c:pt>
                      <c:pt idx="3703">
                        <c:v>0</c:v>
                      </c:pt>
                      <c:pt idx="3704">
                        <c:v>0</c:v>
                      </c:pt>
                      <c:pt idx="3705">
                        <c:v>0</c:v>
                      </c:pt>
                      <c:pt idx="3706">
                        <c:v>0</c:v>
                      </c:pt>
                      <c:pt idx="3707">
                        <c:v>0</c:v>
                      </c:pt>
                      <c:pt idx="3708">
                        <c:v>0</c:v>
                      </c:pt>
                      <c:pt idx="3709">
                        <c:v>0</c:v>
                      </c:pt>
                      <c:pt idx="3710">
                        <c:v>0</c:v>
                      </c:pt>
                      <c:pt idx="3711">
                        <c:v>0</c:v>
                      </c:pt>
                      <c:pt idx="3712">
                        <c:v>0</c:v>
                      </c:pt>
                      <c:pt idx="3713">
                        <c:v>0</c:v>
                      </c:pt>
                      <c:pt idx="3714">
                        <c:v>0</c:v>
                      </c:pt>
                      <c:pt idx="3715">
                        <c:v>0</c:v>
                      </c:pt>
                      <c:pt idx="3716">
                        <c:v>0</c:v>
                      </c:pt>
                      <c:pt idx="3717">
                        <c:v>0</c:v>
                      </c:pt>
                      <c:pt idx="3718">
                        <c:v>0</c:v>
                      </c:pt>
                      <c:pt idx="3719">
                        <c:v>0</c:v>
                      </c:pt>
                      <c:pt idx="3720">
                        <c:v>0</c:v>
                      </c:pt>
                      <c:pt idx="3721">
                        <c:v>0</c:v>
                      </c:pt>
                      <c:pt idx="3722">
                        <c:v>0</c:v>
                      </c:pt>
                      <c:pt idx="3723">
                        <c:v>0</c:v>
                      </c:pt>
                      <c:pt idx="3724">
                        <c:v>0</c:v>
                      </c:pt>
                      <c:pt idx="3725">
                        <c:v>0</c:v>
                      </c:pt>
                      <c:pt idx="3726">
                        <c:v>0</c:v>
                      </c:pt>
                      <c:pt idx="3727">
                        <c:v>0</c:v>
                      </c:pt>
                      <c:pt idx="3728">
                        <c:v>0</c:v>
                      </c:pt>
                      <c:pt idx="3729">
                        <c:v>0</c:v>
                      </c:pt>
                      <c:pt idx="3730">
                        <c:v>0</c:v>
                      </c:pt>
                      <c:pt idx="3731">
                        <c:v>0</c:v>
                      </c:pt>
                      <c:pt idx="3732">
                        <c:v>0</c:v>
                      </c:pt>
                      <c:pt idx="3733">
                        <c:v>0</c:v>
                      </c:pt>
                      <c:pt idx="3734">
                        <c:v>0</c:v>
                      </c:pt>
                      <c:pt idx="3735">
                        <c:v>0</c:v>
                      </c:pt>
                      <c:pt idx="3736">
                        <c:v>0</c:v>
                      </c:pt>
                      <c:pt idx="3737">
                        <c:v>0</c:v>
                      </c:pt>
                      <c:pt idx="3738">
                        <c:v>0</c:v>
                      </c:pt>
                      <c:pt idx="3739">
                        <c:v>0</c:v>
                      </c:pt>
                      <c:pt idx="3740">
                        <c:v>0</c:v>
                      </c:pt>
                      <c:pt idx="3741">
                        <c:v>0</c:v>
                      </c:pt>
                      <c:pt idx="3742">
                        <c:v>0</c:v>
                      </c:pt>
                      <c:pt idx="3743">
                        <c:v>0</c:v>
                      </c:pt>
                      <c:pt idx="3744">
                        <c:v>0</c:v>
                      </c:pt>
                      <c:pt idx="3745">
                        <c:v>0</c:v>
                      </c:pt>
                      <c:pt idx="3746">
                        <c:v>0</c:v>
                      </c:pt>
                      <c:pt idx="3747">
                        <c:v>0</c:v>
                      </c:pt>
                      <c:pt idx="3748">
                        <c:v>0</c:v>
                      </c:pt>
                      <c:pt idx="3749">
                        <c:v>0</c:v>
                      </c:pt>
                      <c:pt idx="3750">
                        <c:v>0</c:v>
                      </c:pt>
                      <c:pt idx="3751">
                        <c:v>0</c:v>
                      </c:pt>
                      <c:pt idx="3752">
                        <c:v>0</c:v>
                      </c:pt>
                      <c:pt idx="3753">
                        <c:v>0</c:v>
                      </c:pt>
                      <c:pt idx="3754">
                        <c:v>0</c:v>
                      </c:pt>
                      <c:pt idx="3755">
                        <c:v>0</c:v>
                      </c:pt>
                      <c:pt idx="3756">
                        <c:v>0</c:v>
                      </c:pt>
                      <c:pt idx="3757">
                        <c:v>0</c:v>
                      </c:pt>
                      <c:pt idx="3758">
                        <c:v>0</c:v>
                      </c:pt>
                      <c:pt idx="3759">
                        <c:v>0</c:v>
                      </c:pt>
                      <c:pt idx="3760">
                        <c:v>0</c:v>
                      </c:pt>
                      <c:pt idx="3761">
                        <c:v>0</c:v>
                      </c:pt>
                      <c:pt idx="3762">
                        <c:v>0</c:v>
                      </c:pt>
                      <c:pt idx="3763">
                        <c:v>0</c:v>
                      </c:pt>
                      <c:pt idx="3764">
                        <c:v>0</c:v>
                      </c:pt>
                      <c:pt idx="3765">
                        <c:v>0</c:v>
                      </c:pt>
                      <c:pt idx="3766">
                        <c:v>0</c:v>
                      </c:pt>
                      <c:pt idx="3767">
                        <c:v>0</c:v>
                      </c:pt>
                      <c:pt idx="3768">
                        <c:v>0</c:v>
                      </c:pt>
                      <c:pt idx="3769">
                        <c:v>0</c:v>
                      </c:pt>
                      <c:pt idx="3770">
                        <c:v>0</c:v>
                      </c:pt>
                      <c:pt idx="3771">
                        <c:v>0</c:v>
                      </c:pt>
                      <c:pt idx="3772">
                        <c:v>0</c:v>
                      </c:pt>
                      <c:pt idx="3773">
                        <c:v>0</c:v>
                      </c:pt>
                      <c:pt idx="3774">
                        <c:v>0</c:v>
                      </c:pt>
                      <c:pt idx="3775">
                        <c:v>0</c:v>
                      </c:pt>
                      <c:pt idx="3776">
                        <c:v>0</c:v>
                      </c:pt>
                      <c:pt idx="3777">
                        <c:v>0</c:v>
                      </c:pt>
                      <c:pt idx="3778">
                        <c:v>0</c:v>
                      </c:pt>
                      <c:pt idx="3779">
                        <c:v>0</c:v>
                      </c:pt>
                      <c:pt idx="3780">
                        <c:v>0</c:v>
                      </c:pt>
                      <c:pt idx="3781">
                        <c:v>0</c:v>
                      </c:pt>
                      <c:pt idx="3782">
                        <c:v>0</c:v>
                      </c:pt>
                      <c:pt idx="3783">
                        <c:v>0</c:v>
                      </c:pt>
                      <c:pt idx="3784">
                        <c:v>0</c:v>
                      </c:pt>
                      <c:pt idx="3785">
                        <c:v>0</c:v>
                      </c:pt>
                      <c:pt idx="3786">
                        <c:v>0</c:v>
                      </c:pt>
                      <c:pt idx="3787">
                        <c:v>0</c:v>
                      </c:pt>
                      <c:pt idx="3788">
                        <c:v>0</c:v>
                      </c:pt>
                      <c:pt idx="3789">
                        <c:v>0</c:v>
                      </c:pt>
                      <c:pt idx="3790">
                        <c:v>0</c:v>
                      </c:pt>
                      <c:pt idx="3791">
                        <c:v>0</c:v>
                      </c:pt>
                      <c:pt idx="3792">
                        <c:v>0</c:v>
                      </c:pt>
                      <c:pt idx="3793">
                        <c:v>0</c:v>
                      </c:pt>
                      <c:pt idx="3794">
                        <c:v>0</c:v>
                      </c:pt>
                      <c:pt idx="3795">
                        <c:v>0</c:v>
                      </c:pt>
                      <c:pt idx="3796">
                        <c:v>0</c:v>
                      </c:pt>
                      <c:pt idx="3797">
                        <c:v>0</c:v>
                      </c:pt>
                      <c:pt idx="3798">
                        <c:v>0</c:v>
                      </c:pt>
                      <c:pt idx="3799">
                        <c:v>0</c:v>
                      </c:pt>
                      <c:pt idx="3800">
                        <c:v>0</c:v>
                      </c:pt>
                      <c:pt idx="3801">
                        <c:v>0</c:v>
                      </c:pt>
                      <c:pt idx="3802">
                        <c:v>0</c:v>
                      </c:pt>
                      <c:pt idx="3803">
                        <c:v>0</c:v>
                      </c:pt>
                      <c:pt idx="3804">
                        <c:v>0</c:v>
                      </c:pt>
                      <c:pt idx="3805">
                        <c:v>0</c:v>
                      </c:pt>
                      <c:pt idx="3806">
                        <c:v>0</c:v>
                      </c:pt>
                      <c:pt idx="3807">
                        <c:v>0</c:v>
                      </c:pt>
                      <c:pt idx="3808">
                        <c:v>0</c:v>
                      </c:pt>
                      <c:pt idx="3809">
                        <c:v>0</c:v>
                      </c:pt>
                      <c:pt idx="3810">
                        <c:v>0</c:v>
                      </c:pt>
                      <c:pt idx="3811">
                        <c:v>0</c:v>
                      </c:pt>
                      <c:pt idx="3812">
                        <c:v>0</c:v>
                      </c:pt>
                      <c:pt idx="3813">
                        <c:v>0</c:v>
                      </c:pt>
                      <c:pt idx="3814">
                        <c:v>0</c:v>
                      </c:pt>
                      <c:pt idx="3815">
                        <c:v>0</c:v>
                      </c:pt>
                      <c:pt idx="3816">
                        <c:v>0</c:v>
                      </c:pt>
                      <c:pt idx="3817">
                        <c:v>0</c:v>
                      </c:pt>
                      <c:pt idx="3818">
                        <c:v>0</c:v>
                      </c:pt>
                      <c:pt idx="3819">
                        <c:v>0</c:v>
                      </c:pt>
                      <c:pt idx="3820">
                        <c:v>0</c:v>
                      </c:pt>
                      <c:pt idx="3821">
                        <c:v>0</c:v>
                      </c:pt>
                      <c:pt idx="3822">
                        <c:v>0</c:v>
                      </c:pt>
                      <c:pt idx="3823">
                        <c:v>0</c:v>
                      </c:pt>
                      <c:pt idx="3824">
                        <c:v>0</c:v>
                      </c:pt>
                      <c:pt idx="3825">
                        <c:v>0</c:v>
                      </c:pt>
                      <c:pt idx="3826">
                        <c:v>0</c:v>
                      </c:pt>
                      <c:pt idx="3827">
                        <c:v>0</c:v>
                      </c:pt>
                      <c:pt idx="3828">
                        <c:v>0</c:v>
                      </c:pt>
                      <c:pt idx="3829">
                        <c:v>0</c:v>
                      </c:pt>
                      <c:pt idx="3830">
                        <c:v>0</c:v>
                      </c:pt>
                      <c:pt idx="3831">
                        <c:v>0</c:v>
                      </c:pt>
                      <c:pt idx="3832">
                        <c:v>0</c:v>
                      </c:pt>
                      <c:pt idx="3833">
                        <c:v>0</c:v>
                      </c:pt>
                      <c:pt idx="3834">
                        <c:v>0</c:v>
                      </c:pt>
                      <c:pt idx="3835">
                        <c:v>0</c:v>
                      </c:pt>
                      <c:pt idx="3836">
                        <c:v>0</c:v>
                      </c:pt>
                      <c:pt idx="3837">
                        <c:v>0</c:v>
                      </c:pt>
                      <c:pt idx="3838">
                        <c:v>0</c:v>
                      </c:pt>
                      <c:pt idx="3839">
                        <c:v>0</c:v>
                      </c:pt>
                      <c:pt idx="3840">
                        <c:v>0</c:v>
                      </c:pt>
                      <c:pt idx="3841">
                        <c:v>0</c:v>
                      </c:pt>
                      <c:pt idx="3842">
                        <c:v>0</c:v>
                      </c:pt>
                      <c:pt idx="3843">
                        <c:v>0</c:v>
                      </c:pt>
                      <c:pt idx="3844">
                        <c:v>0</c:v>
                      </c:pt>
                      <c:pt idx="3845">
                        <c:v>0</c:v>
                      </c:pt>
                      <c:pt idx="3846">
                        <c:v>0</c:v>
                      </c:pt>
                      <c:pt idx="3847">
                        <c:v>0</c:v>
                      </c:pt>
                      <c:pt idx="3848">
                        <c:v>0</c:v>
                      </c:pt>
                      <c:pt idx="3849">
                        <c:v>0</c:v>
                      </c:pt>
                      <c:pt idx="3850">
                        <c:v>0</c:v>
                      </c:pt>
                      <c:pt idx="3851">
                        <c:v>0</c:v>
                      </c:pt>
                      <c:pt idx="3852">
                        <c:v>0</c:v>
                      </c:pt>
                      <c:pt idx="3853">
                        <c:v>0</c:v>
                      </c:pt>
                      <c:pt idx="3854">
                        <c:v>0</c:v>
                      </c:pt>
                      <c:pt idx="3855">
                        <c:v>0</c:v>
                      </c:pt>
                      <c:pt idx="3856">
                        <c:v>0</c:v>
                      </c:pt>
                      <c:pt idx="3857">
                        <c:v>0</c:v>
                      </c:pt>
                      <c:pt idx="3858">
                        <c:v>0</c:v>
                      </c:pt>
                      <c:pt idx="3859">
                        <c:v>0</c:v>
                      </c:pt>
                      <c:pt idx="3860">
                        <c:v>0</c:v>
                      </c:pt>
                      <c:pt idx="3861">
                        <c:v>0</c:v>
                      </c:pt>
                      <c:pt idx="3862">
                        <c:v>0</c:v>
                      </c:pt>
                      <c:pt idx="3863">
                        <c:v>0</c:v>
                      </c:pt>
                      <c:pt idx="3864">
                        <c:v>0</c:v>
                      </c:pt>
                      <c:pt idx="3865">
                        <c:v>0</c:v>
                      </c:pt>
                      <c:pt idx="3866">
                        <c:v>0</c:v>
                      </c:pt>
                      <c:pt idx="3867">
                        <c:v>0</c:v>
                      </c:pt>
                      <c:pt idx="3868">
                        <c:v>0</c:v>
                      </c:pt>
                      <c:pt idx="3869">
                        <c:v>0</c:v>
                      </c:pt>
                      <c:pt idx="3870">
                        <c:v>0</c:v>
                      </c:pt>
                      <c:pt idx="3871">
                        <c:v>0</c:v>
                      </c:pt>
                      <c:pt idx="3872">
                        <c:v>0</c:v>
                      </c:pt>
                      <c:pt idx="3873">
                        <c:v>0</c:v>
                      </c:pt>
                      <c:pt idx="3874">
                        <c:v>0</c:v>
                      </c:pt>
                      <c:pt idx="3875">
                        <c:v>0</c:v>
                      </c:pt>
                      <c:pt idx="3876">
                        <c:v>0</c:v>
                      </c:pt>
                      <c:pt idx="3877">
                        <c:v>0</c:v>
                      </c:pt>
                      <c:pt idx="3878">
                        <c:v>0</c:v>
                      </c:pt>
                      <c:pt idx="3879">
                        <c:v>0</c:v>
                      </c:pt>
                      <c:pt idx="3880">
                        <c:v>0</c:v>
                      </c:pt>
                      <c:pt idx="3881">
                        <c:v>0</c:v>
                      </c:pt>
                      <c:pt idx="3882">
                        <c:v>0</c:v>
                      </c:pt>
                      <c:pt idx="3883">
                        <c:v>0</c:v>
                      </c:pt>
                      <c:pt idx="3884">
                        <c:v>0</c:v>
                      </c:pt>
                      <c:pt idx="3885">
                        <c:v>0</c:v>
                      </c:pt>
                      <c:pt idx="3886">
                        <c:v>0</c:v>
                      </c:pt>
                      <c:pt idx="3887">
                        <c:v>0</c:v>
                      </c:pt>
                      <c:pt idx="3888">
                        <c:v>0</c:v>
                      </c:pt>
                      <c:pt idx="3889">
                        <c:v>0</c:v>
                      </c:pt>
                      <c:pt idx="3890">
                        <c:v>0</c:v>
                      </c:pt>
                      <c:pt idx="3891">
                        <c:v>0</c:v>
                      </c:pt>
                      <c:pt idx="3892">
                        <c:v>0</c:v>
                      </c:pt>
                      <c:pt idx="3893">
                        <c:v>0</c:v>
                      </c:pt>
                      <c:pt idx="3894">
                        <c:v>0</c:v>
                      </c:pt>
                      <c:pt idx="3895">
                        <c:v>0</c:v>
                      </c:pt>
                      <c:pt idx="3896">
                        <c:v>0</c:v>
                      </c:pt>
                      <c:pt idx="3897">
                        <c:v>0</c:v>
                      </c:pt>
                      <c:pt idx="3898">
                        <c:v>0</c:v>
                      </c:pt>
                      <c:pt idx="3899">
                        <c:v>0</c:v>
                      </c:pt>
                      <c:pt idx="3900">
                        <c:v>0</c:v>
                      </c:pt>
                      <c:pt idx="3901">
                        <c:v>0</c:v>
                      </c:pt>
                      <c:pt idx="3902">
                        <c:v>0</c:v>
                      </c:pt>
                      <c:pt idx="3903">
                        <c:v>0</c:v>
                      </c:pt>
                      <c:pt idx="3904">
                        <c:v>0</c:v>
                      </c:pt>
                      <c:pt idx="3905">
                        <c:v>0</c:v>
                      </c:pt>
                      <c:pt idx="3906">
                        <c:v>0</c:v>
                      </c:pt>
                      <c:pt idx="3907">
                        <c:v>0</c:v>
                      </c:pt>
                      <c:pt idx="3908">
                        <c:v>0</c:v>
                      </c:pt>
                      <c:pt idx="3909">
                        <c:v>0</c:v>
                      </c:pt>
                      <c:pt idx="3910">
                        <c:v>0</c:v>
                      </c:pt>
                      <c:pt idx="3911">
                        <c:v>0</c:v>
                      </c:pt>
                      <c:pt idx="3912">
                        <c:v>0</c:v>
                      </c:pt>
                      <c:pt idx="3913">
                        <c:v>0</c:v>
                      </c:pt>
                      <c:pt idx="3914">
                        <c:v>0</c:v>
                      </c:pt>
                      <c:pt idx="3915">
                        <c:v>0</c:v>
                      </c:pt>
                      <c:pt idx="3916">
                        <c:v>0</c:v>
                      </c:pt>
                      <c:pt idx="3917">
                        <c:v>0</c:v>
                      </c:pt>
                      <c:pt idx="3918">
                        <c:v>0</c:v>
                      </c:pt>
                      <c:pt idx="3919">
                        <c:v>0</c:v>
                      </c:pt>
                      <c:pt idx="3920">
                        <c:v>0</c:v>
                      </c:pt>
                      <c:pt idx="3921">
                        <c:v>0</c:v>
                      </c:pt>
                      <c:pt idx="3922">
                        <c:v>0</c:v>
                      </c:pt>
                      <c:pt idx="3923">
                        <c:v>0</c:v>
                      </c:pt>
                      <c:pt idx="3924">
                        <c:v>0</c:v>
                      </c:pt>
                      <c:pt idx="3925">
                        <c:v>0</c:v>
                      </c:pt>
                      <c:pt idx="3926">
                        <c:v>0</c:v>
                      </c:pt>
                      <c:pt idx="3927">
                        <c:v>0</c:v>
                      </c:pt>
                      <c:pt idx="3928">
                        <c:v>0</c:v>
                      </c:pt>
                      <c:pt idx="3929">
                        <c:v>0</c:v>
                      </c:pt>
                      <c:pt idx="3930">
                        <c:v>0</c:v>
                      </c:pt>
                      <c:pt idx="3931">
                        <c:v>0</c:v>
                      </c:pt>
                      <c:pt idx="3932">
                        <c:v>0</c:v>
                      </c:pt>
                      <c:pt idx="3933">
                        <c:v>0</c:v>
                      </c:pt>
                      <c:pt idx="3934">
                        <c:v>0</c:v>
                      </c:pt>
                      <c:pt idx="3935">
                        <c:v>0</c:v>
                      </c:pt>
                      <c:pt idx="3936">
                        <c:v>0</c:v>
                      </c:pt>
                      <c:pt idx="3937">
                        <c:v>0</c:v>
                      </c:pt>
                      <c:pt idx="3938">
                        <c:v>0</c:v>
                      </c:pt>
                      <c:pt idx="3939">
                        <c:v>0</c:v>
                      </c:pt>
                      <c:pt idx="3940">
                        <c:v>0</c:v>
                      </c:pt>
                      <c:pt idx="3941">
                        <c:v>0</c:v>
                      </c:pt>
                      <c:pt idx="3942">
                        <c:v>0</c:v>
                      </c:pt>
                      <c:pt idx="3943">
                        <c:v>0</c:v>
                      </c:pt>
                      <c:pt idx="3944">
                        <c:v>0</c:v>
                      </c:pt>
                      <c:pt idx="3945">
                        <c:v>0</c:v>
                      </c:pt>
                      <c:pt idx="3946">
                        <c:v>0</c:v>
                      </c:pt>
                      <c:pt idx="3947">
                        <c:v>0</c:v>
                      </c:pt>
                      <c:pt idx="3948">
                        <c:v>0</c:v>
                      </c:pt>
                      <c:pt idx="3949">
                        <c:v>0</c:v>
                      </c:pt>
                      <c:pt idx="3950">
                        <c:v>0</c:v>
                      </c:pt>
                      <c:pt idx="3951">
                        <c:v>0</c:v>
                      </c:pt>
                      <c:pt idx="3952">
                        <c:v>0</c:v>
                      </c:pt>
                      <c:pt idx="3953">
                        <c:v>0</c:v>
                      </c:pt>
                      <c:pt idx="3954">
                        <c:v>0</c:v>
                      </c:pt>
                      <c:pt idx="3955">
                        <c:v>0</c:v>
                      </c:pt>
                      <c:pt idx="3956">
                        <c:v>0</c:v>
                      </c:pt>
                      <c:pt idx="3957">
                        <c:v>0</c:v>
                      </c:pt>
                      <c:pt idx="3958">
                        <c:v>0</c:v>
                      </c:pt>
                      <c:pt idx="3959">
                        <c:v>0</c:v>
                      </c:pt>
                      <c:pt idx="3960">
                        <c:v>0</c:v>
                      </c:pt>
                      <c:pt idx="3961">
                        <c:v>0</c:v>
                      </c:pt>
                      <c:pt idx="3962">
                        <c:v>0</c:v>
                      </c:pt>
                      <c:pt idx="3963">
                        <c:v>0</c:v>
                      </c:pt>
                      <c:pt idx="3964">
                        <c:v>0</c:v>
                      </c:pt>
                      <c:pt idx="3965">
                        <c:v>0</c:v>
                      </c:pt>
                      <c:pt idx="3966">
                        <c:v>0</c:v>
                      </c:pt>
                      <c:pt idx="3967">
                        <c:v>0</c:v>
                      </c:pt>
                      <c:pt idx="3968">
                        <c:v>0</c:v>
                      </c:pt>
                      <c:pt idx="3969">
                        <c:v>0</c:v>
                      </c:pt>
                      <c:pt idx="3970">
                        <c:v>0</c:v>
                      </c:pt>
                      <c:pt idx="3971">
                        <c:v>0</c:v>
                      </c:pt>
                      <c:pt idx="3972">
                        <c:v>0</c:v>
                      </c:pt>
                      <c:pt idx="3973">
                        <c:v>0</c:v>
                      </c:pt>
                      <c:pt idx="3974">
                        <c:v>0</c:v>
                      </c:pt>
                      <c:pt idx="3975">
                        <c:v>0</c:v>
                      </c:pt>
                      <c:pt idx="3976">
                        <c:v>0</c:v>
                      </c:pt>
                      <c:pt idx="3977">
                        <c:v>0</c:v>
                      </c:pt>
                      <c:pt idx="3978">
                        <c:v>0</c:v>
                      </c:pt>
                      <c:pt idx="3979">
                        <c:v>0</c:v>
                      </c:pt>
                      <c:pt idx="3980">
                        <c:v>0</c:v>
                      </c:pt>
                      <c:pt idx="3981">
                        <c:v>0</c:v>
                      </c:pt>
                      <c:pt idx="3982">
                        <c:v>0</c:v>
                      </c:pt>
                      <c:pt idx="3983">
                        <c:v>0</c:v>
                      </c:pt>
                      <c:pt idx="3984">
                        <c:v>0</c:v>
                      </c:pt>
                      <c:pt idx="3985">
                        <c:v>0</c:v>
                      </c:pt>
                      <c:pt idx="3986">
                        <c:v>0</c:v>
                      </c:pt>
                      <c:pt idx="3987">
                        <c:v>0</c:v>
                      </c:pt>
                      <c:pt idx="3988">
                        <c:v>0</c:v>
                      </c:pt>
                      <c:pt idx="3989">
                        <c:v>0</c:v>
                      </c:pt>
                      <c:pt idx="3990">
                        <c:v>0</c:v>
                      </c:pt>
                      <c:pt idx="3991">
                        <c:v>0</c:v>
                      </c:pt>
                      <c:pt idx="3992">
                        <c:v>0</c:v>
                      </c:pt>
                      <c:pt idx="3993">
                        <c:v>0</c:v>
                      </c:pt>
                      <c:pt idx="3994">
                        <c:v>0</c:v>
                      </c:pt>
                      <c:pt idx="3995">
                        <c:v>0</c:v>
                      </c:pt>
                      <c:pt idx="3996">
                        <c:v>0</c:v>
                      </c:pt>
                      <c:pt idx="3997">
                        <c:v>0</c:v>
                      </c:pt>
                      <c:pt idx="3998">
                        <c:v>0</c:v>
                      </c:pt>
                      <c:pt idx="3999">
                        <c:v>0</c:v>
                      </c:pt>
                      <c:pt idx="4000">
                        <c:v>0</c:v>
                      </c:pt>
                      <c:pt idx="4001">
                        <c:v>0</c:v>
                      </c:pt>
                      <c:pt idx="4002">
                        <c:v>0</c:v>
                      </c:pt>
                      <c:pt idx="4003">
                        <c:v>0</c:v>
                      </c:pt>
                      <c:pt idx="4004">
                        <c:v>0</c:v>
                      </c:pt>
                      <c:pt idx="4005">
                        <c:v>0</c:v>
                      </c:pt>
                      <c:pt idx="4006">
                        <c:v>0</c:v>
                      </c:pt>
                      <c:pt idx="4007">
                        <c:v>0</c:v>
                      </c:pt>
                      <c:pt idx="4008">
                        <c:v>0</c:v>
                      </c:pt>
                      <c:pt idx="4009">
                        <c:v>0</c:v>
                      </c:pt>
                      <c:pt idx="4010">
                        <c:v>0</c:v>
                      </c:pt>
                      <c:pt idx="4011">
                        <c:v>0</c:v>
                      </c:pt>
                      <c:pt idx="4012">
                        <c:v>0</c:v>
                      </c:pt>
                      <c:pt idx="4013">
                        <c:v>0</c:v>
                      </c:pt>
                      <c:pt idx="4014">
                        <c:v>0</c:v>
                      </c:pt>
                      <c:pt idx="4015">
                        <c:v>0</c:v>
                      </c:pt>
                      <c:pt idx="4016">
                        <c:v>0</c:v>
                      </c:pt>
                      <c:pt idx="4017">
                        <c:v>0</c:v>
                      </c:pt>
                      <c:pt idx="4018">
                        <c:v>0</c:v>
                      </c:pt>
                      <c:pt idx="4019">
                        <c:v>0</c:v>
                      </c:pt>
                      <c:pt idx="4020">
                        <c:v>0</c:v>
                      </c:pt>
                      <c:pt idx="4021">
                        <c:v>0</c:v>
                      </c:pt>
                      <c:pt idx="4022">
                        <c:v>0</c:v>
                      </c:pt>
                      <c:pt idx="4023">
                        <c:v>0</c:v>
                      </c:pt>
                      <c:pt idx="4024">
                        <c:v>0</c:v>
                      </c:pt>
                      <c:pt idx="4025">
                        <c:v>0</c:v>
                      </c:pt>
                      <c:pt idx="4026">
                        <c:v>0</c:v>
                      </c:pt>
                      <c:pt idx="4027">
                        <c:v>0</c:v>
                      </c:pt>
                      <c:pt idx="4028">
                        <c:v>0</c:v>
                      </c:pt>
                      <c:pt idx="4029">
                        <c:v>0</c:v>
                      </c:pt>
                      <c:pt idx="4030">
                        <c:v>0</c:v>
                      </c:pt>
                      <c:pt idx="4031">
                        <c:v>0</c:v>
                      </c:pt>
                      <c:pt idx="4032">
                        <c:v>0</c:v>
                      </c:pt>
                      <c:pt idx="4033">
                        <c:v>0</c:v>
                      </c:pt>
                      <c:pt idx="4034">
                        <c:v>0</c:v>
                      </c:pt>
                      <c:pt idx="4035">
                        <c:v>0</c:v>
                      </c:pt>
                      <c:pt idx="4036">
                        <c:v>0</c:v>
                      </c:pt>
                      <c:pt idx="4037">
                        <c:v>0</c:v>
                      </c:pt>
                      <c:pt idx="4038">
                        <c:v>0</c:v>
                      </c:pt>
                      <c:pt idx="4039">
                        <c:v>0</c:v>
                      </c:pt>
                      <c:pt idx="4040">
                        <c:v>0</c:v>
                      </c:pt>
                      <c:pt idx="4041">
                        <c:v>0</c:v>
                      </c:pt>
                      <c:pt idx="4042">
                        <c:v>0</c:v>
                      </c:pt>
                      <c:pt idx="4043">
                        <c:v>0</c:v>
                      </c:pt>
                      <c:pt idx="4044">
                        <c:v>0</c:v>
                      </c:pt>
                      <c:pt idx="4045">
                        <c:v>0</c:v>
                      </c:pt>
                      <c:pt idx="4046">
                        <c:v>0</c:v>
                      </c:pt>
                      <c:pt idx="4047">
                        <c:v>0</c:v>
                      </c:pt>
                      <c:pt idx="4048">
                        <c:v>0</c:v>
                      </c:pt>
                      <c:pt idx="4049">
                        <c:v>0</c:v>
                      </c:pt>
                      <c:pt idx="4050">
                        <c:v>0</c:v>
                      </c:pt>
                      <c:pt idx="4051">
                        <c:v>0</c:v>
                      </c:pt>
                      <c:pt idx="4052">
                        <c:v>0</c:v>
                      </c:pt>
                      <c:pt idx="4053">
                        <c:v>0</c:v>
                      </c:pt>
                      <c:pt idx="4054">
                        <c:v>0</c:v>
                      </c:pt>
                      <c:pt idx="4055">
                        <c:v>0</c:v>
                      </c:pt>
                      <c:pt idx="4056">
                        <c:v>0</c:v>
                      </c:pt>
                      <c:pt idx="4057">
                        <c:v>0</c:v>
                      </c:pt>
                      <c:pt idx="4058">
                        <c:v>0</c:v>
                      </c:pt>
                      <c:pt idx="4059">
                        <c:v>0</c:v>
                      </c:pt>
                      <c:pt idx="4060">
                        <c:v>0</c:v>
                      </c:pt>
                      <c:pt idx="4061">
                        <c:v>0</c:v>
                      </c:pt>
                      <c:pt idx="4062">
                        <c:v>0</c:v>
                      </c:pt>
                      <c:pt idx="4063">
                        <c:v>0</c:v>
                      </c:pt>
                      <c:pt idx="4064">
                        <c:v>0</c:v>
                      </c:pt>
                      <c:pt idx="4065">
                        <c:v>0</c:v>
                      </c:pt>
                      <c:pt idx="4066">
                        <c:v>0</c:v>
                      </c:pt>
                      <c:pt idx="4067">
                        <c:v>0</c:v>
                      </c:pt>
                      <c:pt idx="4068">
                        <c:v>0</c:v>
                      </c:pt>
                      <c:pt idx="4069">
                        <c:v>0</c:v>
                      </c:pt>
                      <c:pt idx="4070">
                        <c:v>0</c:v>
                      </c:pt>
                      <c:pt idx="4071">
                        <c:v>0</c:v>
                      </c:pt>
                      <c:pt idx="4072">
                        <c:v>0</c:v>
                      </c:pt>
                      <c:pt idx="4073">
                        <c:v>0</c:v>
                      </c:pt>
                      <c:pt idx="4074">
                        <c:v>0</c:v>
                      </c:pt>
                      <c:pt idx="4075">
                        <c:v>0</c:v>
                      </c:pt>
                      <c:pt idx="4076">
                        <c:v>0</c:v>
                      </c:pt>
                      <c:pt idx="4077">
                        <c:v>0</c:v>
                      </c:pt>
                      <c:pt idx="4078">
                        <c:v>0</c:v>
                      </c:pt>
                      <c:pt idx="4079">
                        <c:v>0</c:v>
                      </c:pt>
                      <c:pt idx="4080">
                        <c:v>0</c:v>
                      </c:pt>
                      <c:pt idx="4081">
                        <c:v>0</c:v>
                      </c:pt>
                      <c:pt idx="4082">
                        <c:v>0</c:v>
                      </c:pt>
                      <c:pt idx="4083">
                        <c:v>0</c:v>
                      </c:pt>
                      <c:pt idx="4084">
                        <c:v>0</c:v>
                      </c:pt>
                      <c:pt idx="4085">
                        <c:v>0</c:v>
                      </c:pt>
                      <c:pt idx="4086">
                        <c:v>0</c:v>
                      </c:pt>
                      <c:pt idx="4087">
                        <c:v>0</c:v>
                      </c:pt>
                      <c:pt idx="4088">
                        <c:v>0</c:v>
                      </c:pt>
                      <c:pt idx="4089">
                        <c:v>0</c:v>
                      </c:pt>
                      <c:pt idx="4090">
                        <c:v>0</c:v>
                      </c:pt>
                      <c:pt idx="4091">
                        <c:v>0</c:v>
                      </c:pt>
                      <c:pt idx="4092">
                        <c:v>0</c:v>
                      </c:pt>
                      <c:pt idx="4093">
                        <c:v>0</c:v>
                      </c:pt>
                      <c:pt idx="4094">
                        <c:v>0</c:v>
                      </c:pt>
                      <c:pt idx="4095">
                        <c:v>0</c:v>
                      </c:pt>
                      <c:pt idx="4096">
                        <c:v>0</c:v>
                      </c:pt>
                      <c:pt idx="4097">
                        <c:v>0</c:v>
                      </c:pt>
                      <c:pt idx="4098">
                        <c:v>0</c:v>
                      </c:pt>
                      <c:pt idx="4099">
                        <c:v>0</c:v>
                      </c:pt>
                      <c:pt idx="4100">
                        <c:v>0</c:v>
                      </c:pt>
                      <c:pt idx="4101">
                        <c:v>0</c:v>
                      </c:pt>
                      <c:pt idx="4102">
                        <c:v>0</c:v>
                      </c:pt>
                      <c:pt idx="4103">
                        <c:v>0</c:v>
                      </c:pt>
                      <c:pt idx="4104">
                        <c:v>0</c:v>
                      </c:pt>
                      <c:pt idx="4105">
                        <c:v>0</c:v>
                      </c:pt>
                      <c:pt idx="4106">
                        <c:v>0</c:v>
                      </c:pt>
                      <c:pt idx="4107">
                        <c:v>0</c:v>
                      </c:pt>
                      <c:pt idx="4108">
                        <c:v>0</c:v>
                      </c:pt>
                      <c:pt idx="4109">
                        <c:v>0</c:v>
                      </c:pt>
                      <c:pt idx="4110">
                        <c:v>0</c:v>
                      </c:pt>
                      <c:pt idx="4111">
                        <c:v>0</c:v>
                      </c:pt>
                      <c:pt idx="4112">
                        <c:v>0</c:v>
                      </c:pt>
                      <c:pt idx="4113">
                        <c:v>0</c:v>
                      </c:pt>
                      <c:pt idx="4114">
                        <c:v>0</c:v>
                      </c:pt>
                      <c:pt idx="4115">
                        <c:v>0</c:v>
                      </c:pt>
                      <c:pt idx="4116">
                        <c:v>0</c:v>
                      </c:pt>
                      <c:pt idx="4117">
                        <c:v>0</c:v>
                      </c:pt>
                      <c:pt idx="4118">
                        <c:v>0</c:v>
                      </c:pt>
                      <c:pt idx="4119">
                        <c:v>0</c:v>
                      </c:pt>
                      <c:pt idx="4120">
                        <c:v>0</c:v>
                      </c:pt>
                      <c:pt idx="4121">
                        <c:v>0</c:v>
                      </c:pt>
                      <c:pt idx="4122">
                        <c:v>0</c:v>
                      </c:pt>
                      <c:pt idx="4123">
                        <c:v>0</c:v>
                      </c:pt>
                      <c:pt idx="4124">
                        <c:v>0</c:v>
                      </c:pt>
                      <c:pt idx="4125">
                        <c:v>0</c:v>
                      </c:pt>
                      <c:pt idx="4126">
                        <c:v>0</c:v>
                      </c:pt>
                      <c:pt idx="4127">
                        <c:v>0</c:v>
                      </c:pt>
                      <c:pt idx="4128">
                        <c:v>0</c:v>
                      </c:pt>
                      <c:pt idx="4129">
                        <c:v>0</c:v>
                      </c:pt>
                      <c:pt idx="4130">
                        <c:v>0</c:v>
                      </c:pt>
                      <c:pt idx="4131">
                        <c:v>0</c:v>
                      </c:pt>
                      <c:pt idx="4132">
                        <c:v>0</c:v>
                      </c:pt>
                      <c:pt idx="4133">
                        <c:v>0</c:v>
                      </c:pt>
                      <c:pt idx="4134">
                        <c:v>0</c:v>
                      </c:pt>
                      <c:pt idx="4135">
                        <c:v>0</c:v>
                      </c:pt>
                      <c:pt idx="4136">
                        <c:v>0</c:v>
                      </c:pt>
                      <c:pt idx="4137">
                        <c:v>0</c:v>
                      </c:pt>
                      <c:pt idx="4138">
                        <c:v>0</c:v>
                      </c:pt>
                      <c:pt idx="4139">
                        <c:v>0</c:v>
                      </c:pt>
                      <c:pt idx="4140">
                        <c:v>0</c:v>
                      </c:pt>
                      <c:pt idx="4141">
                        <c:v>0</c:v>
                      </c:pt>
                      <c:pt idx="4142">
                        <c:v>0</c:v>
                      </c:pt>
                      <c:pt idx="4143">
                        <c:v>0</c:v>
                      </c:pt>
                      <c:pt idx="4144">
                        <c:v>0</c:v>
                      </c:pt>
                      <c:pt idx="4145">
                        <c:v>0</c:v>
                      </c:pt>
                      <c:pt idx="4146">
                        <c:v>0</c:v>
                      </c:pt>
                      <c:pt idx="4147">
                        <c:v>0</c:v>
                      </c:pt>
                      <c:pt idx="4148">
                        <c:v>0</c:v>
                      </c:pt>
                      <c:pt idx="4149">
                        <c:v>0</c:v>
                      </c:pt>
                      <c:pt idx="4150">
                        <c:v>0</c:v>
                      </c:pt>
                      <c:pt idx="4151">
                        <c:v>0</c:v>
                      </c:pt>
                      <c:pt idx="4152">
                        <c:v>0</c:v>
                      </c:pt>
                      <c:pt idx="4153">
                        <c:v>0</c:v>
                      </c:pt>
                      <c:pt idx="4154">
                        <c:v>0</c:v>
                      </c:pt>
                      <c:pt idx="4155">
                        <c:v>0</c:v>
                      </c:pt>
                      <c:pt idx="4156">
                        <c:v>0</c:v>
                      </c:pt>
                      <c:pt idx="4157">
                        <c:v>0</c:v>
                      </c:pt>
                      <c:pt idx="4158">
                        <c:v>0</c:v>
                      </c:pt>
                      <c:pt idx="4159">
                        <c:v>0</c:v>
                      </c:pt>
                      <c:pt idx="4160">
                        <c:v>0</c:v>
                      </c:pt>
                      <c:pt idx="4161">
                        <c:v>0</c:v>
                      </c:pt>
                      <c:pt idx="4162">
                        <c:v>0</c:v>
                      </c:pt>
                      <c:pt idx="4163">
                        <c:v>0</c:v>
                      </c:pt>
                      <c:pt idx="4164">
                        <c:v>0</c:v>
                      </c:pt>
                      <c:pt idx="4165">
                        <c:v>0</c:v>
                      </c:pt>
                      <c:pt idx="4166">
                        <c:v>0</c:v>
                      </c:pt>
                      <c:pt idx="4167">
                        <c:v>0</c:v>
                      </c:pt>
                      <c:pt idx="4168">
                        <c:v>0</c:v>
                      </c:pt>
                      <c:pt idx="4169">
                        <c:v>0</c:v>
                      </c:pt>
                      <c:pt idx="4170">
                        <c:v>0</c:v>
                      </c:pt>
                      <c:pt idx="4171">
                        <c:v>0</c:v>
                      </c:pt>
                      <c:pt idx="4172">
                        <c:v>0</c:v>
                      </c:pt>
                      <c:pt idx="4173">
                        <c:v>0</c:v>
                      </c:pt>
                      <c:pt idx="4174">
                        <c:v>0</c:v>
                      </c:pt>
                      <c:pt idx="4175">
                        <c:v>0</c:v>
                      </c:pt>
                      <c:pt idx="4176">
                        <c:v>0</c:v>
                      </c:pt>
                      <c:pt idx="4177">
                        <c:v>0</c:v>
                      </c:pt>
                      <c:pt idx="4178">
                        <c:v>0</c:v>
                      </c:pt>
                      <c:pt idx="4179">
                        <c:v>0</c:v>
                      </c:pt>
                      <c:pt idx="4180">
                        <c:v>0</c:v>
                      </c:pt>
                      <c:pt idx="4181">
                        <c:v>0</c:v>
                      </c:pt>
                      <c:pt idx="4182">
                        <c:v>0</c:v>
                      </c:pt>
                      <c:pt idx="4183">
                        <c:v>0</c:v>
                      </c:pt>
                      <c:pt idx="4184">
                        <c:v>0</c:v>
                      </c:pt>
                      <c:pt idx="4185">
                        <c:v>0</c:v>
                      </c:pt>
                      <c:pt idx="4186">
                        <c:v>0</c:v>
                      </c:pt>
                      <c:pt idx="4187">
                        <c:v>0</c:v>
                      </c:pt>
                      <c:pt idx="4188">
                        <c:v>0</c:v>
                      </c:pt>
                      <c:pt idx="4189">
                        <c:v>0</c:v>
                      </c:pt>
                      <c:pt idx="4190">
                        <c:v>0</c:v>
                      </c:pt>
                      <c:pt idx="4191">
                        <c:v>0</c:v>
                      </c:pt>
                      <c:pt idx="4192">
                        <c:v>0</c:v>
                      </c:pt>
                      <c:pt idx="4193">
                        <c:v>0</c:v>
                      </c:pt>
                      <c:pt idx="4194">
                        <c:v>0</c:v>
                      </c:pt>
                      <c:pt idx="4195">
                        <c:v>0</c:v>
                      </c:pt>
                      <c:pt idx="4196">
                        <c:v>0</c:v>
                      </c:pt>
                      <c:pt idx="4197">
                        <c:v>0</c:v>
                      </c:pt>
                      <c:pt idx="4198">
                        <c:v>0</c:v>
                      </c:pt>
                      <c:pt idx="4199">
                        <c:v>0</c:v>
                      </c:pt>
                      <c:pt idx="4200">
                        <c:v>0</c:v>
                      </c:pt>
                      <c:pt idx="4201">
                        <c:v>0</c:v>
                      </c:pt>
                      <c:pt idx="4202">
                        <c:v>0</c:v>
                      </c:pt>
                      <c:pt idx="4203">
                        <c:v>0</c:v>
                      </c:pt>
                      <c:pt idx="4204">
                        <c:v>0</c:v>
                      </c:pt>
                      <c:pt idx="4205">
                        <c:v>0</c:v>
                      </c:pt>
                      <c:pt idx="4206">
                        <c:v>0</c:v>
                      </c:pt>
                      <c:pt idx="4207">
                        <c:v>0</c:v>
                      </c:pt>
                      <c:pt idx="4208">
                        <c:v>0</c:v>
                      </c:pt>
                      <c:pt idx="4209">
                        <c:v>0</c:v>
                      </c:pt>
                      <c:pt idx="4210">
                        <c:v>0</c:v>
                      </c:pt>
                      <c:pt idx="4211">
                        <c:v>0</c:v>
                      </c:pt>
                      <c:pt idx="4212">
                        <c:v>0</c:v>
                      </c:pt>
                      <c:pt idx="4213">
                        <c:v>0</c:v>
                      </c:pt>
                      <c:pt idx="4214">
                        <c:v>0</c:v>
                      </c:pt>
                      <c:pt idx="4215">
                        <c:v>0</c:v>
                      </c:pt>
                      <c:pt idx="4216">
                        <c:v>0</c:v>
                      </c:pt>
                      <c:pt idx="4217">
                        <c:v>0</c:v>
                      </c:pt>
                      <c:pt idx="4218">
                        <c:v>0</c:v>
                      </c:pt>
                      <c:pt idx="4219">
                        <c:v>0</c:v>
                      </c:pt>
                      <c:pt idx="4220">
                        <c:v>0</c:v>
                      </c:pt>
                      <c:pt idx="4221">
                        <c:v>0</c:v>
                      </c:pt>
                      <c:pt idx="4222">
                        <c:v>0</c:v>
                      </c:pt>
                      <c:pt idx="4223">
                        <c:v>0</c:v>
                      </c:pt>
                      <c:pt idx="4224">
                        <c:v>0</c:v>
                      </c:pt>
                      <c:pt idx="4225">
                        <c:v>0</c:v>
                      </c:pt>
                      <c:pt idx="4226">
                        <c:v>0</c:v>
                      </c:pt>
                      <c:pt idx="4227">
                        <c:v>0</c:v>
                      </c:pt>
                      <c:pt idx="4228">
                        <c:v>0</c:v>
                      </c:pt>
                      <c:pt idx="4229">
                        <c:v>0</c:v>
                      </c:pt>
                      <c:pt idx="4230">
                        <c:v>0</c:v>
                      </c:pt>
                      <c:pt idx="4231">
                        <c:v>0</c:v>
                      </c:pt>
                      <c:pt idx="4232">
                        <c:v>0</c:v>
                      </c:pt>
                      <c:pt idx="4233">
                        <c:v>0</c:v>
                      </c:pt>
                      <c:pt idx="4234">
                        <c:v>0</c:v>
                      </c:pt>
                      <c:pt idx="4235">
                        <c:v>0</c:v>
                      </c:pt>
                      <c:pt idx="4236">
                        <c:v>0</c:v>
                      </c:pt>
                      <c:pt idx="4237">
                        <c:v>0</c:v>
                      </c:pt>
                      <c:pt idx="4238">
                        <c:v>0</c:v>
                      </c:pt>
                      <c:pt idx="4239">
                        <c:v>0</c:v>
                      </c:pt>
                      <c:pt idx="4240">
                        <c:v>0</c:v>
                      </c:pt>
                      <c:pt idx="4241">
                        <c:v>0</c:v>
                      </c:pt>
                      <c:pt idx="4242">
                        <c:v>0</c:v>
                      </c:pt>
                      <c:pt idx="4243">
                        <c:v>0</c:v>
                      </c:pt>
                      <c:pt idx="4244">
                        <c:v>0</c:v>
                      </c:pt>
                      <c:pt idx="4245">
                        <c:v>0</c:v>
                      </c:pt>
                      <c:pt idx="4246">
                        <c:v>0</c:v>
                      </c:pt>
                      <c:pt idx="4247">
                        <c:v>0</c:v>
                      </c:pt>
                      <c:pt idx="4248">
                        <c:v>0</c:v>
                      </c:pt>
                      <c:pt idx="4249">
                        <c:v>0</c:v>
                      </c:pt>
                      <c:pt idx="4250">
                        <c:v>0</c:v>
                      </c:pt>
                      <c:pt idx="4251">
                        <c:v>0</c:v>
                      </c:pt>
                      <c:pt idx="4252">
                        <c:v>0</c:v>
                      </c:pt>
                      <c:pt idx="4253">
                        <c:v>0</c:v>
                      </c:pt>
                      <c:pt idx="4254">
                        <c:v>0</c:v>
                      </c:pt>
                      <c:pt idx="4255">
                        <c:v>0</c:v>
                      </c:pt>
                      <c:pt idx="4256">
                        <c:v>0</c:v>
                      </c:pt>
                      <c:pt idx="4257">
                        <c:v>0</c:v>
                      </c:pt>
                      <c:pt idx="4258">
                        <c:v>0</c:v>
                      </c:pt>
                      <c:pt idx="4259">
                        <c:v>0</c:v>
                      </c:pt>
                      <c:pt idx="4260">
                        <c:v>0</c:v>
                      </c:pt>
                      <c:pt idx="4261">
                        <c:v>0</c:v>
                      </c:pt>
                      <c:pt idx="4262">
                        <c:v>0</c:v>
                      </c:pt>
                      <c:pt idx="4263">
                        <c:v>0</c:v>
                      </c:pt>
                      <c:pt idx="4264">
                        <c:v>0</c:v>
                      </c:pt>
                      <c:pt idx="4265">
                        <c:v>0</c:v>
                      </c:pt>
                      <c:pt idx="4266">
                        <c:v>0</c:v>
                      </c:pt>
                      <c:pt idx="4267">
                        <c:v>0</c:v>
                      </c:pt>
                      <c:pt idx="4268">
                        <c:v>0</c:v>
                      </c:pt>
                      <c:pt idx="4269">
                        <c:v>0</c:v>
                      </c:pt>
                      <c:pt idx="4270">
                        <c:v>0</c:v>
                      </c:pt>
                      <c:pt idx="4271">
                        <c:v>0</c:v>
                      </c:pt>
                      <c:pt idx="4272">
                        <c:v>0</c:v>
                      </c:pt>
                      <c:pt idx="4273">
                        <c:v>0</c:v>
                      </c:pt>
                      <c:pt idx="4274">
                        <c:v>0</c:v>
                      </c:pt>
                      <c:pt idx="4275">
                        <c:v>0</c:v>
                      </c:pt>
                      <c:pt idx="4276">
                        <c:v>0</c:v>
                      </c:pt>
                      <c:pt idx="4277">
                        <c:v>0</c:v>
                      </c:pt>
                      <c:pt idx="4278">
                        <c:v>0</c:v>
                      </c:pt>
                      <c:pt idx="4279">
                        <c:v>0</c:v>
                      </c:pt>
                      <c:pt idx="4280">
                        <c:v>0</c:v>
                      </c:pt>
                      <c:pt idx="4281">
                        <c:v>0</c:v>
                      </c:pt>
                      <c:pt idx="4282">
                        <c:v>0</c:v>
                      </c:pt>
                      <c:pt idx="4283">
                        <c:v>0</c:v>
                      </c:pt>
                      <c:pt idx="4284">
                        <c:v>0</c:v>
                      </c:pt>
                      <c:pt idx="4285">
                        <c:v>0</c:v>
                      </c:pt>
                      <c:pt idx="4286">
                        <c:v>0</c:v>
                      </c:pt>
                      <c:pt idx="4287">
                        <c:v>0</c:v>
                      </c:pt>
                      <c:pt idx="4288">
                        <c:v>0</c:v>
                      </c:pt>
                      <c:pt idx="4289">
                        <c:v>0</c:v>
                      </c:pt>
                      <c:pt idx="4290">
                        <c:v>0</c:v>
                      </c:pt>
                      <c:pt idx="4291">
                        <c:v>0</c:v>
                      </c:pt>
                      <c:pt idx="4292">
                        <c:v>0</c:v>
                      </c:pt>
                      <c:pt idx="4293">
                        <c:v>0</c:v>
                      </c:pt>
                      <c:pt idx="4294">
                        <c:v>0</c:v>
                      </c:pt>
                      <c:pt idx="4295">
                        <c:v>0</c:v>
                      </c:pt>
                      <c:pt idx="4296">
                        <c:v>0</c:v>
                      </c:pt>
                      <c:pt idx="4297">
                        <c:v>0</c:v>
                      </c:pt>
                      <c:pt idx="4298">
                        <c:v>0</c:v>
                      </c:pt>
                      <c:pt idx="4299">
                        <c:v>0</c:v>
                      </c:pt>
                      <c:pt idx="4300">
                        <c:v>0</c:v>
                      </c:pt>
                      <c:pt idx="4301">
                        <c:v>0</c:v>
                      </c:pt>
                      <c:pt idx="4302">
                        <c:v>0</c:v>
                      </c:pt>
                      <c:pt idx="4303">
                        <c:v>0</c:v>
                      </c:pt>
                      <c:pt idx="4304">
                        <c:v>0</c:v>
                      </c:pt>
                      <c:pt idx="4305">
                        <c:v>0</c:v>
                      </c:pt>
                      <c:pt idx="4306">
                        <c:v>0</c:v>
                      </c:pt>
                      <c:pt idx="4307">
                        <c:v>0</c:v>
                      </c:pt>
                      <c:pt idx="4308">
                        <c:v>0</c:v>
                      </c:pt>
                      <c:pt idx="4309">
                        <c:v>0</c:v>
                      </c:pt>
                      <c:pt idx="4310">
                        <c:v>0</c:v>
                      </c:pt>
                      <c:pt idx="4311">
                        <c:v>0</c:v>
                      </c:pt>
                      <c:pt idx="4312">
                        <c:v>0</c:v>
                      </c:pt>
                      <c:pt idx="4313">
                        <c:v>0</c:v>
                      </c:pt>
                      <c:pt idx="4314">
                        <c:v>0</c:v>
                      </c:pt>
                      <c:pt idx="4315">
                        <c:v>0</c:v>
                      </c:pt>
                      <c:pt idx="4316">
                        <c:v>0</c:v>
                      </c:pt>
                      <c:pt idx="4317">
                        <c:v>0</c:v>
                      </c:pt>
                      <c:pt idx="4318">
                        <c:v>0</c:v>
                      </c:pt>
                      <c:pt idx="4319">
                        <c:v>0</c:v>
                      </c:pt>
                      <c:pt idx="4320">
                        <c:v>0</c:v>
                      </c:pt>
                      <c:pt idx="4321">
                        <c:v>0</c:v>
                      </c:pt>
                      <c:pt idx="4322">
                        <c:v>0</c:v>
                      </c:pt>
                      <c:pt idx="4323">
                        <c:v>0</c:v>
                      </c:pt>
                      <c:pt idx="4324">
                        <c:v>0</c:v>
                      </c:pt>
                      <c:pt idx="4325">
                        <c:v>0</c:v>
                      </c:pt>
                      <c:pt idx="4326">
                        <c:v>0</c:v>
                      </c:pt>
                      <c:pt idx="4327">
                        <c:v>0</c:v>
                      </c:pt>
                      <c:pt idx="4328">
                        <c:v>0</c:v>
                      </c:pt>
                      <c:pt idx="4329">
                        <c:v>0</c:v>
                      </c:pt>
                      <c:pt idx="4330">
                        <c:v>0</c:v>
                      </c:pt>
                      <c:pt idx="4331">
                        <c:v>0</c:v>
                      </c:pt>
                      <c:pt idx="4332">
                        <c:v>0</c:v>
                      </c:pt>
                      <c:pt idx="4333">
                        <c:v>0</c:v>
                      </c:pt>
                      <c:pt idx="4334">
                        <c:v>0</c:v>
                      </c:pt>
                      <c:pt idx="4335">
                        <c:v>0</c:v>
                      </c:pt>
                      <c:pt idx="4336">
                        <c:v>0</c:v>
                      </c:pt>
                      <c:pt idx="4337">
                        <c:v>0</c:v>
                      </c:pt>
                      <c:pt idx="4338">
                        <c:v>0</c:v>
                      </c:pt>
                      <c:pt idx="4339">
                        <c:v>0</c:v>
                      </c:pt>
                      <c:pt idx="4340">
                        <c:v>0</c:v>
                      </c:pt>
                      <c:pt idx="4341">
                        <c:v>0</c:v>
                      </c:pt>
                      <c:pt idx="4342">
                        <c:v>0</c:v>
                      </c:pt>
                      <c:pt idx="4343">
                        <c:v>0</c:v>
                      </c:pt>
                      <c:pt idx="4344">
                        <c:v>0</c:v>
                      </c:pt>
                      <c:pt idx="4345">
                        <c:v>0</c:v>
                      </c:pt>
                      <c:pt idx="4346">
                        <c:v>0</c:v>
                      </c:pt>
                      <c:pt idx="4347">
                        <c:v>0</c:v>
                      </c:pt>
                      <c:pt idx="4348">
                        <c:v>0</c:v>
                      </c:pt>
                      <c:pt idx="4349">
                        <c:v>0</c:v>
                      </c:pt>
                      <c:pt idx="4350">
                        <c:v>0</c:v>
                      </c:pt>
                      <c:pt idx="4351">
                        <c:v>0</c:v>
                      </c:pt>
                      <c:pt idx="4352">
                        <c:v>0</c:v>
                      </c:pt>
                      <c:pt idx="4353">
                        <c:v>0</c:v>
                      </c:pt>
                      <c:pt idx="4354">
                        <c:v>0</c:v>
                      </c:pt>
                      <c:pt idx="4355">
                        <c:v>0</c:v>
                      </c:pt>
                      <c:pt idx="4356">
                        <c:v>0</c:v>
                      </c:pt>
                      <c:pt idx="4357">
                        <c:v>0</c:v>
                      </c:pt>
                      <c:pt idx="4358">
                        <c:v>0</c:v>
                      </c:pt>
                      <c:pt idx="4359">
                        <c:v>0</c:v>
                      </c:pt>
                      <c:pt idx="4360">
                        <c:v>0</c:v>
                      </c:pt>
                      <c:pt idx="4361">
                        <c:v>0</c:v>
                      </c:pt>
                      <c:pt idx="4362">
                        <c:v>0</c:v>
                      </c:pt>
                      <c:pt idx="4363">
                        <c:v>0</c:v>
                      </c:pt>
                      <c:pt idx="4364">
                        <c:v>0</c:v>
                      </c:pt>
                      <c:pt idx="4365">
                        <c:v>0</c:v>
                      </c:pt>
                      <c:pt idx="4366">
                        <c:v>0</c:v>
                      </c:pt>
                      <c:pt idx="4367">
                        <c:v>0</c:v>
                      </c:pt>
                      <c:pt idx="4368">
                        <c:v>0</c:v>
                      </c:pt>
                      <c:pt idx="4369">
                        <c:v>0</c:v>
                      </c:pt>
                      <c:pt idx="4370">
                        <c:v>0</c:v>
                      </c:pt>
                      <c:pt idx="4371">
                        <c:v>0</c:v>
                      </c:pt>
                      <c:pt idx="4372">
                        <c:v>0</c:v>
                      </c:pt>
                      <c:pt idx="4373">
                        <c:v>0</c:v>
                      </c:pt>
                      <c:pt idx="4374">
                        <c:v>0</c:v>
                      </c:pt>
                      <c:pt idx="4375">
                        <c:v>0</c:v>
                      </c:pt>
                      <c:pt idx="4376">
                        <c:v>0</c:v>
                      </c:pt>
                      <c:pt idx="4377">
                        <c:v>0</c:v>
                      </c:pt>
                      <c:pt idx="4378">
                        <c:v>0</c:v>
                      </c:pt>
                      <c:pt idx="4379">
                        <c:v>0</c:v>
                      </c:pt>
                      <c:pt idx="4380">
                        <c:v>0</c:v>
                      </c:pt>
                      <c:pt idx="4381">
                        <c:v>0</c:v>
                      </c:pt>
                      <c:pt idx="4382">
                        <c:v>0</c:v>
                      </c:pt>
                      <c:pt idx="4383">
                        <c:v>0</c:v>
                      </c:pt>
                      <c:pt idx="4384">
                        <c:v>0</c:v>
                      </c:pt>
                      <c:pt idx="4385">
                        <c:v>0</c:v>
                      </c:pt>
                      <c:pt idx="4386">
                        <c:v>0</c:v>
                      </c:pt>
                      <c:pt idx="4387">
                        <c:v>0</c:v>
                      </c:pt>
                      <c:pt idx="4388">
                        <c:v>0</c:v>
                      </c:pt>
                      <c:pt idx="4389">
                        <c:v>0</c:v>
                      </c:pt>
                      <c:pt idx="4390">
                        <c:v>0</c:v>
                      </c:pt>
                      <c:pt idx="4391">
                        <c:v>0</c:v>
                      </c:pt>
                      <c:pt idx="4392">
                        <c:v>0</c:v>
                      </c:pt>
                      <c:pt idx="4393">
                        <c:v>0</c:v>
                      </c:pt>
                      <c:pt idx="4394">
                        <c:v>0</c:v>
                      </c:pt>
                      <c:pt idx="4395">
                        <c:v>0</c:v>
                      </c:pt>
                      <c:pt idx="4396">
                        <c:v>0</c:v>
                      </c:pt>
                      <c:pt idx="4397">
                        <c:v>0</c:v>
                      </c:pt>
                      <c:pt idx="4398">
                        <c:v>0</c:v>
                      </c:pt>
                      <c:pt idx="4399">
                        <c:v>0</c:v>
                      </c:pt>
                      <c:pt idx="4400">
                        <c:v>0</c:v>
                      </c:pt>
                      <c:pt idx="4401">
                        <c:v>0</c:v>
                      </c:pt>
                      <c:pt idx="4402">
                        <c:v>0</c:v>
                      </c:pt>
                      <c:pt idx="4403">
                        <c:v>0</c:v>
                      </c:pt>
                      <c:pt idx="4404">
                        <c:v>0</c:v>
                      </c:pt>
                      <c:pt idx="4405">
                        <c:v>0</c:v>
                      </c:pt>
                      <c:pt idx="4406">
                        <c:v>0</c:v>
                      </c:pt>
                      <c:pt idx="4407">
                        <c:v>0</c:v>
                      </c:pt>
                      <c:pt idx="4408">
                        <c:v>0</c:v>
                      </c:pt>
                      <c:pt idx="4409">
                        <c:v>0</c:v>
                      </c:pt>
                      <c:pt idx="4410">
                        <c:v>0</c:v>
                      </c:pt>
                      <c:pt idx="4411">
                        <c:v>0</c:v>
                      </c:pt>
                      <c:pt idx="4412">
                        <c:v>0</c:v>
                      </c:pt>
                      <c:pt idx="4413">
                        <c:v>0</c:v>
                      </c:pt>
                      <c:pt idx="4414">
                        <c:v>0</c:v>
                      </c:pt>
                      <c:pt idx="4415">
                        <c:v>0</c:v>
                      </c:pt>
                      <c:pt idx="4416">
                        <c:v>0</c:v>
                      </c:pt>
                      <c:pt idx="4417">
                        <c:v>0</c:v>
                      </c:pt>
                      <c:pt idx="4418">
                        <c:v>0</c:v>
                      </c:pt>
                      <c:pt idx="4419">
                        <c:v>0</c:v>
                      </c:pt>
                      <c:pt idx="4420">
                        <c:v>0</c:v>
                      </c:pt>
                      <c:pt idx="4421">
                        <c:v>0</c:v>
                      </c:pt>
                      <c:pt idx="4422">
                        <c:v>0</c:v>
                      </c:pt>
                      <c:pt idx="4423">
                        <c:v>0</c:v>
                      </c:pt>
                      <c:pt idx="4424">
                        <c:v>0</c:v>
                      </c:pt>
                      <c:pt idx="4425">
                        <c:v>0</c:v>
                      </c:pt>
                      <c:pt idx="4426">
                        <c:v>0</c:v>
                      </c:pt>
                      <c:pt idx="4427">
                        <c:v>0</c:v>
                      </c:pt>
                      <c:pt idx="4428">
                        <c:v>0</c:v>
                      </c:pt>
                      <c:pt idx="4429">
                        <c:v>0</c:v>
                      </c:pt>
                      <c:pt idx="4430">
                        <c:v>0</c:v>
                      </c:pt>
                      <c:pt idx="4431">
                        <c:v>0</c:v>
                      </c:pt>
                      <c:pt idx="4432">
                        <c:v>0</c:v>
                      </c:pt>
                      <c:pt idx="4433">
                        <c:v>0</c:v>
                      </c:pt>
                      <c:pt idx="4434">
                        <c:v>0</c:v>
                      </c:pt>
                      <c:pt idx="4435">
                        <c:v>0</c:v>
                      </c:pt>
                      <c:pt idx="4436">
                        <c:v>0</c:v>
                      </c:pt>
                      <c:pt idx="4437">
                        <c:v>0</c:v>
                      </c:pt>
                      <c:pt idx="4438">
                        <c:v>0</c:v>
                      </c:pt>
                      <c:pt idx="4439">
                        <c:v>0</c:v>
                      </c:pt>
                      <c:pt idx="4440">
                        <c:v>0</c:v>
                      </c:pt>
                      <c:pt idx="4441">
                        <c:v>0</c:v>
                      </c:pt>
                      <c:pt idx="4442">
                        <c:v>0</c:v>
                      </c:pt>
                      <c:pt idx="4443">
                        <c:v>0</c:v>
                      </c:pt>
                      <c:pt idx="4444">
                        <c:v>0</c:v>
                      </c:pt>
                      <c:pt idx="4445">
                        <c:v>0</c:v>
                      </c:pt>
                      <c:pt idx="4446">
                        <c:v>0</c:v>
                      </c:pt>
                      <c:pt idx="4447">
                        <c:v>0</c:v>
                      </c:pt>
                      <c:pt idx="4448">
                        <c:v>0</c:v>
                      </c:pt>
                      <c:pt idx="4449">
                        <c:v>0</c:v>
                      </c:pt>
                      <c:pt idx="4450">
                        <c:v>0</c:v>
                      </c:pt>
                      <c:pt idx="4451">
                        <c:v>0</c:v>
                      </c:pt>
                      <c:pt idx="4452">
                        <c:v>0</c:v>
                      </c:pt>
                      <c:pt idx="4453">
                        <c:v>0</c:v>
                      </c:pt>
                      <c:pt idx="4454">
                        <c:v>0</c:v>
                      </c:pt>
                      <c:pt idx="4455">
                        <c:v>0</c:v>
                      </c:pt>
                      <c:pt idx="4456">
                        <c:v>0</c:v>
                      </c:pt>
                      <c:pt idx="4457">
                        <c:v>0</c:v>
                      </c:pt>
                      <c:pt idx="4458">
                        <c:v>0</c:v>
                      </c:pt>
                      <c:pt idx="4459">
                        <c:v>0</c:v>
                      </c:pt>
                      <c:pt idx="4460">
                        <c:v>0</c:v>
                      </c:pt>
                      <c:pt idx="4461">
                        <c:v>0</c:v>
                      </c:pt>
                      <c:pt idx="4462">
                        <c:v>0</c:v>
                      </c:pt>
                      <c:pt idx="4463">
                        <c:v>0</c:v>
                      </c:pt>
                      <c:pt idx="4464">
                        <c:v>0</c:v>
                      </c:pt>
                      <c:pt idx="4465">
                        <c:v>0</c:v>
                      </c:pt>
                      <c:pt idx="4466">
                        <c:v>0</c:v>
                      </c:pt>
                      <c:pt idx="4467">
                        <c:v>0</c:v>
                      </c:pt>
                      <c:pt idx="4468">
                        <c:v>0</c:v>
                      </c:pt>
                      <c:pt idx="4469">
                        <c:v>0</c:v>
                      </c:pt>
                      <c:pt idx="4470">
                        <c:v>0</c:v>
                      </c:pt>
                      <c:pt idx="4471">
                        <c:v>0</c:v>
                      </c:pt>
                      <c:pt idx="4472">
                        <c:v>0</c:v>
                      </c:pt>
                      <c:pt idx="4473">
                        <c:v>0</c:v>
                      </c:pt>
                      <c:pt idx="4474">
                        <c:v>0</c:v>
                      </c:pt>
                      <c:pt idx="4475">
                        <c:v>0</c:v>
                      </c:pt>
                      <c:pt idx="4476">
                        <c:v>0</c:v>
                      </c:pt>
                      <c:pt idx="4477">
                        <c:v>0</c:v>
                      </c:pt>
                      <c:pt idx="4478">
                        <c:v>0</c:v>
                      </c:pt>
                      <c:pt idx="4479">
                        <c:v>0</c:v>
                      </c:pt>
                      <c:pt idx="4480">
                        <c:v>0</c:v>
                      </c:pt>
                      <c:pt idx="4481">
                        <c:v>0</c:v>
                      </c:pt>
                      <c:pt idx="4482">
                        <c:v>0</c:v>
                      </c:pt>
                      <c:pt idx="4483">
                        <c:v>0</c:v>
                      </c:pt>
                      <c:pt idx="4484">
                        <c:v>0</c:v>
                      </c:pt>
                      <c:pt idx="4485">
                        <c:v>0</c:v>
                      </c:pt>
                      <c:pt idx="4486">
                        <c:v>0</c:v>
                      </c:pt>
                      <c:pt idx="4487">
                        <c:v>0</c:v>
                      </c:pt>
                      <c:pt idx="4488">
                        <c:v>0</c:v>
                      </c:pt>
                      <c:pt idx="4489">
                        <c:v>0</c:v>
                      </c:pt>
                      <c:pt idx="4490">
                        <c:v>0</c:v>
                      </c:pt>
                      <c:pt idx="4491">
                        <c:v>0</c:v>
                      </c:pt>
                      <c:pt idx="4492">
                        <c:v>0</c:v>
                      </c:pt>
                      <c:pt idx="4493">
                        <c:v>0</c:v>
                      </c:pt>
                      <c:pt idx="4494">
                        <c:v>0</c:v>
                      </c:pt>
                      <c:pt idx="4495">
                        <c:v>0</c:v>
                      </c:pt>
                      <c:pt idx="4496">
                        <c:v>0</c:v>
                      </c:pt>
                      <c:pt idx="4497">
                        <c:v>0</c:v>
                      </c:pt>
                      <c:pt idx="4498">
                        <c:v>0</c:v>
                      </c:pt>
                      <c:pt idx="4499">
                        <c:v>0</c:v>
                      </c:pt>
                      <c:pt idx="4500">
                        <c:v>0</c:v>
                      </c:pt>
                      <c:pt idx="4501">
                        <c:v>0</c:v>
                      </c:pt>
                      <c:pt idx="4502">
                        <c:v>0</c:v>
                      </c:pt>
                      <c:pt idx="4503">
                        <c:v>0</c:v>
                      </c:pt>
                      <c:pt idx="4504">
                        <c:v>0</c:v>
                      </c:pt>
                      <c:pt idx="4505">
                        <c:v>0</c:v>
                      </c:pt>
                      <c:pt idx="4506">
                        <c:v>0</c:v>
                      </c:pt>
                      <c:pt idx="4507">
                        <c:v>0</c:v>
                      </c:pt>
                      <c:pt idx="4508">
                        <c:v>0</c:v>
                      </c:pt>
                      <c:pt idx="4509">
                        <c:v>0</c:v>
                      </c:pt>
                      <c:pt idx="4510">
                        <c:v>0</c:v>
                      </c:pt>
                      <c:pt idx="4511">
                        <c:v>0</c:v>
                      </c:pt>
                      <c:pt idx="4512">
                        <c:v>0</c:v>
                      </c:pt>
                      <c:pt idx="4513">
                        <c:v>0</c:v>
                      </c:pt>
                      <c:pt idx="4514">
                        <c:v>0</c:v>
                      </c:pt>
                      <c:pt idx="4515">
                        <c:v>0</c:v>
                      </c:pt>
                      <c:pt idx="4516">
                        <c:v>0</c:v>
                      </c:pt>
                      <c:pt idx="4517">
                        <c:v>0</c:v>
                      </c:pt>
                      <c:pt idx="4518">
                        <c:v>0</c:v>
                      </c:pt>
                      <c:pt idx="4519">
                        <c:v>0</c:v>
                      </c:pt>
                      <c:pt idx="4520">
                        <c:v>0</c:v>
                      </c:pt>
                      <c:pt idx="4521">
                        <c:v>0</c:v>
                      </c:pt>
                      <c:pt idx="4522">
                        <c:v>0</c:v>
                      </c:pt>
                      <c:pt idx="4523">
                        <c:v>0</c:v>
                      </c:pt>
                      <c:pt idx="4524">
                        <c:v>0</c:v>
                      </c:pt>
                      <c:pt idx="4525">
                        <c:v>0</c:v>
                      </c:pt>
                      <c:pt idx="4526">
                        <c:v>0</c:v>
                      </c:pt>
                      <c:pt idx="4527">
                        <c:v>0</c:v>
                      </c:pt>
                      <c:pt idx="4528">
                        <c:v>0</c:v>
                      </c:pt>
                      <c:pt idx="4529">
                        <c:v>0</c:v>
                      </c:pt>
                      <c:pt idx="4530">
                        <c:v>0</c:v>
                      </c:pt>
                      <c:pt idx="4531">
                        <c:v>0</c:v>
                      </c:pt>
                      <c:pt idx="4532">
                        <c:v>0</c:v>
                      </c:pt>
                      <c:pt idx="4533">
                        <c:v>0</c:v>
                      </c:pt>
                      <c:pt idx="4534">
                        <c:v>0</c:v>
                      </c:pt>
                      <c:pt idx="4535">
                        <c:v>0</c:v>
                      </c:pt>
                      <c:pt idx="4536">
                        <c:v>0</c:v>
                      </c:pt>
                      <c:pt idx="4537">
                        <c:v>0</c:v>
                      </c:pt>
                      <c:pt idx="4538">
                        <c:v>0</c:v>
                      </c:pt>
                      <c:pt idx="4539">
                        <c:v>0</c:v>
                      </c:pt>
                      <c:pt idx="4540">
                        <c:v>0</c:v>
                      </c:pt>
                      <c:pt idx="4541">
                        <c:v>0</c:v>
                      </c:pt>
                      <c:pt idx="4542">
                        <c:v>0</c:v>
                      </c:pt>
                      <c:pt idx="4543">
                        <c:v>0</c:v>
                      </c:pt>
                      <c:pt idx="4544">
                        <c:v>0</c:v>
                      </c:pt>
                      <c:pt idx="4545">
                        <c:v>0</c:v>
                      </c:pt>
                      <c:pt idx="4546">
                        <c:v>0</c:v>
                      </c:pt>
                      <c:pt idx="4547">
                        <c:v>0</c:v>
                      </c:pt>
                      <c:pt idx="4548">
                        <c:v>0</c:v>
                      </c:pt>
                      <c:pt idx="4549">
                        <c:v>0</c:v>
                      </c:pt>
                      <c:pt idx="4550">
                        <c:v>0</c:v>
                      </c:pt>
                      <c:pt idx="4551">
                        <c:v>0</c:v>
                      </c:pt>
                      <c:pt idx="4552">
                        <c:v>0</c:v>
                      </c:pt>
                      <c:pt idx="4553">
                        <c:v>0</c:v>
                      </c:pt>
                      <c:pt idx="4554">
                        <c:v>0</c:v>
                      </c:pt>
                      <c:pt idx="4555">
                        <c:v>0</c:v>
                      </c:pt>
                      <c:pt idx="4556">
                        <c:v>0</c:v>
                      </c:pt>
                      <c:pt idx="4557">
                        <c:v>0</c:v>
                      </c:pt>
                      <c:pt idx="4558">
                        <c:v>0</c:v>
                      </c:pt>
                      <c:pt idx="4559">
                        <c:v>0</c:v>
                      </c:pt>
                      <c:pt idx="4560">
                        <c:v>0</c:v>
                      </c:pt>
                      <c:pt idx="4561">
                        <c:v>0</c:v>
                      </c:pt>
                      <c:pt idx="4562">
                        <c:v>0</c:v>
                      </c:pt>
                      <c:pt idx="4563">
                        <c:v>0</c:v>
                      </c:pt>
                      <c:pt idx="4564">
                        <c:v>0</c:v>
                      </c:pt>
                      <c:pt idx="4565">
                        <c:v>0</c:v>
                      </c:pt>
                      <c:pt idx="4566">
                        <c:v>0</c:v>
                      </c:pt>
                      <c:pt idx="4567">
                        <c:v>0</c:v>
                      </c:pt>
                      <c:pt idx="4568">
                        <c:v>0</c:v>
                      </c:pt>
                      <c:pt idx="4569">
                        <c:v>0</c:v>
                      </c:pt>
                      <c:pt idx="4570">
                        <c:v>0</c:v>
                      </c:pt>
                      <c:pt idx="4571">
                        <c:v>0</c:v>
                      </c:pt>
                      <c:pt idx="4572">
                        <c:v>0</c:v>
                      </c:pt>
                      <c:pt idx="4573">
                        <c:v>0</c:v>
                      </c:pt>
                      <c:pt idx="4574">
                        <c:v>0</c:v>
                      </c:pt>
                      <c:pt idx="4575">
                        <c:v>0</c:v>
                      </c:pt>
                      <c:pt idx="4576">
                        <c:v>0</c:v>
                      </c:pt>
                      <c:pt idx="4577">
                        <c:v>0</c:v>
                      </c:pt>
                      <c:pt idx="4578">
                        <c:v>0</c:v>
                      </c:pt>
                      <c:pt idx="4579">
                        <c:v>0</c:v>
                      </c:pt>
                      <c:pt idx="4580">
                        <c:v>0</c:v>
                      </c:pt>
                      <c:pt idx="4581">
                        <c:v>0</c:v>
                      </c:pt>
                      <c:pt idx="4582">
                        <c:v>0</c:v>
                      </c:pt>
                      <c:pt idx="4583">
                        <c:v>0</c:v>
                      </c:pt>
                      <c:pt idx="4584">
                        <c:v>0</c:v>
                      </c:pt>
                      <c:pt idx="4585">
                        <c:v>0</c:v>
                      </c:pt>
                      <c:pt idx="4586">
                        <c:v>0</c:v>
                      </c:pt>
                      <c:pt idx="4587">
                        <c:v>0</c:v>
                      </c:pt>
                      <c:pt idx="4588">
                        <c:v>0</c:v>
                      </c:pt>
                      <c:pt idx="4589">
                        <c:v>0</c:v>
                      </c:pt>
                      <c:pt idx="4590">
                        <c:v>0</c:v>
                      </c:pt>
                      <c:pt idx="4591">
                        <c:v>0</c:v>
                      </c:pt>
                      <c:pt idx="4592">
                        <c:v>0</c:v>
                      </c:pt>
                      <c:pt idx="4593">
                        <c:v>0</c:v>
                      </c:pt>
                      <c:pt idx="4594">
                        <c:v>0</c:v>
                      </c:pt>
                      <c:pt idx="4595">
                        <c:v>0</c:v>
                      </c:pt>
                      <c:pt idx="4596">
                        <c:v>0</c:v>
                      </c:pt>
                      <c:pt idx="4597">
                        <c:v>0</c:v>
                      </c:pt>
                      <c:pt idx="4598">
                        <c:v>0</c:v>
                      </c:pt>
                      <c:pt idx="4599">
                        <c:v>0</c:v>
                      </c:pt>
                      <c:pt idx="4600">
                        <c:v>0</c:v>
                      </c:pt>
                      <c:pt idx="4601">
                        <c:v>0</c:v>
                      </c:pt>
                      <c:pt idx="4602">
                        <c:v>0</c:v>
                      </c:pt>
                      <c:pt idx="4603">
                        <c:v>0</c:v>
                      </c:pt>
                      <c:pt idx="4604">
                        <c:v>0</c:v>
                      </c:pt>
                      <c:pt idx="4605">
                        <c:v>0</c:v>
                      </c:pt>
                      <c:pt idx="4606">
                        <c:v>0</c:v>
                      </c:pt>
                      <c:pt idx="4607">
                        <c:v>0</c:v>
                      </c:pt>
                      <c:pt idx="4608">
                        <c:v>0</c:v>
                      </c:pt>
                      <c:pt idx="4609">
                        <c:v>0</c:v>
                      </c:pt>
                      <c:pt idx="4610">
                        <c:v>0</c:v>
                      </c:pt>
                      <c:pt idx="4611">
                        <c:v>0</c:v>
                      </c:pt>
                      <c:pt idx="4612">
                        <c:v>0</c:v>
                      </c:pt>
                      <c:pt idx="4613">
                        <c:v>0</c:v>
                      </c:pt>
                      <c:pt idx="4614">
                        <c:v>0</c:v>
                      </c:pt>
                      <c:pt idx="4615">
                        <c:v>0</c:v>
                      </c:pt>
                      <c:pt idx="4616">
                        <c:v>0</c:v>
                      </c:pt>
                      <c:pt idx="4617">
                        <c:v>0</c:v>
                      </c:pt>
                      <c:pt idx="4618">
                        <c:v>0</c:v>
                      </c:pt>
                      <c:pt idx="4619">
                        <c:v>0</c:v>
                      </c:pt>
                      <c:pt idx="4620">
                        <c:v>0</c:v>
                      </c:pt>
                      <c:pt idx="4621">
                        <c:v>0</c:v>
                      </c:pt>
                      <c:pt idx="4622">
                        <c:v>0</c:v>
                      </c:pt>
                      <c:pt idx="4623">
                        <c:v>0</c:v>
                      </c:pt>
                      <c:pt idx="4624">
                        <c:v>0</c:v>
                      </c:pt>
                      <c:pt idx="4625">
                        <c:v>0</c:v>
                      </c:pt>
                      <c:pt idx="4626">
                        <c:v>0</c:v>
                      </c:pt>
                      <c:pt idx="4627">
                        <c:v>0</c:v>
                      </c:pt>
                      <c:pt idx="4628">
                        <c:v>0</c:v>
                      </c:pt>
                      <c:pt idx="4629">
                        <c:v>0</c:v>
                      </c:pt>
                      <c:pt idx="4630">
                        <c:v>0</c:v>
                      </c:pt>
                      <c:pt idx="4631">
                        <c:v>0</c:v>
                      </c:pt>
                      <c:pt idx="4632">
                        <c:v>0</c:v>
                      </c:pt>
                      <c:pt idx="4633">
                        <c:v>0</c:v>
                      </c:pt>
                      <c:pt idx="4634">
                        <c:v>0</c:v>
                      </c:pt>
                      <c:pt idx="4635">
                        <c:v>0</c:v>
                      </c:pt>
                      <c:pt idx="4636">
                        <c:v>0</c:v>
                      </c:pt>
                      <c:pt idx="4637">
                        <c:v>0</c:v>
                      </c:pt>
                      <c:pt idx="4638">
                        <c:v>0</c:v>
                      </c:pt>
                      <c:pt idx="4639">
                        <c:v>0</c:v>
                      </c:pt>
                      <c:pt idx="4640">
                        <c:v>0</c:v>
                      </c:pt>
                      <c:pt idx="4641">
                        <c:v>0</c:v>
                      </c:pt>
                      <c:pt idx="4642">
                        <c:v>0</c:v>
                      </c:pt>
                      <c:pt idx="4643">
                        <c:v>0</c:v>
                      </c:pt>
                      <c:pt idx="4644">
                        <c:v>0</c:v>
                      </c:pt>
                      <c:pt idx="4645">
                        <c:v>0</c:v>
                      </c:pt>
                      <c:pt idx="4646">
                        <c:v>0</c:v>
                      </c:pt>
                      <c:pt idx="4647">
                        <c:v>0</c:v>
                      </c:pt>
                      <c:pt idx="4648">
                        <c:v>0</c:v>
                      </c:pt>
                      <c:pt idx="4649">
                        <c:v>0</c:v>
                      </c:pt>
                      <c:pt idx="4650">
                        <c:v>0</c:v>
                      </c:pt>
                      <c:pt idx="4651">
                        <c:v>0</c:v>
                      </c:pt>
                      <c:pt idx="4652">
                        <c:v>0</c:v>
                      </c:pt>
                      <c:pt idx="4653">
                        <c:v>0</c:v>
                      </c:pt>
                      <c:pt idx="4654">
                        <c:v>0</c:v>
                      </c:pt>
                      <c:pt idx="4655">
                        <c:v>0</c:v>
                      </c:pt>
                      <c:pt idx="4656">
                        <c:v>0</c:v>
                      </c:pt>
                      <c:pt idx="4657">
                        <c:v>0</c:v>
                      </c:pt>
                      <c:pt idx="4658">
                        <c:v>0</c:v>
                      </c:pt>
                      <c:pt idx="4659">
                        <c:v>0</c:v>
                      </c:pt>
                      <c:pt idx="4660">
                        <c:v>0</c:v>
                      </c:pt>
                      <c:pt idx="4661">
                        <c:v>0</c:v>
                      </c:pt>
                      <c:pt idx="4662">
                        <c:v>0</c:v>
                      </c:pt>
                      <c:pt idx="4663">
                        <c:v>0</c:v>
                      </c:pt>
                      <c:pt idx="4664">
                        <c:v>0</c:v>
                      </c:pt>
                      <c:pt idx="4665">
                        <c:v>0</c:v>
                      </c:pt>
                      <c:pt idx="4666">
                        <c:v>0</c:v>
                      </c:pt>
                      <c:pt idx="4667">
                        <c:v>0</c:v>
                      </c:pt>
                      <c:pt idx="4668">
                        <c:v>0</c:v>
                      </c:pt>
                      <c:pt idx="4669">
                        <c:v>0</c:v>
                      </c:pt>
                      <c:pt idx="4670">
                        <c:v>0</c:v>
                      </c:pt>
                      <c:pt idx="4671">
                        <c:v>0</c:v>
                      </c:pt>
                      <c:pt idx="4672">
                        <c:v>0</c:v>
                      </c:pt>
                      <c:pt idx="4673">
                        <c:v>0</c:v>
                      </c:pt>
                      <c:pt idx="4674">
                        <c:v>0</c:v>
                      </c:pt>
                      <c:pt idx="4675">
                        <c:v>0</c:v>
                      </c:pt>
                      <c:pt idx="4676">
                        <c:v>0</c:v>
                      </c:pt>
                      <c:pt idx="4677">
                        <c:v>0</c:v>
                      </c:pt>
                      <c:pt idx="4678">
                        <c:v>0</c:v>
                      </c:pt>
                      <c:pt idx="4679">
                        <c:v>0</c:v>
                      </c:pt>
                      <c:pt idx="4680">
                        <c:v>0</c:v>
                      </c:pt>
                      <c:pt idx="4681">
                        <c:v>0</c:v>
                      </c:pt>
                      <c:pt idx="4682">
                        <c:v>0</c:v>
                      </c:pt>
                      <c:pt idx="4683">
                        <c:v>0</c:v>
                      </c:pt>
                      <c:pt idx="4684">
                        <c:v>0</c:v>
                      </c:pt>
                      <c:pt idx="4685">
                        <c:v>0</c:v>
                      </c:pt>
                      <c:pt idx="4686">
                        <c:v>0</c:v>
                      </c:pt>
                      <c:pt idx="4687">
                        <c:v>0</c:v>
                      </c:pt>
                      <c:pt idx="4688">
                        <c:v>0</c:v>
                      </c:pt>
                      <c:pt idx="4689">
                        <c:v>0</c:v>
                      </c:pt>
                      <c:pt idx="4690">
                        <c:v>0</c:v>
                      </c:pt>
                      <c:pt idx="4691">
                        <c:v>0</c:v>
                      </c:pt>
                      <c:pt idx="4692">
                        <c:v>0</c:v>
                      </c:pt>
                      <c:pt idx="4693">
                        <c:v>0</c:v>
                      </c:pt>
                      <c:pt idx="4694">
                        <c:v>0</c:v>
                      </c:pt>
                      <c:pt idx="4695">
                        <c:v>0</c:v>
                      </c:pt>
                      <c:pt idx="4696">
                        <c:v>0</c:v>
                      </c:pt>
                      <c:pt idx="4697">
                        <c:v>0</c:v>
                      </c:pt>
                      <c:pt idx="4698">
                        <c:v>0</c:v>
                      </c:pt>
                      <c:pt idx="4699">
                        <c:v>0</c:v>
                      </c:pt>
                      <c:pt idx="4700">
                        <c:v>0</c:v>
                      </c:pt>
                      <c:pt idx="4701">
                        <c:v>0</c:v>
                      </c:pt>
                      <c:pt idx="4702">
                        <c:v>0</c:v>
                      </c:pt>
                      <c:pt idx="4703">
                        <c:v>0</c:v>
                      </c:pt>
                      <c:pt idx="4704">
                        <c:v>0</c:v>
                      </c:pt>
                      <c:pt idx="4705">
                        <c:v>0</c:v>
                      </c:pt>
                      <c:pt idx="4706">
                        <c:v>0</c:v>
                      </c:pt>
                      <c:pt idx="4707">
                        <c:v>0</c:v>
                      </c:pt>
                      <c:pt idx="4708">
                        <c:v>0</c:v>
                      </c:pt>
                      <c:pt idx="4709">
                        <c:v>0</c:v>
                      </c:pt>
                      <c:pt idx="4710">
                        <c:v>0</c:v>
                      </c:pt>
                      <c:pt idx="4711">
                        <c:v>0</c:v>
                      </c:pt>
                      <c:pt idx="4712">
                        <c:v>0</c:v>
                      </c:pt>
                      <c:pt idx="4713">
                        <c:v>0</c:v>
                      </c:pt>
                      <c:pt idx="4714">
                        <c:v>0</c:v>
                      </c:pt>
                      <c:pt idx="4715">
                        <c:v>0</c:v>
                      </c:pt>
                      <c:pt idx="4716">
                        <c:v>0</c:v>
                      </c:pt>
                      <c:pt idx="4717">
                        <c:v>0</c:v>
                      </c:pt>
                      <c:pt idx="4718">
                        <c:v>0</c:v>
                      </c:pt>
                      <c:pt idx="4719">
                        <c:v>0</c:v>
                      </c:pt>
                      <c:pt idx="4720">
                        <c:v>0</c:v>
                      </c:pt>
                      <c:pt idx="4721">
                        <c:v>0</c:v>
                      </c:pt>
                      <c:pt idx="4722">
                        <c:v>0</c:v>
                      </c:pt>
                      <c:pt idx="4723">
                        <c:v>0</c:v>
                      </c:pt>
                      <c:pt idx="4724">
                        <c:v>0</c:v>
                      </c:pt>
                      <c:pt idx="4725">
                        <c:v>0</c:v>
                      </c:pt>
                      <c:pt idx="4726">
                        <c:v>0</c:v>
                      </c:pt>
                      <c:pt idx="4727">
                        <c:v>0</c:v>
                      </c:pt>
                      <c:pt idx="4728">
                        <c:v>0</c:v>
                      </c:pt>
                      <c:pt idx="4729">
                        <c:v>0</c:v>
                      </c:pt>
                      <c:pt idx="4730">
                        <c:v>0</c:v>
                      </c:pt>
                      <c:pt idx="4731">
                        <c:v>0</c:v>
                      </c:pt>
                      <c:pt idx="4732">
                        <c:v>0</c:v>
                      </c:pt>
                      <c:pt idx="4733">
                        <c:v>0</c:v>
                      </c:pt>
                      <c:pt idx="4734">
                        <c:v>0</c:v>
                      </c:pt>
                      <c:pt idx="4735">
                        <c:v>0</c:v>
                      </c:pt>
                      <c:pt idx="4736">
                        <c:v>0</c:v>
                      </c:pt>
                      <c:pt idx="4737">
                        <c:v>0</c:v>
                      </c:pt>
                      <c:pt idx="4738">
                        <c:v>0</c:v>
                      </c:pt>
                      <c:pt idx="4739">
                        <c:v>0</c:v>
                      </c:pt>
                      <c:pt idx="4740">
                        <c:v>0</c:v>
                      </c:pt>
                      <c:pt idx="4741">
                        <c:v>0</c:v>
                      </c:pt>
                      <c:pt idx="4742">
                        <c:v>0</c:v>
                      </c:pt>
                      <c:pt idx="4743">
                        <c:v>0</c:v>
                      </c:pt>
                      <c:pt idx="4744">
                        <c:v>0</c:v>
                      </c:pt>
                      <c:pt idx="4745">
                        <c:v>0</c:v>
                      </c:pt>
                      <c:pt idx="4746">
                        <c:v>0</c:v>
                      </c:pt>
                      <c:pt idx="4747">
                        <c:v>0</c:v>
                      </c:pt>
                      <c:pt idx="4748">
                        <c:v>0</c:v>
                      </c:pt>
                      <c:pt idx="4749">
                        <c:v>0</c:v>
                      </c:pt>
                      <c:pt idx="4750">
                        <c:v>0</c:v>
                      </c:pt>
                      <c:pt idx="4751">
                        <c:v>0</c:v>
                      </c:pt>
                      <c:pt idx="4752">
                        <c:v>0</c:v>
                      </c:pt>
                      <c:pt idx="4753">
                        <c:v>0</c:v>
                      </c:pt>
                      <c:pt idx="4754">
                        <c:v>0</c:v>
                      </c:pt>
                      <c:pt idx="4755">
                        <c:v>0</c:v>
                      </c:pt>
                      <c:pt idx="4756">
                        <c:v>0</c:v>
                      </c:pt>
                      <c:pt idx="4757">
                        <c:v>0</c:v>
                      </c:pt>
                      <c:pt idx="4758">
                        <c:v>0</c:v>
                      </c:pt>
                      <c:pt idx="4759">
                        <c:v>0</c:v>
                      </c:pt>
                      <c:pt idx="4760">
                        <c:v>0</c:v>
                      </c:pt>
                      <c:pt idx="4761">
                        <c:v>0</c:v>
                      </c:pt>
                      <c:pt idx="4762">
                        <c:v>0</c:v>
                      </c:pt>
                      <c:pt idx="4763">
                        <c:v>0</c:v>
                      </c:pt>
                      <c:pt idx="4764">
                        <c:v>0</c:v>
                      </c:pt>
                      <c:pt idx="4765">
                        <c:v>0</c:v>
                      </c:pt>
                      <c:pt idx="4766">
                        <c:v>0</c:v>
                      </c:pt>
                      <c:pt idx="4767">
                        <c:v>0</c:v>
                      </c:pt>
                      <c:pt idx="4768">
                        <c:v>0</c:v>
                      </c:pt>
                      <c:pt idx="4769">
                        <c:v>0</c:v>
                      </c:pt>
                      <c:pt idx="4770">
                        <c:v>0</c:v>
                      </c:pt>
                      <c:pt idx="4771">
                        <c:v>0</c:v>
                      </c:pt>
                      <c:pt idx="4772">
                        <c:v>0</c:v>
                      </c:pt>
                      <c:pt idx="4773">
                        <c:v>0</c:v>
                      </c:pt>
                      <c:pt idx="4774">
                        <c:v>0</c:v>
                      </c:pt>
                      <c:pt idx="4775">
                        <c:v>0</c:v>
                      </c:pt>
                      <c:pt idx="4776">
                        <c:v>0</c:v>
                      </c:pt>
                      <c:pt idx="4777">
                        <c:v>0</c:v>
                      </c:pt>
                      <c:pt idx="4778">
                        <c:v>0</c:v>
                      </c:pt>
                      <c:pt idx="4779">
                        <c:v>0</c:v>
                      </c:pt>
                      <c:pt idx="4780">
                        <c:v>0</c:v>
                      </c:pt>
                      <c:pt idx="4781">
                        <c:v>0</c:v>
                      </c:pt>
                      <c:pt idx="4782">
                        <c:v>0</c:v>
                      </c:pt>
                      <c:pt idx="4783">
                        <c:v>0</c:v>
                      </c:pt>
                      <c:pt idx="4784">
                        <c:v>0</c:v>
                      </c:pt>
                      <c:pt idx="4785">
                        <c:v>0</c:v>
                      </c:pt>
                      <c:pt idx="4786">
                        <c:v>0</c:v>
                      </c:pt>
                      <c:pt idx="4787">
                        <c:v>0</c:v>
                      </c:pt>
                      <c:pt idx="4788">
                        <c:v>0</c:v>
                      </c:pt>
                      <c:pt idx="4789">
                        <c:v>0</c:v>
                      </c:pt>
                      <c:pt idx="4790">
                        <c:v>0</c:v>
                      </c:pt>
                      <c:pt idx="4791">
                        <c:v>0</c:v>
                      </c:pt>
                      <c:pt idx="4792">
                        <c:v>0</c:v>
                      </c:pt>
                      <c:pt idx="4793">
                        <c:v>0</c:v>
                      </c:pt>
                      <c:pt idx="4794">
                        <c:v>0</c:v>
                      </c:pt>
                      <c:pt idx="4795">
                        <c:v>0</c:v>
                      </c:pt>
                      <c:pt idx="4796">
                        <c:v>0</c:v>
                      </c:pt>
                      <c:pt idx="4797">
                        <c:v>0</c:v>
                      </c:pt>
                      <c:pt idx="4798">
                        <c:v>0</c:v>
                      </c:pt>
                      <c:pt idx="4799">
                        <c:v>0</c:v>
                      </c:pt>
                      <c:pt idx="4800">
                        <c:v>0</c:v>
                      </c:pt>
                      <c:pt idx="4801">
                        <c:v>0</c:v>
                      </c:pt>
                      <c:pt idx="4802">
                        <c:v>0</c:v>
                      </c:pt>
                      <c:pt idx="4803">
                        <c:v>0</c:v>
                      </c:pt>
                      <c:pt idx="4804">
                        <c:v>0</c:v>
                      </c:pt>
                      <c:pt idx="4805">
                        <c:v>0</c:v>
                      </c:pt>
                      <c:pt idx="4806">
                        <c:v>0</c:v>
                      </c:pt>
                      <c:pt idx="4807">
                        <c:v>0</c:v>
                      </c:pt>
                      <c:pt idx="4808">
                        <c:v>0</c:v>
                      </c:pt>
                      <c:pt idx="4809">
                        <c:v>0</c:v>
                      </c:pt>
                      <c:pt idx="4810">
                        <c:v>0</c:v>
                      </c:pt>
                      <c:pt idx="4811">
                        <c:v>0</c:v>
                      </c:pt>
                      <c:pt idx="4812">
                        <c:v>0</c:v>
                      </c:pt>
                      <c:pt idx="4813">
                        <c:v>0</c:v>
                      </c:pt>
                      <c:pt idx="4814">
                        <c:v>0</c:v>
                      </c:pt>
                      <c:pt idx="4815">
                        <c:v>0</c:v>
                      </c:pt>
                      <c:pt idx="4816">
                        <c:v>0</c:v>
                      </c:pt>
                      <c:pt idx="4817">
                        <c:v>0</c:v>
                      </c:pt>
                      <c:pt idx="4818">
                        <c:v>0</c:v>
                      </c:pt>
                      <c:pt idx="4819">
                        <c:v>0</c:v>
                      </c:pt>
                      <c:pt idx="4820">
                        <c:v>0</c:v>
                      </c:pt>
                      <c:pt idx="4821">
                        <c:v>0</c:v>
                      </c:pt>
                      <c:pt idx="4822">
                        <c:v>0</c:v>
                      </c:pt>
                      <c:pt idx="4823">
                        <c:v>0</c:v>
                      </c:pt>
                      <c:pt idx="4824">
                        <c:v>0</c:v>
                      </c:pt>
                      <c:pt idx="4825">
                        <c:v>0</c:v>
                      </c:pt>
                      <c:pt idx="4826">
                        <c:v>0</c:v>
                      </c:pt>
                      <c:pt idx="4827">
                        <c:v>0</c:v>
                      </c:pt>
                      <c:pt idx="4828">
                        <c:v>0</c:v>
                      </c:pt>
                      <c:pt idx="4829">
                        <c:v>0</c:v>
                      </c:pt>
                      <c:pt idx="4830">
                        <c:v>0</c:v>
                      </c:pt>
                      <c:pt idx="4831">
                        <c:v>0</c:v>
                      </c:pt>
                      <c:pt idx="4832">
                        <c:v>0</c:v>
                      </c:pt>
                      <c:pt idx="4833">
                        <c:v>0</c:v>
                      </c:pt>
                      <c:pt idx="4834">
                        <c:v>0</c:v>
                      </c:pt>
                      <c:pt idx="4835">
                        <c:v>0</c:v>
                      </c:pt>
                      <c:pt idx="4836">
                        <c:v>0</c:v>
                      </c:pt>
                    </c:numCache>
                  </c:numRef>
                </c:val>
                <c:smooth val="0"/>
              </c15:ser>
            </c15:filteredLineSeries>
          </c:ext>
        </c:extLst>
      </c:lineChart>
      <c:dateAx>
        <c:axId val="1135435088"/>
        <c:scaling>
          <c:orientation val="minMax"/>
        </c:scaling>
        <c:delete val="0"/>
        <c:axPos val="b"/>
        <c:numFmt formatCode="yyyy/mm/dd"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135434000"/>
        <c:crosses val="autoZero"/>
        <c:auto val="1"/>
        <c:lblOffset val="100"/>
        <c:baseTimeUnit val="days"/>
      </c:dateAx>
      <c:valAx>
        <c:axId val="1135434000"/>
        <c:scaling>
          <c:orientation val="minMax"/>
          <c:min val="0.5"/>
        </c:scaling>
        <c:delete val="0"/>
        <c:axPos val="l"/>
        <c:numFmt formatCode="0.0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13543508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3111578403052"/>
          <c:y val="0.12308196162502945"/>
          <c:w val="0.84964254026595343"/>
          <c:h val="0.75776881778823424"/>
        </c:manualLayout>
      </c:layout>
      <c:lineChart>
        <c:grouping val="standard"/>
        <c:varyColors val="0"/>
        <c:ser>
          <c:idx val="0"/>
          <c:order val="0"/>
          <c:tx>
            <c:strRef>
              <c:f>致远!$C$11</c:f>
              <c:strCache>
                <c:ptCount val="1"/>
                <c:pt idx="0">
                  <c:v>鑫元致远量化选股A</c:v>
                </c:pt>
              </c:strCache>
            </c:strRef>
          </c:tx>
          <c:spPr>
            <a:ln w="28575" cap="rnd">
              <a:solidFill>
                <a:schemeClr val="accent1"/>
              </a:solidFill>
              <a:round/>
            </a:ln>
            <a:effectLst/>
          </c:spPr>
          <c:marker>
            <c:symbol val="none"/>
          </c:marker>
          <c:cat>
            <c:numRef>
              <c:f>致远!$B$12:$B$10005</c:f>
              <c:numCache>
                <c:formatCode>yyyy/mm/dd</c:formatCode>
                <c:ptCount val="9994"/>
                <c:pt idx="0">
                  <c:v>45716</c:v>
                </c:pt>
                <c:pt idx="1">
                  <c:v>45719</c:v>
                </c:pt>
                <c:pt idx="2">
                  <c:v>45720</c:v>
                </c:pt>
                <c:pt idx="3">
                  <c:v>45721</c:v>
                </c:pt>
                <c:pt idx="4">
                  <c:v>45722</c:v>
                </c:pt>
                <c:pt idx="5">
                  <c:v>45723</c:v>
                </c:pt>
                <c:pt idx="6">
                  <c:v>45726</c:v>
                </c:pt>
                <c:pt idx="7">
                  <c:v>45727</c:v>
                </c:pt>
                <c:pt idx="8">
                  <c:v>45728</c:v>
                </c:pt>
                <c:pt idx="9">
                  <c:v>45729</c:v>
                </c:pt>
                <c:pt idx="10">
                  <c:v>45730</c:v>
                </c:pt>
                <c:pt idx="11">
                  <c:v>45733</c:v>
                </c:pt>
                <c:pt idx="12">
                  <c:v>45734</c:v>
                </c:pt>
                <c:pt idx="13">
                  <c:v>45735</c:v>
                </c:pt>
                <c:pt idx="14">
                  <c:v>45736</c:v>
                </c:pt>
                <c:pt idx="15">
                  <c:v>45737</c:v>
                </c:pt>
                <c:pt idx="16">
                  <c:v>45740</c:v>
                </c:pt>
                <c:pt idx="17">
                  <c:v>45741</c:v>
                </c:pt>
                <c:pt idx="18">
                  <c:v>45742</c:v>
                </c:pt>
                <c:pt idx="19">
                  <c:v>45743</c:v>
                </c:pt>
                <c:pt idx="20">
                  <c:v>45744</c:v>
                </c:pt>
                <c:pt idx="21">
                  <c:v>45747</c:v>
                </c:pt>
                <c:pt idx="22">
                  <c:v>45748</c:v>
                </c:pt>
                <c:pt idx="23">
                  <c:v>45749</c:v>
                </c:pt>
                <c:pt idx="24">
                  <c:v>45750</c:v>
                </c:pt>
                <c:pt idx="25">
                  <c:v>45754</c:v>
                </c:pt>
                <c:pt idx="26">
                  <c:v>45755</c:v>
                </c:pt>
                <c:pt idx="27">
                  <c:v>45756</c:v>
                </c:pt>
                <c:pt idx="28">
                  <c:v>45757</c:v>
                </c:pt>
                <c:pt idx="29">
                  <c:v>45758</c:v>
                </c:pt>
                <c:pt idx="30">
                  <c:v>45761</c:v>
                </c:pt>
                <c:pt idx="31">
                  <c:v>45762</c:v>
                </c:pt>
                <c:pt idx="32">
                  <c:v>45763</c:v>
                </c:pt>
                <c:pt idx="33">
                  <c:v>45764</c:v>
                </c:pt>
                <c:pt idx="34">
                  <c:v>45765</c:v>
                </c:pt>
                <c:pt idx="35">
                  <c:v>45768</c:v>
                </c:pt>
                <c:pt idx="36">
                  <c:v>45769</c:v>
                </c:pt>
                <c:pt idx="37">
                  <c:v>45770</c:v>
                </c:pt>
                <c:pt idx="38">
                  <c:v>45771</c:v>
                </c:pt>
                <c:pt idx="39">
                  <c:v>45772</c:v>
                </c:pt>
                <c:pt idx="40">
                  <c:v>45775</c:v>
                </c:pt>
                <c:pt idx="41">
                  <c:v>45776</c:v>
                </c:pt>
                <c:pt idx="42">
                  <c:v>45777</c:v>
                </c:pt>
                <c:pt idx="43">
                  <c:v>45783</c:v>
                </c:pt>
                <c:pt idx="44">
                  <c:v>45784</c:v>
                </c:pt>
                <c:pt idx="45">
                  <c:v>45785</c:v>
                </c:pt>
                <c:pt idx="46">
                  <c:v>45786</c:v>
                </c:pt>
                <c:pt idx="47">
                  <c:v>45789</c:v>
                </c:pt>
                <c:pt idx="48">
                  <c:v>45790</c:v>
                </c:pt>
                <c:pt idx="49">
                  <c:v>45791</c:v>
                </c:pt>
                <c:pt idx="50">
                  <c:v>45792</c:v>
                </c:pt>
                <c:pt idx="51">
                  <c:v>45793</c:v>
                </c:pt>
                <c:pt idx="52">
                  <c:v>45796</c:v>
                </c:pt>
                <c:pt idx="53">
                  <c:v>45797</c:v>
                </c:pt>
                <c:pt idx="54">
                  <c:v>45798</c:v>
                </c:pt>
                <c:pt idx="55">
                  <c:v>45799</c:v>
                </c:pt>
                <c:pt idx="56">
                  <c:v>45800</c:v>
                </c:pt>
                <c:pt idx="57">
                  <c:v>45803</c:v>
                </c:pt>
                <c:pt idx="58">
                  <c:v>45804</c:v>
                </c:pt>
                <c:pt idx="59">
                  <c:v>45805</c:v>
                </c:pt>
                <c:pt idx="60">
                  <c:v>45806</c:v>
                </c:pt>
                <c:pt idx="61">
                  <c:v>45807</c:v>
                </c:pt>
                <c:pt idx="62">
                  <c:v>45811</c:v>
                </c:pt>
                <c:pt idx="63">
                  <c:v>45812</c:v>
                </c:pt>
                <c:pt idx="64">
                  <c:v>45813</c:v>
                </c:pt>
                <c:pt idx="65">
                  <c:v>45814</c:v>
                </c:pt>
                <c:pt idx="66">
                  <c:v>45817</c:v>
                </c:pt>
                <c:pt idx="67">
                  <c:v>45818</c:v>
                </c:pt>
                <c:pt idx="68">
                  <c:v>45819</c:v>
                </c:pt>
                <c:pt idx="69">
                  <c:v>45820</c:v>
                </c:pt>
                <c:pt idx="70">
                  <c:v>45821</c:v>
                </c:pt>
                <c:pt idx="71">
                  <c:v>45824</c:v>
                </c:pt>
                <c:pt idx="72">
                  <c:v>45825</c:v>
                </c:pt>
                <c:pt idx="73">
                  <c:v>45826</c:v>
                </c:pt>
                <c:pt idx="74">
                  <c:v>45827</c:v>
                </c:pt>
                <c:pt idx="75">
                  <c:v>45828</c:v>
                </c:pt>
                <c:pt idx="76">
                  <c:v>45831</c:v>
                </c:pt>
                <c:pt idx="77">
                  <c:v>45832</c:v>
                </c:pt>
                <c:pt idx="78">
                  <c:v>45833</c:v>
                </c:pt>
                <c:pt idx="79">
                  <c:v>45834</c:v>
                </c:pt>
                <c:pt idx="80">
                  <c:v>45835</c:v>
                </c:pt>
                <c:pt idx="81">
                  <c:v>45838</c:v>
                </c:pt>
                <c:pt idx="82">
                  <c:v>45839</c:v>
                </c:pt>
                <c:pt idx="83">
                  <c:v>45840</c:v>
                </c:pt>
                <c:pt idx="84">
                  <c:v>45841</c:v>
                </c:pt>
                <c:pt idx="85">
                  <c:v>45842</c:v>
                </c:pt>
                <c:pt idx="86">
                  <c:v>45845</c:v>
                </c:pt>
                <c:pt idx="87">
                  <c:v>45846</c:v>
                </c:pt>
                <c:pt idx="88">
                  <c:v>45847</c:v>
                </c:pt>
                <c:pt idx="89">
                  <c:v>45848</c:v>
                </c:pt>
                <c:pt idx="90">
                  <c:v>45849</c:v>
                </c:pt>
                <c:pt idx="91">
                  <c:v>45852</c:v>
                </c:pt>
                <c:pt idx="92">
                  <c:v>45853</c:v>
                </c:pt>
                <c:pt idx="93">
                  <c:v>45854</c:v>
                </c:pt>
                <c:pt idx="94">
                  <c:v>45855</c:v>
                </c:pt>
                <c:pt idx="95">
                  <c:v>45856</c:v>
                </c:pt>
                <c:pt idx="96">
                  <c:v>45859</c:v>
                </c:pt>
                <c:pt idx="97">
                  <c:v>45860</c:v>
                </c:pt>
                <c:pt idx="98">
                  <c:v>45861</c:v>
                </c:pt>
                <c:pt idx="99">
                  <c:v>45862</c:v>
                </c:pt>
                <c:pt idx="100">
                  <c:v>45863</c:v>
                </c:pt>
                <c:pt idx="101">
                  <c:v>45866</c:v>
                </c:pt>
                <c:pt idx="102">
                  <c:v>45867</c:v>
                </c:pt>
                <c:pt idx="103">
                  <c:v>45868</c:v>
                </c:pt>
                <c:pt idx="104">
                  <c:v>45869</c:v>
                </c:pt>
                <c:pt idx="105">
                  <c:v>45870</c:v>
                </c:pt>
                <c:pt idx="106">
                  <c:v>45873</c:v>
                </c:pt>
                <c:pt idx="107">
                  <c:v>45874</c:v>
                </c:pt>
                <c:pt idx="108">
                  <c:v>45875</c:v>
                </c:pt>
                <c:pt idx="109">
                  <c:v>45876</c:v>
                </c:pt>
                <c:pt idx="110">
                  <c:v>45877</c:v>
                </c:pt>
                <c:pt idx="111">
                  <c:v>45880</c:v>
                </c:pt>
                <c:pt idx="112">
                  <c:v>45881</c:v>
                </c:pt>
                <c:pt idx="113">
                  <c:v>45882</c:v>
                </c:pt>
                <c:pt idx="114">
                  <c:v>45883</c:v>
                </c:pt>
                <c:pt idx="115">
                  <c:v>45884</c:v>
                </c:pt>
                <c:pt idx="116">
                  <c:v>45887</c:v>
                </c:pt>
                <c:pt idx="117">
                  <c:v>45888</c:v>
                </c:pt>
                <c:pt idx="118">
                  <c:v>45889</c:v>
                </c:pt>
                <c:pt idx="119">
                  <c:v>45890</c:v>
                </c:pt>
                <c:pt idx="120">
                  <c:v>45891</c:v>
                </c:pt>
                <c:pt idx="121">
                  <c:v>45894</c:v>
                </c:pt>
                <c:pt idx="122">
                  <c:v>45895</c:v>
                </c:pt>
                <c:pt idx="123">
                  <c:v>45896</c:v>
                </c:pt>
                <c:pt idx="124">
                  <c:v>45897</c:v>
                </c:pt>
                <c:pt idx="125">
                  <c:v>45898</c:v>
                </c:pt>
                <c:pt idx="126">
                  <c:v>45901</c:v>
                </c:pt>
                <c:pt idx="127">
                  <c:v>45902</c:v>
                </c:pt>
                <c:pt idx="128">
                  <c:v>45903</c:v>
                </c:pt>
                <c:pt idx="129">
                  <c:v>45904</c:v>
                </c:pt>
                <c:pt idx="130">
                  <c:v>45905</c:v>
                </c:pt>
                <c:pt idx="131">
                  <c:v>45908</c:v>
                </c:pt>
                <c:pt idx="132">
                  <c:v>45909</c:v>
                </c:pt>
                <c:pt idx="133">
                  <c:v>45910</c:v>
                </c:pt>
                <c:pt idx="134">
                  <c:v>45911</c:v>
                </c:pt>
                <c:pt idx="135">
                  <c:v>45912</c:v>
                </c:pt>
                <c:pt idx="136">
                  <c:v>45915</c:v>
                </c:pt>
                <c:pt idx="137">
                  <c:v>45916</c:v>
                </c:pt>
                <c:pt idx="138">
                  <c:v>45917</c:v>
                </c:pt>
                <c:pt idx="139">
                  <c:v>45918</c:v>
                </c:pt>
                <c:pt idx="140">
                  <c:v>45919</c:v>
                </c:pt>
                <c:pt idx="141">
                  <c:v>45922</c:v>
                </c:pt>
                <c:pt idx="142">
                  <c:v>45923</c:v>
                </c:pt>
                <c:pt idx="143">
                  <c:v>45924</c:v>
                </c:pt>
                <c:pt idx="144">
                  <c:v>45925</c:v>
                </c:pt>
                <c:pt idx="145">
                  <c:v>45926</c:v>
                </c:pt>
                <c:pt idx="146">
                  <c:v>45929</c:v>
                </c:pt>
                <c:pt idx="147">
                  <c:v>45930</c:v>
                </c:pt>
                <c:pt idx="148">
                  <c:v>45939</c:v>
                </c:pt>
                <c:pt idx="149">
                  <c:v>45940</c:v>
                </c:pt>
                <c:pt idx="150">
                  <c:v>45943</c:v>
                </c:pt>
                <c:pt idx="151">
                  <c:v>45944</c:v>
                </c:pt>
                <c:pt idx="152">
                  <c:v>45945</c:v>
                </c:pt>
                <c:pt idx="153">
                  <c:v>45946</c:v>
                </c:pt>
                <c:pt idx="154">
                  <c:v>45947</c:v>
                </c:pt>
                <c:pt idx="155">
                  <c:v>45950</c:v>
                </c:pt>
                <c:pt idx="156">
                  <c:v>45951</c:v>
                </c:pt>
                <c:pt idx="157">
                  <c:v>45952</c:v>
                </c:pt>
                <c:pt idx="158">
                  <c:v>45953</c:v>
                </c:pt>
                <c:pt idx="159">
                  <c:v>45954</c:v>
                </c:pt>
                <c:pt idx="160">
                  <c:v>45957</c:v>
                </c:pt>
                <c:pt idx="161">
                  <c:v>45958</c:v>
                </c:pt>
                <c:pt idx="162">
                  <c:v>45959</c:v>
                </c:pt>
                <c:pt idx="163">
                  <c:v>45960</c:v>
                </c:pt>
                <c:pt idx="164">
                  <c:v>45961</c:v>
                </c:pt>
                <c:pt idx="165">
                  <c:v>45964</c:v>
                </c:pt>
                <c:pt idx="166">
                  <c:v>45965</c:v>
                </c:pt>
                <c:pt idx="167">
                  <c:v>45966</c:v>
                </c:pt>
                <c:pt idx="168">
                  <c:v>45967</c:v>
                </c:pt>
                <c:pt idx="169">
                  <c:v>45968</c:v>
                </c:pt>
                <c:pt idx="170">
                  <c:v>45971</c:v>
                </c:pt>
                <c:pt idx="171">
                  <c:v>45972</c:v>
                </c:pt>
                <c:pt idx="172">
                  <c:v>45973</c:v>
                </c:pt>
                <c:pt idx="173">
                  <c:v>45974</c:v>
                </c:pt>
                <c:pt idx="174">
                  <c:v>45975</c:v>
                </c:pt>
                <c:pt idx="175">
                  <c:v>45978</c:v>
                </c:pt>
                <c:pt idx="176">
                  <c:v>45979</c:v>
                </c:pt>
                <c:pt idx="177">
                  <c:v>45980</c:v>
                </c:pt>
                <c:pt idx="178">
                  <c:v>45981</c:v>
                </c:pt>
                <c:pt idx="179">
                  <c:v>45982</c:v>
                </c:pt>
                <c:pt idx="180">
                  <c:v>45985</c:v>
                </c:pt>
                <c:pt idx="181">
                  <c:v>45986</c:v>
                </c:pt>
                <c:pt idx="182">
                  <c:v>45987</c:v>
                </c:pt>
                <c:pt idx="183">
                  <c:v>45988</c:v>
                </c:pt>
                <c:pt idx="184">
                  <c:v>45989</c:v>
                </c:pt>
                <c:pt idx="185">
                  <c:v>45992</c:v>
                </c:pt>
                <c:pt idx="186">
                  <c:v>45993</c:v>
                </c:pt>
                <c:pt idx="187">
                  <c:v>45994</c:v>
                </c:pt>
                <c:pt idx="188">
                  <c:v>45995</c:v>
                </c:pt>
                <c:pt idx="189">
                  <c:v>45996</c:v>
                </c:pt>
                <c:pt idx="190">
                  <c:v>45999</c:v>
                </c:pt>
                <c:pt idx="191">
                  <c:v>46000</c:v>
                </c:pt>
                <c:pt idx="192">
                  <c:v>46001</c:v>
                </c:pt>
                <c:pt idx="193">
                  <c:v>46002</c:v>
                </c:pt>
                <c:pt idx="194">
                  <c:v>46003</c:v>
                </c:pt>
                <c:pt idx="195">
                  <c:v>46006</c:v>
                </c:pt>
                <c:pt idx="196">
                  <c:v>46007</c:v>
                </c:pt>
                <c:pt idx="197">
                  <c:v>46008</c:v>
                </c:pt>
                <c:pt idx="198">
                  <c:v>46009</c:v>
                </c:pt>
                <c:pt idx="199">
                  <c:v>46010</c:v>
                </c:pt>
                <c:pt idx="200">
                  <c:v>46013</c:v>
                </c:pt>
                <c:pt idx="201">
                  <c:v>46014</c:v>
                </c:pt>
                <c:pt idx="202">
                  <c:v>46015</c:v>
                </c:pt>
                <c:pt idx="203">
                  <c:v>46016</c:v>
                </c:pt>
                <c:pt idx="204">
                  <c:v>46017</c:v>
                </c:pt>
                <c:pt idx="205">
                  <c:v>46020</c:v>
                </c:pt>
                <c:pt idx="206">
                  <c:v>46021</c:v>
                </c:pt>
                <c:pt idx="207">
                  <c:v>46022</c:v>
                </c:pt>
                <c:pt idx="208">
                  <c:v>46027</c:v>
                </c:pt>
                <c:pt idx="209">
                  <c:v>46028</c:v>
                </c:pt>
                <c:pt idx="210">
                  <c:v>46029</c:v>
                </c:pt>
                <c:pt idx="211">
                  <c:v>46030</c:v>
                </c:pt>
                <c:pt idx="212">
                  <c:v>46031</c:v>
                </c:pt>
                <c:pt idx="213">
                  <c:v>46034</c:v>
                </c:pt>
                <c:pt idx="214">
                  <c:v>46035</c:v>
                </c:pt>
                <c:pt idx="215">
                  <c:v>46036</c:v>
                </c:pt>
                <c:pt idx="216">
                  <c:v>46037</c:v>
                </c:pt>
                <c:pt idx="217">
                  <c:v>46038</c:v>
                </c:pt>
                <c:pt idx="218">
                  <c:v>46041</c:v>
                </c:pt>
                <c:pt idx="219">
                  <c:v>46042</c:v>
                </c:pt>
                <c:pt idx="220">
                  <c:v>46043</c:v>
                </c:pt>
                <c:pt idx="221">
                  <c:v>46044</c:v>
                </c:pt>
                <c:pt idx="222">
                  <c:v>46045</c:v>
                </c:pt>
                <c:pt idx="223">
                  <c:v>46048</c:v>
                </c:pt>
                <c:pt idx="224">
                  <c:v>46049</c:v>
                </c:pt>
                <c:pt idx="225">
                  <c:v>46050</c:v>
                </c:pt>
                <c:pt idx="226">
                  <c:v>46051</c:v>
                </c:pt>
                <c:pt idx="227">
                  <c:v>46052</c:v>
                </c:pt>
                <c:pt idx="228">
                  <c:v>46055</c:v>
                </c:pt>
                <c:pt idx="229">
                  <c:v>46056</c:v>
                </c:pt>
                <c:pt idx="230">
                  <c:v>46057</c:v>
                </c:pt>
                <c:pt idx="231">
                  <c:v>46058</c:v>
                </c:pt>
                <c:pt idx="232">
                  <c:v>46059</c:v>
                </c:pt>
                <c:pt idx="233">
                  <c:v>46062</c:v>
                </c:pt>
                <c:pt idx="234">
                  <c:v>46063</c:v>
                </c:pt>
                <c:pt idx="235">
                  <c:v>46064</c:v>
                </c:pt>
                <c:pt idx="236">
                  <c:v>46065</c:v>
                </c:pt>
                <c:pt idx="237">
                  <c:v>46066</c:v>
                </c:pt>
                <c:pt idx="238">
                  <c:v>46077</c:v>
                </c:pt>
                <c:pt idx="239">
                  <c:v>46078</c:v>
                </c:pt>
                <c:pt idx="240">
                  <c:v>46079</c:v>
                </c:pt>
                <c:pt idx="241">
                  <c:v>46080</c:v>
                </c:pt>
                <c:pt idx="242">
                  <c:v>46083</c:v>
                </c:pt>
                <c:pt idx="243">
                  <c:v>46084</c:v>
                </c:pt>
                <c:pt idx="244">
                  <c:v>46085</c:v>
                </c:pt>
                <c:pt idx="245">
                  <c:v>46086</c:v>
                </c:pt>
                <c:pt idx="246">
                  <c:v>46087</c:v>
                </c:pt>
                <c:pt idx="247">
                  <c:v>46090</c:v>
                </c:pt>
                <c:pt idx="248">
                  <c:v>46091</c:v>
                </c:pt>
                <c:pt idx="249">
                  <c:v>46092</c:v>
                </c:pt>
                <c:pt idx="250">
                  <c:v>46093</c:v>
                </c:pt>
                <c:pt idx="251">
                  <c:v>46094</c:v>
                </c:pt>
                <c:pt idx="252">
                  <c:v>46097</c:v>
                </c:pt>
                <c:pt idx="253">
                  <c:v>46098</c:v>
                </c:pt>
                <c:pt idx="254">
                  <c:v>46099</c:v>
                </c:pt>
                <c:pt idx="255">
                  <c:v>46100</c:v>
                </c:pt>
                <c:pt idx="256">
                  <c:v>46101</c:v>
                </c:pt>
                <c:pt idx="257">
                  <c:v>46104</c:v>
                </c:pt>
                <c:pt idx="258">
                  <c:v>46105</c:v>
                </c:pt>
                <c:pt idx="259">
                  <c:v>46106</c:v>
                </c:pt>
                <c:pt idx="260">
                  <c:v>46107</c:v>
                </c:pt>
                <c:pt idx="261">
                  <c:v>46108</c:v>
                </c:pt>
                <c:pt idx="262">
                  <c:v>46111</c:v>
                </c:pt>
                <c:pt idx="263">
                  <c:v>46112</c:v>
                </c:pt>
                <c:pt idx="264">
                  <c:v>46113</c:v>
                </c:pt>
                <c:pt idx="265">
                  <c:v>46114</c:v>
                </c:pt>
                <c:pt idx="266">
                  <c:v>46115</c:v>
                </c:pt>
                <c:pt idx="267">
                  <c:v>46119</c:v>
                </c:pt>
                <c:pt idx="268">
                  <c:v>46120</c:v>
                </c:pt>
                <c:pt idx="269">
                  <c:v>46121</c:v>
                </c:pt>
                <c:pt idx="270">
                  <c:v>46122</c:v>
                </c:pt>
                <c:pt idx="271">
                  <c:v>46125</c:v>
                </c:pt>
                <c:pt idx="272">
                  <c:v>46126</c:v>
                </c:pt>
                <c:pt idx="273">
                  <c:v>46127</c:v>
                </c:pt>
                <c:pt idx="274">
                  <c:v>46128</c:v>
                </c:pt>
                <c:pt idx="275">
                  <c:v>46129</c:v>
                </c:pt>
                <c:pt idx="276">
                  <c:v>46132</c:v>
                </c:pt>
                <c:pt idx="277">
                  <c:v>46133</c:v>
                </c:pt>
                <c:pt idx="278">
                  <c:v>46134</c:v>
                </c:pt>
                <c:pt idx="279">
                  <c:v>46135</c:v>
                </c:pt>
                <c:pt idx="280">
                  <c:v>46136</c:v>
                </c:pt>
                <c:pt idx="281">
                  <c:v>46139</c:v>
                </c:pt>
                <c:pt idx="282">
                  <c:v>46140</c:v>
                </c:pt>
                <c:pt idx="283">
                  <c:v>46141</c:v>
                </c:pt>
                <c:pt idx="284">
                  <c:v>46142</c:v>
                </c:pt>
                <c:pt idx="285">
                  <c:v>46148</c:v>
                </c:pt>
                <c:pt idx="286">
                  <c:v>46149</c:v>
                </c:pt>
                <c:pt idx="287">
                  <c:v>46150</c:v>
                </c:pt>
                <c:pt idx="288">
                  <c:v>46153</c:v>
                </c:pt>
                <c:pt idx="289">
                  <c:v>46154</c:v>
                </c:pt>
                <c:pt idx="290">
                  <c:v>46155</c:v>
                </c:pt>
                <c:pt idx="291">
                  <c:v>46156</c:v>
                </c:pt>
                <c:pt idx="292">
                  <c:v>46157</c:v>
                </c:pt>
                <c:pt idx="293">
                  <c:v>46160</c:v>
                </c:pt>
                <c:pt idx="294">
                  <c:v>46161</c:v>
                </c:pt>
                <c:pt idx="295">
                  <c:v>46162</c:v>
                </c:pt>
                <c:pt idx="296">
                  <c:v>46163</c:v>
                </c:pt>
                <c:pt idx="297">
                  <c:v>46164</c:v>
                </c:pt>
                <c:pt idx="298">
                  <c:v>46167</c:v>
                </c:pt>
                <c:pt idx="299">
                  <c:v>46168</c:v>
                </c:pt>
                <c:pt idx="300">
                  <c:v>46169</c:v>
                </c:pt>
                <c:pt idx="301">
                  <c:v>46170</c:v>
                </c:pt>
                <c:pt idx="302">
                  <c:v>46171</c:v>
                </c:pt>
                <c:pt idx="303">
                  <c:v>46174</c:v>
                </c:pt>
                <c:pt idx="304">
                  <c:v>46175</c:v>
                </c:pt>
                <c:pt idx="305">
                  <c:v>46176</c:v>
                </c:pt>
                <c:pt idx="306">
                  <c:v>46177</c:v>
                </c:pt>
                <c:pt idx="307">
                  <c:v>46178</c:v>
                </c:pt>
                <c:pt idx="308">
                  <c:v>46181</c:v>
                </c:pt>
                <c:pt idx="309">
                  <c:v>46182</c:v>
                </c:pt>
                <c:pt idx="310">
                  <c:v>46183</c:v>
                </c:pt>
                <c:pt idx="311">
                  <c:v>46184</c:v>
                </c:pt>
                <c:pt idx="312">
                  <c:v>46185</c:v>
                </c:pt>
                <c:pt idx="313">
                  <c:v>46188</c:v>
                </c:pt>
                <c:pt idx="314">
                  <c:v>46189</c:v>
                </c:pt>
                <c:pt idx="315">
                  <c:v>46190</c:v>
                </c:pt>
                <c:pt idx="316">
                  <c:v>46191</c:v>
                </c:pt>
                <c:pt idx="317">
                  <c:v>46195</c:v>
                </c:pt>
                <c:pt idx="318">
                  <c:v>46196</c:v>
                </c:pt>
                <c:pt idx="319">
                  <c:v>46197</c:v>
                </c:pt>
                <c:pt idx="320">
                  <c:v>46198</c:v>
                </c:pt>
                <c:pt idx="321">
                  <c:v>46199</c:v>
                </c:pt>
                <c:pt idx="322">
                  <c:v>46202</c:v>
                </c:pt>
              </c:numCache>
            </c:numRef>
          </c:cat>
          <c:val>
            <c:numRef>
              <c:f>致远!$C$12:$C$10005</c:f>
              <c:numCache>
                <c:formatCode>###,###,##0.0000</c:formatCode>
                <c:ptCount val="9994"/>
                <c:pt idx="0">
                  <c:v>1</c:v>
                </c:pt>
                <c:pt idx="1">
                  <c:v>1.0006084575600853</c:v>
                </c:pt>
                <c:pt idx="2">
                  <c:v>1.0019267822736033</c:v>
                </c:pt>
                <c:pt idx="3">
                  <c:v>1.009126863401278</c:v>
                </c:pt>
                <c:pt idx="4">
                  <c:v>1.0115606936416188</c:v>
                </c:pt>
                <c:pt idx="5">
                  <c:v>1.0107494168948385</c:v>
                </c:pt>
                <c:pt idx="6">
                  <c:v>1.0069972619409799</c:v>
                </c:pt>
                <c:pt idx="7">
                  <c:v>1.0111550552682287</c:v>
                </c:pt>
                <c:pt idx="8">
                  <c:v>1.0078085386877602</c:v>
                </c:pt>
                <c:pt idx="9">
                  <c:v>1.0091268634012782</c:v>
                </c:pt>
                <c:pt idx="10">
                  <c:v>1.0205861474495492</c:v>
                </c:pt>
                <c:pt idx="11">
                  <c:v>1.0214988337896773</c:v>
                </c:pt>
                <c:pt idx="12">
                  <c:v>1.021093195416287</c:v>
                </c:pt>
                <c:pt idx="13">
                  <c:v>1.0234256160632804</c:v>
                </c:pt>
                <c:pt idx="14">
                  <c:v>1.0183551363959038</c:v>
                </c:pt>
                <c:pt idx="15">
                  <c:v>1.0151100294087827</c:v>
                </c:pt>
                <c:pt idx="16">
                  <c:v>1.0205861474495495</c:v>
                </c:pt>
                <c:pt idx="17">
                  <c:v>1.0262650846770112</c:v>
                </c:pt>
                <c:pt idx="18">
                  <c:v>1.02220870094311</c:v>
                </c:pt>
                <c:pt idx="19">
                  <c:v>1.0225129297231526</c:v>
                </c:pt>
                <c:pt idx="20">
                  <c:v>1.0186593651759464</c:v>
                </c:pt>
                <c:pt idx="21">
                  <c:v>1.0162255349356057</c:v>
                </c:pt>
                <c:pt idx="22">
                  <c:v>1.0194706419227269</c:v>
                </c:pt>
                <c:pt idx="23">
                  <c:v>1.0224115201298052</c:v>
                </c:pt>
                <c:pt idx="24">
                  <c:v>1.0251495791501886</c:v>
                </c:pt>
                <c:pt idx="25">
                  <c:v>0.97343068654294795</c:v>
                </c:pt>
                <c:pt idx="26">
                  <c:v>0.99716053138627003</c:v>
                </c:pt>
                <c:pt idx="27">
                  <c:v>0.99827603691309308</c:v>
                </c:pt>
                <c:pt idx="28">
                  <c:v>1.0015211439002141</c:v>
                </c:pt>
                <c:pt idx="29">
                  <c:v>0.99726194097961773</c:v>
                </c:pt>
                <c:pt idx="30">
                  <c:v>1.0013183247135189</c:v>
                </c:pt>
                <c:pt idx="31">
                  <c:v>1.0096339113680164</c:v>
                </c:pt>
                <c:pt idx="32">
                  <c:v>1.017543859649124</c:v>
                </c:pt>
                <c:pt idx="33">
                  <c:v>1.0166311733089961</c:v>
                </c:pt>
                <c:pt idx="34">
                  <c:v>1.018355136395904</c:v>
                </c:pt>
                <c:pt idx="35">
                  <c:v>1.0127776087617899</c:v>
                </c:pt>
                <c:pt idx="36">
                  <c:v>1.018355136395904</c:v>
                </c:pt>
                <c:pt idx="37">
                  <c:v>1.0132846567285274</c:v>
                </c:pt>
                <c:pt idx="38">
                  <c:v>1.02139742419633</c:v>
                </c:pt>
                <c:pt idx="39">
                  <c:v>1.0197748707027694</c:v>
                </c:pt>
                <c:pt idx="40">
                  <c:v>1.0237298448433232</c:v>
                </c:pt>
                <c:pt idx="41">
                  <c:v>1.0208903762295922</c:v>
                </c:pt>
                <c:pt idx="42">
                  <c:v>1.0054761180407676</c:v>
                </c:pt>
                <c:pt idx="43">
                  <c:v>1.0164283541223009</c:v>
                </c:pt>
                <c:pt idx="44">
                  <c:v>1.0219044721630677</c:v>
                </c:pt>
                <c:pt idx="45">
                  <c:v>1.0270763614237917</c:v>
                </c:pt>
                <c:pt idx="46">
                  <c:v>1.0243383024034083</c:v>
                </c:pt>
                <c:pt idx="47">
                  <c:v>1.0310313355643452</c:v>
                </c:pt>
                <c:pt idx="48">
                  <c:v>1.0337693945847286</c:v>
                </c:pt>
                <c:pt idx="49">
                  <c:v>1.0372173207585444</c:v>
                </c:pt>
                <c:pt idx="50">
                  <c:v>1.0296116012574799</c:v>
                </c:pt>
                <c:pt idx="51">
                  <c:v>1.029814420444175</c:v>
                </c:pt>
                <c:pt idx="52">
                  <c:v>1.0344792617381615</c:v>
                </c:pt>
                <c:pt idx="53">
                  <c:v>1.0387384646587576</c:v>
                </c:pt>
                <c:pt idx="54">
                  <c:v>1.0423892100192687</c:v>
                </c:pt>
                <c:pt idx="55">
                  <c:v>1.0344792617381613</c:v>
                </c:pt>
                <c:pt idx="56">
                  <c:v>1.0257580367102737</c:v>
                </c:pt>
                <c:pt idx="57">
                  <c:v>1.0241354832167131</c:v>
                </c:pt>
                <c:pt idx="58">
                  <c:v>1.0268735422370965</c:v>
                </c:pt>
                <c:pt idx="59">
                  <c:v>1.0306256971909551</c:v>
                </c:pt>
                <c:pt idx="60">
                  <c:v>1.03782577831863</c:v>
                </c:pt>
                <c:pt idx="61">
                  <c:v>1.0386370550654103</c:v>
                </c:pt>
                <c:pt idx="62">
                  <c:v>1.0423892100192691</c:v>
                </c:pt>
                <c:pt idx="63">
                  <c:v>1.0489808335868585</c:v>
                </c:pt>
                <c:pt idx="64">
                  <c:v>1.0464455937531703</c:v>
                </c:pt>
                <c:pt idx="65">
                  <c:v>1.0484737856201209</c:v>
                </c:pt>
                <c:pt idx="66">
                  <c:v>1.051921711793937</c:v>
                </c:pt>
                <c:pt idx="67">
                  <c:v>1.0500963391136815</c:v>
                </c:pt>
                <c:pt idx="68">
                  <c:v>1.0539499036608875</c:v>
                </c:pt>
                <c:pt idx="69">
                  <c:v>1.0553696379677528</c:v>
                </c:pt>
                <c:pt idx="70">
                  <c:v>1.0468512321265602</c:v>
                </c:pt>
                <c:pt idx="71">
                  <c:v>1.0487780144001633</c:v>
                </c:pt>
                <c:pt idx="72">
                  <c:v>1.0510090254538089</c:v>
                </c:pt>
                <c:pt idx="73">
                  <c:v>1.0468512321265602</c:v>
                </c:pt>
                <c:pt idx="74">
                  <c:v>1.0396511509988853</c:v>
                </c:pt>
                <c:pt idx="75">
                  <c:v>1.0398539701855805</c:v>
                </c:pt>
                <c:pt idx="76">
                  <c:v>1.0442145826995244</c:v>
                </c:pt>
                <c:pt idx="77">
                  <c:v>1.0536456748808445</c:v>
                </c:pt>
                <c:pt idx="78">
                  <c:v>1.0610485751952143</c:v>
                </c:pt>
                <c:pt idx="79">
                  <c:v>1.0608457560085192</c:v>
                </c:pt>
                <c:pt idx="80">
                  <c:v>1.058310516174831</c:v>
                </c:pt>
                <c:pt idx="81">
                  <c:v>1.058107696988136</c:v>
                </c:pt>
                <c:pt idx="82">
                  <c:v>1.0605415272284766</c:v>
                </c:pt>
                <c:pt idx="83">
                  <c:v>1.0660176452692431</c:v>
                </c:pt>
                <c:pt idx="84">
                  <c:v>1.0678430179494987</c:v>
                </c:pt>
                <c:pt idx="85">
                  <c:v>1.065814826082548</c:v>
                </c:pt>
                <c:pt idx="86">
                  <c:v>1.0720008112767472</c:v>
                </c:pt>
                <c:pt idx="87">
                  <c:v>1.0772741101308188</c:v>
                </c:pt>
                <c:pt idx="88">
                  <c:v>1.079403711591117</c:v>
                </c:pt>
                <c:pt idx="89">
                  <c:v>1.0857925159720114</c:v>
                </c:pt>
                <c:pt idx="90">
                  <c:v>1.0864009735320965</c:v>
                </c:pt>
                <c:pt idx="91">
                  <c:v>1.0905587668593453</c:v>
                </c:pt>
                <c:pt idx="92">
                  <c:v>1.0822431802048478</c:v>
                </c:pt>
                <c:pt idx="93">
                  <c:v>1.0839671432917559</c:v>
                </c:pt>
                <c:pt idx="94">
                  <c:v>1.0840685528851033</c:v>
                </c:pt>
                <c:pt idx="95">
                  <c:v>1.0889362133657847</c:v>
                </c:pt>
                <c:pt idx="96">
                  <c:v>1.1057702058614747</c:v>
                </c:pt>
                <c:pt idx="97">
                  <c:v>1.1210830544569519</c:v>
                </c:pt>
                <c:pt idx="98">
                  <c:v>1.1157083460095329</c:v>
                </c:pt>
                <c:pt idx="99">
                  <c:v>1.1222999695771225</c:v>
                </c:pt>
                <c:pt idx="100">
                  <c:v>1.1145928404827101</c:v>
                </c:pt>
                <c:pt idx="101">
                  <c:v>1.1104350471554614</c:v>
                </c:pt>
                <c:pt idx="102">
                  <c:v>1.1086096744752059</c:v>
                </c:pt>
                <c:pt idx="103">
                  <c:v>1.110333637562114</c:v>
                </c:pt>
                <c:pt idx="104">
                  <c:v>1.091572862792821</c:v>
                </c:pt>
                <c:pt idx="105">
                  <c:v>1.0944123314065517</c:v>
                </c:pt>
                <c:pt idx="106">
                  <c:v>1.098874353513843</c:v>
                </c:pt>
                <c:pt idx="107">
                  <c:v>1.1071899401683407</c:v>
                </c:pt>
                <c:pt idx="108">
                  <c:v>1.1122604198357171</c:v>
                </c:pt>
                <c:pt idx="109">
                  <c:v>1.1107392759355041</c:v>
                </c:pt>
                <c:pt idx="110">
                  <c:v>1.118344995436569</c:v>
                </c:pt>
                <c:pt idx="111">
                  <c:v>1.1212858736436473</c:v>
                </c:pt>
                <c:pt idx="112">
                  <c:v>1.1235168846972932</c:v>
                </c:pt>
                <c:pt idx="113">
                  <c:v>1.1290944123314071</c:v>
                </c:pt>
                <c:pt idx="114">
                  <c:v>1.1177365378764836</c:v>
                </c:pt>
                <c:pt idx="115">
                  <c:v>1.131629652165095</c:v>
                </c:pt>
                <c:pt idx="116">
                  <c:v>1.1319338809451378</c:v>
                </c:pt>
                <c:pt idx="117">
                  <c:v>1.1335564344386981</c:v>
                </c:pt>
                <c:pt idx="118">
                  <c:v>1.1464354527938347</c:v>
                </c:pt>
                <c:pt idx="119">
                  <c:v>1.1497819693743032</c:v>
                </c:pt>
                <c:pt idx="120">
                  <c:v>1.1514045228678638</c:v>
                </c:pt>
                <c:pt idx="121">
                  <c:v>1.1628638069161348</c:v>
                </c:pt>
                <c:pt idx="122">
                  <c:v>1.170165297637157</c:v>
                </c:pt>
                <c:pt idx="123">
                  <c:v>1.1477537775073527</c:v>
                </c:pt>
                <c:pt idx="124">
                  <c:v>1.1503904269343888</c:v>
                </c:pt>
                <c:pt idx="125">
                  <c:v>1.1483622350674381</c:v>
                </c:pt>
                <c:pt idx="126">
                  <c:v>1.1489706926275232</c:v>
                </c:pt>
                <c:pt idx="127">
                  <c:v>1.1408579251597206</c:v>
                </c:pt>
                <c:pt idx="128">
                  <c:v>1.1278774972112369</c:v>
                </c:pt>
                <c:pt idx="129">
                  <c:v>1.1239225230706833</c:v>
                </c:pt>
                <c:pt idx="130">
                  <c:v>1.1363959030524295</c:v>
                </c:pt>
                <c:pt idx="131">
                  <c:v>1.1465368623871828</c:v>
                </c:pt>
                <c:pt idx="132">
                  <c:v>1.1443058513335371</c:v>
                </c:pt>
                <c:pt idx="133">
                  <c:v>1.1403508771929833</c:v>
                </c:pt>
                <c:pt idx="134">
                  <c:v>1.1515059324612116</c:v>
                </c:pt>
                <c:pt idx="135">
                  <c:v>1.1522157996146445</c:v>
                </c:pt>
                <c:pt idx="136">
                  <c:v>1.1497819693743037</c:v>
                </c:pt>
                <c:pt idx="137">
                  <c:v>1.147753777507353</c:v>
                </c:pt>
                <c:pt idx="138">
                  <c:v>1.1515059324612118</c:v>
                </c:pt>
                <c:pt idx="139">
                  <c:v>1.132238109725181</c:v>
                </c:pt>
                <c:pt idx="140">
                  <c:v>1.1350775783389118</c:v>
                </c:pt>
                <c:pt idx="141">
                  <c:v>1.1253422573775487</c:v>
                </c:pt>
                <c:pt idx="142">
                  <c:v>1.1193590913700444</c:v>
                </c:pt>
                <c:pt idx="143">
                  <c:v>1.1282831355846272</c:v>
                </c:pt>
                <c:pt idx="144">
                  <c:v>1.1195619105567396</c:v>
                </c:pt>
                <c:pt idx="145">
                  <c:v>1.1226041983571653</c:v>
                </c:pt>
                <c:pt idx="146">
                  <c:v>1.1274718588378467</c:v>
                </c:pt>
                <c:pt idx="147">
                  <c:v>1.1272690396511518</c:v>
                </c:pt>
                <c:pt idx="148">
                  <c:v>1.1349761687455642</c:v>
                </c:pt>
                <c:pt idx="149">
                  <c:v>1.1460298144204453</c:v>
                </c:pt>
                <c:pt idx="150">
                  <c:v>1.1398438292262458</c:v>
                </c:pt>
                <c:pt idx="151">
                  <c:v>1.147753777507353</c:v>
                </c:pt>
                <c:pt idx="152">
                  <c:v>1.1567792313152834</c:v>
                </c:pt>
                <c:pt idx="153">
                  <c:v>1.1553594970084178</c:v>
                </c:pt>
                <c:pt idx="154">
                  <c:v>1.1430889362133665</c:v>
                </c:pt>
                <c:pt idx="155">
                  <c:v>1.1465368623871826</c:v>
                </c:pt>
                <c:pt idx="156">
                  <c:v>1.1570834600953259</c:v>
                </c:pt>
                <c:pt idx="157">
                  <c:v>1.1589088327755814</c:v>
                </c:pt>
                <c:pt idx="158">
                  <c:v>1.1659060947165609</c:v>
                </c:pt>
                <c:pt idx="159">
                  <c:v>1.1610384342358795</c:v>
                </c:pt>
                <c:pt idx="160">
                  <c:v>1.1674272386167739</c:v>
                </c:pt>
                <c:pt idx="161">
                  <c:v>1.1632694452895251</c:v>
                </c:pt>
                <c:pt idx="162">
                  <c:v>1.1642835412230004</c:v>
                </c:pt>
                <c:pt idx="163">
                  <c:v>1.159213061555624</c:v>
                </c:pt>
                <c:pt idx="164">
                  <c:v>1.1679342865835116</c:v>
                </c:pt>
                <c:pt idx="165">
                  <c:v>1.1776696075448745</c:v>
                </c:pt>
                <c:pt idx="166">
                  <c:v>1.1768583307980942</c:v>
                </c:pt>
                <c:pt idx="167">
                  <c:v>1.1857823750126768</c:v>
                </c:pt>
                <c:pt idx="168">
                  <c:v>1.1904472163066633</c:v>
                </c:pt>
                <c:pt idx="169">
                  <c:v>1.1955176959740401</c:v>
                </c:pt>
                <c:pt idx="170">
                  <c:v>1.2052530169354028</c:v>
                </c:pt>
                <c:pt idx="171">
                  <c:v>1.2093094006693041</c:v>
                </c:pt>
                <c:pt idx="172">
                  <c:v>1.2077882567690914</c:v>
                </c:pt>
                <c:pt idx="173">
                  <c:v>1.2141770611499858</c:v>
                </c:pt>
                <c:pt idx="174">
                  <c:v>1.2133657844032053</c:v>
                </c:pt>
                <c:pt idx="175">
                  <c:v>1.2106277253828222</c:v>
                </c:pt>
                <c:pt idx="176">
                  <c:v>1.1991684413345511</c:v>
                </c:pt>
                <c:pt idx="177">
                  <c:v>1.1863908325727621</c:v>
                </c:pt>
                <c:pt idx="178">
                  <c:v>1.1799006185985201</c:v>
                </c:pt>
                <c:pt idx="179">
                  <c:v>1.1426832978399764</c:v>
                </c:pt>
                <c:pt idx="180">
                  <c:v>1.1544468106682899</c:v>
                </c:pt>
                <c:pt idx="181">
                  <c:v>1.1649934083764331</c:v>
                </c:pt>
                <c:pt idx="182">
                  <c:v>1.1609370246425319</c:v>
                </c:pt>
                <c:pt idx="183">
                  <c:v>1.1627623973227874</c:v>
                </c:pt>
                <c:pt idx="184">
                  <c:v>1.1669201906500362</c:v>
                </c:pt>
                <c:pt idx="185">
                  <c:v>1.1785822938850019</c:v>
                </c:pt>
                <c:pt idx="186">
                  <c:v>1.1776696075448743</c:v>
                </c:pt>
                <c:pt idx="187">
                  <c:v>1.1792921610384348</c:v>
                </c:pt>
                <c:pt idx="188">
                  <c:v>1.1761484636446613</c:v>
                </c:pt>
                <c:pt idx="189">
                  <c:v>1.1819288104654706</c:v>
                </c:pt>
                <c:pt idx="190">
                  <c:v>1.1771625595781368</c:v>
                </c:pt>
                <c:pt idx="191">
                  <c:v>1.1662103234966033</c:v>
                </c:pt>
                <c:pt idx="192">
                  <c:v>1.1676300578034686</c:v>
                </c:pt>
                <c:pt idx="193">
                  <c:v>1.1601257478957514</c:v>
                </c:pt>
                <c:pt idx="194">
                  <c:v>1.1620525301693545</c:v>
                </c:pt>
                <c:pt idx="195">
                  <c:v>1.1647905891897381</c:v>
                </c:pt>
                <c:pt idx="196">
                  <c:v>1.1588074231822338</c:v>
                </c:pt>
                <c:pt idx="197">
                  <c:v>1.1650948179697806</c:v>
                </c:pt>
                <c:pt idx="198">
                  <c:v>1.169354020890377</c:v>
                </c:pt>
                <c:pt idx="199">
                  <c:v>1.1747287293377964</c:v>
                </c:pt>
                <c:pt idx="200">
                  <c:v>1.1753371868978815</c:v>
                </c:pt>
                <c:pt idx="201">
                  <c:v>1.1724977182841505</c:v>
                </c:pt>
                <c:pt idx="202">
                  <c:v>1.1741202717777111</c:v>
                </c:pt>
                <c:pt idx="203">
                  <c:v>1.1757428252712716</c:v>
                </c:pt>
                <c:pt idx="204">
                  <c:v>1.1804076665652579</c:v>
                </c:pt>
                <c:pt idx="205">
                  <c:v>1.1757428252712714</c:v>
                </c:pt>
                <c:pt idx="206">
                  <c:v>1.1773653787648319</c:v>
                </c:pt>
                <c:pt idx="207">
                  <c:v>1.1763512828313565</c:v>
                </c:pt>
                <c:pt idx="208">
                  <c:v>1.1818274008721232</c:v>
                </c:pt>
                <c:pt idx="209">
                  <c:v>1.1965317919075151</c:v>
                </c:pt>
                <c:pt idx="210">
                  <c:v>1.1890274819997979</c:v>
                </c:pt>
                <c:pt idx="211">
                  <c:v>1.1888246628131025</c:v>
                </c:pt>
                <c:pt idx="212">
                  <c:v>1.1936923232937839</c:v>
                </c:pt>
                <c:pt idx="213">
                  <c:v>1.2004867660480683</c:v>
                </c:pt>
                <c:pt idx="214">
                  <c:v>1.2005881756414156</c:v>
                </c:pt>
                <c:pt idx="215">
                  <c:v>1.1947064192272587</c:v>
                </c:pt>
                <c:pt idx="216">
                  <c:v>1.1928810465470032</c:v>
                </c:pt>
                <c:pt idx="217">
                  <c:v>1.1843626407058108</c:v>
                </c:pt>
                <c:pt idx="218">
                  <c:v>1.1969374302809046</c:v>
                </c:pt>
                <c:pt idx="219">
                  <c:v>1.2025149579150187</c:v>
                </c:pt>
                <c:pt idx="220">
                  <c:v>1.2130615556231619</c:v>
                </c:pt>
                <c:pt idx="221">
                  <c:v>1.2195517695974039</c:v>
                </c:pt>
                <c:pt idx="222">
                  <c:v>1.2244194300780853</c:v>
                </c:pt>
                <c:pt idx="223">
                  <c:v>1.2183348544772334</c:v>
                </c:pt>
                <c:pt idx="224">
                  <c:v>1.2128587364364667</c:v>
                </c:pt>
                <c:pt idx="225">
                  <c:v>1.2075854375823953</c:v>
                </c:pt>
                <c:pt idx="226">
                  <c:v>1.2075854375823953</c:v>
                </c:pt>
                <c:pt idx="227">
                  <c:v>1.2164080722036303</c:v>
                </c:pt>
                <c:pt idx="228">
                  <c:v>1.2011966332015009</c:v>
                </c:pt>
                <c:pt idx="229">
                  <c:v>1.2169151201703681</c:v>
                </c:pt>
                <c:pt idx="230">
                  <c:v>1.221478551871007</c:v>
                </c:pt>
                <c:pt idx="231">
                  <c:v>1.2229996957712199</c:v>
                </c:pt>
                <c:pt idx="232">
                  <c:v>1.2255349356049081</c:v>
                </c:pt>
                <c:pt idx="233">
                  <c:v>1.2393266403001724</c:v>
                </c:pt>
                <c:pt idx="234">
                  <c:v>1.2388195923334349</c:v>
                </c:pt>
                <c:pt idx="235">
                  <c:v>1.2395294594868675</c:v>
                </c:pt>
                <c:pt idx="236">
                  <c:v>1.2311124632390225</c:v>
                </c:pt>
                <c:pt idx="237">
                  <c:v>1.2281715850319441</c:v>
                </c:pt>
                <c:pt idx="238">
                  <c:v>1.2460196734611093</c:v>
                </c:pt>
                <c:pt idx="239">
                  <c:v>1.2499746476016629</c:v>
                </c:pt>
                <c:pt idx="240">
                  <c:v>1.2562620423892097</c:v>
                </c:pt>
                <c:pt idx="241">
                  <c:v>1.2594057397829834</c:v>
                </c:pt>
                <c:pt idx="242">
                  <c:v>1.2304025960855898</c:v>
                </c:pt>
                <c:pt idx="243">
                  <c:v>1.2060642936821824</c:v>
                </c:pt>
                <c:pt idx="244">
                  <c:v>1.1945036000405638</c:v>
                </c:pt>
                <c:pt idx="245">
                  <c:v>1.2044417401886218</c:v>
                </c:pt>
                <c:pt idx="246">
                  <c:v>1.2324307879525405</c:v>
                </c:pt>
                <c:pt idx="247">
                  <c:v>1.2220870094310923</c:v>
                </c:pt>
                <c:pt idx="248">
                  <c:v>1.2477436365480172</c:v>
                </c:pt>
                <c:pt idx="249">
                  <c:v>1.2442957103742014</c:v>
                </c:pt>
                <c:pt idx="250">
                  <c:v>1.2319237399858025</c:v>
                </c:pt>
                <c:pt idx="251">
                  <c:v>1.2286786329986814</c:v>
                </c:pt>
                <c:pt idx="252">
                  <c:v>1.2277659466585538</c:v>
                </c:pt>
                <c:pt idx="253">
                  <c:v>1.205658655308792</c:v>
                </c:pt>
                <c:pt idx="254">
                  <c:v>1.2258391643849504</c:v>
                </c:pt>
                <c:pt idx="255">
                  <c:v>1.1954162863806912</c:v>
                </c:pt>
                <c:pt idx="256">
                  <c:v>1.1617483013893108</c:v>
                </c:pt>
                <c:pt idx="257">
                  <c:v>1.0921813203529047</c:v>
                </c:pt>
                <c:pt idx="258">
                  <c:v>1.1387283236994215</c:v>
                </c:pt>
                <c:pt idx="259">
                  <c:v>1.158300375215495</c:v>
                </c:pt>
                <c:pt idx="260">
                  <c:v>1.1465368623871814</c:v>
                </c:pt>
                <c:pt idx="261">
                  <c:v>1.1631680356961764</c:v>
                </c:pt>
                <c:pt idx="262">
                  <c:v>1.1772639691714832</c:v>
                </c:pt>
                <c:pt idx="263">
                  <c:v>1.1656018659365173</c:v>
                </c:pt>
                <c:pt idx="264">
                  <c:v>1.1804076665652568</c:v>
                </c:pt>
                <c:pt idx="265">
                  <c:v>1.1671230098367302</c:v>
                </c:pt>
                <c:pt idx="266">
                  <c:v>1.1322381097251797</c:v>
                </c:pt>
                <c:pt idx="267">
                  <c:v>1.1521143900212958</c:v>
                </c:pt>
                <c:pt idx="268">
                  <c:v>1.1884190244397115</c:v>
                </c:pt>
                <c:pt idx="269">
                  <c:v>1.1737146334043196</c:v>
                </c:pt>
                <c:pt idx="270">
                  <c:v>1.18355136395903</c:v>
                </c:pt>
                <c:pt idx="271">
                  <c:v>1.1781766555116109</c:v>
                </c:pt>
                <c:pt idx="272">
                  <c:v>1.1810161241253418</c:v>
                </c:pt>
                <c:pt idx="273">
                  <c:v>1.1764526924247027</c:v>
                </c:pt>
                <c:pt idx="274">
                  <c:v>1.1946050096339107</c:v>
                </c:pt>
                <c:pt idx="275">
                  <c:v>1.1912584930534424</c:v>
                </c:pt>
                <c:pt idx="276">
                  <c:v>1.203022005881756</c:v>
                </c:pt>
                <c:pt idx="277">
                  <c:v>1.2035290538484937</c:v>
                </c:pt>
                <c:pt idx="278">
                  <c:v>1.2039346922218837</c:v>
                </c:pt>
                <c:pt idx="279">
                  <c:v>1.1905486259000095</c:v>
                </c:pt>
                <c:pt idx="280">
                  <c:v>1.1985599837744645</c:v>
                </c:pt>
                <c:pt idx="281">
                  <c:v>1.2063685224622245</c:v>
                </c:pt>
                <c:pt idx="282">
                  <c:v>1.2051516073420541</c:v>
                </c:pt>
                <c:pt idx="283">
                  <c:v>1.2168137105770203</c:v>
                </c:pt>
                <c:pt idx="284">
                  <c:v>1.2307068248656321</c:v>
                </c:pt>
                <c:pt idx="285">
                  <c:v>1.2358787141263561</c:v>
                </c:pt>
                <c:pt idx="286">
                  <c:v>1.2411520129804279</c:v>
                </c:pt>
                <c:pt idx="287">
                  <c:v>1.253219754588784</c:v>
                </c:pt>
                <c:pt idx="288">
                  <c:v>1.2655917249771829</c:v>
                </c:pt>
                <c:pt idx="289">
                  <c:v>1.242875976067336</c:v>
                </c:pt>
                <c:pt idx="290">
                  <c:v>1.2387181827400873</c:v>
                </c:pt>
                <c:pt idx="291">
                  <c:v>1.2300983673055472</c:v>
                </c:pt>
                <c:pt idx="292">
                  <c:v>1.2225940573978298</c:v>
                </c:pt>
                <c:pt idx="293">
                  <c:v>1.2322279687658453</c:v>
                </c:pt>
                <c:pt idx="294">
                  <c:v>1.2341547510394484</c:v>
                </c:pt>
                <c:pt idx="295">
                  <c:v>1.2218841902443971</c:v>
                </c:pt>
                <c:pt idx="296">
                  <c:v>1.1797992090051719</c:v>
                </c:pt>
                <c:pt idx="297">
                  <c:v>1.2042389210019266</c:v>
                </c:pt>
                <c:pt idx="298">
                  <c:v>1.1885204340330593</c:v>
                </c:pt>
                <c:pt idx="299">
                  <c:v>1.1637764932562618</c:v>
                </c:pt>
                <c:pt idx="300">
                  <c:v>1.1362944934590811</c:v>
                </c:pt>
                <c:pt idx="301">
                  <c:v>1.1373085893925563</c:v>
                </c:pt>
                <c:pt idx="302">
                  <c:v>1.1125646486157588</c:v>
                </c:pt>
                <c:pt idx="303">
                  <c:v>1.1486664638474797</c:v>
                </c:pt>
                <c:pt idx="304">
                  <c:v>1.1184464050299154</c:v>
                </c:pt>
                <c:pt idx="305">
                  <c:v>1.1031335564344384</c:v>
                </c:pt>
                <c:pt idx="306">
                  <c:v>1.0866037927187908</c:v>
                </c:pt>
                <c:pt idx="307">
                  <c:v>1.1078998073217725</c:v>
                </c:pt>
                <c:pt idx="308">
                  <c:v>1.0765642429773856</c:v>
                </c:pt>
                <c:pt idx="309">
                  <c:v>1.0820403610181522</c:v>
                </c:pt>
                <c:pt idx="310">
                  <c:v>1.0794037115911164</c:v>
                </c:pt>
                <c:pt idx="311">
                  <c:v>1.0653077781158096</c:v>
                </c:pt>
                <c:pt idx="312">
                  <c:v>1.0772741101308183</c:v>
                </c:pt>
                <c:pt idx="313">
                  <c:v>1.071290944123314</c:v>
                </c:pt>
                <c:pt idx="314">
                  <c:v>1.0696683906297535</c:v>
                </c:pt>
                <c:pt idx="315">
                  <c:v>1.0477639184666867</c:v>
                </c:pt>
                <c:pt idx="316">
                  <c:v>1.0425920292059627</c:v>
                </c:pt>
                <c:pt idx="317">
                  <c:v>1.0501977487070275</c:v>
                </c:pt>
                <c:pt idx="318">
                  <c:v>1.0685528851029307</c:v>
                </c:pt>
                <c:pt idx="319">
                  <c:v>1.0340736233647703</c:v>
                </c:pt>
                <c:pt idx="320">
                  <c:v>1.0133860663218739</c:v>
                </c:pt>
                <c:pt idx="321">
                  <c:v>0.99452388195923325</c:v>
                </c:pt>
                <c:pt idx="322">
                  <c:v>0.99614643545279358</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numCache>
            </c:numRef>
          </c:val>
          <c:smooth val="0"/>
          <c:extLst xmlns:c16r2="http://schemas.microsoft.com/office/drawing/2015/06/chart">
            <c:ext xmlns:c16="http://schemas.microsoft.com/office/drawing/2014/chart" uri="{C3380CC4-5D6E-409C-BE32-E72D297353CC}">
              <c16:uniqueId val="{00000000-4751-4F76-9CA1-D46120D87937}"/>
            </c:ext>
          </c:extLst>
        </c:ser>
        <c:dLbls>
          <c:showLegendKey val="0"/>
          <c:showVal val="0"/>
          <c:showCatName val="0"/>
          <c:showSerName val="0"/>
          <c:showPercent val="0"/>
          <c:showBubbleSize val="0"/>
        </c:dLbls>
        <c:smooth val="0"/>
        <c:axId val="1509971360"/>
        <c:axId val="1509978432"/>
      </c:lineChart>
      <c:dateAx>
        <c:axId val="1509971360"/>
        <c:scaling>
          <c:orientation val="minMax"/>
        </c:scaling>
        <c:delete val="0"/>
        <c:axPos val="b"/>
        <c:numFmt formatCode="yyyy/mm/dd"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509978432"/>
        <c:crosses val="autoZero"/>
        <c:auto val="1"/>
        <c:lblOffset val="100"/>
        <c:baseTimeUnit val="days"/>
      </c:dateAx>
      <c:valAx>
        <c:axId val="1509978432"/>
        <c:scaling>
          <c:orientation val="minMax"/>
          <c:max val="1.28"/>
          <c:min val="0.95000000000000007"/>
        </c:scaling>
        <c:delete val="0"/>
        <c:axPos val="l"/>
        <c:majorGridlines>
          <c:spPr>
            <a:ln w="9525" cap="flat" cmpd="sng" algn="ctr">
              <a:solidFill>
                <a:schemeClr val="tx1">
                  <a:lumMod val="15000"/>
                  <a:lumOff val="85000"/>
                </a:schemeClr>
              </a:solidFill>
              <a:round/>
            </a:ln>
            <a:effectLst/>
          </c:spPr>
        </c:majorGridlines>
        <c:numFmt formatCode="###,###,##0.0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509971360"/>
        <c:crosses val="autoZero"/>
        <c:crossBetween val="between"/>
      </c:valAx>
      <c:spPr>
        <a:noFill/>
        <a:ln w="25400">
          <a:noFill/>
        </a:ln>
        <a:effectLst/>
      </c:spPr>
    </c:plotArea>
    <c:legend>
      <c:legendPos val="b"/>
      <c:layout>
        <c:manualLayout>
          <c:xMode val="edge"/>
          <c:yMode val="edge"/>
          <c:x val="0.44054691757825798"/>
          <c:y val="0.79501289046635215"/>
          <c:w val="0.55593033464592556"/>
          <c:h val="7.8841535554731501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微盘股指数</c:v>
                </c:pt>
              </c:strCache>
            </c:strRef>
          </c:tx>
          <c:spPr>
            <a:ln w="25400" cap="flat">
              <a:solidFill>
                <a:srgbClr val="C00000"/>
              </a:solidFill>
              <a:prstDash val="solid"/>
              <a:round/>
            </a:ln>
            <a:effectLst/>
          </c:spPr>
          <c:marker>
            <c:symbol val="circle"/>
            <c:size val="6"/>
            <c:spPr>
              <a:solidFill>
                <a:srgbClr val="C00000"/>
              </a:solidFill>
              <a:ln w="9525" cap="flat">
                <a:solidFill>
                  <a:srgbClr val="C00000"/>
                </a:solidFill>
                <a:prstDash val="solid"/>
                <a:round/>
              </a:ln>
              <a:effectLst/>
            </c:spPr>
          </c:marker>
          <c:cat>
            <c:strRef>
              <c:f>Sheet1!$A$2:$A$243</c:f>
              <c:strCache>
                <c:ptCount val="242"/>
                <c:pt idx="0">
                  <c:v>06-30</c:v>
                </c:pt>
                <c:pt idx="1">
                  <c:v>07-01</c:v>
                </c:pt>
                <c:pt idx="2">
                  <c:v>07-02</c:v>
                </c:pt>
                <c:pt idx="3">
                  <c:v>07-03</c:v>
                </c:pt>
                <c:pt idx="4">
                  <c:v>07-04</c:v>
                </c:pt>
                <c:pt idx="5">
                  <c:v>07-07</c:v>
                </c:pt>
                <c:pt idx="6">
                  <c:v>07-08</c:v>
                </c:pt>
                <c:pt idx="7">
                  <c:v>07-09</c:v>
                </c:pt>
                <c:pt idx="8">
                  <c:v>07-10</c:v>
                </c:pt>
                <c:pt idx="9">
                  <c:v>07-11</c:v>
                </c:pt>
                <c:pt idx="10">
                  <c:v>07-14</c:v>
                </c:pt>
                <c:pt idx="11">
                  <c:v>07-15</c:v>
                </c:pt>
                <c:pt idx="12">
                  <c:v>07-16</c:v>
                </c:pt>
                <c:pt idx="13">
                  <c:v>07-17</c:v>
                </c:pt>
                <c:pt idx="14">
                  <c:v>07-18</c:v>
                </c:pt>
                <c:pt idx="15">
                  <c:v>07-21</c:v>
                </c:pt>
                <c:pt idx="16">
                  <c:v>07-22</c:v>
                </c:pt>
                <c:pt idx="17">
                  <c:v>07-23</c:v>
                </c:pt>
                <c:pt idx="18">
                  <c:v>07-24</c:v>
                </c:pt>
                <c:pt idx="19">
                  <c:v>07-25</c:v>
                </c:pt>
                <c:pt idx="20">
                  <c:v>07-28</c:v>
                </c:pt>
                <c:pt idx="21">
                  <c:v>07-29</c:v>
                </c:pt>
                <c:pt idx="22">
                  <c:v>07-30</c:v>
                </c:pt>
                <c:pt idx="23">
                  <c:v>07-31</c:v>
                </c:pt>
                <c:pt idx="24">
                  <c:v>08-01</c:v>
                </c:pt>
                <c:pt idx="25">
                  <c:v>08-04</c:v>
                </c:pt>
                <c:pt idx="26">
                  <c:v>08-05</c:v>
                </c:pt>
                <c:pt idx="27">
                  <c:v>08-06</c:v>
                </c:pt>
                <c:pt idx="28">
                  <c:v>08-07</c:v>
                </c:pt>
                <c:pt idx="29">
                  <c:v>08-08</c:v>
                </c:pt>
                <c:pt idx="30">
                  <c:v>08-11</c:v>
                </c:pt>
                <c:pt idx="31">
                  <c:v>08-12</c:v>
                </c:pt>
                <c:pt idx="32">
                  <c:v>08-13</c:v>
                </c:pt>
                <c:pt idx="33">
                  <c:v>08-14</c:v>
                </c:pt>
                <c:pt idx="34">
                  <c:v>08-15</c:v>
                </c:pt>
                <c:pt idx="35">
                  <c:v>08-18</c:v>
                </c:pt>
                <c:pt idx="36">
                  <c:v>08-19</c:v>
                </c:pt>
                <c:pt idx="37">
                  <c:v>08-20</c:v>
                </c:pt>
                <c:pt idx="38">
                  <c:v>08-21</c:v>
                </c:pt>
                <c:pt idx="39">
                  <c:v>08-22</c:v>
                </c:pt>
                <c:pt idx="40">
                  <c:v>08-25</c:v>
                </c:pt>
                <c:pt idx="41">
                  <c:v>08-26</c:v>
                </c:pt>
                <c:pt idx="42">
                  <c:v>08-27</c:v>
                </c:pt>
                <c:pt idx="43">
                  <c:v>08-28</c:v>
                </c:pt>
                <c:pt idx="44">
                  <c:v>08-29</c:v>
                </c:pt>
                <c:pt idx="45">
                  <c:v>09-01</c:v>
                </c:pt>
                <c:pt idx="46">
                  <c:v>09-02</c:v>
                </c:pt>
                <c:pt idx="47">
                  <c:v>09-03</c:v>
                </c:pt>
                <c:pt idx="48">
                  <c:v>09-04</c:v>
                </c:pt>
                <c:pt idx="49">
                  <c:v>09-05</c:v>
                </c:pt>
                <c:pt idx="50">
                  <c:v>09-08</c:v>
                </c:pt>
                <c:pt idx="51">
                  <c:v>09-09</c:v>
                </c:pt>
                <c:pt idx="52">
                  <c:v>09-10</c:v>
                </c:pt>
                <c:pt idx="53">
                  <c:v>09-11</c:v>
                </c:pt>
                <c:pt idx="54">
                  <c:v>09-12</c:v>
                </c:pt>
                <c:pt idx="55">
                  <c:v>09-15</c:v>
                </c:pt>
                <c:pt idx="56">
                  <c:v>09-16</c:v>
                </c:pt>
                <c:pt idx="57">
                  <c:v>09-17</c:v>
                </c:pt>
                <c:pt idx="58">
                  <c:v>09-18</c:v>
                </c:pt>
                <c:pt idx="59">
                  <c:v>09-19</c:v>
                </c:pt>
                <c:pt idx="60">
                  <c:v>09-22</c:v>
                </c:pt>
                <c:pt idx="61">
                  <c:v>09-23</c:v>
                </c:pt>
                <c:pt idx="62">
                  <c:v>09-24</c:v>
                </c:pt>
                <c:pt idx="63">
                  <c:v>09-25</c:v>
                </c:pt>
                <c:pt idx="64">
                  <c:v>09-26</c:v>
                </c:pt>
                <c:pt idx="65">
                  <c:v>09-29</c:v>
                </c:pt>
                <c:pt idx="66">
                  <c:v>09-30</c:v>
                </c:pt>
                <c:pt idx="67">
                  <c:v>10-09</c:v>
                </c:pt>
                <c:pt idx="68">
                  <c:v>10-10</c:v>
                </c:pt>
                <c:pt idx="69">
                  <c:v>10-13</c:v>
                </c:pt>
                <c:pt idx="70">
                  <c:v>10-14</c:v>
                </c:pt>
                <c:pt idx="71">
                  <c:v>10-15</c:v>
                </c:pt>
                <c:pt idx="72">
                  <c:v>10-16</c:v>
                </c:pt>
                <c:pt idx="73">
                  <c:v>10-17</c:v>
                </c:pt>
                <c:pt idx="74">
                  <c:v>10-20</c:v>
                </c:pt>
                <c:pt idx="75">
                  <c:v>10-21</c:v>
                </c:pt>
                <c:pt idx="76">
                  <c:v>10-22</c:v>
                </c:pt>
                <c:pt idx="77">
                  <c:v>10-23</c:v>
                </c:pt>
                <c:pt idx="78">
                  <c:v>10-24</c:v>
                </c:pt>
                <c:pt idx="79">
                  <c:v>10-27</c:v>
                </c:pt>
                <c:pt idx="80">
                  <c:v>10-28</c:v>
                </c:pt>
                <c:pt idx="81">
                  <c:v>10-29</c:v>
                </c:pt>
                <c:pt idx="82">
                  <c:v>10-30</c:v>
                </c:pt>
                <c:pt idx="83">
                  <c:v>10-31</c:v>
                </c:pt>
                <c:pt idx="84">
                  <c:v>11-03</c:v>
                </c:pt>
                <c:pt idx="85">
                  <c:v>11-04</c:v>
                </c:pt>
                <c:pt idx="86">
                  <c:v>11-05</c:v>
                </c:pt>
                <c:pt idx="87">
                  <c:v>11-06</c:v>
                </c:pt>
                <c:pt idx="88">
                  <c:v>11-07</c:v>
                </c:pt>
                <c:pt idx="89">
                  <c:v>11-10</c:v>
                </c:pt>
                <c:pt idx="90">
                  <c:v>11-11</c:v>
                </c:pt>
                <c:pt idx="91">
                  <c:v>11-12</c:v>
                </c:pt>
                <c:pt idx="92">
                  <c:v>11-13</c:v>
                </c:pt>
                <c:pt idx="93">
                  <c:v>11-14</c:v>
                </c:pt>
                <c:pt idx="94">
                  <c:v>11-17</c:v>
                </c:pt>
                <c:pt idx="95">
                  <c:v>11-18</c:v>
                </c:pt>
                <c:pt idx="96">
                  <c:v>11-19</c:v>
                </c:pt>
                <c:pt idx="97">
                  <c:v>11-20</c:v>
                </c:pt>
                <c:pt idx="98">
                  <c:v>11-21</c:v>
                </c:pt>
                <c:pt idx="99">
                  <c:v>11-24</c:v>
                </c:pt>
                <c:pt idx="100">
                  <c:v>11-25</c:v>
                </c:pt>
                <c:pt idx="101">
                  <c:v>11-26</c:v>
                </c:pt>
                <c:pt idx="102">
                  <c:v>11-27</c:v>
                </c:pt>
                <c:pt idx="103">
                  <c:v>11-28</c:v>
                </c:pt>
                <c:pt idx="104">
                  <c:v>12-01</c:v>
                </c:pt>
                <c:pt idx="105">
                  <c:v>12-02</c:v>
                </c:pt>
                <c:pt idx="106">
                  <c:v>12-03</c:v>
                </c:pt>
                <c:pt idx="107">
                  <c:v>12-04</c:v>
                </c:pt>
                <c:pt idx="108">
                  <c:v>12-05</c:v>
                </c:pt>
                <c:pt idx="109">
                  <c:v>12-08</c:v>
                </c:pt>
                <c:pt idx="110">
                  <c:v>12-09</c:v>
                </c:pt>
                <c:pt idx="111">
                  <c:v>12-10</c:v>
                </c:pt>
                <c:pt idx="112">
                  <c:v>12-11</c:v>
                </c:pt>
                <c:pt idx="113">
                  <c:v>12-12</c:v>
                </c:pt>
                <c:pt idx="114">
                  <c:v>12-15</c:v>
                </c:pt>
                <c:pt idx="115">
                  <c:v>12-16</c:v>
                </c:pt>
                <c:pt idx="116">
                  <c:v>12-17</c:v>
                </c:pt>
                <c:pt idx="117">
                  <c:v>12-18</c:v>
                </c:pt>
                <c:pt idx="118">
                  <c:v>12-19</c:v>
                </c:pt>
                <c:pt idx="119">
                  <c:v>12-22</c:v>
                </c:pt>
                <c:pt idx="120">
                  <c:v>12-23</c:v>
                </c:pt>
                <c:pt idx="121">
                  <c:v>12-24</c:v>
                </c:pt>
                <c:pt idx="122">
                  <c:v>12-25</c:v>
                </c:pt>
                <c:pt idx="123">
                  <c:v>12-26</c:v>
                </c:pt>
                <c:pt idx="124">
                  <c:v>12-29</c:v>
                </c:pt>
                <c:pt idx="125">
                  <c:v>12-30</c:v>
                </c:pt>
                <c:pt idx="126">
                  <c:v>12-31</c:v>
                </c:pt>
                <c:pt idx="127">
                  <c:v>01-05</c:v>
                </c:pt>
                <c:pt idx="128">
                  <c:v>01-06</c:v>
                </c:pt>
                <c:pt idx="129">
                  <c:v>01-07</c:v>
                </c:pt>
                <c:pt idx="130">
                  <c:v>01-08</c:v>
                </c:pt>
                <c:pt idx="131">
                  <c:v>01-09</c:v>
                </c:pt>
                <c:pt idx="132">
                  <c:v>01-12</c:v>
                </c:pt>
                <c:pt idx="133">
                  <c:v>01-13</c:v>
                </c:pt>
                <c:pt idx="134">
                  <c:v>01-14</c:v>
                </c:pt>
                <c:pt idx="135">
                  <c:v>01-15</c:v>
                </c:pt>
                <c:pt idx="136">
                  <c:v>01-16</c:v>
                </c:pt>
                <c:pt idx="137">
                  <c:v>01-19</c:v>
                </c:pt>
                <c:pt idx="138">
                  <c:v>01-20</c:v>
                </c:pt>
                <c:pt idx="139">
                  <c:v>01-21</c:v>
                </c:pt>
                <c:pt idx="140">
                  <c:v>01-22</c:v>
                </c:pt>
                <c:pt idx="141">
                  <c:v>01-23</c:v>
                </c:pt>
                <c:pt idx="142">
                  <c:v>01-26</c:v>
                </c:pt>
                <c:pt idx="143">
                  <c:v>01-27</c:v>
                </c:pt>
                <c:pt idx="144">
                  <c:v>01-28</c:v>
                </c:pt>
                <c:pt idx="145">
                  <c:v>01-29</c:v>
                </c:pt>
                <c:pt idx="146">
                  <c:v>01-30</c:v>
                </c:pt>
                <c:pt idx="147">
                  <c:v>02-02</c:v>
                </c:pt>
                <c:pt idx="148">
                  <c:v>02-03</c:v>
                </c:pt>
                <c:pt idx="149">
                  <c:v>02-04</c:v>
                </c:pt>
                <c:pt idx="150">
                  <c:v>02-05</c:v>
                </c:pt>
                <c:pt idx="151">
                  <c:v>02-06</c:v>
                </c:pt>
                <c:pt idx="152">
                  <c:v>02-09</c:v>
                </c:pt>
                <c:pt idx="153">
                  <c:v>02-10</c:v>
                </c:pt>
                <c:pt idx="154">
                  <c:v>02-11</c:v>
                </c:pt>
                <c:pt idx="155">
                  <c:v>02-12</c:v>
                </c:pt>
                <c:pt idx="156">
                  <c:v>02-13</c:v>
                </c:pt>
                <c:pt idx="157">
                  <c:v>02-24</c:v>
                </c:pt>
                <c:pt idx="158">
                  <c:v>02-25</c:v>
                </c:pt>
                <c:pt idx="159">
                  <c:v>02-26</c:v>
                </c:pt>
                <c:pt idx="160">
                  <c:v>02-27</c:v>
                </c:pt>
                <c:pt idx="161">
                  <c:v>03-02</c:v>
                </c:pt>
                <c:pt idx="162">
                  <c:v>03-03</c:v>
                </c:pt>
                <c:pt idx="163">
                  <c:v>03-04</c:v>
                </c:pt>
                <c:pt idx="164">
                  <c:v>03-05</c:v>
                </c:pt>
                <c:pt idx="165">
                  <c:v>03-06</c:v>
                </c:pt>
                <c:pt idx="166">
                  <c:v>03-09</c:v>
                </c:pt>
                <c:pt idx="167">
                  <c:v>03-10</c:v>
                </c:pt>
                <c:pt idx="168">
                  <c:v>03-11</c:v>
                </c:pt>
                <c:pt idx="169">
                  <c:v>03-12</c:v>
                </c:pt>
                <c:pt idx="170">
                  <c:v>03-13</c:v>
                </c:pt>
                <c:pt idx="171">
                  <c:v>03-16</c:v>
                </c:pt>
                <c:pt idx="172">
                  <c:v>03-17</c:v>
                </c:pt>
                <c:pt idx="173">
                  <c:v>03-18</c:v>
                </c:pt>
                <c:pt idx="174">
                  <c:v>03-19</c:v>
                </c:pt>
                <c:pt idx="175">
                  <c:v>03-20</c:v>
                </c:pt>
                <c:pt idx="176">
                  <c:v>03-23</c:v>
                </c:pt>
                <c:pt idx="177">
                  <c:v>03-24</c:v>
                </c:pt>
                <c:pt idx="178">
                  <c:v>03-25</c:v>
                </c:pt>
                <c:pt idx="179">
                  <c:v>03-26</c:v>
                </c:pt>
                <c:pt idx="180">
                  <c:v>03-27</c:v>
                </c:pt>
                <c:pt idx="181">
                  <c:v>03-30</c:v>
                </c:pt>
                <c:pt idx="182">
                  <c:v>03-31</c:v>
                </c:pt>
                <c:pt idx="183">
                  <c:v>04-01</c:v>
                </c:pt>
                <c:pt idx="184">
                  <c:v>04-02</c:v>
                </c:pt>
                <c:pt idx="185">
                  <c:v>04-03</c:v>
                </c:pt>
                <c:pt idx="186">
                  <c:v>04-07</c:v>
                </c:pt>
                <c:pt idx="187">
                  <c:v>04-08</c:v>
                </c:pt>
                <c:pt idx="188">
                  <c:v>04-09</c:v>
                </c:pt>
                <c:pt idx="189">
                  <c:v>04-10</c:v>
                </c:pt>
                <c:pt idx="190">
                  <c:v>04-13</c:v>
                </c:pt>
                <c:pt idx="191">
                  <c:v>04-14</c:v>
                </c:pt>
                <c:pt idx="192">
                  <c:v>04-15</c:v>
                </c:pt>
                <c:pt idx="193">
                  <c:v>04-16</c:v>
                </c:pt>
                <c:pt idx="194">
                  <c:v>04-17</c:v>
                </c:pt>
                <c:pt idx="195">
                  <c:v>04-20</c:v>
                </c:pt>
                <c:pt idx="196">
                  <c:v>04-21</c:v>
                </c:pt>
                <c:pt idx="197">
                  <c:v>04-22</c:v>
                </c:pt>
                <c:pt idx="198">
                  <c:v>04-23</c:v>
                </c:pt>
                <c:pt idx="199">
                  <c:v>04-24</c:v>
                </c:pt>
                <c:pt idx="200">
                  <c:v>04-27</c:v>
                </c:pt>
                <c:pt idx="201">
                  <c:v>04-28</c:v>
                </c:pt>
                <c:pt idx="202">
                  <c:v>04-29</c:v>
                </c:pt>
                <c:pt idx="203">
                  <c:v>04-30</c:v>
                </c:pt>
                <c:pt idx="204">
                  <c:v>05-06</c:v>
                </c:pt>
                <c:pt idx="205">
                  <c:v>05-07</c:v>
                </c:pt>
                <c:pt idx="206">
                  <c:v>05-08</c:v>
                </c:pt>
                <c:pt idx="207">
                  <c:v>05-11</c:v>
                </c:pt>
                <c:pt idx="208">
                  <c:v>05-12</c:v>
                </c:pt>
                <c:pt idx="209">
                  <c:v>05-13</c:v>
                </c:pt>
                <c:pt idx="210">
                  <c:v>05-14</c:v>
                </c:pt>
                <c:pt idx="211">
                  <c:v>05-15</c:v>
                </c:pt>
                <c:pt idx="212">
                  <c:v>05-18</c:v>
                </c:pt>
                <c:pt idx="213">
                  <c:v>05-19</c:v>
                </c:pt>
                <c:pt idx="214">
                  <c:v>05-20</c:v>
                </c:pt>
                <c:pt idx="215">
                  <c:v>05-21</c:v>
                </c:pt>
                <c:pt idx="216">
                  <c:v>05-22</c:v>
                </c:pt>
                <c:pt idx="217">
                  <c:v>05-25</c:v>
                </c:pt>
                <c:pt idx="218">
                  <c:v>05-26</c:v>
                </c:pt>
                <c:pt idx="219">
                  <c:v>05-27</c:v>
                </c:pt>
                <c:pt idx="220">
                  <c:v>05-28</c:v>
                </c:pt>
                <c:pt idx="221">
                  <c:v>05-29</c:v>
                </c:pt>
                <c:pt idx="222">
                  <c:v>06-01</c:v>
                </c:pt>
                <c:pt idx="223">
                  <c:v>06-02</c:v>
                </c:pt>
                <c:pt idx="224">
                  <c:v>06-03</c:v>
                </c:pt>
                <c:pt idx="225">
                  <c:v>06-04</c:v>
                </c:pt>
                <c:pt idx="226">
                  <c:v>06-05</c:v>
                </c:pt>
                <c:pt idx="227">
                  <c:v>06-08</c:v>
                </c:pt>
                <c:pt idx="228">
                  <c:v>06-09</c:v>
                </c:pt>
                <c:pt idx="229">
                  <c:v>06-10</c:v>
                </c:pt>
                <c:pt idx="230">
                  <c:v>06-11</c:v>
                </c:pt>
                <c:pt idx="231">
                  <c:v>06-12</c:v>
                </c:pt>
                <c:pt idx="232">
                  <c:v>06-15</c:v>
                </c:pt>
                <c:pt idx="233">
                  <c:v>06-16</c:v>
                </c:pt>
                <c:pt idx="234">
                  <c:v>06-17</c:v>
                </c:pt>
                <c:pt idx="235">
                  <c:v>06-18</c:v>
                </c:pt>
                <c:pt idx="236">
                  <c:v>06-22</c:v>
                </c:pt>
                <c:pt idx="237">
                  <c:v>06-23</c:v>
                </c:pt>
                <c:pt idx="238">
                  <c:v>06-24</c:v>
                </c:pt>
                <c:pt idx="239">
                  <c:v>06-25</c:v>
                </c:pt>
                <c:pt idx="240">
                  <c:v>06-26</c:v>
                </c:pt>
                <c:pt idx="241">
                  <c:v>06-29</c:v>
                </c:pt>
              </c:strCache>
            </c:strRef>
          </c:cat>
          <c:val>
            <c:numRef>
              <c:f>Sheet1!$B$2:$B$243</c:f>
              <c:numCache>
                <c:formatCode>General</c:formatCode>
                <c:ptCount val="242"/>
                <c:pt idx="0">
                  <c:v>430922.86</c:v>
                </c:pt>
                <c:pt idx="1">
                  <c:v>433511.26</c:v>
                </c:pt>
                <c:pt idx="2">
                  <c:v>434384.38</c:v>
                </c:pt>
                <c:pt idx="3">
                  <c:v>437078.63</c:v>
                </c:pt>
                <c:pt idx="4">
                  <c:v>431239.74</c:v>
                </c:pt>
                <c:pt idx="5">
                  <c:v>438492.67</c:v>
                </c:pt>
                <c:pt idx="6">
                  <c:v>442012.27</c:v>
                </c:pt>
                <c:pt idx="7">
                  <c:v>442560.41</c:v>
                </c:pt>
                <c:pt idx="8">
                  <c:v>442657.54</c:v>
                </c:pt>
                <c:pt idx="9">
                  <c:v>442818.76</c:v>
                </c:pt>
                <c:pt idx="10">
                  <c:v>449303.02</c:v>
                </c:pt>
                <c:pt idx="11">
                  <c:v>443022.08000000002</c:v>
                </c:pt>
                <c:pt idx="12">
                  <c:v>447926.92</c:v>
                </c:pt>
                <c:pt idx="13">
                  <c:v>450487.68</c:v>
                </c:pt>
                <c:pt idx="14">
                  <c:v>452749.47</c:v>
                </c:pt>
                <c:pt idx="15">
                  <c:v>461728.25</c:v>
                </c:pt>
                <c:pt idx="16">
                  <c:v>461714.64</c:v>
                </c:pt>
                <c:pt idx="17">
                  <c:v>460433.13</c:v>
                </c:pt>
                <c:pt idx="18">
                  <c:v>466948.51</c:v>
                </c:pt>
                <c:pt idx="19">
                  <c:v>470168.81</c:v>
                </c:pt>
                <c:pt idx="20">
                  <c:v>475130.52</c:v>
                </c:pt>
                <c:pt idx="21">
                  <c:v>474585.7</c:v>
                </c:pt>
                <c:pt idx="22">
                  <c:v>475096.2</c:v>
                </c:pt>
                <c:pt idx="23">
                  <c:v>468807.89</c:v>
                </c:pt>
                <c:pt idx="24">
                  <c:v>477021.43</c:v>
                </c:pt>
                <c:pt idx="25">
                  <c:v>484251.23</c:v>
                </c:pt>
                <c:pt idx="26">
                  <c:v>488835.99</c:v>
                </c:pt>
                <c:pt idx="27">
                  <c:v>490906.19</c:v>
                </c:pt>
                <c:pt idx="28">
                  <c:v>490049.51</c:v>
                </c:pt>
                <c:pt idx="29">
                  <c:v>494948.33</c:v>
                </c:pt>
                <c:pt idx="30">
                  <c:v>503198.21</c:v>
                </c:pt>
                <c:pt idx="31">
                  <c:v>501833.13</c:v>
                </c:pt>
                <c:pt idx="32">
                  <c:v>500048.59</c:v>
                </c:pt>
                <c:pt idx="33">
                  <c:v>487219.92</c:v>
                </c:pt>
                <c:pt idx="34">
                  <c:v>491904.27</c:v>
                </c:pt>
                <c:pt idx="35">
                  <c:v>496867.62</c:v>
                </c:pt>
                <c:pt idx="36">
                  <c:v>504414.46</c:v>
                </c:pt>
                <c:pt idx="37">
                  <c:v>506983.87</c:v>
                </c:pt>
                <c:pt idx="38">
                  <c:v>508882.85</c:v>
                </c:pt>
                <c:pt idx="39">
                  <c:v>506520.21</c:v>
                </c:pt>
                <c:pt idx="40">
                  <c:v>507881.3</c:v>
                </c:pt>
                <c:pt idx="41">
                  <c:v>512813.81</c:v>
                </c:pt>
                <c:pt idx="42">
                  <c:v>493890.33</c:v>
                </c:pt>
                <c:pt idx="43">
                  <c:v>491839.94</c:v>
                </c:pt>
                <c:pt idx="44">
                  <c:v>487567.18</c:v>
                </c:pt>
                <c:pt idx="45">
                  <c:v>494741.42</c:v>
                </c:pt>
                <c:pt idx="46">
                  <c:v>489078.15</c:v>
                </c:pt>
                <c:pt idx="47">
                  <c:v>476853.56</c:v>
                </c:pt>
                <c:pt idx="48">
                  <c:v>481112.63</c:v>
                </c:pt>
                <c:pt idx="49">
                  <c:v>489455.84</c:v>
                </c:pt>
                <c:pt idx="50">
                  <c:v>498927.99</c:v>
                </c:pt>
                <c:pt idx="51">
                  <c:v>495945.74</c:v>
                </c:pt>
                <c:pt idx="52">
                  <c:v>499325.5</c:v>
                </c:pt>
                <c:pt idx="53">
                  <c:v>503065.28</c:v>
                </c:pt>
                <c:pt idx="54">
                  <c:v>501207.37</c:v>
                </c:pt>
                <c:pt idx="55">
                  <c:v>501370.32</c:v>
                </c:pt>
                <c:pt idx="56">
                  <c:v>508816.1</c:v>
                </c:pt>
                <c:pt idx="57">
                  <c:v>508229.92</c:v>
                </c:pt>
                <c:pt idx="58">
                  <c:v>498493.6</c:v>
                </c:pt>
                <c:pt idx="59">
                  <c:v>494394.9</c:v>
                </c:pt>
                <c:pt idx="60">
                  <c:v>491712.29</c:v>
                </c:pt>
                <c:pt idx="61">
                  <c:v>485649.2</c:v>
                </c:pt>
                <c:pt idx="62">
                  <c:v>497115.85</c:v>
                </c:pt>
                <c:pt idx="63">
                  <c:v>492508.12</c:v>
                </c:pt>
                <c:pt idx="64">
                  <c:v>493956.48</c:v>
                </c:pt>
                <c:pt idx="65">
                  <c:v>500045.08</c:v>
                </c:pt>
                <c:pt idx="66">
                  <c:v>500919.54</c:v>
                </c:pt>
                <c:pt idx="67">
                  <c:v>500128.47</c:v>
                </c:pt>
                <c:pt idx="68">
                  <c:v>503208.16</c:v>
                </c:pt>
                <c:pt idx="69">
                  <c:v>502722.25</c:v>
                </c:pt>
                <c:pt idx="70">
                  <c:v>501799.37</c:v>
                </c:pt>
                <c:pt idx="71">
                  <c:v>506345.76</c:v>
                </c:pt>
                <c:pt idx="72">
                  <c:v>500747.28</c:v>
                </c:pt>
                <c:pt idx="73">
                  <c:v>495618.64</c:v>
                </c:pt>
                <c:pt idx="74">
                  <c:v>506295.98</c:v>
                </c:pt>
                <c:pt idx="75">
                  <c:v>517471.44</c:v>
                </c:pt>
                <c:pt idx="76">
                  <c:v>520939.57</c:v>
                </c:pt>
                <c:pt idx="77">
                  <c:v>524078.07</c:v>
                </c:pt>
                <c:pt idx="78">
                  <c:v>526117.94999999995</c:v>
                </c:pt>
                <c:pt idx="79">
                  <c:v>526776.84</c:v>
                </c:pt>
                <c:pt idx="80">
                  <c:v>529282.43999999994</c:v>
                </c:pt>
                <c:pt idx="81">
                  <c:v>523386.16</c:v>
                </c:pt>
                <c:pt idx="82">
                  <c:v>519740.61</c:v>
                </c:pt>
                <c:pt idx="83">
                  <c:v>528520.75</c:v>
                </c:pt>
                <c:pt idx="84">
                  <c:v>535523.25</c:v>
                </c:pt>
                <c:pt idx="85">
                  <c:v>538109.24</c:v>
                </c:pt>
                <c:pt idx="86">
                  <c:v>545237.4</c:v>
                </c:pt>
                <c:pt idx="87">
                  <c:v>545020.29</c:v>
                </c:pt>
                <c:pt idx="88">
                  <c:v>546690.56000000006</c:v>
                </c:pt>
                <c:pt idx="89">
                  <c:v>552086.66</c:v>
                </c:pt>
                <c:pt idx="90">
                  <c:v>557063.41</c:v>
                </c:pt>
                <c:pt idx="91">
                  <c:v>556887.11</c:v>
                </c:pt>
                <c:pt idx="92">
                  <c:v>563281.84</c:v>
                </c:pt>
                <c:pt idx="93">
                  <c:v>569178.66</c:v>
                </c:pt>
                <c:pt idx="94">
                  <c:v>571941.15</c:v>
                </c:pt>
                <c:pt idx="95">
                  <c:v>567649.38</c:v>
                </c:pt>
                <c:pt idx="96">
                  <c:v>555294.19999999995</c:v>
                </c:pt>
                <c:pt idx="97">
                  <c:v>551628.87</c:v>
                </c:pt>
                <c:pt idx="98">
                  <c:v>524764.41</c:v>
                </c:pt>
                <c:pt idx="99">
                  <c:v>536352.52</c:v>
                </c:pt>
                <c:pt idx="100">
                  <c:v>545353.46</c:v>
                </c:pt>
                <c:pt idx="101">
                  <c:v>540863.32999999996</c:v>
                </c:pt>
                <c:pt idx="102">
                  <c:v>546995.35</c:v>
                </c:pt>
                <c:pt idx="103">
                  <c:v>554769.86</c:v>
                </c:pt>
                <c:pt idx="104">
                  <c:v>554539.81999999995</c:v>
                </c:pt>
                <c:pt idx="105">
                  <c:v>552789.73</c:v>
                </c:pt>
                <c:pt idx="106">
                  <c:v>549595.03</c:v>
                </c:pt>
                <c:pt idx="107">
                  <c:v>539427.59</c:v>
                </c:pt>
                <c:pt idx="108">
                  <c:v>547926.26</c:v>
                </c:pt>
                <c:pt idx="109">
                  <c:v>553975.93999999994</c:v>
                </c:pt>
                <c:pt idx="110">
                  <c:v>548587.88</c:v>
                </c:pt>
                <c:pt idx="111">
                  <c:v>542921.21</c:v>
                </c:pt>
                <c:pt idx="112">
                  <c:v>527284.28</c:v>
                </c:pt>
                <c:pt idx="113">
                  <c:v>520429.47</c:v>
                </c:pt>
                <c:pt idx="114">
                  <c:v>523052.06</c:v>
                </c:pt>
                <c:pt idx="115">
                  <c:v>513210.84</c:v>
                </c:pt>
                <c:pt idx="116">
                  <c:v>514059.89</c:v>
                </c:pt>
                <c:pt idx="117">
                  <c:v>523395.06</c:v>
                </c:pt>
                <c:pt idx="118">
                  <c:v>535981.5</c:v>
                </c:pt>
                <c:pt idx="119">
                  <c:v>535028.80000000005</c:v>
                </c:pt>
                <c:pt idx="120">
                  <c:v>531411.05000000005</c:v>
                </c:pt>
                <c:pt idx="121">
                  <c:v>536756.59</c:v>
                </c:pt>
                <c:pt idx="122">
                  <c:v>542182.43000000005</c:v>
                </c:pt>
                <c:pt idx="123">
                  <c:v>538369.72</c:v>
                </c:pt>
                <c:pt idx="124">
                  <c:v>540494.96</c:v>
                </c:pt>
                <c:pt idx="125">
                  <c:v>536590.17000000004</c:v>
                </c:pt>
                <c:pt idx="126">
                  <c:v>539244.53</c:v>
                </c:pt>
                <c:pt idx="127">
                  <c:v>546122.53</c:v>
                </c:pt>
                <c:pt idx="128">
                  <c:v>547779.07999999996</c:v>
                </c:pt>
                <c:pt idx="129">
                  <c:v>545898.17000000004</c:v>
                </c:pt>
                <c:pt idx="130">
                  <c:v>556527.07999999996</c:v>
                </c:pt>
                <c:pt idx="131">
                  <c:v>563479.30000000005</c:v>
                </c:pt>
                <c:pt idx="132">
                  <c:v>572608.76</c:v>
                </c:pt>
                <c:pt idx="133">
                  <c:v>572739.98</c:v>
                </c:pt>
                <c:pt idx="134">
                  <c:v>575621.16</c:v>
                </c:pt>
                <c:pt idx="135">
                  <c:v>574893.28</c:v>
                </c:pt>
                <c:pt idx="136">
                  <c:v>573056.84</c:v>
                </c:pt>
                <c:pt idx="137">
                  <c:v>583120.07999999996</c:v>
                </c:pt>
                <c:pt idx="138">
                  <c:v>584084.49</c:v>
                </c:pt>
                <c:pt idx="139">
                  <c:v>590441.11</c:v>
                </c:pt>
                <c:pt idx="140">
                  <c:v>597398.21</c:v>
                </c:pt>
                <c:pt idx="141">
                  <c:v>603128.66</c:v>
                </c:pt>
                <c:pt idx="142">
                  <c:v>598228.34</c:v>
                </c:pt>
                <c:pt idx="143">
                  <c:v>596717.86</c:v>
                </c:pt>
                <c:pt idx="144">
                  <c:v>590782.88</c:v>
                </c:pt>
                <c:pt idx="145">
                  <c:v>587935.31999999995</c:v>
                </c:pt>
                <c:pt idx="146">
                  <c:v>596297.62</c:v>
                </c:pt>
                <c:pt idx="147">
                  <c:v>587320.82999999996</c:v>
                </c:pt>
                <c:pt idx="148">
                  <c:v>598531.30000000005</c:v>
                </c:pt>
                <c:pt idx="149">
                  <c:v>602743.73</c:v>
                </c:pt>
                <c:pt idx="150">
                  <c:v>602698.86</c:v>
                </c:pt>
                <c:pt idx="151">
                  <c:v>607368.63</c:v>
                </c:pt>
                <c:pt idx="152">
                  <c:v>618328.25</c:v>
                </c:pt>
                <c:pt idx="153">
                  <c:v>619637.97</c:v>
                </c:pt>
                <c:pt idx="154">
                  <c:v>618126.29</c:v>
                </c:pt>
                <c:pt idx="155">
                  <c:v>612695.82999999996</c:v>
                </c:pt>
                <c:pt idx="156">
                  <c:v>613129.38</c:v>
                </c:pt>
                <c:pt idx="157">
                  <c:v>625954.93000000005</c:v>
                </c:pt>
                <c:pt idx="158">
                  <c:v>628133.56999999995</c:v>
                </c:pt>
                <c:pt idx="159">
                  <c:v>626878.88</c:v>
                </c:pt>
                <c:pt idx="160">
                  <c:v>630453.22</c:v>
                </c:pt>
                <c:pt idx="161">
                  <c:v>611672.46</c:v>
                </c:pt>
                <c:pt idx="162">
                  <c:v>595729.02</c:v>
                </c:pt>
                <c:pt idx="163">
                  <c:v>591715.64</c:v>
                </c:pt>
                <c:pt idx="164">
                  <c:v>597765.36</c:v>
                </c:pt>
                <c:pt idx="165">
                  <c:v>618051.62</c:v>
                </c:pt>
                <c:pt idx="166">
                  <c:v>612712.98</c:v>
                </c:pt>
                <c:pt idx="167">
                  <c:v>628240</c:v>
                </c:pt>
                <c:pt idx="168">
                  <c:v>624608.64</c:v>
                </c:pt>
                <c:pt idx="169">
                  <c:v>617855.02</c:v>
                </c:pt>
                <c:pt idx="170">
                  <c:v>617246.47</c:v>
                </c:pt>
                <c:pt idx="171">
                  <c:v>618213.72</c:v>
                </c:pt>
                <c:pt idx="172">
                  <c:v>603879.92000000004</c:v>
                </c:pt>
                <c:pt idx="173">
                  <c:v>614147.85</c:v>
                </c:pt>
                <c:pt idx="174">
                  <c:v>595417.91</c:v>
                </c:pt>
                <c:pt idx="175">
                  <c:v>573322.43000000005</c:v>
                </c:pt>
                <c:pt idx="176">
                  <c:v>536511.31000000006</c:v>
                </c:pt>
                <c:pt idx="177">
                  <c:v>566054.68999999994</c:v>
                </c:pt>
                <c:pt idx="178">
                  <c:v>579992.39</c:v>
                </c:pt>
                <c:pt idx="179">
                  <c:v>570641.43999999994</c:v>
                </c:pt>
                <c:pt idx="180">
                  <c:v>582165.97</c:v>
                </c:pt>
                <c:pt idx="181">
                  <c:v>589248.12</c:v>
                </c:pt>
                <c:pt idx="182">
                  <c:v>580832.18999999994</c:v>
                </c:pt>
                <c:pt idx="183">
                  <c:v>586813.19999999995</c:v>
                </c:pt>
                <c:pt idx="184">
                  <c:v>574705.85</c:v>
                </c:pt>
                <c:pt idx="185">
                  <c:v>554382.05000000005</c:v>
                </c:pt>
                <c:pt idx="186">
                  <c:v>571059.38</c:v>
                </c:pt>
                <c:pt idx="187">
                  <c:v>591918.30000000005</c:v>
                </c:pt>
                <c:pt idx="188">
                  <c:v>580954.4</c:v>
                </c:pt>
                <c:pt idx="189">
                  <c:v>586899.75</c:v>
                </c:pt>
                <c:pt idx="190">
                  <c:v>585750.04</c:v>
                </c:pt>
                <c:pt idx="191">
                  <c:v>586024.79</c:v>
                </c:pt>
                <c:pt idx="192">
                  <c:v>581138.99</c:v>
                </c:pt>
                <c:pt idx="193">
                  <c:v>594211.91</c:v>
                </c:pt>
                <c:pt idx="194">
                  <c:v>590359.74</c:v>
                </c:pt>
                <c:pt idx="195">
                  <c:v>596759.98</c:v>
                </c:pt>
                <c:pt idx="196">
                  <c:v>595485.68999999994</c:v>
                </c:pt>
                <c:pt idx="197">
                  <c:v>595907.48</c:v>
                </c:pt>
                <c:pt idx="198">
                  <c:v>589568.18000000005</c:v>
                </c:pt>
                <c:pt idx="199">
                  <c:v>595370.42000000004</c:v>
                </c:pt>
                <c:pt idx="200">
                  <c:v>606957.29</c:v>
                </c:pt>
                <c:pt idx="201">
                  <c:v>606225.59</c:v>
                </c:pt>
                <c:pt idx="202">
                  <c:v>616743.4</c:v>
                </c:pt>
                <c:pt idx="203">
                  <c:v>624948.88</c:v>
                </c:pt>
                <c:pt idx="204">
                  <c:v>628257.43000000005</c:v>
                </c:pt>
                <c:pt idx="205">
                  <c:v>631215.86</c:v>
                </c:pt>
                <c:pt idx="206">
                  <c:v>639510.75</c:v>
                </c:pt>
                <c:pt idx="207">
                  <c:v>645222.30000000005</c:v>
                </c:pt>
                <c:pt idx="208">
                  <c:v>634550.82999999996</c:v>
                </c:pt>
                <c:pt idx="209">
                  <c:v>636074.67000000004</c:v>
                </c:pt>
                <c:pt idx="210">
                  <c:v>632126.05000000005</c:v>
                </c:pt>
                <c:pt idx="211">
                  <c:v>627993.87</c:v>
                </c:pt>
                <c:pt idx="212">
                  <c:v>634467.03</c:v>
                </c:pt>
                <c:pt idx="213">
                  <c:v>636799.02</c:v>
                </c:pt>
                <c:pt idx="214">
                  <c:v>630522.69999999995</c:v>
                </c:pt>
                <c:pt idx="215">
                  <c:v>607762.65</c:v>
                </c:pt>
                <c:pt idx="216">
                  <c:v>621161.07999999996</c:v>
                </c:pt>
                <c:pt idx="217">
                  <c:v>611766.88</c:v>
                </c:pt>
                <c:pt idx="218">
                  <c:v>597421.69999999995</c:v>
                </c:pt>
                <c:pt idx="219">
                  <c:v>581495.4</c:v>
                </c:pt>
                <c:pt idx="220">
                  <c:v>583931.34</c:v>
                </c:pt>
                <c:pt idx="221">
                  <c:v>567678.92000000004</c:v>
                </c:pt>
                <c:pt idx="222">
                  <c:v>585189.19999999995</c:v>
                </c:pt>
                <c:pt idx="223">
                  <c:v>570541.34</c:v>
                </c:pt>
                <c:pt idx="224">
                  <c:v>563966.62</c:v>
                </c:pt>
                <c:pt idx="225">
                  <c:v>554393.39</c:v>
                </c:pt>
                <c:pt idx="226">
                  <c:v>563683.53</c:v>
                </c:pt>
                <c:pt idx="227">
                  <c:v>548575.81000000006</c:v>
                </c:pt>
                <c:pt idx="228">
                  <c:v>552903.82999999996</c:v>
                </c:pt>
                <c:pt idx="229">
                  <c:v>547807.36</c:v>
                </c:pt>
                <c:pt idx="230">
                  <c:v>539763.86</c:v>
                </c:pt>
                <c:pt idx="231">
                  <c:v>544778.23</c:v>
                </c:pt>
                <c:pt idx="232">
                  <c:v>541015.09</c:v>
                </c:pt>
                <c:pt idx="233">
                  <c:v>542097.96</c:v>
                </c:pt>
                <c:pt idx="234">
                  <c:v>530728.24</c:v>
                </c:pt>
                <c:pt idx="235">
                  <c:v>529565.99</c:v>
                </c:pt>
                <c:pt idx="236">
                  <c:v>534174.51</c:v>
                </c:pt>
                <c:pt idx="237">
                  <c:v>543864.76</c:v>
                </c:pt>
                <c:pt idx="238">
                  <c:v>524644.56999999995</c:v>
                </c:pt>
                <c:pt idx="239">
                  <c:v>512115.02</c:v>
                </c:pt>
                <c:pt idx="240">
                  <c:v>500395.87</c:v>
                </c:pt>
                <c:pt idx="241">
                  <c:v>501499.7</c:v>
                </c:pt>
              </c:numCache>
            </c:numRef>
          </c:val>
          <c:smooth val="0"/>
        </c:ser>
        <c:dLbls>
          <c:showLegendKey val="0"/>
          <c:showVal val="0"/>
          <c:showCatName val="0"/>
          <c:showSerName val="0"/>
          <c:showPercent val="0"/>
          <c:showBubbleSize val="0"/>
        </c:dLbls>
        <c:marker val="1"/>
        <c:smooth val="0"/>
        <c:axId val="1509977344"/>
        <c:axId val="1509969728"/>
      </c:lineChart>
      <c:catAx>
        <c:axId val="150997734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36666"/>
                </a:solidFill>
                <a:latin typeface="Arial"/>
              </a:defRPr>
            </a:pPr>
            <a:endParaRPr lang="zh-CN"/>
          </a:p>
        </c:txPr>
        <c:crossAx val="1509969728"/>
        <c:crosses val="autoZero"/>
        <c:auto val="1"/>
        <c:lblAlgn val="ctr"/>
        <c:lblOffset val="100"/>
        <c:noMultiLvlLbl val="1"/>
      </c:catAx>
      <c:valAx>
        <c:axId val="1509969728"/>
        <c:scaling>
          <c:orientation val="minMax"/>
          <c:max val="650000"/>
          <c:min val="400000"/>
        </c:scaling>
        <c:delete val="0"/>
        <c:axPos val="l"/>
        <c:majorGridlines>
          <c:spPr>
            <a:ln w="12700" cap="flat">
              <a:solidFill>
                <a:srgbClr val="F0F0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36666"/>
                </a:solidFill>
                <a:latin typeface="Arial"/>
              </a:defRPr>
            </a:pPr>
            <a:endParaRPr lang="zh-CN"/>
          </a:p>
        </c:txPr>
        <c:crossAx val="1509977344"/>
        <c:crosses val="autoZero"/>
        <c:crossBetween val="between"/>
      </c:valAx>
      <c:spPr>
        <a:noFill/>
        <a:ln>
          <a:noFill/>
        </a:ln>
        <a:effectLst/>
      </c:spPr>
    </c:plotArea>
    <c:plotVisOnly val="1"/>
    <c:dispBlanksAs val="gap"/>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万得微盘股指数</c:v>
                </c:pt>
              </c:strCache>
            </c:strRef>
          </c:tx>
          <c:spPr>
            <a:ln w="25400" cap="flat">
              <a:solidFill>
                <a:srgbClr val="C00000"/>
              </a:solidFill>
              <a:prstDash val="solid"/>
              <a:round/>
            </a:ln>
            <a:effectLst/>
          </c:spPr>
          <c:marker>
            <c:symbol val="circle"/>
            <c:size val="6"/>
            <c:spPr>
              <a:solidFill>
                <a:srgbClr val="C00000"/>
              </a:solidFill>
              <a:ln w="9525" cap="flat">
                <a:solidFill>
                  <a:srgbClr val="C00000"/>
                </a:solidFill>
                <a:prstDash val="solid"/>
                <a:round/>
              </a:ln>
              <a:effectLst/>
            </c:spPr>
          </c:marker>
          <c:cat>
            <c:strRef>
              <c:f>Sheet1!$A$2:$A$15</c:f>
              <c:strCache>
                <c:ptCount val="14"/>
                <c:pt idx="0">
                  <c:v>03-27</c:v>
                </c:pt>
                <c:pt idx="1">
                  <c:v>04-03</c:v>
                </c:pt>
                <c:pt idx="2">
                  <c:v>04-10</c:v>
                </c:pt>
                <c:pt idx="3">
                  <c:v>04-17</c:v>
                </c:pt>
                <c:pt idx="4">
                  <c:v>04-24</c:v>
                </c:pt>
                <c:pt idx="5">
                  <c:v>04-30</c:v>
                </c:pt>
                <c:pt idx="6">
                  <c:v>05-08</c:v>
                </c:pt>
                <c:pt idx="7">
                  <c:v>05-15</c:v>
                </c:pt>
                <c:pt idx="8">
                  <c:v>05-22</c:v>
                </c:pt>
                <c:pt idx="9">
                  <c:v>05-29</c:v>
                </c:pt>
                <c:pt idx="10">
                  <c:v>06-05</c:v>
                </c:pt>
                <c:pt idx="11">
                  <c:v>06-12</c:v>
                </c:pt>
                <c:pt idx="12">
                  <c:v>06-18</c:v>
                </c:pt>
                <c:pt idx="13">
                  <c:v>06-26</c:v>
                </c:pt>
              </c:strCache>
            </c:strRef>
          </c:cat>
          <c:val>
            <c:numRef>
              <c:f>Sheet1!$B$2:$B$15</c:f>
              <c:numCache>
                <c:formatCode>General</c:formatCode>
                <c:ptCount val="14"/>
                <c:pt idx="0">
                  <c:v>1</c:v>
                </c:pt>
                <c:pt idx="1">
                  <c:v>0.95230000000000004</c:v>
                </c:pt>
                <c:pt idx="2">
                  <c:v>1.0081</c:v>
                </c:pt>
                <c:pt idx="3">
                  <c:v>1.0141</c:v>
                </c:pt>
                <c:pt idx="4">
                  <c:v>1.0226999999999999</c:v>
                </c:pt>
                <c:pt idx="5">
                  <c:v>1.0734999999999999</c:v>
                </c:pt>
                <c:pt idx="6">
                  <c:v>1.0985</c:v>
                </c:pt>
                <c:pt idx="7">
                  <c:v>1.0787</c:v>
                </c:pt>
                <c:pt idx="8">
                  <c:v>1.0669999999999999</c:v>
                </c:pt>
                <c:pt idx="9">
                  <c:v>0.97509999999999997</c:v>
                </c:pt>
                <c:pt idx="10">
                  <c:v>0.96830000000000005</c:v>
                </c:pt>
                <c:pt idx="11">
                  <c:v>0.93579999999999997</c:v>
                </c:pt>
                <c:pt idx="12">
                  <c:v>0.90959999999999996</c:v>
                </c:pt>
                <c:pt idx="13">
                  <c:v>0.85950000000000004</c:v>
                </c:pt>
              </c:numCache>
            </c:numRef>
          </c:val>
          <c:smooth val="1"/>
        </c:ser>
        <c:ser>
          <c:idx val="1"/>
          <c:order val="1"/>
          <c:tx>
            <c:strRef>
              <c:f>Sheet1!$C$1</c:f>
              <c:strCache>
                <c:ptCount val="1"/>
                <c:pt idx="0">
                  <c:v>科创50</c:v>
                </c:pt>
              </c:strCache>
            </c:strRef>
          </c:tx>
          <c:spPr>
            <a:ln w="25400" cap="flat">
              <a:solidFill>
                <a:srgbClr val="4BACC6"/>
              </a:solidFill>
              <a:prstDash val="solid"/>
              <a:round/>
            </a:ln>
            <a:effectLst/>
          </c:spPr>
          <c:marker>
            <c:symbol val="circle"/>
            <c:size val="6"/>
            <c:spPr>
              <a:solidFill>
                <a:srgbClr val="4BACC6"/>
              </a:solidFill>
              <a:ln w="9525" cap="flat">
                <a:solidFill>
                  <a:srgbClr val="4BACC6"/>
                </a:solidFill>
                <a:prstDash val="solid"/>
                <a:round/>
              </a:ln>
              <a:effectLst/>
            </c:spPr>
          </c:marker>
          <c:cat>
            <c:strRef>
              <c:f>Sheet1!$A$2:$A$15</c:f>
              <c:strCache>
                <c:ptCount val="14"/>
                <c:pt idx="0">
                  <c:v>03-27</c:v>
                </c:pt>
                <c:pt idx="1">
                  <c:v>04-03</c:v>
                </c:pt>
                <c:pt idx="2">
                  <c:v>04-10</c:v>
                </c:pt>
                <c:pt idx="3">
                  <c:v>04-17</c:v>
                </c:pt>
                <c:pt idx="4">
                  <c:v>04-24</c:v>
                </c:pt>
                <c:pt idx="5">
                  <c:v>04-30</c:v>
                </c:pt>
                <c:pt idx="6">
                  <c:v>05-08</c:v>
                </c:pt>
                <c:pt idx="7">
                  <c:v>05-15</c:v>
                </c:pt>
                <c:pt idx="8">
                  <c:v>05-22</c:v>
                </c:pt>
                <c:pt idx="9">
                  <c:v>05-29</c:v>
                </c:pt>
                <c:pt idx="10">
                  <c:v>06-05</c:v>
                </c:pt>
                <c:pt idx="11">
                  <c:v>06-12</c:v>
                </c:pt>
                <c:pt idx="12">
                  <c:v>06-18</c:v>
                </c:pt>
                <c:pt idx="13">
                  <c:v>06-26</c:v>
                </c:pt>
              </c:strCache>
            </c:strRef>
          </c:cat>
          <c:val>
            <c:numRef>
              <c:f>Sheet1!$C$2:$C$15</c:f>
              <c:numCache>
                <c:formatCode>General</c:formatCode>
                <c:ptCount val="14"/>
                <c:pt idx="0">
                  <c:v>1</c:v>
                </c:pt>
                <c:pt idx="1">
                  <c:v>0.96579999999999999</c:v>
                </c:pt>
                <c:pt idx="2">
                  <c:v>1.0489999999999999</c:v>
                </c:pt>
                <c:pt idx="3">
                  <c:v>1.0942000000000001</c:v>
                </c:pt>
                <c:pt idx="4">
                  <c:v>1.1175999999999999</c:v>
                </c:pt>
                <c:pt idx="5">
                  <c:v>1.2078</c:v>
                </c:pt>
                <c:pt idx="6">
                  <c:v>1.2612000000000001</c:v>
                </c:pt>
                <c:pt idx="7">
                  <c:v>1.3041</c:v>
                </c:pt>
                <c:pt idx="8">
                  <c:v>1.3767</c:v>
                </c:pt>
                <c:pt idx="9">
                  <c:v>1.3464</c:v>
                </c:pt>
                <c:pt idx="10">
                  <c:v>1.2826</c:v>
                </c:pt>
                <c:pt idx="11">
                  <c:v>1.2786999999999999</c:v>
                </c:pt>
                <c:pt idx="12">
                  <c:v>1.4695</c:v>
                </c:pt>
                <c:pt idx="13">
                  <c:v>1.5624</c:v>
                </c:pt>
              </c:numCache>
            </c:numRef>
          </c:val>
          <c:smooth val="1"/>
        </c:ser>
        <c:dLbls>
          <c:showLegendKey val="0"/>
          <c:showVal val="0"/>
          <c:showCatName val="0"/>
          <c:showSerName val="0"/>
          <c:showPercent val="0"/>
          <c:showBubbleSize val="0"/>
        </c:dLbls>
        <c:marker val="1"/>
        <c:smooth val="0"/>
        <c:axId val="1509981696"/>
        <c:axId val="1509983872"/>
      </c:lineChart>
      <c:catAx>
        <c:axId val="150998169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736666"/>
                </a:solidFill>
                <a:latin typeface="Arial"/>
              </a:defRPr>
            </a:pPr>
            <a:endParaRPr lang="zh-CN"/>
          </a:p>
        </c:txPr>
        <c:crossAx val="1509983872"/>
        <c:crosses val="autoZero"/>
        <c:auto val="1"/>
        <c:lblAlgn val="ctr"/>
        <c:lblOffset val="100"/>
        <c:noMultiLvlLbl val="1"/>
      </c:catAx>
      <c:valAx>
        <c:axId val="1509983872"/>
        <c:scaling>
          <c:orientation val="minMax"/>
          <c:min val="0.8"/>
        </c:scaling>
        <c:delete val="0"/>
        <c:axPos val="l"/>
        <c:majorGridlines>
          <c:spPr>
            <a:ln w="12700" cap="flat">
              <a:solidFill>
                <a:srgbClr val="F0F0F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36666"/>
                </a:solidFill>
                <a:latin typeface="Arial"/>
              </a:defRPr>
            </a:pPr>
            <a:endParaRPr lang="zh-CN"/>
          </a:p>
        </c:txPr>
        <c:crossAx val="1509981696"/>
        <c:crosses val="autoZero"/>
        <c:crossBetween val="between"/>
      </c:valAx>
      <c:spPr>
        <a:noFill/>
        <a:ln>
          <a:noFill/>
        </a:ln>
        <a:effectLst/>
      </c:spPr>
    </c:plotArea>
    <c:legend>
      <c:legendPos val="t"/>
      <c:layout/>
      <c:overlay val="0"/>
      <c:txPr>
        <a:bodyPr/>
        <a:lstStyle/>
        <a:p>
          <a:pPr>
            <a:defRPr sz="1600"/>
          </a:pPr>
          <a:endParaRPr lang="zh-CN"/>
        </a:p>
      </c:txPr>
    </c:legend>
    <c:plotVisOnly val="1"/>
    <c:dispBlanksAs val="gap"/>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最大回撤</c:v>
                </c:pt>
              </c:strCache>
            </c:strRef>
          </c:tx>
          <c:spPr>
            <a:solidFill>
              <a:srgbClr val="736666"/>
            </a:solidFill>
            <a:effectLst/>
          </c:spPr>
          <c:invertIfNegative val="0"/>
          <c:cat>
            <c:strRef>
              <c:f>Sheet1!$A$2:$A$6</c:f>
              <c:strCache>
                <c:ptCount val="5"/>
                <c:pt idx="0">
                  <c:v>2026.4-6 AI产业链</c:v>
                </c:pt>
                <c:pt idx="1">
                  <c:v>2022.3-4 公共卫生事件</c:v>
                </c:pt>
                <c:pt idx="2">
                  <c:v>2021初 核心资产</c:v>
                </c:pt>
                <c:pt idx="3">
                  <c:v>2017-18 漂亮50</c:v>
                </c:pt>
                <c:pt idx="4">
                  <c:v>2024初 流动性危机</c:v>
                </c:pt>
              </c:strCache>
            </c:strRef>
          </c:cat>
          <c:val>
            <c:numRef>
              <c:f>Sheet1!$B$2:$B$6</c:f>
              <c:numCache>
                <c:formatCode>General</c:formatCode>
                <c:ptCount val="5"/>
                <c:pt idx="0">
                  <c:v>-0.224</c:v>
                </c:pt>
                <c:pt idx="1">
                  <c:v>-0.23</c:v>
                </c:pt>
                <c:pt idx="2">
                  <c:v>-0.16800000000000001</c:v>
                </c:pt>
                <c:pt idx="3">
                  <c:v>-0.45600000000000002</c:v>
                </c:pt>
                <c:pt idx="4">
                  <c:v>-0.46700000000000003</c:v>
                </c:pt>
              </c:numCache>
            </c:numRef>
          </c:val>
        </c:ser>
        <c:dLbls>
          <c:showLegendKey val="0"/>
          <c:showVal val="0"/>
          <c:showCatName val="0"/>
          <c:showSerName val="0"/>
          <c:showPercent val="0"/>
          <c:showBubbleSize val="0"/>
        </c:dLbls>
        <c:gapWidth val="56"/>
        <c:axId val="1509988224"/>
        <c:axId val="1509985504"/>
      </c:barChart>
      <c:catAx>
        <c:axId val="150998822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1F1F"/>
                </a:solidFill>
                <a:latin typeface="Arial"/>
              </a:defRPr>
            </a:pPr>
            <a:endParaRPr lang="zh-CN"/>
          </a:p>
        </c:txPr>
        <c:crossAx val="1509985504"/>
        <c:crosses val="autoZero"/>
        <c:auto val="1"/>
        <c:lblAlgn val="ctr"/>
        <c:lblOffset val="100"/>
        <c:noMultiLvlLbl val="1"/>
      </c:catAx>
      <c:valAx>
        <c:axId val="1509985504"/>
        <c:scaling>
          <c:orientation val="minMax"/>
        </c:scaling>
        <c:delete val="0"/>
        <c:axPos val="b"/>
        <c:majorGridlines>
          <c:spPr>
            <a:ln w="12700" cap="flat">
              <a:solidFill>
                <a:srgbClr val="F0F0F0"/>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400" b="0" i="0" u="none" strike="noStrike">
                <a:solidFill>
                  <a:srgbClr val="736666"/>
                </a:solidFill>
                <a:latin typeface="Arial"/>
              </a:defRPr>
            </a:pPr>
            <a:endParaRPr lang="zh-CN"/>
          </a:p>
        </c:txPr>
        <c:crossAx val="150998822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短期(ST)</c:v>
                </c:pt>
              </c:strCache>
            </c:strRef>
          </c:tx>
          <c:spPr>
            <a:ln w="25400" cap="flat">
              <a:solidFill>
                <a:srgbClr val="C00000"/>
              </a:solidFill>
              <a:prstDash val="solid"/>
              <a:round/>
            </a:ln>
            <a:effectLst/>
          </c:spPr>
          <c:marker>
            <c:symbol val="circle"/>
            <c:size val="6"/>
            <c:spPr>
              <a:solidFill>
                <a:srgbClr val="C00000"/>
              </a:solidFill>
              <a:ln w="9525" cap="flat">
                <a:solidFill>
                  <a:srgbClr val="C00000"/>
                </a:solidFill>
                <a:prstDash val="solid"/>
                <a:round/>
              </a:ln>
              <a:effectLst/>
            </c:spPr>
          </c:marker>
          <c:cat>
            <c:strRef>
              <c:f>Sheet1!$A$2:$A$19</c:f>
              <c:strCache>
                <c:ptCount val="18"/>
                <c:pt idx="0">
                  <c:v>2025-01</c:v>
                </c:pt>
                <c:pt idx="1">
                  <c:v>2025-02</c:v>
                </c:pt>
                <c:pt idx="2">
                  <c:v>2025-03</c:v>
                </c:pt>
                <c:pt idx="3">
                  <c:v>2025-04</c:v>
                </c:pt>
                <c:pt idx="4">
                  <c:v>2025-05</c:v>
                </c:pt>
                <c:pt idx="5">
                  <c:v>2025-06</c:v>
                </c:pt>
                <c:pt idx="6">
                  <c:v>2025-07</c:v>
                </c:pt>
                <c:pt idx="7">
                  <c:v>2025-08</c:v>
                </c:pt>
                <c:pt idx="8">
                  <c:v>2025-09</c:v>
                </c:pt>
                <c:pt idx="9">
                  <c:v>2025-10</c:v>
                </c:pt>
                <c:pt idx="10">
                  <c:v>2025-11</c:v>
                </c:pt>
                <c:pt idx="11">
                  <c:v>2025-12</c:v>
                </c:pt>
                <c:pt idx="12">
                  <c:v>2026-01</c:v>
                </c:pt>
                <c:pt idx="13">
                  <c:v>2026-02</c:v>
                </c:pt>
                <c:pt idx="14">
                  <c:v>2026-03</c:v>
                </c:pt>
                <c:pt idx="15">
                  <c:v>2026-04</c:v>
                </c:pt>
                <c:pt idx="16">
                  <c:v>2026-05</c:v>
                </c:pt>
                <c:pt idx="17">
                  <c:v>2026-06</c:v>
                </c:pt>
              </c:strCache>
            </c:strRef>
          </c:cat>
          <c:val>
            <c:numRef>
              <c:f>Sheet1!$B$2:$B$19</c:f>
              <c:numCache>
                <c:formatCode>General</c:formatCode>
                <c:ptCount val="18"/>
                <c:pt idx="0">
                  <c:v>0.57399999999999995</c:v>
                </c:pt>
                <c:pt idx="1">
                  <c:v>0.72099999999999997</c:v>
                </c:pt>
                <c:pt idx="2">
                  <c:v>0.61799999999999999</c:v>
                </c:pt>
                <c:pt idx="3">
                  <c:v>0.61199999999999999</c:v>
                </c:pt>
                <c:pt idx="4">
                  <c:v>0.71599999999999997</c:v>
                </c:pt>
                <c:pt idx="5">
                  <c:v>0.75900000000000001</c:v>
                </c:pt>
                <c:pt idx="6">
                  <c:v>1</c:v>
                </c:pt>
                <c:pt idx="7">
                  <c:v>0.65200000000000002</c:v>
                </c:pt>
                <c:pt idx="8">
                  <c:v>0.52100000000000002</c:v>
                </c:pt>
                <c:pt idx="9">
                  <c:v>0.68400000000000005</c:v>
                </c:pt>
                <c:pt idx="10">
                  <c:v>0.72699999999999998</c:v>
                </c:pt>
                <c:pt idx="11">
                  <c:v>0.52300000000000002</c:v>
                </c:pt>
                <c:pt idx="12">
                  <c:v>0.81499999999999995</c:v>
                </c:pt>
                <c:pt idx="13">
                  <c:v>0.66500000000000004</c:v>
                </c:pt>
                <c:pt idx="14">
                  <c:v>0.62</c:v>
                </c:pt>
                <c:pt idx="15">
                  <c:v>0.88900000000000001</c:v>
                </c:pt>
                <c:pt idx="16">
                  <c:v>0.72299999999999998</c:v>
                </c:pt>
                <c:pt idx="17">
                  <c:v>0.53900000000000003</c:v>
                </c:pt>
              </c:numCache>
            </c:numRef>
          </c:val>
          <c:smooth val="1"/>
        </c:ser>
        <c:ser>
          <c:idx val="1"/>
          <c:order val="1"/>
          <c:tx>
            <c:strRef>
              <c:f>Sheet1!$C$1</c:f>
              <c:strCache>
                <c:ptCount val="1"/>
                <c:pt idx="0">
                  <c:v>中期(MT)</c:v>
                </c:pt>
              </c:strCache>
            </c:strRef>
          </c:tx>
          <c:spPr>
            <a:ln w="25400" cap="flat">
              <a:solidFill>
                <a:srgbClr val="4BACC6"/>
              </a:solidFill>
              <a:prstDash val="solid"/>
              <a:round/>
            </a:ln>
            <a:effectLst/>
          </c:spPr>
          <c:marker>
            <c:symbol val="circle"/>
            <c:size val="6"/>
            <c:spPr>
              <a:solidFill>
                <a:srgbClr val="4BACC6"/>
              </a:solidFill>
              <a:ln w="9525" cap="flat">
                <a:solidFill>
                  <a:srgbClr val="4BACC6"/>
                </a:solidFill>
                <a:prstDash val="solid"/>
                <a:round/>
              </a:ln>
              <a:effectLst/>
            </c:spPr>
          </c:marker>
          <c:cat>
            <c:strRef>
              <c:f>Sheet1!$A$2:$A$19</c:f>
              <c:strCache>
                <c:ptCount val="18"/>
                <c:pt idx="0">
                  <c:v>2025-01</c:v>
                </c:pt>
                <c:pt idx="1">
                  <c:v>2025-02</c:v>
                </c:pt>
                <c:pt idx="2">
                  <c:v>2025-03</c:v>
                </c:pt>
                <c:pt idx="3">
                  <c:v>2025-04</c:v>
                </c:pt>
                <c:pt idx="4">
                  <c:v>2025-05</c:v>
                </c:pt>
                <c:pt idx="5">
                  <c:v>2025-06</c:v>
                </c:pt>
                <c:pt idx="6">
                  <c:v>2025-07</c:v>
                </c:pt>
                <c:pt idx="7">
                  <c:v>2025-08</c:v>
                </c:pt>
                <c:pt idx="8">
                  <c:v>2025-09</c:v>
                </c:pt>
                <c:pt idx="9">
                  <c:v>2025-10</c:v>
                </c:pt>
                <c:pt idx="10">
                  <c:v>2025-11</c:v>
                </c:pt>
                <c:pt idx="11">
                  <c:v>2025-12</c:v>
                </c:pt>
                <c:pt idx="12">
                  <c:v>2026-01</c:v>
                </c:pt>
                <c:pt idx="13">
                  <c:v>2026-02</c:v>
                </c:pt>
                <c:pt idx="14">
                  <c:v>2026-03</c:v>
                </c:pt>
                <c:pt idx="15">
                  <c:v>2026-04</c:v>
                </c:pt>
                <c:pt idx="16">
                  <c:v>2026-05</c:v>
                </c:pt>
                <c:pt idx="17">
                  <c:v>2026-06</c:v>
                </c:pt>
              </c:strCache>
            </c:strRef>
          </c:cat>
          <c:val>
            <c:numRef>
              <c:f>Sheet1!$C$2:$C$19</c:f>
              <c:numCache>
                <c:formatCode>General</c:formatCode>
                <c:ptCount val="18"/>
                <c:pt idx="0">
                  <c:v>0.38200000000000001</c:v>
                </c:pt>
                <c:pt idx="1">
                  <c:v>0.48</c:v>
                </c:pt>
                <c:pt idx="2">
                  <c:v>0.47099999999999997</c:v>
                </c:pt>
                <c:pt idx="3">
                  <c:v>0.61199999999999999</c:v>
                </c:pt>
                <c:pt idx="4">
                  <c:v>0.71599999999999997</c:v>
                </c:pt>
                <c:pt idx="5">
                  <c:v>0.75900000000000001</c:v>
                </c:pt>
                <c:pt idx="6">
                  <c:v>1</c:v>
                </c:pt>
                <c:pt idx="7">
                  <c:v>0.65200000000000002</c:v>
                </c:pt>
                <c:pt idx="8">
                  <c:v>0.52100000000000002</c:v>
                </c:pt>
                <c:pt idx="9">
                  <c:v>0.68400000000000005</c:v>
                </c:pt>
                <c:pt idx="10">
                  <c:v>0.72699999999999998</c:v>
                </c:pt>
                <c:pt idx="11">
                  <c:v>0.52300000000000002</c:v>
                </c:pt>
                <c:pt idx="12">
                  <c:v>0.81499999999999995</c:v>
                </c:pt>
                <c:pt idx="13">
                  <c:v>0.58599999999999997</c:v>
                </c:pt>
                <c:pt idx="14">
                  <c:v>0.54600000000000004</c:v>
                </c:pt>
                <c:pt idx="15">
                  <c:v>0.72899999999999998</c:v>
                </c:pt>
                <c:pt idx="16">
                  <c:v>0.66500000000000004</c:v>
                </c:pt>
                <c:pt idx="17">
                  <c:v>0.48899999999999999</c:v>
                </c:pt>
              </c:numCache>
            </c:numRef>
          </c:val>
          <c:smooth val="1"/>
        </c:ser>
        <c:ser>
          <c:idx val="2"/>
          <c:order val="2"/>
          <c:tx>
            <c:strRef>
              <c:f>Sheet1!$D$1</c:f>
              <c:strCache>
                <c:ptCount val="1"/>
                <c:pt idx="0">
                  <c:v>长期(LT)</c:v>
                </c:pt>
              </c:strCache>
            </c:strRef>
          </c:tx>
          <c:spPr>
            <a:ln w="25400" cap="flat">
              <a:solidFill>
                <a:srgbClr val="91CC75"/>
              </a:solidFill>
              <a:prstDash val="solid"/>
              <a:round/>
            </a:ln>
            <a:effectLst/>
          </c:spPr>
          <c:marker>
            <c:symbol val="circle"/>
            <c:size val="6"/>
            <c:spPr>
              <a:solidFill>
                <a:srgbClr val="91CC75"/>
              </a:solidFill>
              <a:ln w="9525" cap="flat">
                <a:solidFill>
                  <a:srgbClr val="91CC75"/>
                </a:solidFill>
                <a:prstDash val="solid"/>
                <a:round/>
              </a:ln>
              <a:effectLst/>
            </c:spPr>
          </c:marker>
          <c:cat>
            <c:strRef>
              <c:f>Sheet1!$A$2:$A$19</c:f>
              <c:strCache>
                <c:ptCount val="18"/>
                <c:pt idx="0">
                  <c:v>2025-01</c:v>
                </c:pt>
                <c:pt idx="1">
                  <c:v>2025-02</c:v>
                </c:pt>
                <c:pt idx="2">
                  <c:v>2025-03</c:v>
                </c:pt>
                <c:pt idx="3">
                  <c:v>2025-04</c:v>
                </c:pt>
                <c:pt idx="4">
                  <c:v>2025-05</c:v>
                </c:pt>
                <c:pt idx="5">
                  <c:v>2025-06</c:v>
                </c:pt>
                <c:pt idx="6">
                  <c:v>2025-07</c:v>
                </c:pt>
                <c:pt idx="7">
                  <c:v>2025-08</c:v>
                </c:pt>
                <c:pt idx="8">
                  <c:v>2025-09</c:v>
                </c:pt>
                <c:pt idx="9">
                  <c:v>2025-10</c:v>
                </c:pt>
                <c:pt idx="10">
                  <c:v>2025-11</c:v>
                </c:pt>
                <c:pt idx="11">
                  <c:v>2025-12</c:v>
                </c:pt>
                <c:pt idx="12">
                  <c:v>2026-01</c:v>
                </c:pt>
                <c:pt idx="13">
                  <c:v>2026-02</c:v>
                </c:pt>
                <c:pt idx="14">
                  <c:v>2026-03</c:v>
                </c:pt>
                <c:pt idx="15">
                  <c:v>2026-04</c:v>
                </c:pt>
                <c:pt idx="16">
                  <c:v>2026-05</c:v>
                </c:pt>
                <c:pt idx="17">
                  <c:v>2026-06</c:v>
                </c:pt>
              </c:strCache>
            </c:strRef>
          </c:cat>
          <c:val>
            <c:numRef>
              <c:f>Sheet1!$D$2:$D$19</c:f>
              <c:numCache>
                <c:formatCode>General</c:formatCode>
                <c:ptCount val="18"/>
                <c:pt idx="0">
                  <c:v>0.38200000000000001</c:v>
                </c:pt>
                <c:pt idx="1">
                  <c:v>0.48</c:v>
                </c:pt>
                <c:pt idx="2">
                  <c:v>0.47099999999999997</c:v>
                </c:pt>
                <c:pt idx="3">
                  <c:v>0.61199999999999999</c:v>
                </c:pt>
                <c:pt idx="4">
                  <c:v>0.71599999999999997</c:v>
                </c:pt>
                <c:pt idx="5">
                  <c:v>0.75900000000000001</c:v>
                </c:pt>
                <c:pt idx="6">
                  <c:v>1</c:v>
                </c:pt>
                <c:pt idx="7">
                  <c:v>0.65200000000000002</c:v>
                </c:pt>
                <c:pt idx="8">
                  <c:v>0.52100000000000002</c:v>
                </c:pt>
                <c:pt idx="9">
                  <c:v>0.68400000000000005</c:v>
                </c:pt>
                <c:pt idx="10">
                  <c:v>0.72699999999999998</c:v>
                </c:pt>
                <c:pt idx="11">
                  <c:v>0.52300000000000002</c:v>
                </c:pt>
                <c:pt idx="12">
                  <c:v>0.81499999999999995</c:v>
                </c:pt>
                <c:pt idx="13">
                  <c:v>0.58599999999999997</c:v>
                </c:pt>
                <c:pt idx="14">
                  <c:v>0.54600000000000004</c:v>
                </c:pt>
                <c:pt idx="15">
                  <c:v>0.72899999999999998</c:v>
                </c:pt>
                <c:pt idx="16">
                  <c:v>0.66500000000000004</c:v>
                </c:pt>
                <c:pt idx="17">
                  <c:v>0.48899999999999999</c:v>
                </c:pt>
              </c:numCache>
            </c:numRef>
          </c:val>
          <c:smooth val="1"/>
        </c:ser>
        <c:dLbls>
          <c:showLegendKey val="0"/>
          <c:showVal val="0"/>
          <c:showCatName val="0"/>
          <c:showSerName val="0"/>
          <c:showPercent val="0"/>
          <c:showBubbleSize val="0"/>
        </c:dLbls>
        <c:marker val="1"/>
        <c:smooth val="0"/>
        <c:axId val="1509982784"/>
        <c:axId val="1509983328"/>
      </c:lineChart>
      <c:catAx>
        <c:axId val="150998278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36666"/>
                </a:solidFill>
                <a:latin typeface="Arial"/>
              </a:defRPr>
            </a:pPr>
            <a:endParaRPr lang="zh-CN"/>
          </a:p>
        </c:txPr>
        <c:crossAx val="1509983328"/>
        <c:crosses val="autoZero"/>
        <c:auto val="1"/>
        <c:lblAlgn val="ctr"/>
        <c:lblOffset val="100"/>
        <c:noMultiLvlLbl val="1"/>
      </c:catAx>
      <c:valAx>
        <c:axId val="1509983328"/>
        <c:scaling>
          <c:orientation val="minMax"/>
          <c:max val="1.1000000000000001"/>
          <c:min val="0.3"/>
        </c:scaling>
        <c:delete val="0"/>
        <c:axPos val="l"/>
        <c:majorGridlines>
          <c:spPr>
            <a:ln w="12700" cap="flat">
              <a:solidFill>
                <a:srgbClr val="F0F0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36666"/>
                </a:solidFill>
                <a:latin typeface="Arial"/>
              </a:defRPr>
            </a:pPr>
            <a:endParaRPr lang="zh-CN"/>
          </a:p>
        </c:txPr>
        <c:crossAx val="1509982784"/>
        <c:crosses val="autoZero"/>
        <c:crossBetween val="between"/>
      </c:valAx>
      <c:spPr>
        <a:noFill/>
        <a:ln>
          <a:noFill/>
        </a:ln>
        <a:effectLst/>
      </c:spPr>
    </c:plotArea>
    <c:legend>
      <c:legendPos val="t"/>
      <c:layout/>
      <c:overlay val="0"/>
      <c:txPr>
        <a:bodyPr/>
        <a:lstStyle/>
        <a:p>
          <a:pPr>
            <a:defRPr sz="1400"/>
          </a:pPr>
          <a:endParaRPr lang="zh-CN"/>
        </a:p>
      </c:txPr>
    </c:legend>
    <c:plotVisOnly val="1"/>
    <c:dispBlanksAs val="gap"/>
    <c:showDLblsOverMax val="1"/>
  </c:chart>
  <c:spPr>
    <a:no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7AD3A89-3B83-4400-8D2C-620440BA14BA}" type="doc">
      <dgm:prSet loTypeId="urn:microsoft.com/office/officeart/2009/3/layout/StepUpProcess#1" loCatId="process" qsTypeId="urn:microsoft.com/office/officeart/2005/8/quickstyle/simple1#1" qsCatId="simple" csTypeId="urn:microsoft.com/office/officeart/2005/8/colors/accent1_2#1" csCatId="accent1" phldr="1"/>
      <dgm:spPr/>
      <dgm:t>
        <a:bodyPr/>
        <a:lstStyle/>
        <a:p>
          <a:endParaRPr lang="zh-CN" altLang="en-US"/>
        </a:p>
      </dgm:t>
    </dgm:pt>
    <dgm:pt modelId="{296F5CFA-0F74-4BC6-9958-49C310D5F3C8}">
      <dgm:prSet phldrT="[文本]"/>
      <dgm:spPr/>
      <dgm:t>
        <a:bodyPr/>
        <a:lstStyle/>
        <a:p>
          <a:r>
            <a:rPr lang="zh-CN" altLang="en-US" dirty="0"/>
            <a:t>微盘</a:t>
          </a:r>
        </a:p>
      </dgm:t>
    </dgm:pt>
    <dgm:pt modelId="{1CC02ECD-3B2D-48A6-B7C3-3D2708FCAE53}" type="parTrans" cxnId="{064AD61A-0ECB-47D1-9B03-A88BFC823AF6}">
      <dgm:prSet/>
      <dgm:spPr/>
      <dgm:t>
        <a:bodyPr/>
        <a:lstStyle/>
        <a:p>
          <a:endParaRPr lang="zh-CN" altLang="en-US"/>
        </a:p>
      </dgm:t>
    </dgm:pt>
    <dgm:pt modelId="{1DAE9D9B-3B8C-4528-BF8A-94DB5CB3626A}" type="sibTrans" cxnId="{064AD61A-0ECB-47D1-9B03-A88BFC823AF6}">
      <dgm:prSet/>
      <dgm:spPr/>
      <dgm:t>
        <a:bodyPr/>
        <a:lstStyle/>
        <a:p>
          <a:endParaRPr lang="zh-CN" altLang="en-US"/>
        </a:p>
      </dgm:t>
    </dgm:pt>
    <dgm:pt modelId="{EE5B9E1D-EB15-49A4-BC8A-ACA6D7B266CD}">
      <dgm:prSet phldrT="[文本]"/>
      <dgm:spPr/>
      <dgm:t>
        <a:bodyPr/>
        <a:lstStyle/>
        <a:p>
          <a:r>
            <a:rPr lang="zh-CN" altLang="en-US" dirty="0"/>
            <a:t>小盘</a:t>
          </a:r>
        </a:p>
      </dgm:t>
    </dgm:pt>
    <dgm:pt modelId="{666BB930-5870-4663-ADD8-98FBE4D1CB2C}" type="parTrans" cxnId="{96E32758-FC54-4E96-849C-69CEE053731A}">
      <dgm:prSet/>
      <dgm:spPr/>
      <dgm:t>
        <a:bodyPr/>
        <a:lstStyle/>
        <a:p>
          <a:endParaRPr lang="zh-CN" altLang="en-US"/>
        </a:p>
      </dgm:t>
    </dgm:pt>
    <dgm:pt modelId="{1A5526B3-B294-4F4D-AA63-8755350F1086}" type="sibTrans" cxnId="{96E32758-FC54-4E96-849C-69CEE053731A}">
      <dgm:prSet/>
      <dgm:spPr/>
      <dgm:t>
        <a:bodyPr/>
        <a:lstStyle/>
        <a:p>
          <a:endParaRPr lang="zh-CN" altLang="en-US"/>
        </a:p>
      </dgm:t>
    </dgm:pt>
    <dgm:pt modelId="{09F4B231-C9F8-0E45-A85B-0818BE69A1F0}">
      <dgm:prSet/>
      <dgm:spPr/>
      <dgm:t>
        <a:bodyPr/>
        <a:lstStyle/>
        <a:p>
          <a:r>
            <a:rPr lang="zh-CN" altLang="en-US" dirty="0"/>
            <a:t>中盘</a:t>
          </a:r>
        </a:p>
      </dgm:t>
    </dgm:pt>
    <dgm:pt modelId="{F842365A-232F-2B4F-96C3-C75E03BD5D87}" type="parTrans" cxnId="{F096CCE3-AF25-8744-90F2-E835741D87AB}">
      <dgm:prSet/>
      <dgm:spPr/>
      <dgm:t>
        <a:bodyPr/>
        <a:lstStyle/>
        <a:p>
          <a:endParaRPr lang="zh-CN" altLang="en-US"/>
        </a:p>
      </dgm:t>
    </dgm:pt>
    <dgm:pt modelId="{617D5393-B6E9-B046-8E97-56DD4FA66FD3}" type="sibTrans" cxnId="{F096CCE3-AF25-8744-90F2-E835741D87AB}">
      <dgm:prSet/>
      <dgm:spPr/>
      <dgm:t>
        <a:bodyPr/>
        <a:lstStyle/>
        <a:p>
          <a:endParaRPr lang="zh-CN" altLang="en-US"/>
        </a:p>
      </dgm:t>
    </dgm:pt>
    <dgm:pt modelId="{053AD6E5-B3B4-9642-96F8-4AB1AE6A593C}">
      <dgm:prSet/>
      <dgm:spPr/>
      <dgm:t>
        <a:bodyPr/>
        <a:lstStyle/>
        <a:p>
          <a:r>
            <a:rPr lang="zh-CN" altLang="en-US" dirty="0"/>
            <a:t>大盘</a:t>
          </a:r>
        </a:p>
      </dgm:t>
    </dgm:pt>
    <dgm:pt modelId="{4A163CDD-4163-D24A-BCEE-E132C43AB79B}" type="parTrans" cxnId="{DEBA6A42-B649-4244-8EE8-E576AD220780}">
      <dgm:prSet/>
      <dgm:spPr/>
      <dgm:t>
        <a:bodyPr/>
        <a:lstStyle/>
        <a:p>
          <a:endParaRPr lang="zh-CN" altLang="en-US"/>
        </a:p>
      </dgm:t>
    </dgm:pt>
    <dgm:pt modelId="{B4D5166D-8065-0146-A182-1324873F04A8}" type="sibTrans" cxnId="{DEBA6A42-B649-4244-8EE8-E576AD220780}">
      <dgm:prSet/>
      <dgm:spPr/>
      <dgm:t>
        <a:bodyPr/>
        <a:lstStyle/>
        <a:p>
          <a:endParaRPr lang="zh-CN" altLang="en-US"/>
        </a:p>
      </dgm:t>
    </dgm:pt>
    <dgm:pt modelId="{9268211D-CF92-4F88-9D7F-9B4ADD29390A}" type="pres">
      <dgm:prSet presAssocID="{97AD3A89-3B83-4400-8D2C-620440BA14BA}" presName="rootnode" presStyleCnt="0">
        <dgm:presLayoutVars>
          <dgm:chMax/>
          <dgm:chPref/>
          <dgm:dir/>
          <dgm:animLvl val="lvl"/>
        </dgm:presLayoutVars>
      </dgm:prSet>
      <dgm:spPr/>
      <dgm:t>
        <a:bodyPr/>
        <a:lstStyle/>
        <a:p>
          <a:endParaRPr lang="zh-CN" altLang="en-US"/>
        </a:p>
      </dgm:t>
    </dgm:pt>
    <dgm:pt modelId="{566A0AFA-0105-469D-945F-A8B735B15D52}" type="pres">
      <dgm:prSet presAssocID="{296F5CFA-0F74-4BC6-9958-49C310D5F3C8}" presName="composite" presStyleCnt="0"/>
      <dgm:spPr/>
    </dgm:pt>
    <dgm:pt modelId="{1A67FE9D-967B-4DD8-A17B-0199CC4D38B8}" type="pres">
      <dgm:prSet presAssocID="{296F5CFA-0F74-4BC6-9958-49C310D5F3C8}" presName="LShape" presStyleLbl="alignNode1" presStyleIdx="0" presStyleCnt="7"/>
      <dgm:spPr/>
    </dgm:pt>
    <dgm:pt modelId="{82626302-AA6E-43E9-8BBD-F73FDD8DD975}" type="pres">
      <dgm:prSet presAssocID="{296F5CFA-0F74-4BC6-9958-49C310D5F3C8}" presName="ParentText" presStyleLbl="revTx" presStyleIdx="0" presStyleCnt="4">
        <dgm:presLayoutVars>
          <dgm:chMax val="0"/>
          <dgm:chPref val="0"/>
          <dgm:bulletEnabled val="1"/>
        </dgm:presLayoutVars>
      </dgm:prSet>
      <dgm:spPr/>
      <dgm:t>
        <a:bodyPr/>
        <a:lstStyle/>
        <a:p>
          <a:endParaRPr lang="zh-CN" altLang="en-US"/>
        </a:p>
      </dgm:t>
    </dgm:pt>
    <dgm:pt modelId="{356F2B89-55E9-4487-B322-FF6015E4F9E2}" type="pres">
      <dgm:prSet presAssocID="{296F5CFA-0F74-4BC6-9958-49C310D5F3C8}" presName="Triangle" presStyleLbl="alignNode1" presStyleIdx="1" presStyleCnt="7"/>
      <dgm:spPr/>
    </dgm:pt>
    <dgm:pt modelId="{96D26D1B-288A-4710-A5A7-A800F41AFD2D}" type="pres">
      <dgm:prSet presAssocID="{1DAE9D9B-3B8C-4528-BF8A-94DB5CB3626A}" presName="sibTrans" presStyleCnt="0"/>
      <dgm:spPr/>
    </dgm:pt>
    <dgm:pt modelId="{535DEBA0-5C8A-4EC9-AC79-A1246581AF7E}" type="pres">
      <dgm:prSet presAssocID="{1DAE9D9B-3B8C-4528-BF8A-94DB5CB3626A}" presName="space" presStyleCnt="0"/>
      <dgm:spPr/>
    </dgm:pt>
    <dgm:pt modelId="{874DC64D-870E-4CFE-9AC7-0BAA15323078}" type="pres">
      <dgm:prSet presAssocID="{EE5B9E1D-EB15-49A4-BC8A-ACA6D7B266CD}" presName="composite" presStyleCnt="0"/>
      <dgm:spPr/>
    </dgm:pt>
    <dgm:pt modelId="{FBB5F554-7529-4828-A1F7-558F23EBBD13}" type="pres">
      <dgm:prSet presAssocID="{EE5B9E1D-EB15-49A4-BC8A-ACA6D7B266CD}" presName="LShape" presStyleLbl="alignNode1" presStyleIdx="2" presStyleCnt="7"/>
      <dgm:spPr/>
    </dgm:pt>
    <dgm:pt modelId="{529B1C9D-BEFB-4BEE-997D-1DA9AE9CD225}" type="pres">
      <dgm:prSet presAssocID="{EE5B9E1D-EB15-49A4-BC8A-ACA6D7B266CD}" presName="ParentText" presStyleLbl="revTx" presStyleIdx="1" presStyleCnt="4">
        <dgm:presLayoutVars>
          <dgm:chMax val="0"/>
          <dgm:chPref val="0"/>
          <dgm:bulletEnabled val="1"/>
        </dgm:presLayoutVars>
      </dgm:prSet>
      <dgm:spPr/>
      <dgm:t>
        <a:bodyPr/>
        <a:lstStyle/>
        <a:p>
          <a:endParaRPr lang="zh-CN" altLang="en-US"/>
        </a:p>
      </dgm:t>
    </dgm:pt>
    <dgm:pt modelId="{B07DFD01-E423-6746-A5E9-0A7EFBB59851}" type="pres">
      <dgm:prSet presAssocID="{EE5B9E1D-EB15-49A4-BC8A-ACA6D7B266CD}" presName="Triangle" presStyleLbl="alignNode1" presStyleIdx="3" presStyleCnt="7"/>
      <dgm:spPr/>
    </dgm:pt>
    <dgm:pt modelId="{DC9F6DBE-E6AB-C64F-8FFB-439266271985}" type="pres">
      <dgm:prSet presAssocID="{1A5526B3-B294-4F4D-AA63-8755350F1086}" presName="sibTrans" presStyleCnt="0"/>
      <dgm:spPr/>
    </dgm:pt>
    <dgm:pt modelId="{388308BE-B977-2B4F-A9DD-20B92690A380}" type="pres">
      <dgm:prSet presAssocID="{1A5526B3-B294-4F4D-AA63-8755350F1086}" presName="space" presStyleCnt="0"/>
      <dgm:spPr/>
    </dgm:pt>
    <dgm:pt modelId="{EAD3985B-CF75-364E-B1D6-1259E7748A47}" type="pres">
      <dgm:prSet presAssocID="{09F4B231-C9F8-0E45-A85B-0818BE69A1F0}" presName="composite" presStyleCnt="0"/>
      <dgm:spPr/>
    </dgm:pt>
    <dgm:pt modelId="{BB33B83E-86BB-E249-A2F0-E9E949C44E5A}" type="pres">
      <dgm:prSet presAssocID="{09F4B231-C9F8-0E45-A85B-0818BE69A1F0}" presName="LShape" presStyleLbl="alignNode1" presStyleIdx="4" presStyleCnt="7"/>
      <dgm:spPr/>
    </dgm:pt>
    <dgm:pt modelId="{4D52DACF-AAE6-874A-8CC8-9858FB24EAD4}" type="pres">
      <dgm:prSet presAssocID="{09F4B231-C9F8-0E45-A85B-0818BE69A1F0}" presName="ParentText" presStyleLbl="revTx" presStyleIdx="2" presStyleCnt="4">
        <dgm:presLayoutVars>
          <dgm:chMax val="0"/>
          <dgm:chPref val="0"/>
          <dgm:bulletEnabled val="1"/>
        </dgm:presLayoutVars>
      </dgm:prSet>
      <dgm:spPr/>
      <dgm:t>
        <a:bodyPr/>
        <a:lstStyle/>
        <a:p>
          <a:endParaRPr lang="zh-CN" altLang="en-US"/>
        </a:p>
      </dgm:t>
    </dgm:pt>
    <dgm:pt modelId="{7E2464AC-937E-6F4E-A2CC-31621A9DBD36}" type="pres">
      <dgm:prSet presAssocID="{09F4B231-C9F8-0E45-A85B-0818BE69A1F0}" presName="Triangle" presStyleLbl="alignNode1" presStyleIdx="5" presStyleCnt="7"/>
      <dgm:spPr/>
    </dgm:pt>
    <dgm:pt modelId="{F010AD35-CE8D-5142-8914-1CBA5B2E88E0}" type="pres">
      <dgm:prSet presAssocID="{617D5393-B6E9-B046-8E97-56DD4FA66FD3}" presName="sibTrans" presStyleCnt="0"/>
      <dgm:spPr/>
    </dgm:pt>
    <dgm:pt modelId="{E4818737-442A-7749-B15A-BAD5BD64285C}" type="pres">
      <dgm:prSet presAssocID="{617D5393-B6E9-B046-8E97-56DD4FA66FD3}" presName="space" presStyleCnt="0"/>
      <dgm:spPr/>
    </dgm:pt>
    <dgm:pt modelId="{9FC7C8DD-253B-214C-A193-5B27DBC449E9}" type="pres">
      <dgm:prSet presAssocID="{053AD6E5-B3B4-9642-96F8-4AB1AE6A593C}" presName="composite" presStyleCnt="0"/>
      <dgm:spPr/>
    </dgm:pt>
    <dgm:pt modelId="{9A8BB032-5CD7-E846-806F-38DEBC46B3A8}" type="pres">
      <dgm:prSet presAssocID="{053AD6E5-B3B4-9642-96F8-4AB1AE6A593C}" presName="LShape" presStyleLbl="alignNode1" presStyleIdx="6" presStyleCnt="7"/>
      <dgm:spPr/>
    </dgm:pt>
    <dgm:pt modelId="{2B5AF3B0-6A93-9640-849E-BA6C9F4286B2}" type="pres">
      <dgm:prSet presAssocID="{053AD6E5-B3B4-9642-96F8-4AB1AE6A593C}" presName="ParentText" presStyleLbl="revTx" presStyleIdx="3" presStyleCnt="4">
        <dgm:presLayoutVars>
          <dgm:chMax val="0"/>
          <dgm:chPref val="0"/>
          <dgm:bulletEnabled val="1"/>
        </dgm:presLayoutVars>
      </dgm:prSet>
      <dgm:spPr/>
      <dgm:t>
        <a:bodyPr/>
        <a:lstStyle/>
        <a:p>
          <a:endParaRPr lang="zh-CN" altLang="en-US"/>
        </a:p>
      </dgm:t>
    </dgm:pt>
  </dgm:ptLst>
  <dgm:cxnLst>
    <dgm:cxn modelId="{F096CCE3-AF25-8744-90F2-E835741D87AB}" srcId="{97AD3A89-3B83-4400-8D2C-620440BA14BA}" destId="{09F4B231-C9F8-0E45-A85B-0818BE69A1F0}" srcOrd="2" destOrd="0" parTransId="{F842365A-232F-2B4F-96C3-C75E03BD5D87}" sibTransId="{617D5393-B6E9-B046-8E97-56DD4FA66FD3}"/>
    <dgm:cxn modelId="{C0AC72B2-9FF5-423E-9827-38C45BFEDF71}" type="presOf" srcId="{EE5B9E1D-EB15-49A4-BC8A-ACA6D7B266CD}" destId="{529B1C9D-BEFB-4BEE-997D-1DA9AE9CD225}" srcOrd="0" destOrd="0" presId="urn:microsoft.com/office/officeart/2009/3/layout/StepUpProcess#1"/>
    <dgm:cxn modelId="{064AD61A-0ECB-47D1-9B03-A88BFC823AF6}" srcId="{97AD3A89-3B83-4400-8D2C-620440BA14BA}" destId="{296F5CFA-0F74-4BC6-9958-49C310D5F3C8}" srcOrd="0" destOrd="0" parTransId="{1CC02ECD-3B2D-48A6-B7C3-3D2708FCAE53}" sibTransId="{1DAE9D9B-3B8C-4528-BF8A-94DB5CB3626A}"/>
    <dgm:cxn modelId="{96E32758-FC54-4E96-849C-69CEE053731A}" srcId="{97AD3A89-3B83-4400-8D2C-620440BA14BA}" destId="{EE5B9E1D-EB15-49A4-BC8A-ACA6D7B266CD}" srcOrd="1" destOrd="0" parTransId="{666BB930-5870-4663-ADD8-98FBE4D1CB2C}" sibTransId="{1A5526B3-B294-4F4D-AA63-8755350F1086}"/>
    <dgm:cxn modelId="{A88DAB46-D3D6-5A44-9021-D2635F207E0F}" type="presOf" srcId="{09F4B231-C9F8-0E45-A85B-0818BE69A1F0}" destId="{4D52DACF-AAE6-874A-8CC8-9858FB24EAD4}" srcOrd="0" destOrd="0" presId="urn:microsoft.com/office/officeart/2009/3/layout/StepUpProcess#1"/>
    <dgm:cxn modelId="{01FBDC45-B5E6-439D-A211-319BD3BECE9D}" type="presOf" srcId="{296F5CFA-0F74-4BC6-9958-49C310D5F3C8}" destId="{82626302-AA6E-43E9-8BBD-F73FDD8DD975}" srcOrd="0" destOrd="0" presId="urn:microsoft.com/office/officeart/2009/3/layout/StepUpProcess#1"/>
    <dgm:cxn modelId="{46DCB89E-3B5A-3449-97D1-1FE559C1921B}" type="presOf" srcId="{053AD6E5-B3B4-9642-96F8-4AB1AE6A593C}" destId="{2B5AF3B0-6A93-9640-849E-BA6C9F4286B2}" srcOrd="0" destOrd="0" presId="urn:microsoft.com/office/officeart/2009/3/layout/StepUpProcess#1"/>
    <dgm:cxn modelId="{DEBA6A42-B649-4244-8EE8-E576AD220780}" srcId="{97AD3A89-3B83-4400-8D2C-620440BA14BA}" destId="{053AD6E5-B3B4-9642-96F8-4AB1AE6A593C}" srcOrd="3" destOrd="0" parTransId="{4A163CDD-4163-D24A-BCEE-E132C43AB79B}" sibTransId="{B4D5166D-8065-0146-A182-1324873F04A8}"/>
    <dgm:cxn modelId="{1BF5A4CF-A455-4D59-9D7E-8621DB513758}" type="presOf" srcId="{97AD3A89-3B83-4400-8D2C-620440BA14BA}" destId="{9268211D-CF92-4F88-9D7F-9B4ADD29390A}" srcOrd="0" destOrd="0" presId="urn:microsoft.com/office/officeart/2009/3/layout/StepUpProcess#1"/>
    <dgm:cxn modelId="{BA42135C-7FFC-4C5A-B0B7-92D8CD790377}" type="presParOf" srcId="{9268211D-CF92-4F88-9D7F-9B4ADD29390A}" destId="{566A0AFA-0105-469D-945F-A8B735B15D52}" srcOrd="0" destOrd="0" presId="urn:microsoft.com/office/officeart/2009/3/layout/StepUpProcess#1"/>
    <dgm:cxn modelId="{8E9F64A5-6905-4593-9BC3-C5F9D54CF6A1}" type="presParOf" srcId="{566A0AFA-0105-469D-945F-A8B735B15D52}" destId="{1A67FE9D-967B-4DD8-A17B-0199CC4D38B8}" srcOrd="0" destOrd="0" presId="urn:microsoft.com/office/officeart/2009/3/layout/StepUpProcess#1"/>
    <dgm:cxn modelId="{826BE9BA-A9AD-491D-A9AE-A11ADA849FD8}" type="presParOf" srcId="{566A0AFA-0105-469D-945F-A8B735B15D52}" destId="{82626302-AA6E-43E9-8BBD-F73FDD8DD975}" srcOrd="1" destOrd="0" presId="urn:microsoft.com/office/officeart/2009/3/layout/StepUpProcess#1"/>
    <dgm:cxn modelId="{DE85B8ED-0A4B-45E4-B949-7C6F18FBBFE3}" type="presParOf" srcId="{566A0AFA-0105-469D-945F-A8B735B15D52}" destId="{356F2B89-55E9-4487-B322-FF6015E4F9E2}" srcOrd="2" destOrd="0" presId="urn:microsoft.com/office/officeart/2009/3/layout/StepUpProcess#1"/>
    <dgm:cxn modelId="{B3ADA72B-58A7-4528-848D-2DBCB3C1BD87}" type="presParOf" srcId="{9268211D-CF92-4F88-9D7F-9B4ADD29390A}" destId="{96D26D1B-288A-4710-A5A7-A800F41AFD2D}" srcOrd="1" destOrd="0" presId="urn:microsoft.com/office/officeart/2009/3/layout/StepUpProcess#1"/>
    <dgm:cxn modelId="{5235A25B-4300-4D47-BDA5-A7870382170E}" type="presParOf" srcId="{96D26D1B-288A-4710-A5A7-A800F41AFD2D}" destId="{535DEBA0-5C8A-4EC9-AC79-A1246581AF7E}" srcOrd="0" destOrd="0" presId="urn:microsoft.com/office/officeart/2009/3/layout/StepUpProcess#1"/>
    <dgm:cxn modelId="{4056F4B7-BA85-434D-8D85-A4A21BED48A6}" type="presParOf" srcId="{9268211D-CF92-4F88-9D7F-9B4ADD29390A}" destId="{874DC64D-870E-4CFE-9AC7-0BAA15323078}" srcOrd="2" destOrd="0" presId="urn:microsoft.com/office/officeart/2009/3/layout/StepUpProcess#1"/>
    <dgm:cxn modelId="{87A8476D-7412-4B0C-9A04-E918016E1743}" type="presParOf" srcId="{874DC64D-870E-4CFE-9AC7-0BAA15323078}" destId="{FBB5F554-7529-4828-A1F7-558F23EBBD13}" srcOrd="0" destOrd="0" presId="urn:microsoft.com/office/officeart/2009/3/layout/StepUpProcess#1"/>
    <dgm:cxn modelId="{4BD24605-D7FE-44B5-82BF-CCE455E085A9}" type="presParOf" srcId="{874DC64D-870E-4CFE-9AC7-0BAA15323078}" destId="{529B1C9D-BEFB-4BEE-997D-1DA9AE9CD225}" srcOrd="1" destOrd="0" presId="urn:microsoft.com/office/officeart/2009/3/layout/StepUpProcess#1"/>
    <dgm:cxn modelId="{49518A3C-B9E4-CE47-93D3-C37C8B19B0CA}" type="presParOf" srcId="{874DC64D-870E-4CFE-9AC7-0BAA15323078}" destId="{B07DFD01-E423-6746-A5E9-0A7EFBB59851}" srcOrd="2" destOrd="0" presId="urn:microsoft.com/office/officeart/2009/3/layout/StepUpProcess#1"/>
    <dgm:cxn modelId="{8B98B4C1-DC93-1949-B306-C96786AB02F6}" type="presParOf" srcId="{9268211D-CF92-4F88-9D7F-9B4ADD29390A}" destId="{DC9F6DBE-E6AB-C64F-8FFB-439266271985}" srcOrd="3" destOrd="0" presId="urn:microsoft.com/office/officeart/2009/3/layout/StepUpProcess#1"/>
    <dgm:cxn modelId="{5A53C2DE-0997-0C42-BE60-76EDE59DEBAC}" type="presParOf" srcId="{DC9F6DBE-E6AB-C64F-8FFB-439266271985}" destId="{388308BE-B977-2B4F-A9DD-20B92690A380}" srcOrd="0" destOrd="0" presId="urn:microsoft.com/office/officeart/2009/3/layout/StepUpProcess#1"/>
    <dgm:cxn modelId="{BF00755D-33D1-C243-926C-BFB489D7EDF7}" type="presParOf" srcId="{9268211D-CF92-4F88-9D7F-9B4ADD29390A}" destId="{EAD3985B-CF75-364E-B1D6-1259E7748A47}" srcOrd="4" destOrd="0" presId="urn:microsoft.com/office/officeart/2009/3/layout/StepUpProcess#1"/>
    <dgm:cxn modelId="{606086CE-8B0D-344F-96AC-E0B591CEFB25}" type="presParOf" srcId="{EAD3985B-CF75-364E-B1D6-1259E7748A47}" destId="{BB33B83E-86BB-E249-A2F0-E9E949C44E5A}" srcOrd="0" destOrd="0" presId="urn:microsoft.com/office/officeart/2009/3/layout/StepUpProcess#1"/>
    <dgm:cxn modelId="{CE4FA108-7442-1F45-BEBC-8B68EDAB8D7B}" type="presParOf" srcId="{EAD3985B-CF75-364E-B1D6-1259E7748A47}" destId="{4D52DACF-AAE6-874A-8CC8-9858FB24EAD4}" srcOrd="1" destOrd="0" presId="urn:microsoft.com/office/officeart/2009/3/layout/StepUpProcess#1"/>
    <dgm:cxn modelId="{51B445F2-6CD8-7B43-ABF5-1C1C9E512474}" type="presParOf" srcId="{EAD3985B-CF75-364E-B1D6-1259E7748A47}" destId="{7E2464AC-937E-6F4E-A2CC-31621A9DBD36}" srcOrd="2" destOrd="0" presId="urn:microsoft.com/office/officeart/2009/3/layout/StepUpProcess#1"/>
    <dgm:cxn modelId="{82CBF4AF-7E31-324C-9FBC-BBB8D69CED4A}" type="presParOf" srcId="{9268211D-CF92-4F88-9D7F-9B4ADD29390A}" destId="{F010AD35-CE8D-5142-8914-1CBA5B2E88E0}" srcOrd="5" destOrd="0" presId="urn:microsoft.com/office/officeart/2009/3/layout/StepUpProcess#1"/>
    <dgm:cxn modelId="{0A1B324A-3476-D84B-8677-8FE7D2B5F911}" type="presParOf" srcId="{F010AD35-CE8D-5142-8914-1CBA5B2E88E0}" destId="{E4818737-442A-7749-B15A-BAD5BD64285C}" srcOrd="0" destOrd="0" presId="urn:microsoft.com/office/officeart/2009/3/layout/StepUpProcess#1"/>
    <dgm:cxn modelId="{0BD16B9B-A7E6-4945-8DAF-5450868BE515}" type="presParOf" srcId="{9268211D-CF92-4F88-9D7F-9B4ADD29390A}" destId="{9FC7C8DD-253B-214C-A193-5B27DBC449E9}" srcOrd="6" destOrd="0" presId="urn:microsoft.com/office/officeart/2009/3/layout/StepUpProcess#1"/>
    <dgm:cxn modelId="{21235D90-F9DC-FB43-9624-2FB30CB3EE07}" type="presParOf" srcId="{9FC7C8DD-253B-214C-A193-5B27DBC449E9}" destId="{9A8BB032-5CD7-E846-806F-38DEBC46B3A8}" srcOrd="0" destOrd="0" presId="urn:microsoft.com/office/officeart/2009/3/layout/StepUpProcess#1"/>
    <dgm:cxn modelId="{E465C062-B0E5-1C40-B1A3-9E2B838F45B9}" type="presParOf" srcId="{9FC7C8DD-253B-214C-A193-5B27DBC449E9}" destId="{2B5AF3B0-6A93-9640-849E-BA6C9F4286B2}" srcOrd="1" destOrd="0" presId="urn:microsoft.com/office/officeart/2009/3/layout/StepUp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99FA55-FE3C-4F43-9166-27E6E545E44A}" type="doc">
      <dgm:prSet loTypeId="urn:microsoft.com/office/officeart/2005/8/layout/cycle8#1" loCatId="cycle" qsTypeId="urn:microsoft.com/office/officeart/2005/8/quickstyle/simple1#2" qsCatId="simple" csTypeId="urn:microsoft.com/office/officeart/2005/8/colors/accent1_2#2" csCatId="accent1" phldr="1"/>
      <dgm:spPr/>
    </dgm:pt>
    <dgm:pt modelId="{980F6563-DFA9-458E-805B-9CA0DD12E6C3}">
      <dgm:prSet phldrT="[文本]"/>
      <dgm:spPr/>
      <dgm:t>
        <a:bodyPr/>
        <a:lstStyle/>
        <a:p>
          <a:r>
            <a:rPr lang="zh-CN" altLang="en-US" dirty="0"/>
            <a:t>申购资金持续加仓微盘</a:t>
          </a:r>
        </a:p>
      </dgm:t>
    </dgm:pt>
    <dgm:pt modelId="{22AE755D-16BD-4027-AAE2-155997E46D93}" type="parTrans" cxnId="{7C63DF5D-C4C5-4EA8-8A41-5512D37D6FBB}">
      <dgm:prSet/>
      <dgm:spPr/>
      <dgm:t>
        <a:bodyPr/>
        <a:lstStyle/>
        <a:p>
          <a:endParaRPr lang="zh-CN" altLang="en-US"/>
        </a:p>
      </dgm:t>
    </dgm:pt>
    <dgm:pt modelId="{A85707B3-3450-409B-B56D-E29E09FF5339}" type="sibTrans" cxnId="{7C63DF5D-C4C5-4EA8-8A41-5512D37D6FBB}">
      <dgm:prSet/>
      <dgm:spPr/>
      <dgm:t>
        <a:bodyPr/>
        <a:lstStyle/>
        <a:p>
          <a:endParaRPr lang="zh-CN" altLang="en-US"/>
        </a:p>
      </dgm:t>
    </dgm:pt>
    <dgm:pt modelId="{7736B568-E250-4B4A-887D-700B156974C6}">
      <dgm:prSet phldrT="[文本]"/>
      <dgm:spPr/>
      <dgm:t>
        <a:bodyPr/>
        <a:lstStyle/>
        <a:p>
          <a:r>
            <a:rPr lang="zh-CN" altLang="en-US" dirty="0"/>
            <a:t>微盘超额更加显著，流动性充沛</a:t>
          </a:r>
        </a:p>
      </dgm:t>
    </dgm:pt>
    <dgm:pt modelId="{EFD78573-3BCF-4A9C-BE0E-D8FDB2E08DE8}" type="parTrans" cxnId="{3BA1EAB4-64B5-4F6B-B2D0-FDF21596ED50}">
      <dgm:prSet/>
      <dgm:spPr/>
      <dgm:t>
        <a:bodyPr/>
        <a:lstStyle/>
        <a:p>
          <a:endParaRPr lang="zh-CN" altLang="en-US"/>
        </a:p>
      </dgm:t>
    </dgm:pt>
    <dgm:pt modelId="{FA171E13-82E3-44A7-A20D-61DB38458EF4}" type="sibTrans" cxnId="{3BA1EAB4-64B5-4F6B-B2D0-FDF21596ED50}">
      <dgm:prSet/>
      <dgm:spPr/>
      <dgm:t>
        <a:bodyPr/>
        <a:lstStyle/>
        <a:p>
          <a:endParaRPr lang="zh-CN" altLang="en-US"/>
        </a:p>
      </dgm:t>
    </dgm:pt>
    <dgm:pt modelId="{3FF89C52-627C-44C7-AF6E-F425C803C3B4}">
      <dgm:prSet phldrT="[文本]"/>
      <dgm:spPr/>
      <dgm:t>
        <a:bodyPr/>
        <a:lstStyle/>
        <a:p>
          <a:r>
            <a:rPr lang="zh-CN" altLang="en-US" dirty="0"/>
            <a:t>微盘超额吸引资金申购</a:t>
          </a:r>
        </a:p>
      </dgm:t>
    </dgm:pt>
    <dgm:pt modelId="{95AE3810-6E05-4949-AD5D-C8EE60246322}" type="parTrans" cxnId="{AA6E7601-521B-4B24-80F2-6ACEDF0353FD}">
      <dgm:prSet/>
      <dgm:spPr/>
      <dgm:t>
        <a:bodyPr/>
        <a:lstStyle/>
        <a:p>
          <a:endParaRPr lang="zh-CN" altLang="en-US"/>
        </a:p>
      </dgm:t>
    </dgm:pt>
    <dgm:pt modelId="{4ADD7E89-AA91-457E-89AE-46A9CD1DC983}" type="sibTrans" cxnId="{AA6E7601-521B-4B24-80F2-6ACEDF0353FD}">
      <dgm:prSet/>
      <dgm:spPr/>
      <dgm:t>
        <a:bodyPr/>
        <a:lstStyle/>
        <a:p>
          <a:endParaRPr lang="zh-CN" altLang="en-US"/>
        </a:p>
      </dgm:t>
    </dgm:pt>
    <dgm:pt modelId="{0961D120-8AF5-4E28-8939-F6F4ABFC41CC}" type="pres">
      <dgm:prSet presAssocID="{F699FA55-FE3C-4F43-9166-27E6E545E44A}" presName="compositeShape" presStyleCnt="0">
        <dgm:presLayoutVars>
          <dgm:chMax val="7"/>
          <dgm:dir/>
          <dgm:resizeHandles val="exact"/>
        </dgm:presLayoutVars>
      </dgm:prSet>
      <dgm:spPr/>
    </dgm:pt>
    <dgm:pt modelId="{1FFADC01-1FCB-43BC-9C49-D686A7570C18}" type="pres">
      <dgm:prSet presAssocID="{F699FA55-FE3C-4F43-9166-27E6E545E44A}" presName="wedge1" presStyleLbl="node1" presStyleIdx="0" presStyleCnt="3"/>
      <dgm:spPr/>
      <dgm:t>
        <a:bodyPr/>
        <a:lstStyle/>
        <a:p>
          <a:endParaRPr lang="zh-CN" altLang="en-US"/>
        </a:p>
      </dgm:t>
    </dgm:pt>
    <dgm:pt modelId="{8838B082-6BC8-49A1-A853-3FCAEBE5BF83}" type="pres">
      <dgm:prSet presAssocID="{F699FA55-FE3C-4F43-9166-27E6E545E44A}" presName="dummy1a" presStyleCnt="0"/>
      <dgm:spPr/>
    </dgm:pt>
    <dgm:pt modelId="{8B5F2EA9-B2B8-4E0E-BAEC-A17A0BBA999C}" type="pres">
      <dgm:prSet presAssocID="{F699FA55-FE3C-4F43-9166-27E6E545E44A}" presName="dummy1b" presStyleCnt="0"/>
      <dgm:spPr/>
    </dgm:pt>
    <dgm:pt modelId="{7A93C13D-CA96-41AC-BF9C-BFFA6A4E9353}" type="pres">
      <dgm:prSet presAssocID="{F699FA55-FE3C-4F43-9166-27E6E545E44A}" presName="wedge1Tx" presStyleLbl="node1" presStyleIdx="0" presStyleCnt="3">
        <dgm:presLayoutVars>
          <dgm:chMax val="0"/>
          <dgm:chPref val="0"/>
          <dgm:bulletEnabled val="1"/>
        </dgm:presLayoutVars>
      </dgm:prSet>
      <dgm:spPr/>
      <dgm:t>
        <a:bodyPr/>
        <a:lstStyle/>
        <a:p>
          <a:endParaRPr lang="zh-CN" altLang="en-US"/>
        </a:p>
      </dgm:t>
    </dgm:pt>
    <dgm:pt modelId="{0A9A4DAF-BA32-44D7-B2DA-D5B04924BFE2}" type="pres">
      <dgm:prSet presAssocID="{F699FA55-FE3C-4F43-9166-27E6E545E44A}" presName="wedge2" presStyleLbl="node1" presStyleIdx="1" presStyleCnt="3"/>
      <dgm:spPr/>
      <dgm:t>
        <a:bodyPr/>
        <a:lstStyle/>
        <a:p>
          <a:endParaRPr lang="zh-CN" altLang="en-US"/>
        </a:p>
      </dgm:t>
    </dgm:pt>
    <dgm:pt modelId="{0B37D8F8-7B4E-4E27-98D5-C09883E845ED}" type="pres">
      <dgm:prSet presAssocID="{F699FA55-FE3C-4F43-9166-27E6E545E44A}" presName="dummy2a" presStyleCnt="0"/>
      <dgm:spPr/>
    </dgm:pt>
    <dgm:pt modelId="{82B8EAD3-54E8-41BD-9840-4472AB68BABD}" type="pres">
      <dgm:prSet presAssocID="{F699FA55-FE3C-4F43-9166-27E6E545E44A}" presName="dummy2b" presStyleCnt="0"/>
      <dgm:spPr/>
    </dgm:pt>
    <dgm:pt modelId="{1620E364-12B1-4075-938E-B8277A7B99F2}" type="pres">
      <dgm:prSet presAssocID="{F699FA55-FE3C-4F43-9166-27E6E545E44A}" presName="wedge2Tx" presStyleLbl="node1" presStyleIdx="1" presStyleCnt="3">
        <dgm:presLayoutVars>
          <dgm:chMax val="0"/>
          <dgm:chPref val="0"/>
          <dgm:bulletEnabled val="1"/>
        </dgm:presLayoutVars>
      </dgm:prSet>
      <dgm:spPr/>
      <dgm:t>
        <a:bodyPr/>
        <a:lstStyle/>
        <a:p>
          <a:endParaRPr lang="zh-CN" altLang="en-US"/>
        </a:p>
      </dgm:t>
    </dgm:pt>
    <dgm:pt modelId="{530D93DC-DA08-4273-A3CA-9BEDE8F2A67D}" type="pres">
      <dgm:prSet presAssocID="{F699FA55-FE3C-4F43-9166-27E6E545E44A}" presName="wedge3" presStyleLbl="node1" presStyleIdx="2" presStyleCnt="3"/>
      <dgm:spPr/>
      <dgm:t>
        <a:bodyPr/>
        <a:lstStyle/>
        <a:p>
          <a:endParaRPr lang="zh-CN" altLang="en-US"/>
        </a:p>
      </dgm:t>
    </dgm:pt>
    <dgm:pt modelId="{E70E8FE0-D55A-4F85-AA28-FC6DD893A1B7}" type="pres">
      <dgm:prSet presAssocID="{F699FA55-FE3C-4F43-9166-27E6E545E44A}" presName="dummy3a" presStyleCnt="0"/>
      <dgm:spPr/>
    </dgm:pt>
    <dgm:pt modelId="{29059E39-5BB6-43EF-8C42-E7D320397E18}" type="pres">
      <dgm:prSet presAssocID="{F699FA55-FE3C-4F43-9166-27E6E545E44A}" presName="dummy3b" presStyleCnt="0"/>
      <dgm:spPr/>
    </dgm:pt>
    <dgm:pt modelId="{AB067DE0-FC09-4815-B2F7-30F7D971DA16}" type="pres">
      <dgm:prSet presAssocID="{F699FA55-FE3C-4F43-9166-27E6E545E44A}" presName="wedge3Tx" presStyleLbl="node1" presStyleIdx="2" presStyleCnt="3">
        <dgm:presLayoutVars>
          <dgm:chMax val="0"/>
          <dgm:chPref val="0"/>
          <dgm:bulletEnabled val="1"/>
        </dgm:presLayoutVars>
      </dgm:prSet>
      <dgm:spPr/>
      <dgm:t>
        <a:bodyPr/>
        <a:lstStyle/>
        <a:p>
          <a:endParaRPr lang="zh-CN" altLang="en-US"/>
        </a:p>
      </dgm:t>
    </dgm:pt>
    <dgm:pt modelId="{D7189109-61DB-41E7-9CA3-41E685C685BE}" type="pres">
      <dgm:prSet presAssocID="{A85707B3-3450-409B-B56D-E29E09FF5339}" presName="arrowWedge1" presStyleLbl="fgSibTrans2D1" presStyleIdx="0" presStyleCnt="3"/>
      <dgm:spPr/>
    </dgm:pt>
    <dgm:pt modelId="{E6B98CD5-3C05-473E-B5B1-4CED46690E7D}" type="pres">
      <dgm:prSet presAssocID="{FA171E13-82E3-44A7-A20D-61DB38458EF4}" presName="arrowWedge2" presStyleLbl="fgSibTrans2D1" presStyleIdx="1" presStyleCnt="3"/>
      <dgm:spPr/>
    </dgm:pt>
    <dgm:pt modelId="{7E2D5732-29BB-4E76-AA0E-5B48F630D80E}" type="pres">
      <dgm:prSet presAssocID="{4ADD7E89-AA91-457E-89AE-46A9CD1DC983}" presName="arrowWedge3" presStyleLbl="fgSibTrans2D1" presStyleIdx="2" presStyleCnt="3"/>
      <dgm:spPr/>
    </dgm:pt>
  </dgm:ptLst>
  <dgm:cxnLst>
    <dgm:cxn modelId="{605552A6-4869-4603-8595-E7A11B26A1E3}" type="presOf" srcId="{7736B568-E250-4B4A-887D-700B156974C6}" destId="{0A9A4DAF-BA32-44D7-B2DA-D5B04924BFE2}" srcOrd="0" destOrd="0" presId="urn:microsoft.com/office/officeart/2005/8/layout/cycle8#1"/>
    <dgm:cxn modelId="{7276FF09-41CA-4B82-84A3-2C163146B32C}" type="presOf" srcId="{980F6563-DFA9-458E-805B-9CA0DD12E6C3}" destId="{1FFADC01-1FCB-43BC-9C49-D686A7570C18}" srcOrd="0" destOrd="0" presId="urn:microsoft.com/office/officeart/2005/8/layout/cycle8#1"/>
    <dgm:cxn modelId="{AA6E7601-521B-4B24-80F2-6ACEDF0353FD}" srcId="{F699FA55-FE3C-4F43-9166-27E6E545E44A}" destId="{3FF89C52-627C-44C7-AF6E-F425C803C3B4}" srcOrd="2" destOrd="0" parTransId="{95AE3810-6E05-4949-AD5D-C8EE60246322}" sibTransId="{4ADD7E89-AA91-457E-89AE-46A9CD1DC983}"/>
    <dgm:cxn modelId="{67C0C16B-805D-4AC6-A99B-FDEF27D12155}" type="presOf" srcId="{3FF89C52-627C-44C7-AF6E-F425C803C3B4}" destId="{530D93DC-DA08-4273-A3CA-9BEDE8F2A67D}" srcOrd="0" destOrd="0" presId="urn:microsoft.com/office/officeart/2005/8/layout/cycle8#1"/>
    <dgm:cxn modelId="{3BA1EAB4-64B5-4F6B-B2D0-FDF21596ED50}" srcId="{F699FA55-FE3C-4F43-9166-27E6E545E44A}" destId="{7736B568-E250-4B4A-887D-700B156974C6}" srcOrd="1" destOrd="0" parTransId="{EFD78573-3BCF-4A9C-BE0E-D8FDB2E08DE8}" sibTransId="{FA171E13-82E3-44A7-A20D-61DB38458EF4}"/>
    <dgm:cxn modelId="{3B301274-20E6-47ED-B7A4-41A9F75854E0}" type="presOf" srcId="{F699FA55-FE3C-4F43-9166-27E6E545E44A}" destId="{0961D120-8AF5-4E28-8939-F6F4ABFC41CC}" srcOrd="0" destOrd="0" presId="urn:microsoft.com/office/officeart/2005/8/layout/cycle8#1"/>
    <dgm:cxn modelId="{FBFF2AC1-EB0D-426C-BD87-9A2B934D72BD}" type="presOf" srcId="{980F6563-DFA9-458E-805B-9CA0DD12E6C3}" destId="{7A93C13D-CA96-41AC-BF9C-BFFA6A4E9353}" srcOrd="1" destOrd="0" presId="urn:microsoft.com/office/officeart/2005/8/layout/cycle8#1"/>
    <dgm:cxn modelId="{8A84DB39-050A-48B6-BD96-6807A2D4C2DD}" type="presOf" srcId="{7736B568-E250-4B4A-887D-700B156974C6}" destId="{1620E364-12B1-4075-938E-B8277A7B99F2}" srcOrd="1" destOrd="0" presId="urn:microsoft.com/office/officeart/2005/8/layout/cycle8#1"/>
    <dgm:cxn modelId="{0B38BCEB-47E8-40BA-9367-80F2C14BEE5A}" type="presOf" srcId="{3FF89C52-627C-44C7-AF6E-F425C803C3B4}" destId="{AB067DE0-FC09-4815-B2F7-30F7D971DA16}" srcOrd="1" destOrd="0" presId="urn:microsoft.com/office/officeart/2005/8/layout/cycle8#1"/>
    <dgm:cxn modelId="{7C63DF5D-C4C5-4EA8-8A41-5512D37D6FBB}" srcId="{F699FA55-FE3C-4F43-9166-27E6E545E44A}" destId="{980F6563-DFA9-458E-805B-9CA0DD12E6C3}" srcOrd="0" destOrd="0" parTransId="{22AE755D-16BD-4027-AAE2-155997E46D93}" sibTransId="{A85707B3-3450-409B-B56D-E29E09FF5339}"/>
    <dgm:cxn modelId="{B4F3D94B-0ED1-4ABB-AE14-D68B28493769}" type="presParOf" srcId="{0961D120-8AF5-4E28-8939-F6F4ABFC41CC}" destId="{1FFADC01-1FCB-43BC-9C49-D686A7570C18}" srcOrd="0" destOrd="0" presId="urn:microsoft.com/office/officeart/2005/8/layout/cycle8#1"/>
    <dgm:cxn modelId="{681499A1-BBEB-481F-8BF0-926201425041}" type="presParOf" srcId="{0961D120-8AF5-4E28-8939-F6F4ABFC41CC}" destId="{8838B082-6BC8-49A1-A853-3FCAEBE5BF83}" srcOrd="1" destOrd="0" presId="urn:microsoft.com/office/officeart/2005/8/layout/cycle8#1"/>
    <dgm:cxn modelId="{BDAC3D34-A529-4111-9D25-0F0BB5458541}" type="presParOf" srcId="{0961D120-8AF5-4E28-8939-F6F4ABFC41CC}" destId="{8B5F2EA9-B2B8-4E0E-BAEC-A17A0BBA999C}" srcOrd="2" destOrd="0" presId="urn:microsoft.com/office/officeart/2005/8/layout/cycle8#1"/>
    <dgm:cxn modelId="{5C8CDB9C-4358-4D21-BF2D-40104B6EFA60}" type="presParOf" srcId="{0961D120-8AF5-4E28-8939-F6F4ABFC41CC}" destId="{7A93C13D-CA96-41AC-BF9C-BFFA6A4E9353}" srcOrd="3" destOrd="0" presId="urn:microsoft.com/office/officeart/2005/8/layout/cycle8#1"/>
    <dgm:cxn modelId="{97CF8248-29A7-4039-BEE7-733C1FA3238A}" type="presParOf" srcId="{0961D120-8AF5-4E28-8939-F6F4ABFC41CC}" destId="{0A9A4DAF-BA32-44D7-B2DA-D5B04924BFE2}" srcOrd="4" destOrd="0" presId="urn:microsoft.com/office/officeart/2005/8/layout/cycle8#1"/>
    <dgm:cxn modelId="{FFAE6261-F389-42E7-A856-EEB0AA15DD65}" type="presParOf" srcId="{0961D120-8AF5-4E28-8939-F6F4ABFC41CC}" destId="{0B37D8F8-7B4E-4E27-98D5-C09883E845ED}" srcOrd="5" destOrd="0" presId="urn:microsoft.com/office/officeart/2005/8/layout/cycle8#1"/>
    <dgm:cxn modelId="{B673F236-460F-4CC2-BD40-B62F7576AE86}" type="presParOf" srcId="{0961D120-8AF5-4E28-8939-F6F4ABFC41CC}" destId="{82B8EAD3-54E8-41BD-9840-4472AB68BABD}" srcOrd="6" destOrd="0" presId="urn:microsoft.com/office/officeart/2005/8/layout/cycle8#1"/>
    <dgm:cxn modelId="{E0FB059E-3030-48CB-8E3B-2CCD35F50464}" type="presParOf" srcId="{0961D120-8AF5-4E28-8939-F6F4ABFC41CC}" destId="{1620E364-12B1-4075-938E-B8277A7B99F2}" srcOrd="7" destOrd="0" presId="urn:microsoft.com/office/officeart/2005/8/layout/cycle8#1"/>
    <dgm:cxn modelId="{526E5369-4019-4BFB-B3BF-AA5F072B86C5}" type="presParOf" srcId="{0961D120-8AF5-4E28-8939-F6F4ABFC41CC}" destId="{530D93DC-DA08-4273-A3CA-9BEDE8F2A67D}" srcOrd="8" destOrd="0" presId="urn:microsoft.com/office/officeart/2005/8/layout/cycle8#1"/>
    <dgm:cxn modelId="{0E6FE97B-6F11-42E2-A506-F7490A7D2AE8}" type="presParOf" srcId="{0961D120-8AF5-4E28-8939-F6F4ABFC41CC}" destId="{E70E8FE0-D55A-4F85-AA28-FC6DD893A1B7}" srcOrd="9" destOrd="0" presId="urn:microsoft.com/office/officeart/2005/8/layout/cycle8#1"/>
    <dgm:cxn modelId="{DF0F9093-BBDD-49D4-A149-34B20950B8A7}" type="presParOf" srcId="{0961D120-8AF5-4E28-8939-F6F4ABFC41CC}" destId="{29059E39-5BB6-43EF-8C42-E7D320397E18}" srcOrd="10" destOrd="0" presId="urn:microsoft.com/office/officeart/2005/8/layout/cycle8#1"/>
    <dgm:cxn modelId="{B3E28A17-4DD2-4E12-8E76-1C857CC0060E}" type="presParOf" srcId="{0961D120-8AF5-4E28-8939-F6F4ABFC41CC}" destId="{AB067DE0-FC09-4815-B2F7-30F7D971DA16}" srcOrd="11" destOrd="0" presId="urn:microsoft.com/office/officeart/2005/8/layout/cycle8#1"/>
    <dgm:cxn modelId="{9A1C4A86-1849-49FF-AD5F-398571F7A8B1}" type="presParOf" srcId="{0961D120-8AF5-4E28-8939-F6F4ABFC41CC}" destId="{D7189109-61DB-41E7-9CA3-41E685C685BE}" srcOrd="12" destOrd="0" presId="urn:microsoft.com/office/officeart/2005/8/layout/cycle8#1"/>
    <dgm:cxn modelId="{FE9105F3-4B8B-4587-A660-06B59E0B2654}" type="presParOf" srcId="{0961D120-8AF5-4E28-8939-F6F4ABFC41CC}" destId="{E6B98CD5-3C05-473E-B5B1-4CED46690E7D}" srcOrd="13" destOrd="0" presId="urn:microsoft.com/office/officeart/2005/8/layout/cycle8#1"/>
    <dgm:cxn modelId="{3CD18CB0-0FC8-4DDC-98FF-5EE4B36AC819}" type="presParOf" srcId="{0961D120-8AF5-4E28-8939-F6F4ABFC41CC}" destId="{7E2D5732-29BB-4E76-AA0E-5B48F630D80E}" srcOrd="14" destOrd="0" presId="urn:microsoft.com/office/officeart/2005/8/layout/cycle8#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67FE9D-967B-4DD8-A17B-0199CC4D38B8}">
      <dsp:nvSpPr>
        <dsp:cNvPr id="0" name=""/>
        <dsp:cNvSpPr/>
      </dsp:nvSpPr>
      <dsp:spPr>
        <a:xfrm rot="5400000">
          <a:off x="286529" y="2060439"/>
          <a:ext cx="854806" cy="1422379"/>
        </a:xfrm>
        <a:prstGeom prst="corner">
          <a:avLst>
            <a:gd name="adj1" fmla="val 16120"/>
            <a:gd name="adj2" fmla="val 1611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2626302-AA6E-43E9-8BBD-F73FDD8DD975}">
      <dsp:nvSpPr>
        <dsp:cNvPr id="0" name=""/>
        <dsp:cNvSpPr/>
      </dsp:nvSpPr>
      <dsp:spPr>
        <a:xfrm>
          <a:off x="143840" y="2485424"/>
          <a:ext cx="1284131" cy="1125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lvl="0" algn="l" defTabSz="1689100">
            <a:lnSpc>
              <a:spcPct val="90000"/>
            </a:lnSpc>
            <a:spcBef>
              <a:spcPct val="0"/>
            </a:spcBef>
            <a:spcAft>
              <a:spcPct val="35000"/>
            </a:spcAft>
          </a:pPr>
          <a:r>
            <a:rPr lang="zh-CN" altLang="en-US" sz="3800" kern="1200" dirty="0"/>
            <a:t>微盘</a:t>
          </a:r>
        </a:p>
      </dsp:txBody>
      <dsp:txXfrm>
        <a:off x="143840" y="2485424"/>
        <a:ext cx="1284131" cy="1125616"/>
      </dsp:txXfrm>
    </dsp:sp>
    <dsp:sp modelId="{356F2B89-55E9-4487-B322-FF6015E4F9E2}">
      <dsp:nvSpPr>
        <dsp:cNvPr id="0" name=""/>
        <dsp:cNvSpPr/>
      </dsp:nvSpPr>
      <dsp:spPr>
        <a:xfrm>
          <a:off x="1185683" y="1955722"/>
          <a:ext cx="242289" cy="242289"/>
        </a:xfrm>
        <a:prstGeom prst="triangle">
          <a:avLst>
            <a:gd name="adj" fmla="val 100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B5F554-7529-4828-A1F7-558F23EBBD13}">
      <dsp:nvSpPr>
        <dsp:cNvPr id="0" name=""/>
        <dsp:cNvSpPr/>
      </dsp:nvSpPr>
      <dsp:spPr>
        <a:xfrm rot="5400000">
          <a:off x="1858557" y="1671439"/>
          <a:ext cx="854806" cy="1422379"/>
        </a:xfrm>
        <a:prstGeom prst="corner">
          <a:avLst>
            <a:gd name="adj1" fmla="val 16120"/>
            <a:gd name="adj2" fmla="val 1611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9B1C9D-BEFB-4BEE-997D-1DA9AE9CD225}">
      <dsp:nvSpPr>
        <dsp:cNvPr id="0" name=""/>
        <dsp:cNvSpPr/>
      </dsp:nvSpPr>
      <dsp:spPr>
        <a:xfrm>
          <a:off x="1715868" y="2096424"/>
          <a:ext cx="1284131" cy="1125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lvl="0" algn="l" defTabSz="1689100">
            <a:lnSpc>
              <a:spcPct val="90000"/>
            </a:lnSpc>
            <a:spcBef>
              <a:spcPct val="0"/>
            </a:spcBef>
            <a:spcAft>
              <a:spcPct val="35000"/>
            </a:spcAft>
          </a:pPr>
          <a:r>
            <a:rPr lang="zh-CN" altLang="en-US" sz="3800" kern="1200" dirty="0"/>
            <a:t>小盘</a:t>
          </a:r>
        </a:p>
      </dsp:txBody>
      <dsp:txXfrm>
        <a:off x="1715868" y="2096424"/>
        <a:ext cx="1284131" cy="1125616"/>
      </dsp:txXfrm>
    </dsp:sp>
    <dsp:sp modelId="{B07DFD01-E423-6746-A5E9-0A7EFBB59851}">
      <dsp:nvSpPr>
        <dsp:cNvPr id="0" name=""/>
        <dsp:cNvSpPr/>
      </dsp:nvSpPr>
      <dsp:spPr>
        <a:xfrm>
          <a:off x="2757711" y="1566722"/>
          <a:ext cx="242289" cy="242289"/>
        </a:xfrm>
        <a:prstGeom prst="triangle">
          <a:avLst>
            <a:gd name="adj" fmla="val 100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33B83E-86BB-E249-A2F0-E9E949C44E5A}">
      <dsp:nvSpPr>
        <dsp:cNvPr id="0" name=""/>
        <dsp:cNvSpPr/>
      </dsp:nvSpPr>
      <dsp:spPr>
        <a:xfrm rot="5400000">
          <a:off x="3430585" y="1282439"/>
          <a:ext cx="854806" cy="1422379"/>
        </a:xfrm>
        <a:prstGeom prst="corner">
          <a:avLst>
            <a:gd name="adj1" fmla="val 16120"/>
            <a:gd name="adj2" fmla="val 1611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52DACF-AAE6-874A-8CC8-9858FB24EAD4}">
      <dsp:nvSpPr>
        <dsp:cNvPr id="0" name=""/>
        <dsp:cNvSpPr/>
      </dsp:nvSpPr>
      <dsp:spPr>
        <a:xfrm>
          <a:off x="3287897" y="1707424"/>
          <a:ext cx="1284131" cy="1125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lvl="0" algn="l" defTabSz="1689100">
            <a:lnSpc>
              <a:spcPct val="90000"/>
            </a:lnSpc>
            <a:spcBef>
              <a:spcPct val="0"/>
            </a:spcBef>
            <a:spcAft>
              <a:spcPct val="35000"/>
            </a:spcAft>
          </a:pPr>
          <a:r>
            <a:rPr lang="zh-CN" altLang="en-US" sz="3800" kern="1200" dirty="0"/>
            <a:t>中盘</a:t>
          </a:r>
        </a:p>
      </dsp:txBody>
      <dsp:txXfrm>
        <a:off x="3287897" y="1707424"/>
        <a:ext cx="1284131" cy="1125616"/>
      </dsp:txXfrm>
    </dsp:sp>
    <dsp:sp modelId="{7E2464AC-937E-6F4E-A2CC-31621A9DBD36}">
      <dsp:nvSpPr>
        <dsp:cNvPr id="0" name=""/>
        <dsp:cNvSpPr/>
      </dsp:nvSpPr>
      <dsp:spPr>
        <a:xfrm>
          <a:off x="4329739" y="1177722"/>
          <a:ext cx="242289" cy="242289"/>
        </a:xfrm>
        <a:prstGeom prst="triangle">
          <a:avLst>
            <a:gd name="adj" fmla="val 100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8BB032-5CD7-E846-806F-38DEBC46B3A8}">
      <dsp:nvSpPr>
        <dsp:cNvPr id="0" name=""/>
        <dsp:cNvSpPr/>
      </dsp:nvSpPr>
      <dsp:spPr>
        <a:xfrm rot="5400000">
          <a:off x="5002613" y="893439"/>
          <a:ext cx="854806" cy="1422379"/>
        </a:xfrm>
        <a:prstGeom prst="corner">
          <a:avLst>
            <a:gd name="adj1" fmla="val 16120"/>
            <a:gd name="adj2" fmla="val 1611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5AF3B0-6A93-9640-849E-BA6C9F4286B2}">
      <dsp:nvSpPr>
        <dsp:cNvPr id="0" name=""/>
        <dsp:cNvSpPr/>
      </dsp:nvSpPr>
      <dsp:spPr>
        <a:xfrm>
          <a:off x="4859925" y="1318424"/>
          <a:ext cx="1284131" cy="1125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lvl="0" algn="l" defTabSz="1689100">
            <a:lnSpc>
              <a:spcPct val="90000"/>
            </a:lnSpc>
            <a:spcBef>
              <a:spcPct val="0"/>
            </a:spcBef>
            <a:spcAft>
              <a:spcPct val="35000"/>
            </a:spcAft>
          </a:pPr>
          <a:r>
            <a:rPr lang="zh-CN" altLang="en-US" sz="3800" kern="1200" dirty="0"/>
            <a:t>大盘</a:t>
          </a:r>
        </a:p>
      </dsp:txBody>
      <dsp:txXfrm>
        <a:off x="4859925" y="1318424"/>
        <a:ext cx="1284131" cy="11256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FADC01-1FCB-43BC-9C49-D686A7570C18}">
      <dsp:nvSpPr>
        <dsp:cNvPr id="0" name=""/>
        <dsp:cNvSpPr/>
      </dsp:nvSpPr>
      <dsp:spPr>
        <a:xfrm>
          <a:off x="1482393" y="277304"/>
          <a:ext cx="3583623" cy="3583623"/>
        </a:xfrm>
        <a:prstGeom prst="pie">
          <a:avLst>
            <a:gd name="adj1" fmla="val 16200000"/>
            <a:gd name="adj2" fmla="val 18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zh-CN" altLang="en-US" sz="1900" kern="1200" dirty="0"/>
            <a:t>申购资金持续加仓微盘</a:t>
          </a:r>
        </a:p>
      </dsp:txBody>
      <dsp:txXfrm>
        <a:off x="3371048" y="1036691"/>
        <a:ext cx="1279865" cy="1066554"/>
      </dsp:txXfrm>
    </dsp:sp>
    <dsp:sp modelId="{0A9A4DAF-BA32-44D7-B2DA-D5B04924BFE2}">
      <dsp:nvSpPr>
        <dsp:cNvPr id="0" name=""/>
        <dsp:cNvSpPr/>
      </dsp:nvSpPr>
      <dsp:spPr>
        <a:xfrm>
          <a:off x="1408588" y="405290"/>
          <a:ext cx="3583623" cy="3583623"/>
        </a:xfrm>
        <a:prstGeom prst="pie">
          <a:avLst>
            <a:gd name="adj1" fmla="val 1800000"/>
            <a:gd name="adj2" fmla="val 90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zh-CN" altLang="en-US" sz="1900" kern="1200" dirty="0"/>
            <a:t>微盘超额更加显著，流动性充沛</a:t>
          </a:r>
        </a:p>
      </dsp:txBody>
      <dsp:txXfrm>
        <a:off x="2261831" y="2730380"/>
        <a:ext cx="1919798" cy="938568"/>
      </dsp:txXfrm>
    </dsp:sp>
    <dsp:sp modelId="{530D93DC-DA08-4273-A3CA-9BEDE8F2A67D}">
      <dsp:nvSpPr>
        <dsp:cNvPr id="0" name=""/>
        <dsp:cNvSpPr/>
      </dsp:nvSpPr>
      <dsp:spPr>
        <a:xfrm>
          <a:off x="1334782" y="277304"/>
          <a:ext cx="3583623" cy="3583623"/>
        </a:xfrm>
        <a:prstGeom prst="pie">
          <a:avLst>
            <a:gd name="adj1" fmla="val 90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zh-CN" altLang="en-US" sz="1900" kern="1200" dirty="0"/>
            <a:t>微盘超额吸引资金申购</a:t>
          </a:r>
        </a:p>
      </dsp:txBody>
      <dsp:txXfrm>
        <a:off x="1749885" y="1036691"/>
        <a:ext cx="1279865" cy="1066554"/>
      </dsp:txXfrm>
    </dsp:sp>
    <dsp:sp modelId="{D7189109-61DB-41E7-9CA3-41E685C685BE}">
      <dsp:nvSpPr>
        <dsp:cNvPr id="0" name=""/>
        <dsp:cNvSpPr/>
      </dsp:nvSpPr>
      <dsp:spPr>
        <a:xfrm>
          <a:off x="1260846" y="55460"/>
          <a:ext cx="4027310" cy="4027310"/>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6B98CD5-3C05-473E-B5B1-4CED46690E7D}">
      <dsp:nvSpPr>
        <dsp:cNvPr id="0" name=""/>
        <dsp:cNvSpPr/>
      </dsp:nvSpPr>
      <dsp:spPr>
        <a:xfrm>
          <a:off x="1186744" y="183220"/>
          <a:ext cx="4027310" cy="4027310"/>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E2D5732-29BB-4E76-AA0E-5B48F630D80E}">
      <dsp:nvSpPr>
        <dsp:cNvPr id="0" name=""/>
        <dsp:cNvSpPr/>
      </dsp:nvSpPr>
      <dsp:spPr>
        <a:xfrm>
          <a:off x="1112643" y="55460"/>
          <a:ext cx="4027310" cy="4027310"/>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9/3/layout/StepUpProcess#1">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bL"/>
          <dgm:param type="flowDir" val="row"/>
        </dgm:alg>
      </dgm:if>
      <dgm:else name="Name2">
        <dgm:alg type="snake">
          <dgm:param type="bkpt" val="fixed"/>
          <dgm:param type="bkPtFixedVal" val="1"/>
          <dgm:param type="off" val="off"/>
          <dgm:param type="grDir" val="bR"/>
          <dgm:param type="flowDir" val="row"/>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8#1">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ar" val="1"/>
      <dgm:param type="vertAlign" val="mid"/>
      <dgm:param type="horzAlign" val="ctr"/>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srcNode" val="dummy1a"/>
                  <dgm:param type="dstNode" val="dummy1b"/>
                  <dgm:param type="begSty" val="arr"/>
                  <dgm:param type="endSty" val="noArr"/>
                  <dgm:param type="connRout" val="longCurve"/>
                  <dgm:param type="begPts" val="tL"/>
                  <dgm:param type="endPts" val="tR"/>
                </dgm:alg>
              </dgm:if>
              <dgm:else name="Name175">
                <dgm:alg type="conn">
                  <dgm:param type="srcNode" val="dummy1a"/>
                  <dgm:param type="dstNode" val="dummy1b"/>
                  <dgm:param type="begSty" val="noArr"/>
                  <dgm:param type="endSty" val="arr"/>
                  <dgm:param type="connRout" val="longCurve"/>
                  <dgm:param type="begPts" val="tL"/>
                  <dgm:param type="endPts" val="t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srcNode" val="dummy1a"/>
                  <dgm:param type="dstNode" val="dummy1b"/>
                  <dgm:param type="begSty" val="noArr"/>
                  <dgm:param type="endSty" val="arr"/>
                  <dgm:param type="connRout" val="curve"/>
                  <dgm:param type="begPts" val="tL"/>
                  <dgm:param type="endPts" val="tL"/>
                </dgm:alg>
              </dgm:if>
              <dgm:else name="Name180">
                <dgm:alg type="conn">
                  <dgm:param type="srcNode" val="dummy1a"/>
                  <dgm:param type="dstNode" val="dummy1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srcNode" val="dummy2a"/>
              <dgm:param type="dstNode" val="dummy2b"/>
              <dgm:param type="begSty" val="noArr"/>
              <dgm:param type="endSty" val="arr"/>
              <dgm:param type="connRout" val="curve"/>
              <dgm:param type="begPts" val="tL"/>
              <dgm:param type="endPts" val="tL"/>
            </dgm:alg>
          </dgm:if>
          <dgm:else name="Name185">
            <dgm:alg type="conn">
              <dgm:param type="srcNode" val="dummy2a"/>
              <dgm:param type="dstNode" val="dummy2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srcNode" val="dummy3a"/>
              <dgm:param type="dstNode" val="dummy3b"/>
              <dgm:param type="begSty" val="noArr"/>
              <dgm:param type="endSty" val="arr"/>
              <dgm:param type="connRout" val="curve"/>
              <dgm:param type="begPts" val="tL"/>
              <dgm:param type="endPts" val="tL"/>
            </dgm:alg>
          </dgm:if>
          <dgm:else name="Name189">
            <dgm:alg type="conn">
              <dgm:param type="srcNode" val="dummy3a"/>
              <dgm:param type="dstNode" val="dummy3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srcNode" val="dummy4a"/>
              <dgm:param type="dstNode" val="dummy4b"/>
              <dgm:param type="begSty" val="noArr"/>
              <dgm:param type="endSty" val="arr"/>
              <dgm:param type="connRout" val="curve"/>
              <dgm:param type="begPts" val="tL"/>
              <dgm:param type="endPts" val="tL"/>
            </dgm:alg>
          </dgm:if>
          <dgm:else name="Name193">
            <dgm:alg type="conn">
              <dgm:param type="srcNode" val="dummy4a"/>
              <dgm:param type="dstNode" val="dummy4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srcNode" val="dummy5a"/>
              <dgm:param type="dstNode" val="dummy5b"/>
              <dgm:param type="begSty" val="noArr"/>
              <dgm:param type="endSty" val="arr"/>
              <dgm:param type="connRout" val="curve"/>
              <dgm:param type="begPts" val="tL"/>
              <dgm:param type="endPts" val="tL"/>
            </dgm:alg>
          </dgm:if>
          <dgm:else name="Name197">
            <dgm:alg type="conn">
              <dgm:param type="srcNode" val="dummy5a"/>
              <dgm:param type="dstNode" val="dummy5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srcNode" val="dummy6a"/>
              <dgm:param type="dstNode" val="dummy6b"/>
              <dgm:param type="begSty" val="noArr"/>
              <dgm:param type="endSty" val="arr"/>
              <dgm:param type="connRout" val="curve"/>
              <dgm:param type="begPts" val="tL"/>
              <dgm:param type="endPts" val="tL"/>
            </dgm:alg>
          </dgm:if>
          <dgm:else name="Name201">
            <dgm:alg type="conn">
              <dgm:param type="srcNode" val="dummy6a"/>
              <dgm:param type="dstNode" val="dummy6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srcNode" val="dummy7a"/>
              <dgm:param type="dstNode" val="dummy7b"/>
              <dgm:param type="begSty" val="noArr"/>
              <dgm:param type="endSty" val="arr"/>
              <dgm:param type="connRout" val="curve"/>
              <dgm:param type="begPts" val="tL"/>
              <dgm:param type="endPts" val="tL"/>
            </dgm:alg>
          </dgm:if>
          <dgm:else name="Name205">
            <dgm:alg type="conn">
              <dgm:param type="srcNode" val="dummy7a"/>
              <dgm:param type="dstNode" val="dummy7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890665" cy="498395"/>
          </a:xfrm>
          <a:prstGeom prst="rect">
            <a:avLst/>
          </a:prstGeom>
        </p:spPr>
        <p:txBody>
          <a:bodyPr vert="horz" lIns="90727" tIns="45363" rIns="90727" bIns="45363" rtlCol="0"/>
          <a:lstStyle>
            <a:lvl1pPr algn="l">
              <a:defRPr sz="1200"/>
            </a:lvl1pPr>
          </a:lstStyle>
          <a:p>
            <a:endParaRPr lang="zh-CN" altLang="en-US"/>
          </a:p>
        </p:txBody>
      </p:sp>
      <p:sp>
        <p:nvSpPr>
          <p:cNvPr id="3" name="日期占位符 2"/>
          <p:cNvSpPr>
            <a:spLocks noGrp="1"/>
          </p:cNvSpPr>
          <p:nvPr>
            <p:ph type="dt" sz="quarter" idx="1"/>
          </p:nvPr>
        </p:nvSpPr>
        <p:spPr>
          <a:xfrm>
            <a:off x="3776866" y="1"/>
            <a:ext cx="2890665" cy="498395"/>
          </a:xfrm>
          <a:prstGeom prst="rect">
            <a:avLst/>
          </a:prstGeom>
        </p:spPr>
        <p:txBody>
          <a:bodyPr vert="horz" lIns="90727" tIns="45363" rIns="90727" bIns="45363" rtlCol="0"/>
          <a:lstStyle>
            <a:lvl1pPr algn="r">
              <a:defRPr sz="1200"/>
            </a:lvl1pPr>
          </a:lstStyle>
          <a:p>
            <a:fld id="{61D8D581-EB23-4D01-B708-5E2AF2A8CFE9}" type="datetimeFigureOut">
              <a:rPr lang="zh-CN" altLang="en-US" smtClean="0"/>
              <a:t>2026-06-30</a:t>
            </a:fld>
            <a:endParaRPr lang="zh-CN" altLang="en-US"/>
          </a:p>
        </p:txBody>
      </p:sp>
      <p:sp>
        <p:nvSpPr>
          <p:cNvPr id="4" name="页脚占位符 3"/>
          <p:cNvSpPr>
            <a:spLocks noGrp="1"/>
          </p:cNvSpPr>
          <p:nvPr>
            <p:ph type="ftr" sz="quarter" idx="2"/>
          </p:nvPr>
        </p:nvSpPr>
        <p:spPr>
          <a:xfrm>
            <a:off x="0" y="9428243"/>
            <a:ext cx="2890665" cy="498395"/>
          </a:xfrm>
          <a:prstGeom prst="rect">
            <a:avLst/>
          </a:prstGeom>
        </p:spPr>
        <p:txBody>
          <a:bodyPr vert="horz" lIns="90727" tIns="45363" rIns="90727" bIns="45363"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776866" y="9428243"/>
            <a:ext cx="2890665" cy="498395"/>
          </a:xfrm>
          <a:prstGeom prst="rect">
            <a:avLst/>
          </a:prstGeom>
        </p:spPr>
        <p:txBody>
          <a:bodyPr vert="horz" lIns="90727" tIns="45363" rIns="90727" bIns="45363" rtlCol="0" anchor="b"/>
          <a:lstStyle>
            <a:lvl1pPr algn="r">
              <a:defRPr sz="1200"/>
            </a:lvl1pPr>
          </a:lstStyle>
          <a:p>
            <a:fld id="{9792483B-845F-4994-A237-7AB5D5161390}"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26988" y="744538"/>
            <a:ext cx="6615112" cy="3722687"/>
          </a:xfrm>
          <a:prstGeom prst="rect">
            <a:avLst/>
          </a:prstGeom>
        </p:spPr>
        <p:txBody>
          <a:bodyPr lIns="90727" tIns="45363" rIns="90727" bIns="45363"/>
          <a:lstStyle/>
          <a:p>
            <a:endParaRPr/>
          </a:p>
        </p:txBody>
      </p:sp>
      <p:sp>
        <p:nvSpPr>
          <p:cNvPr id="149" name="Shape 149"/>
          <p:cNvSpPr>
            <a:spLocks noGrp="1"/>
          </p:cNvSpPr>
          <p:nvPr>
            <p:ph type="body" sz="quarter" idx="1"/>
          </p:nvPr>
        </p:nvSpPr>
        <p:spPr>
          <a:xfrm>
            <a:off x="889212" y="4715154"/>
            <a:ext cx="4890665" cy="4466987"/>
          </a:xfrm>
          <a:prstGeom prst="rect">
            <a:avLst/>
          </a:prstGeom>
        </p:spPr>
        <p:txBody>
          <a:bodyPr lIns="90727" tIns="45363" rIns="90727" bIns="45363"/>
          <a:lstStyle/>
          <a:p>
            <a:endParaRPr/>
          </a:p>
        </p:txBody>
      </p:sp>
    </p:spTree>
    <p:extLst>
      <p:ext uri="{BB962C8B-B14F-4D97-AF65-F5344CB8AC3E}">
        <p14:creationId xmlns:p14="http://schemas.microsoft.com/office/powerpoint/2010/main" val="2803643173"/>
      </p:ext>
    </p:extLst>
  </p:cSld>
  <p:clrMap bg1="lt1" tx1="dk1" bg2="lt2" tx2="dk2" accent1="accent1" accent2="accent2" accent3="accent3" accent4="accent4" accent5="accent5" accent6="accent6" hlink="hlink" folHlink="folHlink"/>
  <p:hf hdr="0" ftr="0" dt="0"/>
  <p:notesStyle>
    <a:lvl1pPr defTabSz="228600" latinLnBrk="0">
      <a:lnSpc>
        <a:spcPct val="118000"/>
      </a:lnSpc>
      <a:defRPr sz="1100">
        <a:latin typeface="+mn-lt"/>
        <a:ea typeface="+mn-ea"/>
        <a:cs typeface="+mn-cs"/>
        <a:sym typeface="Helvetica Neue" panose="02000503000000020004"/>
      </a:defRPr>
    </a:lvl1pPr>
    <a:lvl2pPr indent="114300" defTabSz="228600" latinLnBrk="0">
      <a:lnSpc>
        <a:spcPct val="118000"/>
      </a:lnSpc>
      <a:defRPr sz="1100">
        <a:latin typeface="+mn-lt"/>
        <a:ea typeface="+mn-ea"/>
        <a:cs typeface="+mn-cs"/>
        <a:sym typeface="Helvetica Neue" panose="02000503000000020004"/>
      </a:defRPr>
    </a:lvl2pPr>
    <a:lvl3pPr indent="228600" defTabSz="228600" latinLnBrk="0">
      <a:lnSpc>
        <a:spcPct val="118000"/>
      </a:lnSpc>
      <a:defRPr sz="1100">
        <a:latin typeface="+mn-lt"/>
        <a:ea typeface="+mn-ea"/>
        <a:cs typeface="+mn-cs"/>
        <a:sym typeface="Helvetica Neue" panose="02000503000000020004"/>
      </a:defRPr>
    </a:lvl3pPr>
    <a:lvl4pPr indent="342900" defTabSz="228600" latinLnBrk="0">
      <a:lnSpc>
        <a:spcPct val="118000"/>
      </a:lnSpc>
      <a:defRPr sz="1100">
        <a:latin typeface="+mn-lt"/>
        <a:ea typeface="+mn-ea"/>
        <a:cs typeface="+mn-cs"/>
        <a:sym typeface="Helvetica Neue" panose="02000503000000020004"/>
      </a:defRPr>
    </a:lvl4pPr>
    <a:lvl5pPr indent="457200" defTabSz="228600" latinLnBrk="0">
      <a:lnSpc>
        <a:spcPct val="118000"/>
      </a:lnSpc>
      <a:defRPr sz="1100">
        <a:latin typeface="+mn-lt"/>
        <a:ea typeface="+mn-ea"/>
        <a:cs typeface="+mn-cs"/>
        <a:sym typeface="Helvetica Neue" panose="02000503000000020004"/>
      </a:defRPr>
    </a:lvl5pPr>
    <a:lvl6pPr indent="570865" defTabSz="228600" latinLnBrk="0">
      <a:lnSpc>
        <a:spcPct val="118000"/>
      </a:lnSpc>
      <a:defRPr sz="1100">
        <a:latin typeface="+mn-lt"/>
        <a:ea typeface="+mn-ea"/>
        <a:cs typeface="+mn-cs"/>
        <a:sym typeface="Helvetica Neue" panose="02000503000000020004"/>
      </a:defRPr>
    </a:lvl6pPr>
    <a:lvl7pPr indent="685165" defTabSz="228600" latinLnBrk="0">
      <a:lnSpc>
        <a:spcPct val="118000"/>
      </a:lnSpc>
      <a:defRPr sz="1100">
        <a:latin typeface="+mn-lt"/>
        <a:ea typeface="+mn-ea"/>
        <a:cs typeface="+mn-cs"/>
        <a:sym typeface="Helvetica Neue" panose="02000503000000020004"/>
      </a:defRPr>
    </a:lvl7pPr>
    <a:lvl8pPr indent="799465" defTabSz="228600" latinLnBrk="0">
      <a:lnSpc>
        <a:spcPct val="118000"/>
      </a:lnSpc>
      <a:defRPr sz="1100">
        <a:latin typeface="+mn-lt"/>
        <a:ea typeface="+mn-ea"/>
        <a:cs typeface="+mn-cs"/>
        <a:sym typeface="Helvetica Neue" panose="02000503000000020004"/>
      </a:defRPr>
    </a:lvl8pPr>
    <a:lvl9pPr indent="913765" defTabSz="228600" latinLnBrk="0">
      <a:lnSpc>
        <a:spcPct val="118000"/>
      </a:lnSpc>
      <a:defRPr sz="1100">
        <a:latin typeface="+mn-lt"/>
        <a:ea typeface="+mn-ea"/>
        <a:cs typeface="+mn-cs"/>
        <a:sym typeface="Helvetica Neue" panose="020005030000000200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732530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62205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22488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05810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34471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13339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33965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345954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604546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926676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293256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842798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932075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6245260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9236208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918729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35731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704616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78384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693683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5" Type="http://schemas.openxmlformats.org/officeDocument/2006/relationships/image" Target="../media/image3.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title">
    <p:spTree>
      <p:nvGrpSpPr>
        <p:cNvPr id="1" name=""/>
        <p:cNvGrpSpPr/>
        <p:nvPr/>
      </p:nvGrpSpPr>
      <p:grpSpPr>
        <a:xfrm>
          <a:off x="0" y="0"/>
          <a:ext cx="0" cy="0"/>
          <a:chOff x="0" y="0"/>
          <a:chExt cx="0" cy="0"/>
        </a:xfrm>
      </p:grpSpPr>
      <p:sp>
        <p:nvSpPr>
          <p:cNvPr id="5" name="文本占位符 4"/>
          <p:cNvSpPr>
            <a:spLocks noGrp="1"/>
          </p:cNvSpPr>
          <p:nvPr>
            <p:ph type="body" sz="quarter" idx="10" hasCustomPrompt="1"/>
          </p:nvPr>
        </p:nvSpPr>
        <p:spPr>
          <a:xfrm>
            <a:off x="0" y="2447926"/>
            <a:ext cx="12192000" cy="1352551"/>
          </a:xfrm>
          <a:prstGeom prst="rect">
            <a:avLst/>
          </a:prstGeom>
          <a:solidFill>
            <a:srgbClr val="F2F2F2">
              <a:alpha val="70000"/>
            </a:srgbClr>
          </a:solidFill>
        </p:spPr>
        <p:txBody>
          <a:bodyPr anchor="ctr" anchorCtr="0"/>
          <a:lstStyle>
            <a:lvl1pPr marL="0" indent="0" algn="l">
              <a:buNone/>
              <a:defRPr kumimoji="0" lang="zh-CN" altLang="en-US" sz="4250" b="1" i="0" u="none" strike="noStrike" cap="none" spc="-85" normalizeH="0" baseline="0" dirty="0" smtClean="0">
                <a:ln>
                  <a:noFill/>
                </a:ln>
                <a:solidFill>
                  <a:srgbClr val="000000"/>
                </a:solidFill>
                <a:effectLst/>
                <a:uFillTx/>
                <a:latin typeface="楷体" panose="02010609060101010101" pitchFamily="49" charset="-122"/>
                <a:ea typeface="楷体" panose="02010609060101010101" pitchFamily="49" charset="-122"/>
                <a:cs typeface="+mn-cs"/>
                <a:sym typeface="Helvetica Neue" panose="02000503000000020004"/>
              </a:defRPr>
            </a:lvl1pPr>
          </a:lstStyle>
          <a:p>
            <a:pPr lvl="0"/>
            <a:r>
              <a:rPr lang="zh-CN" altLang="en-US" dirty="0"/>
              <a:t>  单击此处编辑母版文本样式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a:xfrm>
            <a:off x="11616267" y="6488700"/>
            <a:ext cx="423333" cy="365125"/>
          </a:xfrm>
        </p:spPr>
        <p:txBody>
          <a:bodyPr/>
          <a:lstStyle/>
          <a:p>
            <a:fld id="{FED3B7B8-F059-4BE7-A800-D12FDB5E26F8}" type="slidenum">
              <a:rPr lang="zh-CN" altLang="en-US" smtClean="0"/>
              <a:t>‹#›</a:t>
            </a:fld>
            <a:endParaRPr lang="zh-CN" altLang="en-US"/>
          </a:p>
        </p:txBody>
      </p:sp>
      <p:sp>
        <p:nvSpPr>
          <p:cNvPr id="4" name="目 录"/>
          <p:cNvSpPr txBox="1"/>
          <p:nvPr userDrawn="1"/>
        </p:nvSpPr>
        <p:spPr>
          <a:xfrm>
            <a:off x="657847" y="1315967"/>
            <a:ext cx="1375147" cy="568591"/>
          </a:xfrm>
          <a:prstGeom prst="rect">
            <a:avLst/>
          </a:prstGeom>
          <a:ln w="12700">
            <a:miter lim="400000"/>
          </a:ln>
        </p:spPr>
        <p:txBody>
          <a:bodyPr lIns="16932" tIns="16932" rIns="16932" bIns="16932" anchor="ctr"/>
          <a:lstStyle>
            <a:lvl1pPr algn="l" defTabSz="412750">
              <a:spcBef>
                <a:spcPts val="2900"/>
              </a:spcBef>
              <a:defRPr sz="4400" b="1">
                <a:solidFill>
                  <a:srgbClr val="FFFFFF"/>
                </a:solidFill>
                <a:latin typeface="微软雅黑"/>
                <a:ea typeface="微软雅黑"/>
                <a:cs typeface="微软雅黑"/>
                <a:sym typeface="微软雅黑"/>
              </a:defRPr>
            </a:lvl1pPr>
          </a:lstStyle>
          <a:p>
            <a:r>
              <a:rPr sz="2200" dirty="0" err="1"/>
              <a:t>目录</a:t>
            </a:r>
            <a:endParaRPr sz="2200" dirty="0"/>
          </a:p>
        </p:txBody>
      </p:sp>
      <p:sp>
        <p:nvSpPr>
          <p:cNvPr id="5" name="Contents"/>
          <p:cNvSpPr txBox="1"/>
          <p:nvPr userDrawn="1"/>
        </p:nvSpPr>
        <p:spPr>
          <a:xfrm>
            <a:off x="657850" y="1796813"/>
            <a:ext cx="3029020" cy="526804"/>
          </a:xfrm>
          <a:prstGeom prst="rect">
            <a:avLst/>
          </a:prstGeom>
          <a:ln w="12700">
            <a:miter lim="400000"/>
          </a:ln>
        </p:spPr>
        <p:txBody>
          <a:bodyPr lIns="16932" tIns="16932" rIns="16932" bIns="16932" anchor="ctr"/>
          <a:lstStyle>
            <a:lvl1pPr algn="l" defTabSz="412750">
              <a:defRPr sz="5700" b="1">
                <a:solidFill>
                  <a:srgbClr val="FFFFFF"/>
                </a:solidFill>
                <a:latin typeface="微软雅黑"/>
                <a:ea typeface="微软雅黑"/>
                <a:cs typeface="微软雅黑"/>
                <a:sym typeface="微软雅黑"/>
              </a:defRPr>
            </a:lvl1pPr>
          </a:lstStyle>
          <a:p>
            <a:r>
              <a:rPr sz="2850" dirty="0"/>
              <a:t>Contents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a:xfrm>
            <a:off x="11624733" y="6488700"/>
            <a:ext cx="414867" cy="365125"/>
          </a:xfrm>
        </p:spPr>
        <p:txBody>
          <a:bodyPr/>
          <a:lstStyle/>
          <a:p>
            <a:fld id="{FED3B7B8-F059-4BE7-A800-D12FDB5E26F8}" type="slidenum">
              <a:rPr lang="zh-CN" altLang="en-US" smtClean="0"/>
              <a:t>‹#›</a:t>
            </a:fld>
            <a:endParaRPr lang="zh-CN" altLang="en-US"/>
          </a:p>
        </p:txBody>
      </p:sp>
      <p:sp>
        <p:nvSpPr>
          <p:cNvPr id="8" name="目 录"/>
          <p:cNvSpPr txBox="1"/>
          <p:nvPr userDrawn="1"/>
        </p:nvSpPr>
        <p:spPr>
          <a:xfrm>
            <a:off x="657847" y="1315967"/>
            <a:ext cx="1375147" cy="568591"/>
          </a:xfrm>
          <a:prstGeom prst="rect">
            <a:avLst/>
          </a:prstGeom>
          <a:ln w="12700">
            <a:miter lim="400000"/>
          </a:ln>
        </p:spPr>
        <p:txBody>
          <a:bodyPr lIns="16932" tIns="16932" rIns="16932" bIns="16932" anchor="ctr"/>
          <a:lstStyle>
            <a:lvl1pPr algn="l" defTabSz="412750">
              <a:spcBef>
                <a:spcPts val="2900"/>
              </a:spcBef>
              <a:defRPr sz="4400" b="1">
                <a:solidFill>
                  <a:srgbClr val="FFFFFF"/>
                </a:solidFill>
                <a:latin typeface="微软雅黑"/>
                <a:ea typeface="微软雅黑"/>
                <a:cs typeface="微软雅黑"/>
                <a:sym typeface="微软雅黑"/>
              </a:defRPr>
            </a:lvl1pPr>
          </a:lstStyle>
          <a:p>
            <a:r>
              <a:rPr sz="2200" dirty="0" err="1"/>
              <a:t>目录</a:t>
            </a:r>
            <a:endParaRPr sz="2200" dirty="0"/>
          </a:p>
        </p:txBody>
      </p:sp>
      <p:sp>
        <p:nvSpPr>
          <p:cNvPr id="9" name="Contents"/>
          <p:cNvSpPr txBox="1"/>
          <p:nvPr userDrawn="1"/>
        </p:nvSpPr>
        <p:spPr>
          <a:xfrm>
            <a:off x="657850" y="1796813"/>
            <a:ext cx="3029020" cy="526804"/>
          </a:xfrm>
          <a:prstGeom prst="rect">
            <a:avLst/>
          </a:prstGeom>
          <a:ln w="12700">
            <a:miter lim="400000"/>
          </a:ln>
        </p:spPr>
        <p:txBody>
          <a:bodyPr lIns="16932" tIns="16932" rIns="16932" bIns="16932" anchor="ctr"/>
          <a:lstStyle>
            <a:lvl1pPr algn="l" defTabSz="412750">
              <a:defRPr sz="5700" b="1">
                <a:solidFill>
                  <a:srgbClr val="FFFFFF"/>
                </a:solidFill>
                <a:latin typeface="微软雅黑"/>
                <a:ea typeface="微软雅黑"/>
                <a:cs typeface="微软雅黑"/>
                <a:sym typeface="微软雅黑"/>
              </a:defRPr>
            </a:lvl1pPr>
          </a:lstStyle>
          <a:p>
            <a:r>
              <a:rPr sz="2850" dirty="0"/>
              <a:t>Contents</a:t>
            </a:r>
          </a:p>
        </p:txBody>
      </p:sp>
      <p:sp>
        <p:nvSpPr>
          <p:cNvPr id="7" name="圆角矩形"/>
          <p:cNvSpPr/>
          <p:nvPr userDrawn="1"/>
        </p:nvSpPr>
        <p:spPr>
          <a:xfrm>
            <a:off x="637242" y="2585738"/>
            <a:ext cx="5865159" cy="684492"/>
          </a:xfrm>
          <a:prstGeom prst="roundRect">
            <a:avLst>
              <a:gd name="adj" fmla="val 50000"/>
            </a:avLst>
          </a:prstGeom>
          <a:ln w="38100">
            <a:solidFill>
              <a:srgbClr val="FFFFFF"/>
            </a:solidFill>
            <a:miter lim="400000"/>
          </a:ln>
        </p:spPr>
        <p:txBody>
          <a:bodyPr lIns="0" tIns="0" rIns="0" bIns="0" anchor="ctr"/>
          <a:lstStyle/>
          <a:p>
            <a:pPr defTabSz="206375">
              <a:defRPr sz="1600">
                <a:solidFill>
                  <a:srgbClr val="C92538"/>
                </a:solidFill>
                <a:latin typeface="Helvetica Neue Medium"/>
                <a:ea typeface="Helvetica Neue Medium"/>
                <a:cs typeface="Helvetica Neue Medium"/>
                <a:sym typeface="Helvetica Neue Medium"/>
              </a:defRPr>
            </a:pPr>
            <a:endParaRPr sz="1065">
              <a:solidFill>
                <a:srgbClr val="C92538"/>
              </a:solidFill>
              <a:latin typeface="Helvetica Neue Medium"/>
              <a:ea typeface="Helvetica Neue Medium"/>
              <a:cs typeface="Helvetica Neue Medium"/>
              <a:sym typeface="Helvetica Neue Medium"/>
            </a:endParaRPr>
          </a:p>
        </p:txBody>
      </p:sp>
      <p:sp>
        <p:nvSpPr>
          <p:cNvPr id="10" name="圆形"/>
          <p:cNvSpPr/>
          <p:nvPr userDrawn="1"/>
        </p:nvSpPr>
        <p:spPr>
          <a:xfrm>
            <a:off x="742839" y="2687459"/>
            <a:ext cx="471404" cy="471404"/>
          </a:xfrm>
          <a:prstGeom prst="ellipse">
            <a:avLst/>
          </a:prstGeom>
          <a:solidFill>
            <a:srgbClr val="FFFFFF"/>
          </a:solidFill>
          <a:ln w="12700">
            <a:miter lim="400000"/>
          </a:ln>
        </p:spPr>
        <p:txBody>
          <a:bodyPr lIns="0" tIns="0" rIns="0" bIns="0" anchor="ctr"/>
          <a:lstStyle/>
          <a:p>
            <a:pPr defTabSz="274955">
              <a:defRPr sz="2100">
                <a:solidFill>
                  <a:srgbClr val="FE9301"/>
                </a:solidFill>
                <a:latin typeface="Helvetica Neue Medium"/>
                <a:ea typeface="Helvetica Neue Medium"/>
                <a:cs typeface="Helvetica Neue Medium"/>
                <a:sym typeface="Helvetica Neue Medium"/>
              </a:defRPr>
            </a:pPr>
            <a:endParaRPr sz="1400">
              <a:solidFill>
                <a:srgbClr val="FE9301"/>
              </a:solidFill>
              <a:latin typeface="Helvetica Neue Medium"/>
              <a:ea typeface="Helvetica Neue Medium"/>
              <a:cs typeface="Helvetica Neue Medium"/>
              <a:sym typeface="Helvetica Neue Medium"/>
            </a:endParaRPr>
          </a:p>
        </p:txBody>
      </p:sp>
      <p:sp>
        <p:nvSpPr>
          <p:cNvPr id="11" name="1"/>
          <p:cNvSpPr txBox="1"/>
          <p:nvPr userDrawn="1"/>
        </p:nvSpPr>
        <p:spPr>
          <a:xfrm>
            <a:off x="854083" y="2703473"/>
            <a:ext cx="246664" cy="434649"/>
          </a:xfrm>
          <a:prstGeom prst="rect">
            <a:avLst/>
          </a:prstGeom>
          <a:ln w="12700">
            <a:miter lim="400000"/>
          </a:ln>
        </p:spPr>
        <p:txBody>
          <a:bodyPr lIns="22577" tIns="22577" rIns="22577" bIns="22577" anchor="ctr"/>
          <a:lstStyle>
            <a:lvl1pPr defTabSz="412750">
              <a:defRPr sz="2600" b="1">
                <a:solidFill>
                  <a:srgbClr val="902413"/>
                </a:solidFill>
                <a:latin typeface="Helvetica"/>
                <a:ea typeface="Helvetica"/>
                <a:cs typeface="Helvetica"/>
                <a:sym typeface="Helvetica"/>
              </a:defRPr>
            </a:lvl1pPr>
          </a:lstStyle>
          <a:p>
            <a:r>
              <a:rPr sz="1735" dirty="0"/>
              <a:t>1</a:t>
            </a:r>
          </a:p>
        </p:txBody>
      </p:sp>
      <p:sp>
        <p:nvSpPr>
          <p:cNvPr id="12" name="圆形"/>
          <p:cNvSpPr/>
          <p:nvPr userDrawn="1"/>
        </p:nvSpPr>
        <p:spPr>
          <a:xfrm>
            <a:off x="715831" y="4710167"/>
            <a:ext cx="471404" cy="471404"/>
          </a:xfrm>
          <a:prstGeom prst="ellipse">
            <a:avLst/>
          </a:prstGeom>
          <a:solidFill>
            <a:srgbClr val="FFFFFF"/>
          </a:solidFill>
          <a:ln w="12700">
            <a:miter lim="400000"/>
          </a:ln>
        </p:spPr>
        <p:txBody>
          <a:bodyPr lIns="0" tIns="0" rIns="0" bIns="0" anchor="ctr"/>
          <a:lstStyle/>
          <a:p>
            <a:pPr defTabSz="274955">
              <a:defRPr sz="2100">
                <a:solidFill>
                  <a:srgbClr val="FFFFFF"/>
                </a:solidFill>
                <a:latin typeface="Helvetica Neue Medium"/>
                <a:ea typeface="Helvetica Neue Medium"/>
                <a:cs typeface="Helvetica Neue Medium"/>
                <a:sym typeface="Helvetica Neue Medium"/>
              </a:defRPr>
            </a:pPr>
            <a:endParaRPr sz="1400">
              <a:solidFill>
                <a:srgbClr val="FFFFFF"/>
              </a:solidFill>
              <a:latin typeface="Helvetica Neue Medium"/>
              <a:ea typeface="Helvetica Neue Medium"/>
              <a:cs typeface="Helvetica Neue Medium"/>
              <a:sym typeface="Helvetica Neue Medium"/>
            </a:endParaRPr>
          </a:p>
        </p:txBody>
      </p:sp>
      <p:sp>
        <p:nvSpPr>
          <p:cNvPr id="13" name="2"/>
          <p:cNvSpPr txBox="1"/>
          <p:nvPr userDrawn="1"/>
        </p:nvSpPr>
        <p:spPr>
          <a:xfrm>
            <a:off x="846992" y="4729801"/>
            <a:ext cx="209081" cy="434652"/>
          </a:xfrm>
          <a:prstGeom prst="rect">
            <a:avLst/>
          </a:prstGeom>
          <a:ln w="12700">
            <a:miter lim="400000"/>
          </a:ln>
        </p:spPr>
        <p:txBody>
          <a:bodyPr lIns="22577" tIns="22577" rIns="22577" bIns="22577" anchor="ctr"/>
          <a:lstStyle>
            <a:lvl1pPr defTabSz="412750">
              <a:defRPr sz="2600" b="1">
                <a:solidFill>
                  <a:srgbClr val="647090"/>
                </a:solidFill>
                <a:latin typeface="Helvetica"/>
                <a:ea typeface="Helvetica"/>
                <a:cs typeface="Helvetica"/>
                <a:sym typeface="Helvetica"/>
              </a:defRPr>
            </a:lvl1pPr>
          </a:lstStyle>
          <a:p>
            <a:pPr marL="0" marR="0" indent="0" algn="ctr" defTabSz="550545" rtl="0" fontAlgn="auto" latinLnBrk="0" hangingPunct="0">
              <a:lnSpc>
                <a:spcPct val="100000"/>
              </a:lnSpc>
              <a:spcBef>
                <a:spcPts val="0"/>
              </a:spcBef>
              <a:spcAft>
                <a:spcPts val="0"/>
              </a:spcAft>
              <a:buClrTx/>
              <a:buSzTx/>
              <a:buFontTx/>
              <a:buNone/>
            </a:pPr>
            <a:r>
              <a:rPr kumimoji="0" lang="en-US" altLang="zh-CN" sz="1735" b="1" i="0" u="none" strike="noStrike" cap="none" spc="0" normalizeH="0" baseline="0" dirty="0">
                <a:ln>
                  <a:noFill/>
                </a:ln>
                <a:solidFill>
                  <a:srgbClr val="902413"/>
                </a:solidFill>
                <a:effectLst/>
                <a:uFillTx/>
                <a:latin typeface="Helvetica"/>
                <a:ea typeface="Helvetica"/>
                <a:cs typeface="Helvetica"/>
                <a:sym typeface="Helvetica"/>
              </a:rPr>
              <a:t>3</a:t>
            </a:r>
          </a:p>
        </p:txBody>
      </p:sp>
      <p:sp>
        <p:nvSpPr>
          <p:cNvPr id="14" name="圆形"/>
          <p:cNvSpPr/>
          <p:nvPr userDrawn="1"/>
        </p:nvSpPr>
        <p:spPr>
          <a:xfrm>
            <a:off x="715831" y="3705537"/>
            <a:ext cx="471404" cy="471404"/>
          </a:xfrm>
          <a:prstGeom prst="ellipse">
            <a:avLst/>
          </a:prstGeom>
          <a:solidFill>
            <a:srgbClr val="FFFFFF"/>
          </a:solidFill>
          <a:ln w="12700">
            <a:miter lim="400000"/>
          </a:ln>
        </p:spPr>
        <p:txBody>
          <a:bodyPr lIns="0" tIns="0" rIns="0" bIns="0" anchor="ctr"/>
          <a:lstStyle/>
          <a:p>
            <a:pPr defTabSz="274955">
              <a:defRPr sz="2100">
                <a:solidFill>
                  <a:srgbClr val="FFFFFF"/>
                </a:solidFill>
                <a:latin typeface="Helvetica Neue Medium"/>
                <a:ea typeface="Helvetica Neue Medium"/>
                <a:cs typeface="Helvetica Neue Medium"/>
                <a:sym typeface="Helvetica Neue Medium"/>
              </a:defRPr>
            </a:pPr>
            <a:endParaRPr sz="1400">
              <a:solidFill>
                <a:srgbClr val="FFFFFF"/>
              </a:solidFill>
              <a:latin typeface="Helvetica Neue Medium"/>
              <a:ea typeface="Helvetica Neue Medium"/>
              <a:cs typeface="Helvetica Neue Medium"/>
              <a:sym typeface="Helvetica Neue Medium"/>
            </a:endParaRPr>
          </a:p>
        </p:txBody>
      </p:sp>
      <p:sp>
        <p:nvSpPr>
          <p:cNvPr id="15" name="2"/>
          <p:cNvSpPr txBox="1"/>
          <p:nvPr userDrawn="1"/>
        </p:nvSpPr>
        <p:spPr>
          <a:xfrm>
            <a:off x="854084" y="3725431"/>
            <a:ext cx="209081" cy="434652"/>
          </a:xfrm>
          <a:prstGeom prst="rect">
            <a:avLst/>
          </a:prstGeom>
          <a:ln w="12700">
            <a:miter lim="400000"/>
          </a:ln>
        </p:spPr>
        <p:txBody>
          <a:bodyPr lIns="22577" tIns="22577" rIns="22577" bIns="22577" anchor="ctr"/>
          <a:lstStyle>
            <a:lvl1pPr defTabSz="412750">
              <a:defRPr sz="2600" b="1">
                <a:solidFill>
                  <a:srgbClr val="647090"/>
                </a:solidFill>
                <a:latin typeface="Helvetica"/>
                <a:ea typeface="Helvetica"/>
                <a:cs typeface="Helvetica"/>
                <a:sym typeface="Helvetica"/>
              </a:defRPr>
            </a:lvl1pPr>
          </a:lstStyle>
          <a:p>
            <a:pPr marL="0" marR="0" indent="0" algn="ctr" defTabSz="550545" rtl="0" fontAlgn="auto" latinLnBrk="0" hangingPunct="0">
              <a:lnSpc>
                <a:spcPct val="100000"/>
              </a:lnSpc>
              <a:spcBef>
                <a:spcPts val="0"/>
              </a:spcBef>
              <a:spcAft>
                <a:spcPts val="0"/>
              </a:spcAft>
              <a:buClrTx/>
              <a:buSzTx/>
              <a:buFontTx/>
              <a:buNone/>
            </a:pPr>
            <a:r>
              <a:rPr kumimoji="0" sz="1735" b="1" i="0" u="none" strike="noStrike" cap="none" spc="0" normalizeH="0" baseline="0" dirty="0">
                <a:ln>
                  <a:noFill/>
                </a:ln>
                <a:solidFill>
                  <a:srgbClr val="902413"/>
                </a:solidFill>
                <a:effectLst/>
                <a:uFillTx/>
                <a:latin typeface="Helvetica"/>
                <a:ea typeface="Helvetica"/>
                <a:cs typeface="Helvetica"/>
                <a:sym typeface="Helvetica"/>
              </a:rPr>
              <a:t>2</a:t>
            </a:r>
          </a:p>
        </p:txBody>
      </p:sp>
      <p:sp>
        <p:nvSpPr>
          <p:cNvPr id="19" name="圆角矩形"/>
          <p:cNvSpPr/>
          <p:nvPr userDrawn="1"/>
        </p:nvSpPr>
        <p:spPr>
          <a:xfrm>
            <a:off x="637240" y="3616438"/>
            <a:ext cx="5865160" cy="684492"/>
          </a:xfrm>
          <a:prstGeom prst="roundRect">
            <a:avLst>
              <a:gd name="adj" fmla="val 50000"/>
            </a:avLst>
          </a:prstGeom>
          <a:ln w="38100">
            <a:solidFill>
              <a:srgbClr val="FFFFFF"/>
            </a:solidFill>
            <a:miter lim="400000"/>
          </a:ln>
        </p:spPr>
        <p:txBody>
          <a:bodyPr lIns="0" tIns="0" rIns="0" bIns="0" anchor="ctr"/>
          <a:lstStyle/>
          <a:p>
            <a:pPr defTabSz="206375">
              <a:defRPr sz="1600">
                <a:solidFill>
                  <a:srgbClr val="C92538"/>
                </a:solidFill>
                <a:latin typeface="Helvetica Neue Medium"/>
                <a:ea typeface="Helvetica Neue Medium"/>
                <a:cs typeface="Helvetica Neue Medium"/>
                <a:sym typeface="Helvetica Neue Medium"/>
              </a:defRPr>
            </a:pPr>
            <a:endParaRPr sz="1065">
              <a:solidFill>
                <a:srgbClr val="C92538"/>
              </a:solidFill>
              <a:latin typeface="Helvetica Neue Medium"/>
              <a:ea typeface="Helvetica Neue Medium"/>
              <a:cs typeface="Helvetica Neue Medium"/>
              <a:sym typeface="Helvetica Neue Medium"/>
            </a:endParaRPr>
          </a:p>
        </p:txBody>
      </p:sp>
      <p:sp>
        <p:nvSpPr>
          <p:cNvPr id="20" name="圆角矩形"/>
          <p:cNvSpPr/>
          <p:nvPr userDrawn="1"/>
        </p:nvSpPr>
        <p:spPr>
          <a:xfrm>
            <a:off x="637240" y="4617334"/>
            <a:ext cx="5865161" cy="684492"/>
          </a:xfrm>
          <a:prstGeom prst="roundRect">
            <a:avLst>
              <a:gd name="adj" fmla="val 50000"/>
            </a:avLst>
          </a:prstGeom>
          <a:ln w="38100">
            <a:solidFill>
              <a:srgbClr val="FFFFFF"/>
            </a:solidFill>
            <a:miter lim="400000"/>
          </a:ln>
        </p:spPr>
        <p:txBody>
          <a:bodyPr lIns="0" tIns="0" rIns="0" bIns="0" anchor="ctr"/>
          <a:lstStyle/>
          <a:p>
            <a:pPr defTabSz="206375">
              <a:defRPr sz="1600">
                <a:solidFill>
                  <a:srgbClr val="C92538"/>
                </a:solidFill>
                <a:latin typeface="Helvetica Neue Medium"/>
                <a:ea typeface="Helvetica Neue Medium"/>
                <a:cs typeface="Helvetica Neue Medium"/>
                <a:sym typeface="Helvetica Neue Medium"/>
              </a:defRPr>
            </a:pPr>
            <a:endParaRPr sz="1065">
              <a:solidFill>
                <a:srgbClr val="C92538"/>
              </a:solidFill>
              <a:latin typeface="Helvetica Neue Medium"/>
              <a:ea typeface="Helvetica Neue Medium"/>
              <a:cs typeface="Helvetica Neue Medium"/>
              <a:sym typeface="Helvetica Neue Medium"/>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a:xfrm>
            <a:off x="11557000" y="6488700"/>
            <a:ext cx="482600" cy="365125"/>
          </a:xfrm>
        </p:spPr>
        <p:txBody>
          <a:bodyPr/>
          <a:lstStyle/>
          <a:p>
            <a:fld id="{FED3B7B8-F059-4BE7-A800-D12FDB5E26F8}" type="slidenum">
              <a:rPr lang="zh-CN" altLang="en-US" smtClean="0"/>
              <a:t>‹#›</a:t>
            </a:fld>
            <a:endParaRPr lang="zh-CN" altLang="en-US"/>
          </a:p>
        </p:txBody>
      </p:sp>
      <p:sp>
        <p:nvSpPr>
          <p:cNvPr id="11" name="文本占位符 10"/>
          <p:cNvSpPr>
            <a:spLocks noGrp="1"/>
          </p:cNvSpPr>
          <p:nvPr>
            <p:ph type="body" sz="quarter" idx="11"/>
          </p:nvPr>
        </p:nvSpPr>
        <p:spPr>
          <a:xfrm>
            <a:off x="651934" y="3060700"/>
            <a:ext cx="5630333" cy="482600"/>
          </a:xfrm>
          <a:prstGeom prst="rect">
            <a:avLst/>
          </a:prstGeom>
        </p:spPr>
        <p:txBody>
          <a:bodyPr/>
          <a:lstStyle>
            <a:lvl1pPr marL="228600" indent="-228600">
              <a:buFont typeface="Wingdings" panose="05000000000000000000" pitchFamily="2" charset="2"/>
              <a:buChar char="n"/>
              <a:defRPr sz="32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79663" y="339874"/>
            <a:ext cx="5983036" cy="445441"/>
          </a:xfrm>
        </p:spPr>
        <p:txBody>
          <a:bodyPr/>
          <a:lstStyle/>
          <a:p>
            <a:r>
              <a:rPr lang="zh-CN" altLang="en-US" dirty="0"/>
              <a:t>免责声明</a:t>
            </a:r>
          </a:p>
        </p:txBody>
      </p:sp>
      <p:sp>
        <p:nvSpPr>
          <p:cNvPr id="3" name="灯片编号占位符 2"/>
          <p:cNvSpPr>
            <a:spLocks noGrp="1"/>
          </p:cNvSpPr>
          <p:nvPr>
            <p:ph type="sldNum" sz="quarter" idx="10"/>
          </p:nvPr>
        </p:nvSpPr>
        <p:spPr/>
        <p:txBody>
          <a:bodyPr/>
          <a:lstStyle/>
          <a:p>
            <a:fld id="{86CB4B4D-7CA3-9044-876B-883B54F8677D}" type="slidenum">
              <a:rPr lang="en-US" altLang="zh-CN" smtClean="0"/>
              <a:t>‹#›</a:t>
            </a:fld>
            <a:endParaRPr lang="zh-CN" altLang="en-US" dirty="0"/>
          </a:p>
        </p:txBody>
      </p:sp>
      <p:sp>
        <p:nvSpPr>
          <p:cNvPr id="5" name="矩形: 圆角 6"/>
          <p:cNvSpPr/>
          <p:nvPr userDrawn="1"/>
        </p:nvSpPr>
        <p:spPr>
          <a:xfrm>
            <a:off x="379664" y="1436319"/>
            <a:ext cx="11399005" cy="4602467"/>
          </a:xfrm>
          <a:prstGeom prst="roundRect">
            <a:avLst>
              <a:gd name="adj" fmla="val 6870"/>
            </a:avLst>
          </a:prstGeom>
          <a:solidFill>
            <a:srgbClr val="FFFFFF"/>
          </a:solidFill>
          <a:ln w="12700" cap="flat" cmpd="sng" algn="ctr">
            <a:solidFill>
              <a:srgbClr val="454751">
                <a:lumMod val="75000"/>
              </a:srgbClr>
            </a:solidFill>
            <a:prstDash val="dash"/>
            <a:miter lim="800000"/>
          </a:ln>
          <a:effectLst/>
        </p:spPr>
        <p:txBody>
          <a:bodyPr rot="0" spcFirstLastPara="0" vert="horz" wrap="square" lIns="121920" tIns="60960" rIns="121920" bIns="60960" numCol="1" spcCol="0" rtlCol="0" fromWordArt="0" anchor="ctr" anchorCtr="0" forceAA="0" compatLnSpc="1">
            <a:noAutofit/>
          </a:bodyPr>
          <a:lstStyle/>
          <a:p>
            <a:pPr defTabSz="1217295">
              <a:defRPr/>
            </a:pPr>
            <a:endParaRPr lang="zh-CN" altLang="en-US" sz="1465" kern="100">
              <a:solidFill>
                <a:srgbClr val="1F1F1F">
                  <a:lumMod val="75000"/>
                  <a:lumOff val="25000"/>
                </a:srgbClr>
              </a:solidFill>
              <a:latin typeface="Arial" panose="020B0604020202020204"/>
              <a:ea typeface="微软雅黑"/>
              <a:cs typeface="+mn-ea"/>
              <a:sym typeface="+mn-lt"/>
            </a:endParaRPr>
          </a:p>
        </p:txBody>
      </p:sp>
      <p:sp>
        <p:nvSpPr>
          <p:cNvPr id="6" name="内容占位符 2"/>
          <p:cNvSpPr txBox="1">
            <a:spLocks noChangeArrowheads="1"/>
          </p:cNvSpPr>
          <p:nvPr userDrawn="1"/>
        </p:nvSpPr>
        <p:spPr>
          <a:xfrm>
            <a:off x="832840" y="1542284"/>
            <a:ext cx="10492653" cy="439053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609600" algn="just">
              <a:lnSpc>
                <a:spcPct val="150000"/>
              </a:lnSpc>
              <a:buNone/>
            </a:pPr>
            <a:r>
              <a:rPr lang="zh-CN" altLang="en-US" sz="1600" dirty="0">
                <a:solidFill>
                  <a:srgbClr val="000000">
                    <a:lumMod val="75000"/>
                    <a:lumOff val="25000"/>
                  </a:srgbClr>
                </a:solidFill>
                <a:latin typeface="Arial" panose="020B0604020202020204"/>
                <a:ea typeface="微软雅黑"/>
                <a:cs typeface="+mn-ea"/>
                <a:sym typeface="+mn-lt"/>
              </a:rPr>
              <a:t>本材料仅供内部交流使用，并非基金宣传推介材料，请勿向公众或投资者直接公开或发布，本材料不构成任何投资建议或承诺，亦不构成任何法律文件。鑫元基金管理有限公司（以下简称“鑫元基金”）或鑫元基金的相关部门、雇员不对任何人使用此报告内容的行为或由此而引致的任何损失承担任何责任。投资有风险，旗下产品的过往业绩并不预示其未来表现，不构成产品本身或旗下其他产品业绩表现的保证。</a:t>
            </a:r>
            <a:r>
              <a:rPr lang="zh-CN" altLang="zh-CN" sz="1600" dirty="0">
                <a:solidFill>
                  <a:srgbClr val="000000">
                    <a:lumMod val="75000"/>
                    <a:lumOff val="25000"/>
                  </a:srgbClr>
                </a:solidFill>
                <a:latin typeface="Arial" panose="020B0604020202020204"/>
                <a:ea typeface="微软雅黑"/>
                <a:cs typeface="+mn-ea"/>
                <a:sym typeface="+mn-lt"/>
              </a:rPr>
              <a:t>购买货币市场基金并不等于将资金作为存款存放在银行或者存款类金融机构</a:t>
            </a:r>
            <a:r>
              <a:rPr lang="zh-CN" altLang="en-US" sz="1600" dirty="0">
                <a:solidFill>
                  <a:srgbClr val="000000">
                    <a:lumMod val="75000"/>
                    <a:lumOff val="25000"/>
                  </a:srgbClr>
                </a:solidFill>
                <a:latin typeface="Arial" panose="020B0604020202020204"/>
                <a:ea typeface="微软雅黑"/>
                <a:cs typeface="+mn-ea"/>
                <a:sym typeface="+mn-lt"/>
              </a:rPr>
              <a:t>，</a:t>
            </a:r>
            <a:r>
              <a:rPr lang="zh-CN" altLang="zh-CN" sz="1600" dirty="0">
                <a:solidFill>
                  <a:srgbClr val="000000">
                    <a:lumMod val="75000"/>
                    <a:lumOff val="25000"/>
                  </a:srgbClr>
                </a:solidFill>
                <a:latin typeface="Arial" panose="020B0604020202020204"/>
                <a:ea typeface="微软雅黑"/>
                <a:cs typeface="+mn-ea"/>
                <a:sym typeface="+mn-lt"/>
              </a:rPr>
              <a:t>基金管理人不保证基金一定盈利</a:t>
            </a:r>
            <a:r>
              <a:rPr lang="zh-CN" altLang="en-US" sz="1600" dirty="0">
                <a:solidFill>
                  <a:srgbClr val="000000">
                    <a:lumMod val="75000"/>
                    <a:lumOff val="25000"/>
                  </a:srgbClr>
                </a:solidFill>
                <a:latin typeface="Arial" panose="020B0604020202020204"/>
                <a:ea typeface="微软雅黑"/>
                <a:cs typeface="+mn-ea"/>
                <a:sym typeface="+mn-lt"/>
              </a:rPr>
              <a:t>，</a:t>
            </a:r>
            <a:r>
              <a:rPr lang="zh-CN" altLang="zh-CN" sz="1600" dirty="0">
                <a:solidFill>
                  <a:srgbClr val="000000">
                    <a:lumMod val="75000"/>
                    <a:lumOff val="25000"/>
                  </a:srgbClr>
                </a:solidFill>
                <a:latin typeface="Arial" panose="020B0604020202020204"/>
                <a:ea typeface="微软雅黑"/>
                <a:cs typeface="+mn-ea"/>
                <a:sym typeface="+mn-lt"/>
              </a:rPr>
              <a:t>也不保证最低收益。</a:t>
            </a:r>
            <a:r>
              <a:rPr lang="zh-CN" altLang="en-US" sz="1600" dirty="0">
                <a:solidFill>
                  <a:srgbClr val="000000">
                    <a:lumMod val="75000"/>
                    <a:lumOff val="25000"/>
                  </a:srgbClr>
                </a:solidFill>
                <a:latin typeface="Arial" panose="020B0604020202020204"/>
                <a:ea typeface="微软雅黑"/>
                <a:cs typeface="+mn-ea"/>
                <a:sym typeface="+mn-lt"/>
              </a:rPr>
              <a:t>投资者投资旗下产品时，应认真阅读相关法律文件。</a:t>
            </a:r>
          </a:p>
          <a:p>
            <a:pPr marL="0" indent="609600" algn="just">
              <a:lnSpc>
                <a:spcPct val="150000"/>
              </a:lnSpc>
              <a:buNone/>
            </a:pPr>
            <a:r>
              <a:rPr lang="zh-CN" altLang="en-US" sz="1600" dirty="0">
                <a:solidFill>
                  <a:srgbClr val="000000">
                    <a:lumMod val="75000"/>
                    <a:lumOff val="25000"/>
                  </a:srgbClr>
                </a:solidFill>
                <a:latin typeface="Arial" panose="020B0604020202020204"/>
                <a:ea typeface="微软雅黑"/>
                <a:cs typeface="+mn-ea"/>
                <a:sym typeface="+mn-lt"/>
              </a:rPr>
              <a:t>鑫元基金在本材料中的所有观点仅代表鑫元基金在本材料成文时的观点， 鑫元基金有权对其进行调整。若本材料转载第三方报告或资料，转载内容仅代表该第三方观点，并不代表鑫元基金的立场，鑫元基金不对其准确性或完整性提供直接或隐含的声明或保证。除非另有明确说明，本材料版权归鑫元基金所有。未经鑫元基金的事先书面许可，任何个人或机构不得将本材料或其任何部分以任何形式进行派发、复制、转载或发布，且不得对本材料进行任何有悖原意的删节或修改。</a:t>
            </a: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5_自定义版式">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a:xfrm>
            <a:off x="11426847" y="6452512"/>
            <a:ext cx="515947" cy="275289"/>
          </a:xfrm>
          <a:prstGeom prst="rect">
            <a:avLst/>
          </a:prstGeom>
        </p:spPr>
        <p:txBody>
          <a:bodyPr/>
          <a:lstStyle/>
          <a:p>
            <a:fld id="{86CB4B4D-7CA3-9044-876B-883B54F8677D}" type="slidenum">
              <a:rPr lang="en-US" altLang="zh-CN" smtClean="0"/>
              <a:t>‹#›</a:t>
            </a:fld>
            <a:endParaRPr lang="zh-CN" altLang="en-US" dirty="0"/>
          </a:p>
        </p:txBody>
      </p:sp>
      <p:sp>
        <p:nvSpPr>
          <p:cNvPr id="11" name="标题 10"/>
          <p:cNvSpPr>
            <a:spLocks noGrp="1"/>
          </p:cNvSpPr>
          <p:nvPr>
            <p:ph type="title"/>
          </p:nvPr>
        </p:nvSpPr>
        <p:spPr>
          <a:xfrm>
            <a:off x="379663" y="330965"/>
            <a:ext cx="7339135" cy="445441"/>
          </a:xfrm>
        </p:spPr>
        <p:txBody>
          <a:bodyPr/>
          <a:lstStyle/>
          <a:p>
            <a:r>
              <a:rPr lang="zh-CN" altLang="en-US" dirty="0"/>
              <a:t>单击此处编辑母版标题样式</a:t>
            </a: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42" name="幻灯片标题"/>
          <p:cNvSpPr txBox="1">
            <a:spLocks noGrp="1"/>
          </p:cNvSpPr>
          <p:nvPr>
            <p:ph type="title" hasCustomPrompt="1"/>
          </p:nvPr>
        </p:nvSpPr>
        <p:spPr>
          <a:xfrm>
            <a:off x="603250" y="539750"/>
            <a:ext cx="10985500" cy="716582"/>
          </a:xfrm>
          <a:prstGeom prst="rect">
            <a:avLst/>
          </a:prstGeom>
        </p:spPr>
        <p:txBody>
          <a:bodyPr/>
          <a:lstStyle/>
          <a:p>
            <a:r>
              <a:t>幻灯片标题</a:t>
            </a:r>
          </a:p>
        </p:txBody>
      </p:sp>
      <p:sp>
        <p:nvSpPr>
          <p:cNvPr id="43" name="幻灯片副标题"/>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363220">
              <a:lnSpc>
                <a:spcPct val="100000"/>
              </a:lnSpc>
              <a:spcBef>
                <a:spcPts val="0"/>
              </a:spcBef>
              <a:buSzTx/>
              <a:buNone/>
              <a:defRPr sz="2420" b="1"/>
            </a:lvl1pPr>
          </a:lstStyle>
          <a:p>
            <a:r>
              <a:t>幻灯片副标题</a:t>
            </a:r>
          </a:p>
        </p:txBody>
      </p:sp>
      <p:sp>
        <p:nvSpPr>
          <p:cNvPr id="44" name="正文级别 1…"/>
          <p:cNvSpPr txBox="1">
            <a:spLocks noGrp="1"/>
          </p:cNvSpPr>
          <p:nvPr>
            <p:ph type="body" idx="1" hasCustomPrompt="1"/>
          </p:nvPr>
        </p:nvSpPr>
        <p:spPr>
          <a:xfrm>
            <a:off x="603250" y="2124252"/>
            <a:ext cx="10985500" cy="4128006"/>
          </a:xfrm>
          <a:prstGeom prst="rect">
            <a:avLst/>
          </a:prstGeom>
        </p:spPr>
        <p:txBody>
          <a:bodyPr/>
          <a:lstStyle/>
          <a:p>
            <a:r>
              <a:t>幻灯片项目符号文本</a:t>
            </a:r>
          </a:p>
          <a:p>
            <a:pPr lvl="1"/>
            <a:endParaRPr/>
          </a:p>
          <a:p>
            <a:pPr lvl="2"/>
            <a:endParaRPr/>
          </a:p>
          <a:p>
            <a:pPr lvl="3"/>
            <a:endParaRPr/>
          </a:p>
          <a:p>
            <a:pPr lvl="4"/>
            <a:endParaRPr/>
          </a:p>
        </p:txBody>
      </p:sp>
      <p:sp>
        <p:nvSpPr>
          <p:cNvPr id="4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553508587"/>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2180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0" name="图像" descr="图像"/>
          <p:cNvPicPr>
            <a:picLocks noChangeAspect="1"/>
          </p:cNvPicPr>
          <p:nvPr userDrawn="1"/>
        </p:nvPicPr>
        <p:blipFill>
          <a:blip r:embed="rId2"/>
          <a:stretch>
            <a:fillRect/>
          </a:stretch>
        </p:blipFill>
        <p:spPr>
          <a:xfrm>
            <a:off x="691701" y="2389615"/>
            <a:ext cx="4652548" cy="1090024"/>
          </a:xfrm>
          <a:prstGeom prst="rect">
            <a:avLst/>
          </a:prstGeom>
          <a:ln w="12700">
            <a:miter lim="400000"/>
            <a:headEnd/>
            <a:tailEnd/>
          </a:ln>
        </p:spPr>
      </p:pic>
      <p:pic>
        <p:nvPicPr>
          <p:cNvPr id="11" name="图像" descr="图像"/>
          <p:cNvPicPr>
            <a:picLocks noChangeAspect="1"/>
          </p:cNvPicPr>
          <p:nvPr userDrawn="1"/>
        </p:nvPicPr>
        <p:blipFill>
          <a:blip r:embed="rId3"/>
          <a:stretch>
            <a:fillRect/>
          </a:stretch>
        </p:blipFill>
        <p:spPr>
          <a:xfrm>
            <a:off x="6648791" y="1435005"/>
            <a:ext cx="5543212" cy="5422996"/>
          </a:xfrm>
          <a:prstGeom prst="rect">
            <a:avLst/>
          </a:prstGeom>
          <a:ln w="12700">
            <a:miter lim="400000"/>
            <a:headEnd/>
            <a:tailEnd/>
          </a:ln>
        </p:spPr>
      </p:pic>
      <p:sp>
        <p:nvSpPr>
          <p:cNvPr id="12" name="感谢您的聆听!"/>
          <p:cNvSpPr txBox="1"/>
          <p:nvPr userDrawn="1"/>
        </p:nvSpPr>
        <p:spPr>
          <a:xfrm>
            <a:off x="684596" y="3653121"/>
            <a:ext cx="1679947" cy="359073"/>
          </a:xfrm>
          <a:prstGeom prst="rect">
            <a:avLst/>
          </a:prstGeom>
          <a:ln w="12700">
            <a:miter lim="400000"/>
          </a:ln>
        </p:spPr>
        <p:txBody>
          <a:bodyPr wrap="none" lIns="25400" tIns="25400" rIns="25400" bIns="25400" anchor="ctr">
            <a:spAutoFit/>
          </a:bodyPr>
          <a:lstStyle>
            <a:lvl1pPr algn="just" defTabSz="913130">
              <a:spcBef>
                <a:spcPts val="600"/>
              </a:spcBef>
              <a:defRPr sz="4000" b="1">
                <a:latin typeface="微软雅黑"/>
                <a:ea typeface="微软雅黑"/>
                <a:cs typeface="微软雅黑"/>
                <a:sym typeface="微软雅黑"/>
              </a:defRPr>
            </a:lvl1pPr>
          </a:lstStyle>
          <a:p>
            <a:pPr>
              <a:defRPr>
                <a:latin typeface="Arial" panose="020B0604020202020204"/>
                <a:ea typeface="Arial" panose="020B0604020202020204"/>
                <a:cs typeface="Arial" panose="020B0604020202020204"/>
                <a:sym typeface="Arial" panose="020B0604020202020204"/>
              </a:defRPr>
            </a:pPr>
            <a:r>
              <a:rPr sz="2000">
                <a:latin typeface="微软雅黑"/>
                <a:ea typeface="微软雅黑"/>
                <a:cs typeface="微软雅黑"/>
                <a:sym typeface="微软雅黑"/>
              </a:rPr>
              <a:t>感谢您的聆听!</a:t>
            </a:r>
          </a:p>
        </p:txBody>
      </p:sp>
      <p:pic>
        <p:nvPicPr>
          <p:cNvPr id="13" name="图像" descr="图像"/>
          <p:cNvPicPr>
            <a:picLocks noChangeAspect="1"/>
          </p:cNvPicPr>
          <p:nvPr userDrawn="1"/>
        </p:nvPicPr>
        <p:blipFill>
          <a:blip r:embed="rId4"/>
          <a:stretch>
            <a:fillRect/>
          </a:stretch>
        </p:blipFill>
        <p:spPr>
          <a:xfrm>
            <a:off x="691702" y="4355809"/>
            <a:ext cx="2812460" cy="904761"/>
          </a:xfrm>
          <a:prstGeom prst="rect">
            <a:avLst/>
          </a:prstGeom>
          <a:ln w="12700">
            <a:miter lim="400000"/>
            <a:headEnd/>
            <a:tailEnd/>
          </a:ln>
        </p:spPr>
      </p:pic>
      <p:pic>
        <p:nvPicPr>
          <p:cNvPr id="14" name="图像" descr="图像"/>
          <p:cNvPicPr>
            <a:picLocks noChangeAspect="1"/>
          </p:cNvPicPr>
          <p:nvPr userDrawn="1"/>
        </p:nvPicPr>
        <p:blipFill>
          <a:blip r:embed="rId5"/>
          <a:stretch>
            <a:fillRect/>
          </a:stretch>
        </p:blipFill>
        <p:spPr>
          <a:xfrm>
            <a:off x="691701" y="1311251"/>
            <a:ext cx="5024827" cy="572951"/>
          </a:xfrm>
          <a:prstGeom prst="rect">
            <a:avLst/>
          </a:prstGeom>
          <a:ln w="12700">
            <a:miter lim="400000"/>
            <a:headEnd/>
            <a:tailEnd/>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p:txBody>
          <a:bodyPr/>
          <a:lstStyle/>
          <a:p>
            <a:fld id="{FED3B7B8-F059-4BE7-A800-D12FDB5E26F8}" type="slidenum">
              <a:rPr lang="zh-CN" altLang="en-US" smtClean="0">
                <a:solidFill>
                  <a:prstClr val="white"/>
                </a:solidFill>
              </a:rPr>
              <a:t>‹#›</a:t>
            </a:fld>
            <a:endParaRPr lang="zh-CN" altLang="en-US">
              <a:solidFill>
                <a:prstClr val="white"/>
              </a:solidFill>
            </a:endParaRPr>
          </a:p>
        </p:txBody>
      </p:sp>
      <p:sp>
        <p:nvSpPr>
          <p:cNvPr id="8" name="目 录"/>
          <p:cNvSpPr txBox="1"/>
          <p:nvPr userDrawn="1"/>
        </p:nvSpPr>
        <p:spPr>
          <a:xfrm>
            <a:off x="657848" y="1315967"/>
            <a:ext cx="1375147" cy="568591"/>
          </a:xfrm>
          <a:prstGeom prst="rect">
            <a:avLst/>
          </a:prstGeom>
          <a:ln w="12700">
            <a:miter lim="400000"/>
          </a:ln>
        </p:spPr>
        <p:txBody>
          <a:bodyPr lIns="16933" tIns="16933" rIns="16933" bIns="16933" anchor="ctr"/>
          <a:lstStyle>
            <a:lvl1pPr algn="l" defTabSz="412750">
              <a:spcBef>
                <a:spcPts val="2900"/>
              </a:spcBef>
              <a:defRPr sz="4400" b="1">
                <a:solidFill>
                  <a:srgbClr val="FFFFFF"/>
                </a:solidFill>
                <a:latin typeface="微软雅黑"/>
                <a:ea typeface="微软雅黑"/>
                <a:cs typeface="微软雅黑"/>
                <a:sym typeface="微软雅黑"/>
              </a:defRPr>
            </a:lvl1pPr>
          </a:lstStyle>
          <a:p>
            <a:r>
              <a:rPr sz="2200" dirty="0"/>
              <a:t>目 录</a:t>
            </a:r>
          </a:p>
        </p:txBody>
      </p:sp>
      <p:sp>
        <p:nvSpPr>
          <p:cNvPr id="9" name="Contents"/>
          <p:cNvSpPr txBox="1"/>
          <p:nvPr userDrawn="1"/>
        </p:nvSpPr>
        <p:spPr>
          <a:xfrm>
            <a:off x="657847" y="1796813"/>
            <a:ext cx="3029020" cy="526804"/>
          </a:xfrm>
          <a:prstGeom prst="rect">
            <a:avLst/>
          </a:prstGeom>
          <a:ln w="12700">
            <a:miter lim="400000"/>
          </a:ln>
        </p:spPr>
        <p:txBody>
          <a:bodyPr lIns="16933" tIns="16933" rIns="16933" bIns="16933" anchor="ctr"/>
          <a:lstStyle>
            <a:lvl1pPr algn="l" defTabSz="412750">
              <a:defRPr sz="5700" b="1">
                <a:solidFill>
                  <a:srgbClr val="FFFFFF"/>
                </a:solidFill>
                <a:latin typeface="微软雅黑"/>
                <a:ea typeface="微软雅黑"/>
                <a:cs typeface="微软雅黑"/>
                <a:sym typeface="微软雅黑"/>
              </a:defRPr>
            </a:lvl1pPr>
          </a:lstStyle>
          <a:p>
            <a:r>
              <a:rPr sz="2850" dirty="0"/>
              <a:t>Contents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p:txBody>
          <a:bodyPr/>
          <a:lstStyle/>
          <a:p>
            <a:fld id="{FED3B7B8-F059-4BE7-A800-D12FDB5E26F8}" type="slidenum">
              <a:rPr lang="zh-CN" altLang="en-US" smtClean="0">
                <a:solidFill>
                  <a:prstClr val="white"/>
                </a:solidFill>
              </a:rPr>
              <a:t>‹#›</a:t>
            </a:fld>
            <a:endParaRPr lang="zh-CN" altLang="en-US">
              <a:solidFill>
                <a:prstClr val="white"/>
              </a:solidFill>
            </a:endParaRPr>
          </a:p>
        </p:txBody>
      </p:sp>
      <p:sp>
        <p:nvSpPr>
          <p:cNvPr id="5" name="标题 10"/>
          <p:cNvSpPr>
            <a:spLocks noGrp="1"/>
          </p:cNvSpPr>
          <p:nvPr>
            <p:ph type="title" hasCustomPrompt="1"/>
          </p:nvPr>
        </p:nvSpPr>
        <p:spPr>
          <a:xfrm>
            <a:off x="449112" y="2182912"/>
            <a:ext cx="2641330" cy="699184"/>
          </a:xfrm>
          <a:prstGeom prst="rect">
            <a:avLst/>
          </a:prstGeom>
        </p:spPr>
        <p:txBody>
          <a:bodyPr/>
          <a:lstStyle>
            <a:lvl1pPr>
              <a:defRPr sz="3600" b="1">
                <a:solidFill>
                  <a:schemeClr val="bg1"/>
                </a:solidFill>
                <a:latin typeface="微软雅黑" panose="020B0503020204020204" pitchFamily="34" charset="-122"/>
                <a:ea typeface="微软雅黑" panose="020B0503020204020204" pitchFamily="34" charset="-122"/>
              </a:defRPr>
            </a:lvl1pPr>
          </a:lstStyle>
          <a:p>
            <a:r>
              <a:rPr lang="zh-CN" altLang="en-US" dirty="0"/>
              <a:t>第</a:t>
            </a:r>
            <a:r>
              <a:rPr lang="en-US" altLang="zh-CN" dirty="0"/>
              <a:t>XX</a:t>
            </a:r>
            <a:r>
              <a:rPr lang="zh-CN" altLang="en-US" dirty="0"/>
              <a:t>部分</a:t>
            </a:r>
          </a:p>
        </p:txBody>
      </p:sp>
      <p:sp>
        <p:nvSpPr>
          <p:cNvPr id="14" name="文本占位符 13"/>
          <p:cNvSpPr>
            <a:spLocks noGrp="1"/>
          </p:cNvSpPr>
          <p:nvPr>
            <p:ph type="body" sz="quarter" idx="11"/>
          </p:nvPr>
        </p:nvSpPr>
        <p:spPr>
          <a:xfrm>
            <a:off x="449112" y="3252346"/>
            <a:ext cx="7338309" cy="602024"/>
          </a:xfrm>
          <a:prstGeom prst="rect">
            <a:avLst/>
          </a:prstGeom>
        </p:spPr>
        <p:txBody>
          <a:bodyPr/>
          <a:lstStyle>
            <a:lvl1pPr marL="0" indent="0">
              <a:buNone/>
              <a:defRPr sz="32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a:xfrm>
            <a:off x="11682039" y="6486709"/>
            <a:ext cx="243657" cy="241092"/>
          </a:xfrm>
        </p:spPr>
        <p:txBody>
          <a:bodyPr/>
          <a:lstStyle/>
          <a:p>
            <a:fld id="{86CB4B4D-7CA3-9044-876B-883B54F8677D}" type="slidenum">
              <a:rPr lang="en-US" altLang="zh-CN" smtClean="0"/>
              <a:t>‹#›</a:t>
            </a:fld>
            <a:endParaRPr lang="zh-CN" altLang="en-US" dirty="0"/>
          </a:p>
        </p:txBody>
      </p:sp>
      <p:sp>
        <p:nvSpPr>
          <p:cNvPr id="11" name="标题 10"/>
          <p:cNvSpPr>
            <a:spLocks noGrp="1"/>
          </p:cNvSpPr>
          <p:nvPr>
            <p:ph type="title"/>
          </p:nvPr>
        </p:nvSpPr>
        <p:spPr>
          <a:xfrm>
            <a:off x="379664" y="330963"/>
            <a:ext cx="9841699" cy="445442"/>
          </a:xfrm>
          <a:prstGeom prst="rect">
            <a:avLst/>
          </a:prstGeom>
        </p:spPr>
        <p:txBody>
          <a:bodyPr/>
          <a:lstStyle>
            <a:lvl1pPr>
              <a:defRPr sz="3200"/>
            </a:lvl1pPr>
          </a:lstStyle>
          <a:p>
            <a:r>
              <a:rPr lang="zh-CN" altLang="en-US" dirty="0"/>
              <a:t>单击此处编辑母版标题样式</a:t>
            </a: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免责声明">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p:txBody>
          <a:bodyPr/>
          <a:lstStyle/>
          <a:p>
            <a:fld id="{86CB4B4D-7CA3-9044-876B-883B54F8677D}" type="slidenum">
              <a:rPr lang="en-US" altLang="zh-CN" smtClean="0"/>
              <a:t>‹#›</a:t>
            </a:fld>
            <a:endParaRPr lang="en-US" altLang="zh-CN" dirty="0"/>
          </a:p>
        </p:txBody>
      </p:sp>
      <p:sp>
        <p:nvSpPr>
          <p:cNvPr id="4" name="矩形 3"/>
          <p:cNvSpPr/>
          <p:nvPr userDrawn="1"/>
        </p:nvSpPr>
        <p:spPr>
          <a:xfrm>
            <a:off x="379664" y="1284176"/>
            <a:ext cx="11102423" cy="4662815"/>
          </a:xfrm>
          <a:prstGeom prst="rect">
            <a:avLst/>
          </a:prstGeom>
        </p:spPr>
        <p:txBody>
          <a:bodyPr wrap="square">
            <a:spAutoFit/>
          </a:bodyPr>
          <a:lstStyle/>
          <a:p>
            <a:pPr indent="228600" defTabSz="1219200">
              <a:lnSpc>
                <a:spcPct val="150000"/>
              </a:lnSpc>
            </a:pPr>
            <a:r>
              <a:rPr lang="zh-CN" altLang="en-US" sz="1800" dirty="0"/>
              <a:t>本材料仅供内部交流使用，并非基金宣传推介材料，请勿向公众或投资者直接公开或发布，本材料不构成任何投资建议或承诺，亦不构成任何法律文件。鑫元基金管理有限公司（以下简称“鑫元基金”）或鑫元基金的相关部门、雇员不对任何人使用此报告内容的行为或由此而引致的任何损失承担任何责任。投资有风险，旗下产品的过往业绩并不预示其未来表现，不构成产品本身或旗下其他产品业绩表现的保证。购买货币市场基金并不等于将资金作为存款存放在银行或者存款类金融机构，基金管理人不保证基金一定盈利，也不保证最低收益。投资者投资旗下产品时，应认真阅读相关法律文件。</a:t>
            </a:r>
          </a:p>
          <a:p>
            <a:pPr indent="228600" defTabSz="1219200">
              <a:lnSpc>
                <a:spcPct val="150000"/>
              </a:lnSpc>
            </a:pPr>
            <a:r>
              <a:rPr lang="zh-CN" altLang="en-US" sz="1800" dirty="0"/>
              <a:t>鑫元基金在本材料中的所有观点仅代表鑫元基金在本材料成文时的观点，鑫元基金有权对其进行调整。若本材料转载第三方报告或资料，转载内容仅代表该第三方观点，并不代表鑫元基金的立场，鑫元基金不对其准确性或完整性提供直接或隐含的声明或保证。除非另有明确说明，本材料版权归鑫元基金所有。未经鑫元基金的事先书面许可，任何个人或机构不得将本材料或其任何部分以任何形式进行派发、复制、转载或发布，且不得对本材料进行任何有悖原意的删节或修改。</a:t>
            </a:r>
          </a:p>
        </p:txBody>
      </p:sp>
      <p:sp>
        <p:nvSpPr>
          <p:cNvPr id="7" name="文本框 6"/>
          <p:cNvSpPr txBox="1"/>
          <p:nvPr userDrawn="1"/>
        </p:nvSpPr>
        <p:spPr>
          <a:xfrm>
            <a:off x="379664" y="250443"/>
            <a:ext cx="2118167"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1219200"/>
            <a:r>
              <a:rPr lang="zh-CN" altLang="en-US" sz="3600" b="1" dirty="0">
                <a:solidFill>
                  <a:prstClr val="white"/>
                </a:solidFill>
              </a:rPr>
              <a:t>免责声明</a:t>
            </a: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仅标题">
    <p:spTree>
      <p:nvGrpSpPr>
        <p:cNvPr id="1" name=""/>
        <p:cNvGrpSpPr/>
        <p:nvPr/>
      </p:nvGrpSpPr>
      <p:grpSpPr>
        <a:xfrm>
          <a:off x="0" y="0"/>
          <a:ext cx="0" cy="0"/>
          <a:chOff x="0" y="0"/>
          <a:chExt cx="0" cy="0"/>
        </a:xfrm>
      </p:grpSpPr>
      <p:sp>
        <p:nvSpPr>
          <p:cNvPr id="18" name="TextBox 15"/>
          <p:cNvSpPr txBox="1"/>
          <p:nvPr userDrawn="1"/>
        </p:nvSpPr>
        <p:spPr>
          <a:xfrm>
            <a:off x="11707678" y="6479204"/>
            <a:ext cx="396009" cy="284675"/>
          </a:xfrm>
          <a:prstGeom prst="rect">
            <a:avLst/>
          </a:prstGeom>
          <a:noFill/>
        </p:spPr>
        <p:txBody>
          <a:bodyPr wrap="square" lIns="68562" tIns="34281" rIns="68562" bIns="34281" rtlCol="0" anchor="ctr">
            <a:spAutoFit/>
          </a:bodyPr>
          <a:lstStyle/>
          <a:p>
            <a:pPr defTabSz="1219200"/>
            <a:fld id="{2EEF1883-7A0E-4F66-9932-E581691AD397}" type="slidenum">
              <a:rPr lang="zh-CN" altLang="en-US" sz="1400">
                <a:solidFill>
                  <a:prstClr val="black">
                    <a:lumMod val="50000"/>
                    <a:lumOff val="50000"/>
                  </a:prstClr>
                </a:solidFill>
                <a:ea typeface="Arial Unicode MS" panose="020B0604020202020204" pitchFamily="34" charset="-122"/>
                <a:cs typeface="Arial Unicode MS" panose="020B0604020202020204" pitchFamily="34" charset="-122"/>
              </a:rPr>
              <a:t>‹#›</a:t>
            </a:fld>
            <a:r>
              <a:rPr lang="zh-CN" altLang="en-US" sz="1400" dirty="0">
                <a:solidFill>
                  <a:prstClr val="black">
                    <a:lumMod val="50000"/>
                    <a:lumOff val="50000"/>
                  </a:prstClr>
                </a:solidFill>
                <a:ea typeface="Arial Unicode MS" panose="020B0604020202020204" pitchFamily="34" charset="-122"/>
                <a:cs typeface="Arial Unicode MS" panose="020B0604020202020204" pitchFamily="34" charset="-122"/>
              </a:rPr>
              <a:t> </a:t>
            </a:r>
          </a:p>
        </p:txBody>
      </p:sp>
      <p:sp>
        <p:nvSpPr>
          <p:cNvPr id="6" name="任意多边形 5"/>
          <p:cNvSpPr/>
          <p:nvPr userDrawn="1"/>
        </p:nvSpPr>
        <p:spPr>
          <a:xfrm flipH="1">
            <a:off x="425940" y="300119"/>
            <a:ext cx="496568" cy="443846"/>
          </a:xfrm>
          <a:custGeom>
            <a:avLst/>
            <a:gdLst>
              <a:gd name="connsiteX0" fmla="*/ 0 w 2253807"/>
              <a:gd name="connsiteY0" fmla="*/ 0 h 1262130"/>
              <a:gd name="connsiteX1" fmla="*/ 2253807 w 2253807"/>
              <a:gd name="connsiteY1" fmla="*/ 0 h 1262130"/>
              <a:gd name="connsiteX2" fmla="*/ 2253807 w 2253807"/>
              <a:gd name="connsiteY2" fmla="*/ 1262130 h 1262130"/>
              <a:gd name="connsiteX3" fmla="*/ 1013277 w 2253807"/>
              <a:gd name="connsiteY3" fmla="*/ 1262130 h 1262130"/>
              <a:gd name="connsiteX4" fmla="*/ 1013277 w 2253807"/>
              <a:gd name="connsiteY4" fmla="*/ 700070 h 1262130"/>
              <a:gd name="connsiteX5" fmla="*/ 0 w 2253807"/>
              <a:gd name="connsiteY5" fmla="*/ 700070 h 1262130"/>
              <a:gd name="connsiteX6" fmla="*/ 0 w 2253807"/>
              <a:gd name="connsiteY6" fmla="*/ 0 h 1262130"/>
              <a:gd name="connsiteX0-1" fmla="*/ 1013277 w 2253807"/>
              <a:gd name="connsiteY0-2" fmla="*/ 700070 h 1262130"/>
              <a:gd name="connsiteX1-3" fmla="*/ 0 w 2253807"/>
              <a:gd name="connsiteY1-4" fmla="*/ 700070 h 1262130"/>
              <a:gd name="connsiteX2-5" fmla="*/ 0 w 2253807"/>
              <a:gd name="connsiteY2-6" fmla="*/ 0 h 1262130"/>
              <a:gd name="connsiteX3-7" fmla="*/ 2253807 w 2253807"/>
              <a:gd name="connsiteY3-8" fmla="*/ 0 h 1262130"/>
              <a:gd name="connsiteX4-9" fmla="*/ 2253807 w 2253807"/>
              <a:gd name="connsiteY4-10" fmla="*/ 1262130 h 1262130"/>
              <a:gd name="connsiteX5-11" fmla="*/ 1013277 w 2253807"/>
              <a:gd name="connsiteY5-12" fmla="*/ 1262130 h 1262130"/>
              <a:gd name="connsiteX6-13" fmla="*/ 1104717 w 2253807"/>
              <a:gd name="connsiteY6-14" fmla="*/ 791510 h 1262130"/>
              <a:gd name="connsiteX0-15" fmla="*/ 1013277 w 2253807"/>
              <a:gd name="connsiteY0-16" fmla="*/ 700070 h 1262130"/>
              <a:gd name="connsiteX1-17" fmla="*/ 0 w 2253807"/>
              <a:gd name="connsiteY1-18" fmla="*/ 700070 h 1262130"/>
              <a:gd name="connsiteX2-19" fmla="*/ 0 w 2253807"/>
              <a:gd name="connsiteY2-20" fmla="*/ 0 h 1262130"/>
              <a:gd name="connsiteX3-21" fmla="*/ 2253807 w 2253807"/>
              <a:gd name="connsiteY3-22" fmla="*/ 0 h 1262130"/>
              <a:gd name="connsiteX4-23" fmla="*/ 2253807 w 2253807"/>
              <a:gd name="connsiteY4-24" fmla="*/ 1262130 h 1262130"/>
              <a:gd name="connsiteX5-25" fmla="*/ 1013277 w 2253807"/>
              <a:gd name="connsiteY5-26" fmla="*/ 1262130 h 1262130"/>
              <a:gd name="connsiteX0-27" fmla="*/ 0 w 2253807"/>
              <a:gd name="connsiteY0-28" fmla="*/ 700070 h 1262130"/>
              <a:gd name="connsiteX1-29" fmla="*/ 0 w 2253807"/>
              <a:gd name="connsiteY1-30" fmla="*/ 0 h 1262130"/>
              <a:gd name="connsiteX2-31" fmla="*/ 2253807 w 2253807"/>
              <a:gd name="connsiteY2-32" fmla="*/ 0 h 1262130"/>
              <a:gd name="connsiteX3-33" fmla="*/ 2253807 w 2253807"/>
              <a:gd name="connsiteY3-34" fmla="*/ 1262130 h 1262130"/>
              <a:gd name="connsiteX4-35" fmla="*/ 1013277 w 2253807"/>
              <a:gd name="connsiteY4-36" fmla="*/ 1262130 h 126213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53807" h="1262130">
                <a:moveTo>
                  <a:pt x="0" y="700070"/>
                </a:moveTo>
                <a:lnTo>
                  <a:pt x="0" y="0"/>
                </a:lnTo>
                <a:lnTo>
                  <a:pt x="2253807" y="0"/>
                </a:lnTo>
                <a:lnTo>
                  <a:pt x="2253807" y="1262130"/>
                </a:lnTo>
                <a:lnTo>
                  <a:pt x="1013277" y="1262130"/>
                </a:lnTo>
              </a:path>
            </a:pathLst>
          </a:custGeom>
          <a:noFill/>
          <a:ln w="317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219200"/>
            <a:endParaRPr lang="zh-CN" altLang="en-US" sz="1900">
              <a:solidFill>
                <a:prstClr val="white"/>
              </a:solidFill>
            </a:endParaRPr>
          </a:p>
        </p:txBody>
      </p:sp>
      <p:sp>
        <p:nvSpPr>
          <p:cNvPr id="10" name="任意多边形 9"/>
          <p:cNvSpPr/>
          <p:nvPr userDrawn="1"/>
        </p:nvSpPr>
        <p:spPr>
          <a:xfrm flipH="1">
            <a:off x="11707676" y="6449060"/>
            <a:ext cx="396009" cy="343781"/>
          </a:xfrm>
          <a:custGeom>
            <a:avLst/>
            <a:gdLst>
              <a:gd name="connsiteX0" fmla="*/ 0 w 2463662"/>
              <a:gd name="connsiteY0" fmla="*/ 0 h 1478645"/>
              <a:gd name="connsiteX1" fmla="*/ 877819 w 2463662"/>
              <a:gd name="connsiteY1" fmla="*/ 0 h 1478645"/>
              <a:gd name="connsiteX2" fmla="*/ 877819 w 2463662"/>
              <a:gd name="connsiteY2" fmla="*/ 1105159 h 1478645"/>
              <a:gd name="connsiteX3" fmla="*/ 2463662 w 2463662"/>
              <a:gd name="connsiteY3" fmla="*/ 1105159 h 1478645"/>
              <a:gd name="connsiteX4" fmla="*/ 2463662 w 2463662"/>
              <a:gd name="connsiteY4" fmla="*/ 1478645 h 1478645"/>
              <a:gd name="connsiteX5" fmla="*/ 0 w 2463662"/>
              <a:gd name="connsiteY5" fmla="*/ 1478645 h 1478645"/>
              <a:gd name="connsiteX6" fmla="*/ 0 w 2463662"/>
              <a:gd name="connsiteY6" fmla="*/ 0 h 1478645"/>
              <a:gd name="connsiteX0-1" fmla="*/ 877819 w 2463662"/>
              <a:gd name="connsiteY0-2" fmla="*/ 1105159 h 1478645"/>
              <a:gd name="connsiteX1-3" fmla="*/ 2463662 w 2463662"/>
              <a:gd name="connsiteY1-4" fmla="*/ 1105159 h 1478645"/>
              <a:gd name="connsiteX2-5" fmla="*/ 2463662 w 2463662"/>
              <a:gd name="connsiteY2-6" fmla="*/ 1478645 h 1478645"/>
              <a:gd name="connsiteX3-7" fmla="*/ 0 w 2463662"/>
              <a:gd name="connsiteY3-8" fmla="*/ 1478645 h 1478645"/>
              <a:gd name="connsiteX4-9" fmla="*/ 0 w 2463662"/>
              <a:gd name="connsiteY4-10" fmla="*/ 0 h 1478645"/>
              <a:gd name="connsiteX5-11" fmla="*/ 877819 w 2463662"/>
              <a:gd name="connsiteY5-12" fmla="*/ 0 h 1478645"/>
              <a:gd name="connsiteX6-13" fmla="*/ 969259 w 2463662"/>
              <a:gd name="connsiteY6-14" fmla="*/ 1196599 h 1478645"/>
              <a:gd name="connsiteX0-15" fmla="*/ 877819 w 2463662"/>
              <a:gd name="connsiteY0-16" fmla="*/ 1105159 h 1478645"/>
              <a:gd name="connsiteX1-17" fmla="*/ 2463662 w 2463662"/>
              <a:gd name="connsiteY1-18" fmla="*/ 1105159 h 1478645"/>
              <a:gd name="connsiteX2-19" fmla="*/ 2463662 w 2463662"/>
              <a:gd name="connsiteY2-20" fmla="*/ 1478645 h 1478645"/>
              <a:gd name="connsiteX3-21" fmla="*/ 0 w 2463662"/>
              <a:gd name="connsiteY3-22" fmla="*/ 1478645 h 1478645"/>
              <a:gd name="connsiteX4-23" fmla="*/ 0 w 2463662"/>
              <a:gd name="connsiteY4-24" fmla="*/ 0 h 1478645"/>
              <a:gd name="connsiteX5-25" fmla="*/ 877819 w 2463662"/>
              <a:gd name="connsiteY5-26" fmla="*/ 0 h 1478645"/>
              <a:gd name="connsiteX0-27" fmla="*/ 2463662 w 2463662"/>
              <a:gd name="connsiteY0-28" fmla="*/ 1105159 h 1478645"/>
              <a:gd name="connsiteX1-29" fmla="*/ 2463662 w 2463662"/>
              <a:gd name="connsiteY1-30" fmla="*/ 1478645 h 1478645"/>
              <a:gd name="connsiteX2-31" fmla="*/ 0 w 2463662"/>
              <a:gd name="connsiteY2-32" fmla="*/ 1478645 h 1478645"/>
              <a:gd name="connsiteX3-33" fmla="*/ 0 w 2463662"/>
              <a:gd name="connsiteY3-34" fmla="*/ 0 h 1478645"/>
              <a:gd name="connsiteX4-35" fmla="*/ 877819 w 2463662"/>
              <a:gd name="connsiteY4-36" fmla="*/ 0 h 147864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63662" h="1478645">
                <a:moveTo>
                  <a:pt x="2463662" y="1105159"/>
                </a:moveTo>
                <a:lnTo>
                  <a:pt x="2463662" y="1478645"/>
                </a:lnTo>
                <a:lnTo>
                  <a:pt x="0" y="1478645"/>
                </a:lnTo>
                <a:lnTo>
                  <a:pt x="0" y="0"/>
                </a:lnTo>
                <a:lnTo>
                  <a:pt x="877819" y="0"/>
                </a:lnTo>
              </a:path>
            </a:pathLst>
          </a:custGeom>
          <a:noFill/>
          <a:ln w="254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defTabSz="1219200"/>
            <a:endParaRPr lang="zh-CN" altLang="en-US" sz="1900">
              <a:solidFill>
                <a:prstClr val="white"/>
              </a:solidFill>
            </a:endParaRPr>
          </a:p>
        </p:txBody>
      </p:sp>
      <p:sp>
        <p:nvSpPr>
          <p:cNvPr id="5" name="任意多边形 4"/>
          <p:cNvSpPr/>
          <p:nvPr userDrawn="1"/>
        </p:nvSpPr>
        <p:spPr>
          <a:xfrm flipH="1">
            <a:off x="274490" y="423071"/>
            <a:ext cx="496568" cy="557564"/>
          </a:xfrm>
          <a:custGeom>
            <a:avLst/>
            <a:gdLst>
              <a:gd name="connsiteX0" fmla="*/ 0 w 3171687"/>
              <a:gd name="connsiteY0" fmla="*/ 0 h 2069635"/>
              <a:gd name="connsiteX1" fmla="*/ 3171687 w 3171687"/>
              <a:gd name="connsiteY1" fmla="*/ 0 h 2069635"/>
              <a:gd name="connsiteX2" fmla="*/ 3171687 w 3171687"/>
              <a:gd name="connsiteY2" fmla="*/ 2069635 h 2069635"/>
              <a:gd name="connsiteX3" fmla="*/ 0 w 3171687"/>
              <a:gd name="connsiteY3" fmla="*/ 2069635 h 2069635"/>
              <a:gd name="connsiteX4" fmla="*/ 0 w 3171687"/>
              <a:gd name="connsiteY4" fmla="*/ 1810069 h 2069635"/>
              <a:gd name="connsiteX5" fmla="*/ 979903 w 3171687"/>
              <a:gd name="connsiteY5" fmla="*/ 1810069 h 2069635"/>
              <a:gd name="connsiteX6" fmla="*/ 979903 w 3171687"/>
              <a:gd name="connsiteY6" fmla="*/ 259565 h 2069635"/>
              <a:gd name="connsiteX7" fmla="*/ 0 w 3171687"/>
              <a:gd name="connsiteY7" fmla="*/ 259565 h 2069635"/>
              <a:gd name="connsiteX8" fmla="*/ 0 w 3171687"/>
              <a:gd name="connsiteY8" fmla="*/ 0 h 2069635"/>
              <a:gd name="connsiteX0-1" fmla="*/ 0 w 3171687"/>
              <a:gd name="connsiteY0-2" fmla="*/ 0 h 2069635"/>
              <a:gd name="connsiteX1-3" fmla="*/ 3171687 w 3171687"/>
              <a:gd name="connsiteY1-4" fmla="*/ 0 h 2069635"/>
              <a:gd name="connsiteX2-5" fmla="*/ 3171687 w 3171687"/>
              <a:gd name="connsiteY2-6" fmla="*/ 2069635 h 2069635"/>
              <a:gd name="connsiteX3-7" fmla="*/ 0 w 3171687"/>
              <a:gd name="connsiteY3-8" fmla="*/ 2069635 h 2069635"/>
              <a:gd name="connsiteX4-9" fmla="*/ 0 w 3171687"/>
              <a:gd name="connsiteY4-10" fmla="*/ 1810069 h 2069635"/>
              <a:gd name="connsiteX5-11" fmla="*/ 979903 w 3171687"/>
              <a:gd name="connsiteY5-12" fmla="*/ 1810069 h 2069635"/>
              <a:gd name="connsiteX6-13" fmla="*/ 979903 w 3171687"/>
              <a:gd name="connsiteY6-14" fmla="*/ 259565 h 2069635"/>
              <a:gd name="connsiteX7-15" fmla="*/ 0 w 3171687"/>
              <a:gd name="connsiteY7-16" fmla="*/ 259565 h 2069635"/>
              <a:gd name="connsiteX8-17" fmla="*/ 0 w 3171687"/>
              <a:gd name="connsiteY8-18" fmla="*/ 0 h 2069635"/>
              <a:gd name="connsiteX0-19" fmla="*/ 979903 w 3171687"/>
              <a:gd name="connsiteY0-20" fmla="*/ 1810069 h 2069635"/>
              <a:gd name="connsiteX1-21" fmla="*/ 979903 w 3171687"/>
              <a:gd name="connsiteY1-22" fmla="*/ 259565 h 2069635"/>
              <a:gd name="connsiteX2-23" fmla="*/ 0 w 3171687"/>
              <a:gd name="connsiteY2-24" fmla="*/ 259565 h 2069635"/>
              <a:gd name="connsiteX3-25" fmla="*/ 0 w 3171687"/>
              <a:gd name="connsiteY3-26" fmla="*/ 0 h 2069635"/>
              <a:gd name="connsiteX4-27" fmla="*/ 3171687 w 3171687"/>
              <a:gd name="connsiteY4-28" fmla="*/ 0 h 2069635"/>
              <a:gd name="connsiteX5-29" fmla="*/ 3171687 w 3171687"/>
              <a:gd name="connsiteY5-30" fmla="*/ 2069635 h 2069635"/>
              <a:gd name="connsiteX6-31" fmla="*/ 0 w 3171687"/>
              <a:gd name="connsiteY6-32" fmla="*/ 2069635 h 2069635"/>
              <a:gd name="connsiteX7-33" fmla="*/ 0 w 3171687"/>
              <a:gd name="connsiteY7-34" fmla="*/ 1810069 h 2069635"/>
              <a:gd name="connsiteX8-35" fmla="*/ 1071343 w 3171687"/>
              <a:gd name="connsiteY8-36" fmla="*/ 1901509 h 2069635"/>
              <a:gd name="connsiteX0-37" fmla="*/ 979903 w 3171687"/>
              <a:gd name="connsiteY0-38" fmla="*/ 1810069 h 2069635"/>
              <a:gd name="connsiteX1-39" fmla="*/ 979903 w 3171687"/>
              <a:gd name="connsiteY1-40" fmla="*/ 259565 h 2069635"/>
              <a:gd name="connsiteX2-41" fmla="*/ 0 w 3171687"/>
              <a:gd name="connsiteY2-42" fmla="*/ 259565 h 2069635"/>
              <a:gd name="connsiteX3-43" fmla="*/ 0 w 3171687"/>
              <a:gd name="connsiteY3-44" fmla="*/ 0 h 2069635"/>
              <a:gd name="connsiteX4-45" fmla="*/ 3171687 w 3171687"/>
              <a:gd name="connsiteY4-46" fmla="*/ 0 h 2069635"/>
              <a:gd name="connsiteX5-47" fmla="*/ 3171687 w 3171687"/>
              <a:gd name="connsiteY5-48" fmla="*/ 2069635 h 2069635"/>
              <a:gd name="connsiteX6-49" fmla="*/ 0 w 3171687"/>
              <a:gd name="connsiteY6-50" fmla="*/ 2069635 h 2069635"/>
              <a:gd name="connsiteX7-51" fmla="*/ 0 w 3171687"/>
              <a:gd name="connsiteY7-52" fmla="*/ 1810069 h 2069635"/>
              <a:gd name="connsiteX0-53" fmla="*/ 979903 w 3171687"/>
              <a:gd name="connsiteY0-54" fmla="*/ 259565 h 2069635"/>
              <a:gd name="connsiteX1-55" fmla="*/ 0 w 3171687"/>
              <a:gd name="connsiteY1-56" fmla="*/ 259565 h 2069635"/>
              <a:gd name="connsiteX2-57" fmla="*/ 0 w 3171687"/>
              <a:gd name="connsiteY2-58" fmla="*/ 0 h 2069635"/>
              <a:gd name="connsiteX3-59" fmla="*/ 3171687 w 3171687"/>
              <a:gd name="connsiteY3-60" fmla="*/ 0 h 2069635"/>
              <a:gd name="connsiteX4-61" fmla="*/ 3171687 w 3171687"/>
              <a:gd name="connsiteY4-62" fmla="*/ 2069635 h 2069635"/>
              <a:gd name="connsiteX5-63" fmla="*/ 0 w 3171687"/>
              <a:gd name="connsiteY5-64" fmla="*/ 2069635 h 2069635"/>
              <a:gd name="connsiteX6-65" fmla="*/ 0 w 3171687"/>
              <a:gd name="connsiteY6-66" fmla="*/ 1810069 h 2069635"/>
              <a:gd name="connsiteX0-67" fmla="*/ 0 w 3171687"/>
              <a:gd name="connsiteY0-68" fmla="*/ 259565 h 2069635"/>
              <a:gd name="connsiteX1-69" fmla="*/ 0 w 3171687"/>
              <a:gd name="connsiteY1-70" fmla="*/ 0 h 2069635"/>
              <a:gd name="connsiteX2-71" fmla="*/ 3171687 w 3171687"/>
              <a:gd name="connsiteY2-72" fmla="*/ 0 h 2069635"/>
              <a:gd name="connsiteX3-73" fmla="*/ 3171687 w 3171687"/>
              <a:gd name="connsiteY3-74" fmla="*/ 2069635 h 2069635"/>
              <a:gd name="connsiteX4-75" fmla="*/ 0 w 3171687"/>
              <a:gd name="connsiteY4-76" fmla="*/ 2069635 h 2069635"/>
              <a:gd name="connsiteX5-77" fmla="*/ 0 w 3171687"/>
              <a:gd name="connsiteY5-78" fmla="*/ 1810069 h 206963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171687" h="2069635">
                <a:moveTo>
                  <a:pt x="0" y="259565"/>
                </a:moveTo>
                <a:lnTo>
                  <a:pt x="0" y="0"/>
                </a:lnTo>
                <a:lnTo>
                  <a:pt x="3171687" y="0"/>
                </a:lnTo>
                <a:lnTo>
                  <a:pt x="3171687" y="2069635"/>
                </a:lnTo>
                <a:lnTo>
                  <a:pt x="0" y="2069635"/>
                </a:lnTo>
                <a:lnTo>
                  <a:pt x="0" y="1810069"/>
                </a:ln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219200"/>
            <a:endParaRPr lang="zh-CN" altLang="en-US" sz="1900">
              <a:solidFill>
                <a:prstClr val="white"/>
              </a:solidFill>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a:xfrm>
            <a:off x="11682038" y="6486708"/>
            <a:ext cx="243657" cy="241092"/>
          </a:xfrm>
        </p:spPr>
        <p:txBody>
          <a:bodyPr/>
          <a:lstStyle/>
          <a:p>
            <a:fld id="{86CB4B4D-7CA3-9044-876B-883B54F8677D}" type="slidenum">
              <a:rPr lang="en-US" altLang="zh-CN" smtClean="0"/>
              <a:t>‹#›</a:t>
            </a:fld>
            <a:endParaRPr lang="zh-CN" altLang="en-US" dirty="0"/>
          </a:p>
        </p:txBody>
      </p:sp>
      <p:sp>
        <p:nvSpPr>
          <p:cNvPr id="11" name="标题 10"/>
          <p:cNvSpPr>
            <a:spLocks noGrp="1"/>
          </p:cNvSpPr>
          <p:nvPr>
            <p:ph type="title"/>
          </p:nvPr>
        </p:nvSpPr>
        <p:spPr>
          <a:xfrm>
            <a:off x="379663" y="330963"/>
            <a:ext cx="9841699" cy="445442"/>
          </a:xfrm>
          <a:prstGeom prst="rect">
            <a:avLst/>
          </a:prstGeom>
        </p:spPr>
        <p:txBody>
          <a:bodyPr/>
          <a:lstStyle/>
          <a:p>
            <a:r>
              <a:rPr lang="zh-CN" altLang="en-US" dirty="0"/>
              <a:t>单击此处编辑母版标题样式</a:t>
            </a: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免责声明">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p:txBody>
          <a:bodyPr/>
          <a:lstStyle/>
          <a:p>
            <a:pPr algn="ctr" hangingPunct="0"/>
            <a:fld id="{86CB4B4D-7CA3-9044-876B-883B54F8677D}" type="slidenum">
              <a:rPr lang="en-US" altLang="zh-CN" kern="0" smtClean="0">
                <a:sym typeface="Helvetica Neue" panose="02000503000000020004"/>
              </a:rPr>
              <a:t>‹#›</a:t>
            </a:fld>
            <a:endParaRPr lang="en-US" altLang="zh-CN" kern="0">
              <a:sym typeface="Helvetica Neue" panose="02000503000000020004"/>
            </a:endParaRPr>
          </a:p>
        </p:txBody>
      </p:sp>
      <p:sp>
        <p:nvSpPr>
          <p:cNvPr id="4" name="矩形 3"/>
          <p:cNvSpPr/>
          <p:nvPr userDrawn="1"/>
        </p:nvSpPr>
        <p:spPr>
          <a:xfrm>
            <a:off x="379663" y="1284176"/>
            <a:ext cx="11102423" cy="4662815"/>
          </a:xfrm>
          <a:prstGeom prst="rect">
            <a:avLst/>
          </a:prstGeom>
        </p:spPr>
        <p:txBody>
          <a:bodyPr wrap="square">
            <a:spAutoFit/>
          </a:bodyPr>
          <a:lstStyle/>
          <a:p>
            <a:pPr indent="457200" algn="l" defTabSz="914400" hangingPunct="1">
              <a:lnSpc>
                <a:spcPct val="150000"/>
              </a:lnSpc>
            </a:pPr>
            <a:r>
              <a:rPr lang="zh-CN" altLang="en-US" sz="1800" kern="1200" dirty="0">
                <a:solidFill>
                  <a:srgbClr val="000000"/>
                </a:solidFill>
              </a:rPr>
              <a:t>本材料仅供内部交流使用，并非基金宣传推介材料，请勿向公众或投资者直接公开或发布，本材料不构成任何投资建议或承诺，亦不构成任何法律文件。鑫元基金管理有限公司（以下简称“鑫元基金”）或鑫元基金的相关部门、雇员不对任何人使用此报告内容的行为或由此而引致的任何损失承担任何责任。投资有风险，旗下产品的过往业绩并不预示其未来表现，不构成产品本身或旗下其他产品业绩表现的保证。购买货币市场基金并不等于将资金作为存款存放在银行或者存款类金融机构，基金管理人不保证基金一定盈利，也不保证最低收益。投资者投资旗下产品时，应认真阅读相关法律文件。</a:t>
            </a:r>
          </a:p>
          <a:p>
            <a:pPr indent="457200" algn="l" defTabSz="914400" hangingPunct="1">
              <a:lnSpc>
                <a:spcPct val="150000"/>
              </a:lnSpc>
            </a:pPr>
            <a:r>
              <a:rPr lang="zh-CN" altLang="en-US" sz="1800" kern="1200" dirty="0">
                <a:solidFill>
                  <a:srgbClr val="000000"/>
                </a:solidFill>
              </a:rPr>
              <a:t>鑫元基金在本材料中的所有观点仅代表鑫元基金在本材料成文时的观点，鑫元基金有权对其进行调整。若本材料转载第三方报告或资料，转载内容仅代表该第三方观点，并不代表鑫元基金的立场，鑫元基金不对其准确性或完整性提供直接或隐含的声明或保证。除非另有明确说明，本材料版权归鑫元基金所有。未经鑫元基金的事先书面许可，任何个人或机构不得将本材料或其任何部分以任何形式进行派发、复制、转载或发布，且不得对本材料进行任何有悖原意的删节或修改。</a:t>
            </a:r>
          </a:p>
        </p:txBody>
      </p:sp>
      <p:sp>
        <p:nvSpPr>
          <p:cNvPr id="7" name="文本框 6"/>
          <p:cNvSpPr txBox="1"/>
          <p:nvPr userDrawn="1"/>
        </p:nvSpPr>
        <p:spPr>
          <a:xfrm>
            <a:off x="379663" y="250440"/>
            <a:ext cx="2118167"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defTabSz="2438400"/>
            <a:r>
              <a:rPr lang="zh-CN" altLang="en-US" sz="3600" b="1" kern="1200" dirty="0">
                <a:solidFill>
                  <a:srgbClr val="FFFFFF"/>
                </a:solidFill>
              </a:rPr>
              <a:t>免责声明</a:t>
            </a: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42" name="幻灯片标题"/>
          <p:cNvSpPr txBox="1">
            <a:spLocks noGrp="1"/>
          </p:cNvSpPr>
          <p:nvPr>
            <p:ph type="title" hasCustomPrompt="1"/>
          </p:nvPr>
        </p:nvSpPr>
        <p:spPr>
          <a:xfrm>
            <a:off x="603250" y="539750"/>
            <a:ext cx="10985500" cy="716582"/>
          </a:xfrm>
          <a:prstGeom prst="rect">
            <a:avLst/>
          </a:prstGeom>
        </p:spPr>
        <p:txBody>
          <a:bodyPr/>
          <a:lstStyle/>
          <a:p>
            <a:r>
              <a:t>幻灯片标题</a:t>
            </a:r>
          </a:p>
        </p:txBody>
      </p:sp>
      <p:sp>
        <p:nvSpPr>
          <p:cNvPr id="43" name="幻灯片副标题"/>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363220">
              <a:lnSpc>
                <a:spcPct val="100000"/>
              </a:lnSpc>
              <a:spcBef>
                <a:spcPts val="0"/>
              </a:spcBef>
              <a:buSzTx/>
              <a:buNone/>
              <a:defRPr sz="2420" b="1"/>
            </a:lvl1pPr>
          </a:lstStyle>
          <a:p>
            <a:r>
              <a:t>幻灯片副标题</a:t>
            </a:r>
          </a:p>
        </p:txBody>
      </p:sp>
      <p:sp>
        <p:nvSpPr>
          <p:cNvPr id="44" name="正文级别 1…"/>
          <p:cNvSpPr txBox="1">
            <a:spLocks noGrp="1"/>
          </p:cNvSpPr>
          <p:nvPr>
            <p:ph type="body" idx="1" hasCustomPrompt="1"/>
          </p:nvPr>
        </p:nvSpPr>
        <p:spPr>
          <a:xfrm>
            <a:off x="603250" y="2124252"/>
            <a:ext cx="10985500" cy="4128006"/>
          </a:xfrm>
          <a:prstGeom prst="rect">
            <a:avLst/>
          </a:prstGeom>
        </p:spPr>
        <p:txBody>
          <a:bodyPr/>
          <a:lstStyle/>
          <a:p>
            <a:r>
              <a:t>幻灯片项目符号文本</a:t>
            </a:r>
          </a:p>
          <a:p>
            <a:pPr lvl="1"/>
            <a:endParaRPr/>
          </a:p>
          <a:p>
            <a:pPr lvl="2"/>
            <a:endParaRPr/>
          </a:p>
          <a:p>
            <a:pPr lvl="3"/>
            <a:endParaRPr/>
          </a:p>
          <a:p>
            <a:pPr lvl="4"/>
            <a:endParaRPr/>
          </a:p>
        </p:txBody>
      </p:sp>
      <p:sp>
        <p:nvSpPr>
          <p:cNvPr id="4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标题">
    <p:spTree>
      <p:nvGrpSpPr>
        <p:cNvPr id="1" name=""/>
        <p:cNvGrpSpPr/>
        <p:nvPr/>
      </p:nvGrpSpPr>
      <p:grpSpPr>
        <a:xfrm>
          <a:off x="0" y="0"/>
          <a:ext cx="0" cy="0"/>
          <a:chOff x="0" y="0"/>
          <a:chExt cx="0" cy="0"/>
        </a:xfrm>
      </p:grpSpPr>
      <p:sp>
        <p:nvSpPr>
          <p:cNvPr id="11" name="作者和日期"/>
          <p:cNvSpPr txBox="1">
            <a:spLocks noGrp="1"/>
          </p:cNvSpPr>
          <p:nvPr>
            <p:ph type="body" sz="quarter" idx="21" hasCustomPrompt="1"/>
          </p:nvPr>
        </p:nvSpPr>
        <p:spPr>
          <a:xfrm>
            <a:off x="600670" y="5929931"/>
            <a:ext cx="10985502" cy="318490"/>
          </a:xfrm>
          <a:prstGeom prst="rect">
            <a:avLst/>
          </a:prstGeom>
        </p:spPr>
        <p:txBody>
          <a:bodyPr lIns="45719" tIns="45719" rIns="45719" bIns="45719"/>
          <a:lstStyle>
            <a:lvl1pPr marL="0" indent="0" defTabSz="351155">
              <a:lnSpc>
                <a:spcPct val="100000"/>
              </a:lnSpc>
              <a:spcBef>
                <a:spcPts val="0"/>
              </a:spcBef>
              <a:buSzTx/>
              <a:buNone/>
              <a:defRPr sz="1530" b="1"/>
            </a:lvl1pPr>
          </a:lstStyle>
          <a:p>
            <a:r>
              <a:t>作者和日期</a:t>
            </a:r>
          </a:p>
        </p:txBody>
      </p:sp>
      <p:sp>
        <p:nvSpPr>
          <p:cNvPr id="12" name="演示文稿标题"/>
          <p:cNvSpPr txBox="1">
            <a:spLocks noGrp="1"/>
          </p:cNvSpPr>
          <p:nvPr>
            <p:ph type="title" hasCustomPrompt="1"/>
          </p:nvPr>
        </p:nvSpPr>
        <p:spPr>
          <a:xfrm>
            <a:off x="603248" y="1287496"/>
            <a:ext cx="10985502" cy="2324101"/>
          </a:xfrm>
          <a:prstGeom prst="rect">
            <a:avLst/>
          </a:prstGeom>
        </p:spPr>
        <p:txBody>
          <a:bodyPr anchor="b"/>
          <a:lstStyle>
            <a:lvl1pPr>
              <a:defRPr sz="5800" spc="-116"/>
            </a:lvl1pPr>
          </a:lstStyle>
          <a:p>
            <a:r>
              <a:t>演示文稿标题</a:t>
            </a:r>
          </a:p>
        </p:txBody>
      </p:sp>
      <p:sp>
        <p:nvSpPr>
          <p:cNvPr id="13" name="正文级别 1…"/>
          <p:cNvSpPr txBox="1">
            <a:spLocks noGrp="1"/>
          </p:cNvSpPr>
          <p:nvPr>
            <p:ph type="body" sz="quarter" idx="1" hasCustomPrompt="1"/>
          </p:nvPr>
        </p:nvSpPr>
        <p:spPr>
          <a:xfrm>
            <a:off x="600671" y="3611595"/>
            <a:ext cx="10985501" cy="952501"/>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演示文稿副标题</a:t>
            </a:r>
          </a:p>
          <a:p>
            <a:pPr lvl="1"/>
            <a:endParaRPr/>
          </a:p>
          <a:p>
            <a:pPr lvl="2"/>
            <a:endParaRPr/>
          </a:p>
          <a:p>
            <a:pPr lvl="3"/>
            <a:endParaRPr/>
          </a:p>
          <a:p>
            <a:pPr lvl="4"/>
            <a:endParaRPr/>
          </a:p>
        </p:txBody>
      </p:sp>
      <p:sp>
        <p:nvSpPr>
          <p:cNvPr id="14"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标题与照片">
    <p:spTree>
      <p:nvGrpSpPr>
        <p:cNvPr id="1" name=""/>
        <p:cNvGrpSpPr/>
        <p:nvPr/>
      </p:nvGrpSpPr>
      <p:grpSpPr>
        <a:xfrm>
          <a:off x="0" y="0"/>
          <a:ext cx="0" cy="0"/>
          <a:chOff x="0" y="0"/>
          <a:chExt cx="0" cy="0"/>
        </a:xfrm>
      </p:grpSpPr>
      <p:sp>
        <p:nvSpPr>
          <p:cNvPr id="21" name="鳄梨和酸橙"/>
          <p:cNvSpPr>
            <a:spLocks noGrp="1"/>
          </p:cNvSpPr>
          <p:nvPr>
            <p:ph type="pic" idx="21"/>
          </p:nvPr>
        </p:nvSpPr>
        <p:spPr>
          <a:xfrm>
            <a:off x="-577850" y="-647700"/>
            <a:ext cx="13373100" cy="8009467"/>
          </a:xfrm>
          <a:prstGeom prst="rect">
            <a:avLst/>
          </a:prstGeom>
        </p:spPr>
        <p:txBody>
          <a:bodyPr lIns="91439" tIns="45719" rIns="91439" bIns="45719">
            <a:noAutofit/>
          </a:bodyPr>
          <a:lstStyle/>
          <a:p>
            <a:endParaRPr/>
          </a:p>
        </p:txBody>
      </p:sp>
      <p:sp>
        <p:nvSpPr>
          <p:cNvPr id="22" name="演示文稿标题"/>
          <p:cNvSpPr txBox="1">
            <a:spLocks noGrp="1"/>
          </p:cNvSpPr>
          <p:nvPr>
            <p:ph type="title" hasCustomPrompt="1"/>
          </p:nvPr>
        </p:nvSpPr>
        <p:spPr>
          <a:xfrm>
            <a:off x="603250" y="3562350"/>
            <a:ext cx="10985500" cy="2324100"/>
          </a:xfrm>
          <a:prstGeom prst="rect">
            <a:avLst/>
          </a:prstGeom>
        </p:spPr>
        <p:txBody>
          <a:bodyPr anchor="b"/>
          <a:lstStyle>
            <a:lvl1pPr>
              <a:defRPr sz="5800" spc="-116"/>
            </a:lvl1pPr>
          </a:lstStyle>
          <a:p>
            <a:r>
              <a:t>演示文稿标题</a:t>
            </a:r>
          </a:p>
        </p:txBody>
      </p:sp>
      <p:sp>
        <p:nvSpPr>
          <p:cNvPr id="23" name="作者和日期"/>
          <p:cNvSpPr txBox="1">
            <a:spLocks noGrp="1"/>
          </p:cNvSpPr>
          <p:nvPr>
            <p:ph type="body" sz="quarter" idx="22" hasCustomPrompt="1"/>
          </p:nvPr>
        </p:nvSpPr>
        <p:spPr>
          <a:xfrm>
            <a:off x="603845" y="553069"/>
            <a:ext cx="10984311" cy="318490"/>
          </a:xfrm>
          <a:prstGeom prst="rect">
            <a:avLst/>
          </a:prstGeom>
        </p:spPr>
        <p:txBody>
          <a:bodyPr lIns="45719" tIns="45719" rIns="45719" bIns="45719"/>
          <a:lstStyle>
            <a:lvl1pPr marL="0" indent="0" defTabSz="351155">
              <a:lnSpc>
                <a:spcPct val="100000"/>
              </a:lnSpc>
              <a:spcBef>
                <a:spcPts val="0"/>
              </a:spcBef>
              <a:buSzTx/>
              <a:buNone/>
              <a:defRPr sz="1530" b="1"/>
            </a:lvl1pPr>
          </a:lstStyle>
          <a:p>
            <a:r>
              <a:t>作者和日期</a:t>
            </a:r>
          </a:p>
        </p:txBody>
      </p:sp>
      <p:sp>
        <p:nvSpPr>
          <p:cNvPr id="24" name="正文级别 1…"/>
          <p:cNvSpPr txBox="1">
            <a:spLocks noGrp="1"/>
          </p:cNvSpPr>
          <p:nvPr>
            <p:ph type="body" sz="quarter" idx="1" hasCustomPrompt="1"/>
          </p:nvPr>
        </p:nvSpPr>
        <p:spPr>
          <a:xfrm>
            <a:off x="603250" y="5804955"/>
            <a:ext cx="10985500" cy="558476"/>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演示文稿副标题</a:t>
            </a:r>
          </a:p>
          <a:p>
            <a:pPr lvl="1"/>
            <a:endParaRPr/>
          </a:p>
          <a:p>
            <a:pPr lvl="2"/>
            <a:endParaRPr/>
          </a:p>
          <a:p>
            <a:pPr lvl="3"/>
            <a:endParaRPr/>
          </a:p>
          <a:p>
            <a:pPr lvl="4"/>
            <a:endParaRPr/>
          </a:p>
        </p:txBody>
      </p:sp>
      <p:sp>
        <p:nvSpPr>
          <p:cNvPr id="2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标题与照片（备选）">
    <p:spTree>
      <p:nvGrpSpPr>
        <p:cNvPr id="1" name=""/>
        <p:cNvGrpSpPr/>
        <p:nvPr/>
      </p:nvGrpSpPr>
      <p:grpSpPr>
        <a:xfrm>
          <a:off x="0" y="0"/>
          <a:ext cx="0" cy="0"/>
          <a:chOff x="0" y="0"/>
          <a:chExt cx="0" cy="0"/>
        </a:xfrm>
      </p:grpSpPr>
      <p:sp>
        <p:nvSpPr>
          <p:cNvPr id="32" name="一碗三文鱼饼、沙拉和鹰嘴豆泥"/>
          <p:cNvSpPr>
            <a:spLocks noGrp="1"/>
          </p:cNvSpPr>
          <p:nvPr>
            <p:ph type="pic" idx="21"/>
          </p:nvPr>
        </p:nvSpPr>
        <p:spPr>
          <a:xfrm>
            <a:off x="5486400" y="-101600"/>
            <a:ext cx="6072419" cy="7067550"/>
          </a:xfrm>
          <a:prstGeom prst="rect">
            <a:avLst/>
          </a:prstGeom>
        </p:spPr>
        <p:txBody>
          <a:bodyPr lIns="91439" tIns="45719" rIns="91439" bIns="45719">
            <a:noAutofit/>
          </a:bodyPr>
          <a:lstStyle/>
          <a:p>
            <a:endParaRPr/>
          </a:p>
        </p:txBody>
      </p:sp>
      <p:sp>
        <p:nvSpPr>
          <p:cNvPr id="33" name="幻灯片标题"/>
          <p:cNvSpPr txBox="1">
            <a:spLocks noGrp="1"/>
          </p:cNvSpPr>
          <p:nvPr>
            <p:ph type="title" hasCustomPrompt="1"/>
          </p:nvPr>
        </p:nvSpPr>
        <p:spPr>
          <a:xfrm>
            <a:off x="603250" y="635000"/>
            <a:ext cx="4889500" cy="2941137"/>
          </a:xfrm>
          <a:prstGeom prst="rect">
            <a:avLst/>
          </a:prstGeom>
        </p:spPr>
        <p:txBody>
          <a:bodyPr anchor="b"/>
          <a:lstStyle/>
          <a:p>
            <a:r>
              <a:t>幻灯片标题</a:t>
            </a:r>
          </a:p>
        </p:txBody>
      </p:sp>
      <p:sp>
        <p:nvSpPr>
          <p:cNvPr id="34" name="正文级别 1…"/>
          <p:cNvSpPr txBox="1">
            <a:spLocks noGrp="1"/>
          </p:cNvSpPr>
          <p:nvPr>
            <p:ph type="body" sz="quarter" idx="1" hasCustomPrompt="1"/>
          </p:nvPr>
        </p:nvSpPr>
        <p:spPr>
          <a:xfrm>
            <a:off x="603250" y="3530288"/>
            <a:ext cx="4889500" cy="2692712"/>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幻灯片副标题</a:t>
            </a:r>
          </a:p>
          <a:p>
            <a:pPr lvl="1"/>
            <a:endParaRPr/>
          </a:p>
          <a:p>
            <a:pPr lvl="2"/>
            <a:endParaRPr/>
          </a:p>
          <a:p>
            <a:pPr lvl="3"/>
            <a:endParaRPr/>
          </a:p>
          <a:p>
            <a:pPr lvl="4"/>
            <a:endParaRPr/>
          </a:p>
        </p:txBody>
      </p:sp>
      <p:sp>
        <p:nvSpPr>
          <p:cNvPr id="35" name="幻灯片编号"/>
          <p:cNvSpPr txBox="1">
            <a:spLocks noGrp="1"/>
          </p:cNvSpPr>
          <p:nvPr>
            <p:ph type="sldNum" sz="quarter" idx="2"/>
          </p:nvPr>
        </p:nvSpPr>
        <p:spPr>
          <a:xfrm>
            <a:off x="6000750" y="6488825"/>
            <a:ext cx="275717" cy="241092"/>
          </a:xfrm>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42" name="幻灯片标题"/>
          <p:cNvSpPr txBox="1">
            <a:spLocks noGrp="1"/>
          </p:cNvSpPr>
          <p:nvPr>
            <p:ph type="title" hasCustomPrompt="1"/>
          </p:nvPr>
        </p:nvSpPr>
        <p:spPr>
          <a:prstGeom prst="rect">
            <a:avLst/>
          </a:prstGeom>
        </p:spPr>
        <p:txBody>
          <a:bodyPr/>
          <a:lstStyle/>
          <a:p>
            <a:r>
              <a:t>幻灯片标题</a:t>
            </a:r>
          </a:p>
        </p:txBody>
      </p:sp>
      <p:sp>
        <p:nvSpPr>
          <p:cNvPr id="43" name="幻灯片副标题"/>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363220">
              <a:lnSpc>
                <a:spcPct val="100000"/>
              </a:lnSpc>
              <a:spcBef>
                <a:spcPts val="0"/>
              </a:spcBef>
              <a:buSzTx/>
              <a:buNone/>
              <a:defRPr sz="2420" b="1"/>
            </a:lvl1pPr>
          </a:lstStyle>
          <a:p>
            <a:r>
              <a:t>幻灯片副标题</a:t>
            </a:r>
          </a:p>
        </p:txBody>
      </p:sp>
      <p:sp>
        <p:nvSpPr>
          <p:cNvPr id="44" name="正文级别 1…"/>
          <p:cNvSpPr txBox="1">
            <a:spLocks noGrp="1"/>
          </p:cNvSpPr>
          <p:nvPr>
            <p:ph type="body" idx="1" hasCustomPrompt="1"/>
          </p:nvPr>
        </p:nvSpPr>
        <p:spPr>
          <a:prstGeom prst="rect">
            <a:avLst/>
          </a:prstGeom>
        </p:spPr>
        <p:txBody>
          <a:bodyPr/>
          <a:lstStyle/>
          <a:p>
            <a:r>
              <a:t>幻灯片项目符号文本</a:t>
            </a:r>
          </a:p>
          <a:p>
            <a:pPr lvl="1"/>
            <a:endParaRPr/>
          </a:p>
          <a:p>
            <a:pPr lvl="2"/>
            <a:endParaRPr/>
          </a:p>
          <a:p>
            <a:pPr lvl="3"/>
            <a:endParaRPr/>
          </a:p>
          <a:p>
            <a:pPr lvl="4"/>
            <a:endParaRPr/>
          </a:p>
        </p:txBody>
      </p:sp>
      <p:sp>
        <p:nvSpPr>
          <p:cNvPr id="4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52" name="正文级别 1…"/>
          <p:cNvSpPr txBox="1">
            <a:spLocks noGrp="1"/>
          </p:cNvSpPr>
          <p:nvPr>
            <p:ph type="body" idx="1" hasCustomPrompt="1"/>
          </p:nvPr>
        </p:nvSpPr>
        <p:spPr>
          <a:prstGeom prst="rect">
            <a:avLst/>
          </a:prstGeom>
        </p:spPr>
        <p:txBody>
          <a:bodyPr numCol="2" spcCol="1098550"/>
          <a:lstStyle/>
          <a:p>
            <a:r>
              <a:t>幻灯片项目符号文本</a:t>
            </a:r>
          </a:p>
          <a:p>
            <a:pPr lvl="1"/>
            <a:endParaRPr/>
          </a:p>
          <a:p>
            <a:pPr lvl="2"/>
            <a:endParaRPr/>
          </a:p>
          <a:p>
            <a:pPr lvl="3"/>
            <a:endParaRPr/>
          </a:p>
          <a:p>
            <a:pPr lvl="4"/>
            <a:endParaRPr/>
          </a:p>
        </p:txBody>
      </p:sp>
      <p:sp>
        <p:nvSpPr>
          <p:cNvPr id="53"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标题、项目符号与照片">
    <p:spTree>
      <p:nvGrpSpPr>
        <p:cNvPr id="1" name=""/>
        <p:cNvGrpSpPr/>
        <p:nvPr/>
      </p:nvGrpSpPr>
      <p:grpSpPr>
        <a:xfrm>
          <a:off x="0" y="0"/>
          <a:ext cx="0" cy="0"/>
          <a:chOff x="0" y="0"/>
          <a:chExt cx="0" cy="0"/>
        </a:xfrm>
      </p:grpSpPr>
      <p:sp>
        <p:nvSpPr>
          <p:cNvPr id="60" name="幻灯片副标题"/>
          <p:cNvSpPr txBox="1">
            <a:spLocks noGrp="1"/>
          </p:cNvSpPr>
          <p:nvPr>
            <p:ph type="body" sz="quarter" idx="21" hasCustomPrompt="1"/>
          </p:nvPr>
        </p:nvSpPr>
        <p:spPr>
          <a:xfrm>
            <a:off x="603250" y="1186481"/>
            <a:ext cx="4889500" cy="467390"/>
          </a:xfrm>
          <a:prstGeom prst="rect">
            <a:avLst/>
          </a:prstGeom>
        </p:spPr>
        <p:txBody>
          <a:bodyPr lIns="45719" tIns="45719" rIns="45719" bIns="45719"/>
          <a:lstStyle>
            <a:lvl1pPr marL="0" indent="0" defTabSz="363220">
              <a:lnSpc>
                <a:spcPct val="100000"/>
              </a:lnSpc>
              <a:spcBef>
                <a:spcPts val="0"/>
              </a:spcBef>
              <a:buSzTx/>
              <a:buNone/>
              <a:defRPr sz="2420" b="1"/>
            </a:lvl1pPr>
          </a:lstStyle>
          <a:p>
            <a:r>
              <a:t>幻灯片副标题</a:t>
            </a:r>
          </a:p>
        </p:txBody>
      </p:sp>
      <p:sp>
        <p:nvSpPr>
          <p:cNvPr id="61" name="正文级别 1…"/>
          <p:cNvSpPr txBox="1">
            <a:spLocks noGrp="1"/>
          </p:cNvSpPr>
          <p:nvPr>
            <p:ph type="body" sz="half" idx="1" hasCustomPrompt="1"/>
          </p:nvPr>
        </p:nvSpPr>
        <p:spPr>
          <a:xfrm>
            <a:off x="603250" y="2124252"/>
            <a:ext cx="4889500" cy="4128315"/>
          </a:xfrm>
          <a:prstGeom prst="rect">
            <a:avLst/>
          </a:prstGeom>
        </p:spPr>
        <p:txBody>
          <a:bodyPr/>
          <a:lstStyle/>
          <a:p>
            <a:r>
              <a:t>幻灯片项目符号文本</a:t>
            </a:r>
          </a:p>
          <a:p>
            <a:pPr lvl="1"/>
            <a:endParaRPr/>
          </a:p>
          <a:p>
            <a:pPr lvl="2"/>
            <a:endParaRPr/>
          </a:p>
          <a:p>
            <a:pPr lvl="3"/>
            <a:endParaRPr/>
          </a:p>
          <a:p>
            <a:pPr lvl="4"/>
            <a:endParaRPr/>
          </a:p>
        </p:txBody>
      </p:sp>
      <p:sp>
        <p:nvSpPr>
          <p:cNvPr id="62" name="一碗宽意大利面配有欧芹黄油、烤榛子和帕尔马干酪"/>
          <p:cNvSpPr>
            <a:spLocks noGrp="1"/>
          </p:cNvSpPr>
          <p:nvPr>
            <p:ph type="pic" idx="22"/>
          </p:nvPr>
        </p:nvSpPr>
        <p:spPr>
          <a:xfrm>
            <a:off x="6096000" y="-203633"/>
            <a:ext cx="5458437" cy="7277916"/>
          </a:xfrm>
          <a:prstGeom prst="rect">
            <a:avLst/>
          </a:prstGeom>
        </p:spPr>
        <p:txBody>
          <a:bodyPr lIns="91439" tIns="45719" rIns="91439" bIns="45719">
            <a:noAutofit/>
          </a:bodyPr>
          <a:lstStyle/>
          <a:p>
            <a:endParaRPr/>
          </a:p>
        </p:txBody>
      </p:sp>
      <p:sp>
        <p:nvSpPr>
          <p:cNvPr id="63" name="幻灯片标题"/>
          <p:cNvSpPr txBox="1">
            <a:spLocks noGrp="1"/>
          </p:cNvSpPr>
          <p:nvPr>
            <p:ph type="title" hasCustomPrompt="1"/>
          </p:nvPr>
        </p:nvSpPr>
        <p:spPr>
          <a:xfrm>
            <a:off x="603250" y="539750"/>
            <a:ext cx="4889500" cy="717550"/>
          </a:xfrm>
          <a:prstGeom prst="rect">
            <a:avLst/>
          </a:prstGeom>
        </p:spPr>
        <p:txBody>
          <a:bodyPr/>
          <a:lstStyle/>
          <a:p>
            <a:r>
              <a:t>幻灯片标题</a:t>
            </a:r>
          </a:p>
        </p:txBody>
      </p:sp>
      <p:sp>
        <p:nvSpPr>
          <p:cNvPr id="64"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节">
    <p:spTree>
      <p:nvGrpSpPr>
        <p:cNvPr id="1" name=""/>
        <p:cNvGrpSpPr/>
        <p:nvPr/>
      </p:nvGrpSpPr>
      <p:grpSpPr>
        <a:xfrm>
          <a:off x="0" y="0"/>
          <a:ext cx="0" cy="0"/>
          <a:chOff x="0" y="0"/>
          <a:chExt cx="0" cy="0"/>
        </a:xfrm>
      </p:grpSpPr>
      <p:sp>
        <p:nvSpPr>
          <p:cNvPr id="71" name="章节标题"/>
          <p:cNvSpPr txBox="1">
            <a:spLocks noGrp="1"/>
          </p:cNvSpPr>
          <p:nvPr>
            <p:ph type="title" hasCustomPrompt="1"/>
          </p:nvPr>
        </p:nvSpPr>
        <p:spPr>
          <a:xfrm>
            <a:off x="603248" y="2266950"/>
            <a:ext cx="10985502" cy="2324100"/>
          </a:xfrm>
          <a:prstGeom prst="rect">
            <a:avLst/>
          </a:prstGeom>
        </p:spPr>
        <p:txBody>
          <a:bodyPr anchor="ctr"/>
          <a:lstStyle>
            <a:lvl1pPr>
              <a:defRPr sz="5800" b="0" spc="-116">
                <a:latin typeface="Helvetica Neue Medium"/>
                <a:ea typeface="Helvetica Neue Medium"/>
                <a:cs typeface="Helvetica Neue Medium"/>
                <a:sym typeface="Helvetica Neue Medium"/>
              </a:defRPr>
            </a:lvl1pPr>
          </a:lstStyle>
          <a:p>
            <a:r>
              <a:t>章节标题</a:t>
            </a:r>
          </a:p>
        </p:txBody>
      </p:sp>
      <p:sp>
        <p:nvSpPr>
          <p:cNvPr id="72" name="幻灯片编号"/>
          <p:cNvSpPr txBox="1">
            <a:spLocks noGrp="1"/>
          </p:cNvSpPr>
          <p:nvPr>
            <p:ph type="sldNum" sz="quarter" idx="2"/>
          </p:nvPr>
        </p:nvSpPr>
        <p:spPr>
          <a:xfrm>
            <a:off x="6000750" y="6488825"/>
            <a:ext cx="275717" cy="241092"/>
          </a:xfrm>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仅标题">
    <p:spTree>
      <p:nvGrpSpPr>
        <p:cNvPr id="1" name=""/>
        <p:cNvGrpSpPr/>
        <p:nvPr/>
      </p:nvGrpSpPr>
      <p:grpSpPr>
        <a:xfrm>
          <a:off x="0" y="0"/>
          <a:ext cx="0" cy="0"/>
          <a:chOff x="0" y="0"/>
          <a:chExt cx="0" cy="0"/>
        </a:xfrm>
      </p:grpSpPr>
      <p:sp>
        <p:nvSpPr>
          <p:cNvPr id="79" name="幻灯片标题"/>
          <p:cNvSpPr txBox="1">
            <a:spLocks noGrp="1"/>
          </p:cNvSpPr>
          <p:nvPr>
            <p:ph type="title" hasCustomPrompt="1"/>
          </p:nvPr>
        </p:nvSpPr>
        <p:spPr>
          <a:xfrm>
            <a:off x="603250" y="539750"/>
            <a:ext cx="10985500" cy="717475"/>
          </a:xfrm>
          <a:prstGeom prst="rect">
            <a:avLst/>
          </a:prstGeom>
        </p:spPr>
        <p:txBody>
          <a:bodyPr/>
          <a:lstStyle/>
          <a:p>
            <a:r>
              <a:t>幻灯片标题</a:t>
            </a:r>
          </a:p>
        </p:txBody>
      </p:sp>
      <p:sp>
        <p:nvSpPr>
          <p:cNvPr id="80" name="幻灯片副标题"/>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363220">
              <a:lnSpc>
                <a:spcPct val="100000"/>
              </a:lnSpc>
              <a:spcBef>
                <a:spcPts val="0"/>
              </a:spcBef>
              <a:buSzTx/>
              <a:buNone/>
              <a:defRPr sz="2420" b="1"/>
            </a:lvl1pPr>
          </a:lstStyle>
          <a:p>
            <a:r>
              <a:t>幻灯片副标题</a:t>
            </a:r>
          </a:p>
        </p:txBody>
      </p:sp>
      <p:sp>
        <p:nvSpPr>
          <p:cNvPr id="8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议程">
    <p:spTree>
      <p:nvGrpSpPr>
        <p:cNvPr id="1" name=""/>
        <p:cNvGrpSpPr/>
        <p:nvPr/>
      </p:nvGrpSpPr>
      <p:grpSpPr>
        <a:xfrm>
          <a:off x="0" y="0"/>
          <a:ext cx="0" cy="0"/>
          <a:chOff x="0" y="0"/>
          <a:chExt cx="0" cy="0"/>
        </a:xfrm>
      </p:grpSpPr>
      <p:sp>
        <p:nvSpPr>
          <p:cNvPr id="88" name="议程标题"/>
          <p:cNvSpPr txBox="1">
            <a:spLocks noGrp="1"/>
          </p:cNvSpPr>
          <p:nvPr>
            <p:ph type="title" hasCustomPrompt="1"/>
          </p:nvPr>
        </p:nvSpPr>
        <p:spPr>
          <a:xfrm>
            <a:off x="603250" y="539750"/>
            <a:ext cx="10985500" cy="717550"/>
          </a:xfrm>
          <a:prstGeom prst="rect">
            <a:avLst/>
          </a:prstGeom>
        </p:spPr>
        <p:txBody>
          <a:bodyPr/>
          <a:lstStyle/>
          <a:p>
            <a:r>
              <a:t>议程标题</a:t>
            </a:r>
          </a:p>
        </p:txBody>
      </p:sp>
      <p:sp>
        <p:nvSpPr>
          <p:cNvPr id="89" name="议程副标题"/>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363220">
              <a:lnSpc>
                <a:spcPct val="100000"/>
              </a:lnSpc>
              <a:spcBef>
                <a:spcPts val="0"/>
              </a:spcBef>
              <a:buSzTx/>
              <a:buNone/>
              <a:defRPr sz="2420" b="1"/>
            </a:lvl1pPr>
          </a:lstStyle>
          <a:p>
            <a:r>
              <a:t>议程副标题</a:t>
            </a:r>
          </a:p>
        </p:txBody>
      </p:sp>
      <p:sp>
        <p:nvSpPr>
          <p:cNvPr id="90" name="正文级别 1…"/>
          <p:cNvSpPr txBox="1">
            <a:spLocks noGrp="1"/>
          </p:cNvSpPr>
          <p:nvPr>
            <p:ph type="body" idx="1" hasCustomPrompt="1"/>
          </p:nvPr>
        </p:nvSpPr>
        <p:spPr>
          <a:prstGeom prst="rect">
            <a:avLst/>
          </a:prstGeom>
        </p:spPr>
        <p:txBody>
          <a:bodyPr/>
          <a:lstStyle>
            <a:lvl1pPr marL="0" indent="0" defTabSz="412750">
              <a:lnSpc>
                <a:spcPct val="100000"/>
              </a:lnSpc>
              <a:spcBef>
                <a:spcPts val="900"/>
              </a:spcBef>
              <a:buSzTx/>
              <a:buNone/>
              <a:defRPr sz="2750" spc="-28"/>
            </a:lvl1pPr>
            <a:lvl2pPr marL="0" indent="228600" defTabSz="412750">
              <a:lnSpc>
                <a:spcPct val="100000"/>
              </a:lnSpc>
              <a:spcBef>
                <a:spcPts val="900"/>
              </a:spcBef>
              <a:buSzTx/>
              <a:buNone/>
              <a:defRPr sz="2750" spc="-28"/>
            </a:lvl2pPr>
            <a:lvl3pPr marL="0" indent="457200" defTabSz="412750">
              <a:lnSpc>
                <a:spcPct val="100000"/>
              </a:lnSpc>
              <a:spcBef>
                <a:spcPts val="900"/>
              </a:spcBef>
              <a:buSzTx/>
              <a:buNone/>
              <a:defRPr sz="2750" spc="-28"/>
            </a:lvl3pPr>
            <a:lvl4pPr marL="0" indent="685800" defTabSz="412750">
              <a:lnSpc>
                <a:spcPct val="100000"/>
              </a:lnSpc>
              <a:spcBef>
                <a:spcPts val="900"/>
              </a:spcBef>
              <a:buSzTx/>
              <a:buNone/>
              <a:defRPr sz="2750" spc="-28"/>
            </a:lvl4pPr>
            <a:lvl5pPr marL="0" indent="914400" defTabSz="412750">
              <a:lnSpc>
                <a:spcPct val="100000"/>
              </a:lnSpc>
              <a:spcBef>
                <a:spcPts val="900"/>
              </a:spcBef>
              <a:buSzTx/>
              <a:buNone/>
              <a:defRPr sz="2750" spc="-28"/>
            </a:lvl5pPr>
          </a:lstStyle>
          <a:p>
            <a:r>
              <a:t>议程主题</a:t>
            </a:r>
          </a:p>
          <a:p>
            <a:pPr lvl="1"/>
            <a:endParaRPr/>
          </a:p>
          <a:p>
            <a:pPr lvl="2"/>
            <a:endParaRPr/>
          </a:p>
          <a:p>
            <a:pPr lvl="3"/>
            <a:endParaRPr/>
          </a:p>
          <a:p>
            <a:pPr lvl="4"/>
            <a:endParaRPr/>
          </a:p>
        </p:txBody>
      </p:sp>
      <p:sp>
        <p:nvSpPr>
          <p:cNvPr id="9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说明">
    <p:spTree>
      <p:nvGrpSpPr>
        <p:cNvPr id="1" name=""/>
        <p:cNvGrpSpPr/>
        <p:nvPr/>
      </p:nvGrpSpPr>
      <p:grpSpPr>
        <a:xfrm>
          <a:off x="0" y="0"/>
          <a:ext cx="0" cy="0"/>
          <a:chOff x="0" y="0"/>
          <a:chExt cx="0" cy="0"/>
        </a:xfrm>
      </p:grpSpPr>
      <p:sp>
        <p:nvSpPr>
          <p:cNvPr id="98" name="正文级别 1…"/>
          <p:cNvSpPr txBox="1">
            <a:spLocks noGrp="1"/>
          </p:cNvSpPr>
          <p:nvPr>
            <p:ph type="body" sz="half" idx="1" hasCustomPrompt="1"/>
          </p:nvPr>
        </p:nvSpPr>
        <p:spPr>
          <a:xfrm>
            <a:off x="603250" y="2460422"/>
            <a:ext cx="10985500" cy="1937157"/>
          </a:xfrm>
          <a:prstGeom prst="rect">
            <a:avLst/>
          </a:prstGeom>
        </p:spPr>
        <p:txBody>
          <a:bodyPr anchor="ctr"/>
          <a:lstStyle>
            <a:lvl1pPr marL="0" indent="0" algn="ctr">
              <a:lnSpc>
                <a:spcPct val="80000"/>
              </a:lnSpc>
              <a:spcBef>
                <a:spcPts val="0"/>
              </a:spcBef>
              <a:buSzTx/>
              <a:buNone/>
              <a:defRPr sz="5800" spc="-116">
                <a:latin typeface="Helvetica Neue Medium"/>
                <a:ea typeface="Helvetica Neue Medium"/>
                <a:cs typeface="Helvetica Neue Medium"/>
                <a:sym typeface="Helvetica Neue Medium"/>
              </a:defRPr>
            </a:lvl1pPr>
            <a:lvl2pPr marL="0" indent="228600" algn="ctr">
              <a:lnSpc>
                <a:spcPct val="80000"/>
              </a:lnSpc>
              <a:spcBef>
                <a:spcPts val="0"/>
              </a:spcBef>
              <a:buSzTx/>
              <a:buNone/>
              <a:defRPr sz="5800" spc="-116">
                <a:latin typeface="Helvetica Neue Medium"/>
                <a:ea typeface="Helvetica Neue Medium"/>
                <a:cs typeface="Helvetica Neue Medium"/>
                <a:sym typeface="Helvetica Neue Medium"/>
              </a:defRPr>
            </a:lvl2pPr>
            <a:lvl3pPr marL="0" indent="457200" algn="ctr">
              <a:lnSpc>
                <a:spcPct val="80000"/>
              </a:lnSpc>
              <a:spcBef>
                <a:spcPts val="0"/>
              </a:spcBef>
              <a:buSzTx/>
              <a:buNone/>
              <a:defRPr sz="5800" spc="-116">
                <a:latin typeface="Helvetica Neue Medium"/>
                <a:ea typeface="Helvetica Neue Medium"/>
                <a:cs typeface="Helvetica Neue Medium"/>
                <a:sym typeface="Helvetica Neue Medium"/>
              </a:defRPr>
            </a:lvl3pPr>
            <a:lvl4pPr marL="0" indent="685800" algn="ctr">
              <a:lnSpc>
                <a:spcPct val="80000"/>
              </a:lnSpc>
              <a:spcBef>
                <a:spcPts val="0"/>
              </a:spcBef>
              <a:buSzTx/>
              <a:buNone/>
              <a:defRPr sz="5800" spc="-116">
                <a:latin typeface="Helvetica Neue Medium"/>
                <a:ea typeface="Helvetica Neue Medium"/>
                <a:cs typeface="Helvetica Neue Medium"/>
                <a:sym typeface="Helvetica Neue Medium"/>
              </a:defRPr>
            </a:lvl4pPr>
            <a:lvl5pPr marL="0" indent="914400" algn="ctr">
              <a:lnSpc>
                <a:spcPct val="80000"/>
              </a:lnSpc>
              <a:spcBef>
                <a:spcPts val="0"/>
              </a:spcBef>
              <a:buSzTx/>
              <a:buNone/>
              <a:defRPr sz="5800" spc="-116">
                <a:latin typeface="Helvetica Neue Medium"/>
                <a:ea typeface="Helvetica Neue Medium"/>
                <a:cs typeface="Helvetica Neue Medium"/>
                <a:sym typeface="Helvetica Neue Medium"/>
              </a:defRPr>
            </a:lvl5pPr>
          </a:lstStyle>
          <a:p>
            <a:r>
              <a:t>说明</a:t>
            </a:r>
          </a:p>
          <a:p>
            <a:pPr lvl="1"/>
            <a:endParaRPr/>
          </a:p>
          <a:p>
            <a:pPr lvl="2"/>
            <a:endParaRPr/>
          </a:p>
          <a:p>
            <a:pPr lvl="3"/>
            <a:endParaRPr/>
          </a:p>
          <a:p>
            <a:pPr lvl="4"/>
            <a:endParaRPr/>
          </a:p>
        </p:txBody>
      </p:sp>
      <p:sp>
        <p:nvSpPr>
          <p:cNvPr id="99"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显著事实">
    <p:spTree>
      <p:nvGrpSpPr>
        <p:cNvPr id="1" name=""/>
        <p:cNvGrpSpPr/>
        <p:nvPr/>
      </p:nvGrpSpPr>
      <p:grpSpPr>
        <a:xfrm>
          <a:off x="0" y="0"/>
          <a:ext cx="0" cy="0"/>
          <a:chOff x="0" y="0"/>
          <a:chExt cx="0" cy="0"/>
        </a:xfrm>
      </p:grpSpPr>
      <p:sp>
        <p:nvSpPr>
          <p:cNvPr id="106" name="正文级别 1…"/>
          <p:cNvSpPr txBox="1">
            <a:spLocks noGrp="1"/>
          </p:cNvSpPr>
          <p:nvPr>
            <p:ph type="body" idx="1" hasCustomPrompt="1"/>
          </p:nvPr>
        </p:nvSpPr>
        <p:spPr>
          <a:xfrm>
            <a:off x="603250" y="537964"/>
            <a:ext cx="10985500" cy="3620792"/>
          </a:xfrm>
          <a:prstGeom prst="rect">
            <a:avLst/>
          </a:prstGeom>
        </p:spPr>
        <p:txBody>
          <a:bodyPr anchor="b"/>
          <a:lstStyle>
            <a:lvl1pPr marL="0" indent="0" algn="ctr">
              <a:lnSpc>
                <a:spcPct val="80000"/>
              </a:lnSpc>
              <a:spcBef>
                <a:spcPts val="0"/>
              </a:spcBef>
              <a:buSzTx/>
              <a:buNone/>
              <a:defRPr sz="12500" b="1" spc="-125"/>
            </a:lvl1pPr>
            <a:lvl2pPr marL="0" indent="228600" algn="ctr">
              <a:lnSpc>
                <a:spcPct val="80000"/>
              </a:lnSpc>
              <a:spcBef>
                <a:spcPts val="0"/>
              </a:spcBef>
              <a:buSzTx/>
              <a:buNone/>
              <a:defRPr sz="12500" b="1" spc="-125"/>
            </a:lvl2pPr>
            <a:lvl3pPr marL="0" indent="457200" algn="ctr">
              <a:lnSpc>
                <a:spcPct val="80000"/>
              </a:lnSpc>
              <a:spcBef>
                <a:spcPts val="0"/>
              </a:spcBef>
              <a:buSzTx/>
              <a:buNone/>
              <a:defRPr sz="12500" b="1" spc="-125"/>
            </a:lvl3pPr>
            <a:lvl4pPr marL="0" indent="685800" algn="ctr">
              <a:lnSpc>
                <a:spcPct val="80000"/>
              </a:lnSpc>
              <a:spcBef>
                <a:spcPts val="0"/>
              </a:spcBef>
              <a:buSzTx/>
              <a:buNone/>
              <a:defRPr sz="12500" b="1" spc="-125"/>
            </a:lvl4pPr>
            <a:lvl5pPr marL="0" indent="914400" algn="ctr">
              <a:lnSpc>
                <a:spcPct val="80000"/>
              </a:lnSpc>
              <a:spcBef>
                <a:spcPts val="0"/>
              </a:spcBef>
              <a:buSzTx/>
              <a:buNone/>
              <a:defRPr sz="12500" b="1" spc="-125"/>
            </a:lvl5pPr>
          </a:lstStyle>
          <a:p>
            <a:r>
              <a:t>100%</a:t>
            </a:r>
          </a:p>
          <a:p>
            <a:pPr lvl="1"/>
            <a:endParaRPr/>
          </a:p>
          <a:p>
            <a:pPr lvl="2"/>
            <a:endParaRPr/>
          </a:p>
          <a:p>
            <a:pPr lvl="3"/>
            <a:endParaRPr/>
          </a:p>
          <a:p>
            <a:pPr lvl="4"/>
            <a:endParaRPr/>
          </a:p>
        </p:txBody>
      </p:sp>
      <p:sp>
        <p:nvSpPr>
          <p:cNvPr id="107" name="事实信息"/>
          <p:cNvSpPr txBox="1">
            <a:spLocks noGrp="1"/>
          </p:cNvSpPr>
          <p:nvPr>
            <p:ph type="body" sz="quarter" idx="21" hasCustomPrompt="1"/>
          </p:nvPr>
        </p:nvSpPr>
        <p:spPr>
          <a:xfrm>
            <a:off x="603250" y="4131090"/>
            <a:ext cx="10985500" cy="467390"/>
          </a:xfrm>
          <a:prstGeom prst="rect">
            <a:avLst/>
          </a:prstGeom>
        </p:spPr>
        <p:txBody>
          <a:bodyPr lIns="45719" tIns="45719" rIns="45719" bIns="45719"/>
          <a:lstStyle>
            <a:lvl1pPr marL="0" indent="0" algn="ctr" defTabSz="363220">
              <a:lnSpc>
                <a:spcPct val="100000"/>
              </a:lnSpc>
              <a:spcBef>
                <a:spcPts val="0"/>
              </a:spcBef>
              <a:buSzTx/>
              <a:buNone/>
              <a:defRPr sz="2420" b="1"/>
            </a:lvl1pPr>
          </a:lstStyle>
          <a:p>
            <a:r>
              <a:t>事实信息</a:t>
            </a:r>
          </a:p>
        </p:txBody>
      </p:sp>
      <p:sp>
        <p:nvSpPr>
          <p:cNvPr id="108"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115" name="属性"/>
          <p:cNvSpPr txBox="1">
            <a:spLocks noGrp="1"/>
          </p:cNvSpPr>
          <p:nvPr>
            <p:ph type="body" sz="quarter" idx="21" hasCustomPrompt="1"/>
          </p:nvPr>
        </p:nvSpPr>
        <p:spPr>
          <a:xfrm>
            <a:off x="1215012" y="5337727"/>
            <a:ext cx="10100026" cy="318490"/>
          </a:xfrm>
          <a:prstGeom prst="rect">
            <a:avLst/>
          </a:prstGeom>
        </p:spPr>
        <p:txBody>
          <a:bodyPr lIns="45719" tIns="45719" rIns="45719" bIns="45719"/>
          <a:lstStyle>
            <a:lvl1pPr marL="0" indent="0" defTabSz="351155">
              <a:lnSpc>
                <a:spcPct val="100000"/>
              </a:lnSpc>
              <a:spcBef>
                <a:spcPts val="0"/>
              </a:spcBef>
              <a:buSzTx/>
              <a:buNone/>
              <a:defRPr sz="1530" b="1"/>
            </a:lvl1pPr>
          </a:lstStyle>
          <a:p>
            <a:r>
              <a:t>属性</a:t>
            </a:r>
          </a:p>
        </p:txBody>
      </p:sp>
      <p:sp>
        <p:nvSpPr>
          <p:cNvPr id="116" name="正文级别 1…"/>
          <p:cNvSpPr txBox="1">
            <a:spLocks noGrp="1"/>
          </p:cNvSpPr>
          <p:nvPr>
            <p:ph type="body" sz="half" idx="1" hasCustomPrompt="1"/>
          </p:nvPr>
        </p:nvSpPr>
        <p:spPr>
          <a:xfrm>
            <a:off x="876962" y="2469930"/>
            <a:ext cx="10438077" cy="1918140"/>
          </a:xfrm>
          <a:prstGeom prst="rect">
            <a:avLst/>
          </a:prstGeom>
        </p:spPr>
        <p:txBody>
          <a:bodyPr/>
          <a:lstStyle>
            <a:lvl1pPr marL="319405" indent="-234950">
              <a:spcBef>
                <a:spcPts val="0"/>
              </a:spcBef>
              <a:buSzTx/>
              <a:buNone/>
              <a:defRPr sz="4250" spc="-85">
                <a:latin typeface="Helvetica Neue Medium"/>
                <a:ea typeface="Helvetica Neue Medium"/>
                <a:cs typeface="Helvetica Neue Medium"/>
                <a:sym typeface="Helvetica Neue Medium"/>
              </a:defRPr>
            </a:lvl1pPr>
            <a:lvl2pPr marL="319405" indent="-6350">
              <a:spcBef>
                <a:spcPts val="0"/>
              </a:spcBef>
              <a:buSzTx/>
              <a:buNone/>
              <a:defRPr sz="4250" spc="-85">
                <a:latin typeface="Helvetica Neue Medium"/>
                <a:ea typeface="Helvetica Neue Medium"/>
                <a:cs typeface="Helvetica Neue Medium"/>
                <a:sym typeface="Helvetica Neue Medium"/>
              </a:defRPr>
            </a:lvl2pPr>
            <a:lvl3pPr marL="319405" indent="222250">
              <a:spcBef>
                <a:spcPts val="0"/>
              </a:spcBef>
              <a:buSzTx/>
              <a:buNone/>
              <a:defRPr sz="4250" spc="-85">
                <a:latin typeface="Helvetica Neue Medium"/>
                <a:ea typeface="Helvetica Neue Medium"/>
                <a:cs typeface="Helvetica Neue Medium"/>
                <a:sym typeface="Helvetica Neue Medium"/>
              </a:defRPr>
            </a:lvl3pPr>
            <a:lvl4pPr marL="319405" indent="450850">
              <a:spcBef>
                <a:spcPts val="0"/>
              </a:spcBef>
              <a:buSzTx/>
              <a:buNone/>
              <a:defRPr sz="4250" spc="-85">
                <a:latin typeface="Helvetica Neue Medium"/>
                <a:ea typeface="Helvetica Neue Medium"/>
                <a:cs typeface="Helvetica Neue Medium"/>
                <a:sym typeface="Helvetica Neue Medium"/>
              </a:defRPr>
            </a:lvl4pPr>
            <a:lvl5pPr marL="319405" indent="679450">
              <a:spcBef>
                <a:spcPts val="0"/>
              </a:spcBef>
              <a:buSzTx/>
              <a:buNone/>
              <a:defRPr sz="4250" spc="-85">
                <a:latin typeface="Helvetica Neue Medium"/>
                <a:ea typeface="Helvetica Neue Medium"/>
                <a:cs typeface="Helvetica Neue Medium"/>
                <a:sym typeface="Helvetica Neue Medium"/>
              </a:defRPr>
            </a:lvl5pPr>
          </a:lstStyle>
          <a:p>
            <a:r>
              <a:t>“著名引文”</a:t>
            </a:r>
          </a:p>
          <a:p>
            <a:pPr lvl="1"/>
            <a:endParaRPr/>
          </a:p>
          <a:p>
            <a:pPr lvl="2"/>
            <a:endParaRPr/>
          </a:p>
          <a:p>
            <a:pPr lvl="3"/>
            <a:endParaRPr/>
          </a:p>
          <a:p>
            <a:pPr lvl="4"/>
            <a:endParaRPr/>
          </a:p>
        </p:txBody>
      </p:sp>
      <p:sp>
        <p:nvSpPr>
          <p:cNvPr id="117"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照片 - 3 联">
    <p:spTree>
      <p:nvGrpSpPr>
        <p:cNvPr id="1" name=""/>
        <p:cNvGrpSpPr/>
        <p:nvPr/>
      </p:nvGrpSpPr>
      <p:grpSpPr>
        <a:xfrm>
          <a:off x="0" y="0"/>
          <a:ext cx="0" cy="0"/>
          <a:chOff x="0" y="0"/>
          <a:chExt cx="0" cy="0"/>
        </a:xfrm>
      </p:grpSpPr>
      <p:sp>
        <p:nvSpPr>
          <p:cNvPr id="124" name="一碗沙拉配有炒饭、水煮蛋和一双筷子"/>
          <p:cNvSpPr>
            <a:spLocks noGrp="1"/>
          </p:cNvSpPr>
          <p:nvPr>
            <p:ph type="pic" sz="quarter" idx="21"/>
          </p:nvPr>
        </p:nvSpPr>
        <p:spPr>
          <a:xfrm>
            <a:off x="7880350" y="508000"/>
            <a:ext cx="3719550" cy="2974839"/>
          </a:xfrm>
          <a:prstGeom prst="rect">
            <a:avLst/>
          </a:prstGeom>
        </p:spPr>
        <p:txBody>
          <a:bodyPr lIns="91439" tIns="45719" rIns="91439" bIns="45719">
            <a:noAutofit/>
          </a:bodyPr>
          <a:lstStyle/>
          <a:p>
            <a:endParaRPr/>
          </a:p>
        </p:txBody>
      </p:sp>
      <p:sp>
        <p:nvSpPr>
          <p:cNvPr id="125" name="一碗三文鱼饼、沙拉和鹰嘴豆泥"/>
          <p:cNvSpPr>
            <a:spLocks noGrp="1"/>
          </p:cNvSpPr>
          <p:nvPr>
            <p:ph type="pic" sz="half" idx="22"/>
          </p:nvPr>
        </p:nvSpPr>
        <p:spPr>
          <a:xfrm>
            <a:off x="6750050" y="1989138"/>
            <a:ext cx="5219700" cy="6075091"/>
          </a:xfrm>
          <a:prstGeom prst="rect">
            <a:avLst/>
          </a:prstGeom>
        </p:spPr>
        <p:txBody>
          <a:bodyPr lIns="91439" tIns="45719" rIns="91439" bIns="45719">
            <a:noAutofit/>
          </a:bodyPr>
          <a:lstStyle/>
          <a:p>
            <a:endParaRPr/>
          </a:p>
        </p:txBody>
      </p:sp>
      <p:sp>
        <p:nvSpPr>
          <p:cNvPr id="126" name="一碗宽意大利面配有欧芹黄油、烤榛子和帕尔马干酪"/>
          <p:cNvSpPr>
            <a:spLocks noGrp="1"/>
          </p:cNvSpPr>
          <p:nvPr>
            <p:ph type="pic" idx="23"/>
          </p:nvPr>
        </p:nvSpPr>
        <p:spPr>
          <a:xfrm>
            <a:off x="-69850" y="247650"/>
            <a:ext cx="8305800" cy="6229350"/>
          </a:xfrm>
          <a:prstGeom prst="rect">
            <a:avLst/>
          </a:prstGeom>
        </p:spPr>
        <p:txBody>
          <a:bodyPr lIns="91439" tIns="45719" rIns="91439" bIns="45719">
            <a:noAutofit/>
          </a:bodyPr>
          <a:lstStyle/>
          <a:p>
            <a:endParaRPr/>
          </a:p>
        </p:txBody>
      </p:sp>
      <p:sp>
        <p:nvSpPr>
          <p:cNvPr id="127"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type="tx">
  <p:cSld name="照片">
    <p:spTree>
      <p:nvGrpSpPr>
        <p:cNvPr id="1" name=""/>
        <p:cNvGrpSpPr/>
        <p:nvPr/>
      </p:nvGrpSpPr>
      <p:grpSpPr>
        <a:xfrm>
          <a:off x="0" y="0"/>
          <a:ext cx="0" cy="0"/>
          <a:chOff x="0" y="0"/>
          <a:chExt cx="0" cy="0"/>
        </a:xfrm>
      </p:grpSpPr>
      <p:sp>
        <p:nvSpPr>
          <p:cNvPr id="134" name="一碗沙拉配有炒饭、水煮蛋和一双筷子"/>
          <p:cNvSpPr>
            <a:spLocks noGrp="1"/>
          </p:cNvSpPr>
          <p:nvPr>
            <p:ph type="pic" idx="21"/>
          </p:nvPr>
        </p:nvSpPr>
        <p:spPr>
          <a:xfrm>
            <a:off x="-666750" y="-2762250"/>
            <a:ext cx="13525500" cy="10820400"/>
          </a:xfrm>
          <a:prstGeom prst="rect">
            <a:avLst/>
          </a:prstGeom>
        </p:spPr>
        <p:txBody>
          <a:bodyPr lIns="91439" tIns="45719" rIns="91439" bIns="45719">
            <a:noAutofit/>
          </a:bodyPr>
          <a:lstStyle/>
          <a:p>
            <a:endParaRPr/>
          </a:p>
        </p:txBody>
      </p:sp>
      <p:sp>
        <p:nvSpPr>
          <p:cNvPr id="135" name="幻灯片编号"/>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rPr/>
              <a:t>‹#›</a:t>
            </a:fld>
            <a:endParaRPr/>
          </a:p>
        </p:txBody>
      </p:sp>
    </p:spTree>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42"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6.pn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theme" Target="../theme/theme3.xml"/><Relationship Id="rId4" Type="http://schemas.openxmlformats.org/officeDocument/2006/relationships/slideLayout" Target="../slideLayouts/slideLayout8.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9.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1.xml"/><Relationship Id="rId1" Type="http://schemas.openxmlformats.org/officeDocument/2006/relationships/slideLayout" Target="../slideLayouts/slideLayout10.xml"/><Relationship Id="rId4"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6" Type="http://schemas.openxmlformats.org/officeDocument/2006/relationships/theme" Target="../theme/theme8.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像" descr="图像"/>
          <p:cNvPicPr>
            <a:picLocks noChangeAspect="1"/>
          </p:cNvPicPr>
          <p:nvPr userDrawn="1"/>
        </p:nvPicPr>
        <p:blipFill>
          <a:blip r:embed="rId3"/>
          <a:stretch>
            <a:fillRect/>
          </a:stretch>
        </p:blipFill>
        <p:spPr>
          <a:xfrm flipH="1">
            <a:off x="140291" y="1206041"/>
            <a:ext cx="12051712" cy="5350024"/>
          </a:xfrm>
          <a:prstGeom prst="rect">
            <a:avLst/>
          </a:prstGeom>
          <a:ln w="12700">
            <a:miter lim="400000"/>
            <a:headEnd/>
            <a:tailEnd/>
          </a:ln>
        </p:spPr>
      </p:pic>
      <p:pic>
        <p:nvPicPr>
          <p:cNvPr id="8" name="图像" descr="图像"/>
          <p:cNvPicPr>
            <a:picLocks noChangeAspect="1"/>
          </p:cNvPicPr>
          <p:nvPr userDrawn="1"/>
        </p:nvPicPr>
        <p:blipFill rotWithShape="1">
          <a:blip r:embed="rId4"/>
          <a:srcRect r="-709" b="22094"/>
          <a:stretch>
            <a:fillRect/>
          </a:stretch>
        </p:blipFill>
        <p:spPr>
          <a:xfrm>
            <a:off x="707919" y="381828"/>
            <a:ext cx="3525415" cy="1598355"/>
          </a:xfrm>
          <a:prstGeom prst="rect">
            <a:avLst/>
          </a:prstGeom>
          <a:ln w="12700">
            <a:miter lim="400000"/>
            <a:headEnd/>
            <a:tailEnd/>
          </a:ln>
        </p:spPr>
      </p:pic>
      <p:pic>
        <p:nvPicPr>
          <p:cNvPr id="9" name="图像" descr="图像"/>
          <p:cNvPicPr>
            <a:picLocks noChangeAspect="1"/>
          </p:cNvPicPr>
          <p:nvPr userDrawn="1"/>
        </p:nvPicPr>
        <p:blipFill>
          <a:blip r:embed="rId5"/>
          <a:stretch>
            <a:fillRect/>
          </a:stretch>
        </p:blipFill>
        <p:spPr>
          <a:xfrm>
            <a:off x="7803121" y="158525"/>
            <a:ext cx="4178739" cy="476475"/>
          </a:xfrm>
          <a:prstGeom prst="rect">
            <a:avLst/>
          </a:prstGeom>
          <a:ln w="12700">
            <a:miter lim="400000"/>
            <a:headEnd/>
            <a:tailEnd/>
          </a:ln>
        </p:spPr>
      </p:pic>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l" defTabSz="457200"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zh-CN"/>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CD1132"/>
        </a:solidFill>
        <a:effectLst/>
      </p:bgPr>
    </p:bg>
    <p:spTree>
      <p:nvGrpSpPr>
        <p:cNvPr id="1" name=""/>
        <p:cNvGrpSpPr/>
        <p:nvPr/>
      </p:nvGrpSpPr>
      <p:grpSpPr>
        <a:xfrm>
          <a:off x="0" y="0"/>
          <a:ext cx="0" cy="0"/>
          <a:chOff x="0" y="0"/>
          <a:chExt cx="0" cy="0"/>
        </a:xfrm>
      </p:grpSpPr>
      <p:sp>
        <p:nvSpPr>
          <p:cNvPr id="6" name="灯片编号占位符 5"/>
          <p:cNvSpPr>
            <a:spLocks noGrp="1"/>
          </p:cNvSpPr>
          <p:nvPr>
            <p:ph type="sldNum" sz="quarter" idx="4"/>
          </p:nvPr>
        </p:nvSpPr>
        <p:spPr>
          <a:xfrm>
            <a:off x="11734800" y="6488700"/>
            <a:ext cx="304800" cy="365125"/>
          </a:xfrm>
          <a:prstGeom prst="rect">
            <a:avLst/>
          </a:prstGeom>
        </p:spPr>
        <p:txBody>
          <a:bodyPr vert="horz" lIns="91440" tIns="45720" rIns="91440" bIns="45720" rtlCol="0" anchor="ctr"/>
          <a:lstStyle>
            <a:lvl1pPr algn="r">
              <a:defRPr sz="800">
                <a:solidFill>
                  <a:schemeClr val="bg1"/>
                </a:solidFill>
              </a:defRPr>
            </a:lvl1pPr>
          </a:lstStyle>
          <a:p>
            <a:fld id="{FED3B7B8-F059-4BE7-A800-D12FDB5E26F8}" type="slidenum">
              <a:rPr lang="zh-CN" altLang="en-US" smtClean="0"/>
              <a:t>‹#›</a:t>
            </a:fld>
            <a:endParaRPr lang="zh-CN" altLang="en-US"/>
          </a:p>
        </p:txBody>
      </p:sp>
      <p:pic>
        <p:nvPicPr>
          <p:cNvPr id="7" name="图像" descr="图像"/>
          <p:cNvPicPr>
            <a:picLocks noChangeAspect="1"/>
          </p:cNvPicPr>
          <p:nvPr userDrawn="1"/>
        </p:nvPicPr>
        <p:blipFill>
          <a:blip r:embed="rId5"/>
          <a:stretch>
            <a:fillRect/>
          </a:stretch>
        </p:blipFill>
        <p:spPr>
          <a:xfrm>
            <a:off x="6648787" y="1434993"/>
            <a:ext cx="5543213" cy="5423009"/>
          </a:xfrm>
          <a:prstGeom prst="rect">
            <a:avLst/>
          </a:prstGeom>
          <a:ln w="12700">
            <a:miter lim="400000"/>
            <a:headEnd/>
            <a:tailEnd/>
          </a:ln>
        </p:spPr>
      </p:pic>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Lst>
  <p:hf hdr="0" ftr="0" dt="0"/>
  <p:txStyles>
    <p:titleStyle>
      <a:lvl1pPr algn="l" defTabSz="457200"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zh-CN"/>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5" name="矩形"/>
          <p:cNvSpPr/>
          <p:nvPr userDrawn="1"/>
        </p:nvSpPr>
        <p:spPr>
          <a:xfrm>
            <a:off x="-9508" y="1"/>
            <a:ext cx="12204768" cy="1125183"/>
          </a:xfrm>
          <a:prstGeom prst="rect">
            <a:avLst/>
          </a:prstGeom>
          <a:solidFill>
            <a:srgbClr val="CD1132"/>
          </a:solidFill>
          <a:ln w="12700">
            <a:miter lim="400000"/>
          </a:ln>
        </p:spPr>
        <p:txBody>
          <a:bodyPr lIns="0" tIns="0" rIns="0" bIns="0" anchor="ctr"/>
          <a:lstStyle/>
          <a:p>
            <a:pPr algn="l" defTabSz="457200">
              <a:defRPr>
                <a:solidFill>
                  <a:srgbClr val="123668"/>
                </a:solidFill>
                <a:latin typeface="Arial Black" panose="020B0A04020102020204"/>
                <a:ea typeface="Arial Black" panose="020B0A04020102020204"/>
                <a:cs typeface="Arial Black" panose="020B0A04020102020204"/>
                <a:sym typeface="Arial Black" panose="020B0A04020102020204"/>
              </a:defRPr>
            </a:pPr>
            <a:endParaRPr sz="410"/>
          </a:p>
        </p:txBody>
      </p:sp>
      <p:sp>
        <p:nvSpPr>
          <p:cNvPr id="2" name="幻灯片标题"/>
          <p:cNvSpPr txBox="1">
            <a:spLocks noGrp="1"/>
          </p:cNvSpPr>
          <p:nvPr>
            <p:ph type="title" hasCustomPrompt="1"/>
          </p:nvPr>
        </p:nvSpPr>
        <p:spPr>
          <a:xfrm>
            <a:off x="379664" y="339874"/>
            <a:ext cx="5451643" cy="445441"/>
          </a:xfrm>
          <a:prstGeom prst="rect">
            <a:avLst/>
          </a:prstGeom>
          <a:ln w="12700">
            <a:miter lim="400000"/>
          </a:ln>
        </p:spPr>
        <p:txBody>
          <a:bodyPr lIns="50800" tIns="50800" rIns="50800" bIns="50800">
            <a:normAutofit/>
          </a:bodyPr>
          <a:lstStyle/>
          <a:p>
            <a:r>
              <a:rPr dirty="0" err="1"/>
              <a:t>幻灯片标题</a:t>
            </a:r>
            <a:endParaRPr dirty="0"/>
          </a:p>
        </p:txBody>
      </p:sp>
      <p:pic>
        <p:nvPicPr>
          <p:cNvPr id="6" name="图像" descr="图像"/>
          <p:cNvPicPr>
            <a:picLocks noChangeAspect="1"/>
          </p:cNvPicPr>
          <p:nvPr userDrawn="1"/>
        </p:nvPicPr>
        <p:blipFill>
          <a:blip r:embed="rId6" cstate="screen"/>
          <a:stretch>
            <a:fillRect/>
          </a:stretch>
        </p:blipFill>
        <p:spPr>
          <a:xfrm>
            <a:off x="10235402" y="339874"/>
            <a:ext cx="1570815" cy="418361"/>
          </a:xfrm>
          <a:prstGeom prst="rect">
            <a:avLst/>
          </a:prstGeom>
          <a:ln w="12700">
            <a:miter lim="400000"/>
            <a:headEnd/>
            <a:tailEnd/>
          </a:ln>
        </p:spPr>
      </p:pic>
      <p:sp>
        <p:nvSpPr>
          <p:cNvPr id="13" name="线条"/>
          <p:cNvSpPr/>
          <p:nvPr userDrawn="1"/>
        </p:nvSpPr>
        <p:spPr>
          <a:xfrm>
            <a:off x="198946" y="6393089"/>
            <a:ext cx="11794109" cy="0"/>
          </a:xfrm>
          <a:prstGeom prst="line">
            <a:avLst/>
          </a:prstGeom>
          <a:ln w="6350">
            <a:solidFill>
              <a:srgbClr val="5E5E5E"/>
            </a:solidFill>
            <a:miter lim="400000"/>
          </a:ln>
        </p:spPr>
        <p:txBody>
          <a:bodyPr lIns="22859" tIns="22859" rIns="22859" bIns="22859"/>
          <a:lstStyle/>
          <a:p>
            <a:pPr algn="l" defTabSz="457200">
              <a:defRPr sz="1800">
                <a:solidFill>
                  <a:srgbClr val="000000"/>
                </a:solidFill>
                <a:latin typeface="Arial" panose="020B0604020202020204"/>
                <a:ea typeface="Arial" panose="020B0604020202020204"/>
                <a:cs typeface="Arial" panose="020B0604020202020204"/>
                <a:sym typeface="Arial" panose="020B0604020202020204"/>
              </a:defRPr>
            </a:pPr>
            <a:endParaRPr sz="900"/>
          </a:p>
        </p:txBody>
      </p:sp>
      <p:sp>
        <p:nvSpPr>
          <p:cNvPr id="14" name="线条"/>
          <p:cNvSpPr/>
          <p:nvPr userDrawn="1"/>
        </p:nvSpPr>
        <p:spPr>
          <a:xfrm>
            <a:off x="198946" y="6345463"/>
            <a:ext cx="11794109" cy="0"/>
          </a:xfrm>
          <a:prstGeom prst="line">
            <a:avLst/>
          </a:prstGeom>
          <a:ln w="19050">
            <a:solidFill>
              <a:srgbClr val="5E5E5E"/>
            </a:solidFill>
            <a:miter lim="400000"/>
          </a:ln>
        </p:spPr>
        <p:txBody>
          <a:bodyPr lIns="22859" tIns="22859" rIns="22859" bIns="22859"/>
          <a:lstStyle/>
          <a:p>
            <a:pPr algn="l" defTabSz="457200">
              <a:defRPr sz="1800">
                <a:solidFill>
                  <a:srgbClr val="000000"/>
                </a:solidFill>
                <a:latin typeface="Arial" panose="020B0604020202020204"/>
                <a:ea typeface="Arial" panose="020B0604020202020204"/>
                <a:cs typeface="Arial" panose="020B0604020202020204"/>
                <a:sym typeface="Arial" panose="020B0604020202020204"/>
              </a:defRPr>
            </a:pPr>
            <a:endParaRPr sz="900"/>
          </a:p>
        </p:txBody>
      </p:sp>
      <p:pic>
        <p:nvPicPr>
          <p:cNvPr id="15" name="图像" descr="图像"/>
          <p:cNvPicPr>
            <a:picLocks noChangeAspect="1"/>
          </p:cNvPicPr>
          <p:nvPr userDrawn="1"/>
        </p:nvPicPr>
        <p:blipFill>
          <a:blip r:embed="rId7" cstate="screen"/>
          <a:stretch>
            <a:fillRect/>
          </a:stretch>
        </p:blipFill>
        <p:spPr>
          <a:xfrm>
            <a:off x="530849" y="6517947"/>
            <a:ext cx="1040663" cy="175740"/>
          </a:xfrm>
          <a:prstGeom prst="rect">
            <a:avLst/>
          </a:prstGeom>
          <a:ln w="12700">
            <a:miter lim="400000"/>
            <a:headEnd/>
            <a:tailEnd/>
          </a:ln>
        </p:spPr>
      </p:pic>
      <p:sp>
        <p:nvSpPr>
          <p:cNvPr id="17" name="灯片编号占位符 2"/>
          <p:cNvSpPr>
            <a:spLocks noGrp="1"/>
          </p:cNvSpPr>
          <p:nvPr>
            <p:ph type="sldNum" sz="quarter" idx="10"/>
          </p:nvPr>
        </p:nvSpPr>
        <p:spPr>
          <a:xfrm>
            <a:off x="11493503" y="6452512"/>
            <a:ext cx="449291" cy="275289"/>
          </a:xfrm>
          <a:prstGeom prst="rect">
            <a:avLst/>
          </a:prstGeom>
        </p:spPr>
        <p:txBody>
          <a:bodyPr/>
          <a:lstStyle/>
          <a:p>
            <a:fld id="{86CB4B4D-7CA3-9044-876B-883B54F8677D}" type="slidenum">
              <a:rPr lang="en-US" altLang="zh-CN" smtClean="0"/>
              <a:t>‹#›</a:t>
            </a:fld>
            <a:endParaRPr lang="zh-CN" altLang="en-US" dirty="0"/>
          </a:p>
        </p:txBody>
      </p:sp>
      <p:sp>
        <p:nvSpPr>
          <p:cNvPr id="10" name="文本框 9"/>
          <p:cNvSpPr txBox="1"/>
          <p:nvPr userDrawn="1"/>
        </p:nvSpPr>
        <p:spPr>
          <a:xfrm>
            <a:off x="8752866" y="6451162"/>
            <a:ext cx="1675460" cy="230832"/>
          </a:xfrm>
          <a:prstGeom prst="rect">
            <a:avLst/>
          </a:prstGeom>
          <a:noFill/>
        </p:spPr>
        <p:txBody>
          <a:bodyPr wrap="none" rtlCol="0">
            <a:spAutoFit/>
          </a:bodyPr>
          <a:lstStyle/>
          <a:p>
            <a:pPr algn="ctr" defTabSz="1219200" hangingPunct="0"/>
            <a:r>
              <a:rPr lang="zh-CN" altLang="en-US" sz="900" kern="0" dirty="0">
                <a:solidFill>
                  <a:srgbClr val="1F1F1F">
                    <a:lumMod val="40000"/>
                    <a:lumOff val="60000"/>
                  </a:srgbClr>
                </a:solidFill>
                <a:latin typeface="微软雅黑" panose="020B0503020204020204" pitchFamily="34" charset="-122"/>
                <a:ea typeface="微软雅黑" panose="020B0503020204020204" pitchFamily="34" charset="-122"/>
                <a:sym typeface="Helvetica Neue" panose="02000503000000020004"/>
              </a:rPr>
              <a:t>**基金有风险，投资须谨慎。</a:t>
            </a:r>
            <a:endParaRPr kumimoji="1" lang="zh-CN" altLang="en-US" sz="2000" kern="0" dirty="0">
              <a:solidFill>
                <a:srgbClr val="1F1F1F">
                  <a:lumMod val="40000"/>
                  <a:lumOff val="60000"/>
                </a:srgbClr>
              </a:solidFill>
              <a:sym typeface="Helvetica Neue" panose="02000503000000020004"/>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87" r:id="rId3"/>
    <p:sldLayoutId id="2147483689" r:id="rId4"/>
  </p:sldLayoutIdLst>
  <p:transition spd="med"/>
  <p:hf hdr="0" ftr="0" dt="0"/>
  <p:txStyles>
    <p:titleStyle>
      <a:lvl1pPr marL="0" marR="0" indent="0" algn="l" defTabSz="1219200" rtl="0" latinLnBrk="0">
        <a:lnSpc>
          <a:spcPct val="80000"/>
        </a:lnSpc>
        <a:spcBef>
          <a:spcPts val="0"/>
        </a:spcBef>
        <a:spcAft>
          <a:spcPts val="0"/>
        </a:spcAft>
        <a:buClrTx/>
        <a:buSzTx/>
        <a:buFontTx/>
        <a:buNone/>
        <a:defRPr sz="3600" b="1" i="0" u="none" strike="noStrike" cap="none" spc="-85" baseline="0">
          <a:solidFill>
            <a:schemeClr val="bg1"/>
          </a:solidFill>
          <a:uFillTx/>
          <a:latin typeface="+mj-ea"/>
          <a:ea typeface="+mj-ea"/>
          <a:cs typeface="+mn-cs"/>
          <a:sym typeface="Helvetica Neue" panose="02000503000000020004"/>
        </a:defRPr>
      </a:lvl1pPr>
      <a:lvl2pPr marL="0" marR="0" indent="2286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2pPr>
      <a:lvl3pPr marL="0" marR="0" indent="4572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3pPr>
      <a:lvl4pPr marL="0" marR="0" indent="6858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4pPr>
      <a:lvl5pPr marL="0" marR="0" indent="9144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5pPr>
      <a:lvl6pPr marL="0" marR="0" indent="11430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6pPr>
      <a:lvl7pPr marL="0" marR="0" indent="13716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7pPr>
      <a:lvl8pPr marL="0" marR="0" indent="16002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8pPr>
      <a:lvl9pPr marL="0" marR="0" indent="18288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9pPr>
    </p:titleStyle>
    <p:bodyStyle>
      <a:lvl1pPr marL="3048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1pPr>
      <a:lvl2pPr marL="6096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2pPr>
      <a:lvl3pPr marL="9144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3pPr>
      <a:lvl4pPr marL="12192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4pPr>
      <a:lvl5pPr marL="15240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5pPr>
      <a:lvl6pPr marL="18288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6pPr>
      <a:lvl7pPr marL="21336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7pPr>
      <a:lvl8pPr marL="24384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8pPr>
      <a:lvl9pPr marL="27432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9pPr>
    </p:bodyStyle>
    <p:otherStyle>
      <a:lvl1pPr marL="0" marR="0" indent="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1pPr>
      <a:lvl2pPr marL="0" marR="0" indent="2286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2pPr>
      <a:lvl3pPr marL="0" marR="0" indent="4572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3pPr>
      <a:lvl4pPr marL="0" marR="0" indent="6858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4pPr>
      <a:lvl5pPr marL="0" marR="0" indent="9144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5pPr>
      <a:lvl6pPr marL="0" marR="0" indent="11430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6pPr>
      <a:lvl7pPr marL="0" marR="0" indent="13716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7pPr>
      <a:lvl8pPr marL="0" marR="0" indent="16002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8pPr>
      <a:lvl9pPr marL="0" marR="0" indent="18288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Lst>
  <p:hf hdr="0" ftr="0" dt="0"/>
  <p:txStyles>
    <p:titleStyle>
      <a:lvl1pPr algn="l" defTabSz="457200"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zh-CN"/>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CD1132"/>
        </a:solidFill>
        <a:effectLst/>
      </p:bgPr>
    </p:bg>
    <p:spTree>
      <p:nvGrpSpPr>
        <p:cNvPr id="1" name=""/>
        <p:cNvGrpSpPr/>
        <p:nvPr/>
      </p:nvGrpSpPr>
      <p:grpSpPr>
        <a:xfrm>
          <a:off x="0" y="0"/>
          <a:ext cx="0" cy="0"/>
          <a:chOff x="0" y="0"/>
          <a:chExt cx="0" cy="0"/>
        </a:xfrm>
      </p:grpSpPr>
      <p:sp>
        <p:nvSpPr>
          <p:cNvPr id="6" name="灯片编号占位符 5"/>
          <p:cNvSpPr>
            <a:spLocks noGrp="1"/>
          </p:cNvSpPr>
          <p:nvPr>
            <p:ph type="sldNum" sz="quarter" idx="4"/>
          </p:nvPr>
        </p:nvSpPr>
        <p:spPr>
          <a:xfrm>
            <a:off x="11734800" y="6488698"/>
            <a:ext cx="304800" cy="365125"/>
          </a:xfrm>
          <a:prstGeom prst="rect">
            <a:avLst/>
          </a:prstGeom>
        </p:spPr>
        <p:txBody>
          <a:bodyPr vert="horz" lIns="91440" tIns="45720" rIns="91440" bIns="45720" rtlCol="0" anchor="ctr"/>
          <a:lstStyle>
            <a:lvl1pPr algn="r">
              <a:defRPr sz="800">
                <a:solidFill>
                  <a:schemeClr val="bg1"/>
                </a:solidFill>
              </a:defRPr>
            </a:lvl1pPr>
          </a:lstStyle>
          <a:p>
            <a:pPr defTabSz="1219200"/>
            <a:fld id="{FED3B7B8-F059-4BE7-A800-D12FDB5E26F8}" type="slidenum">
              <a:rPr lang="zh-CN" altLang="en-US" smtClean="0">
                <a:solidFill>
                  <a:prstClr val="white"/>
                </a:solidFill>
              </a:rPr>
              <a:t>‹#›</a:t>
            </a:fld>
            <a:endParaRPr lang="zh-CN" altLang="en-US">
              <a:solidFill>
                <a:prstClr val="white"/>
              </a:solidFill>
            </a:endParaRPr>
          </a:p>
        </p:txBody>
      </p:sp>
      <p:pic>
        <p:nvPicPr>
          <p:cNvPr id="7" name="图像" descr="图像"/>
          <p:cNvPicPr>
            <a:picLocks noChangeAspect="1"/>
          </p:cNvPicPr>
          <p:nvPr userDrawn="1"/>
        </p:nvPicPr>
        <p:blipFill>
          <a:blip r:embed="rId4"/>
          <a:stretch>
            <a:fillRect/>
          </a:stretch>
        </p:blipFill>
        <p:spPr>
          <a:xfrm>
            <a:off x="6648786" y="1434993"/>
            <a:ext cx="5543214" cy="5423009"/>
          </a:xfrm>
          <a:prstGeom prst="rect">
            <a:avLst/>
          </a:prstGeom>
          <a:ln w="12700">
            <a:miter lim="4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457200"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zh-CN"/>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幻灯片编号"/>
          <p:cNvSpPr txBox="1">
            <a:spLocks noGrp="1"/>
          </p:cNvSpPr>
          <p:nvPr>
            <p:ph type="sldNum" sz="quarter" idx="2"/>
          </p:nvPr>
        </p:nvSpPr>
        <p:spPr>
          <a:xfrm>
            <a:off x="11684387" y="6474009"/>
            <a:ext cx="243657" cy="241092"/>
          </a:xfrm>
          <a:prstGeom prst="rect">
            <a:avLst/>
          </a:prstGeom>
          <a:ln w="12700">
            <a:miter lim="400000"/>
          </a:ln>
        </p:spPr>
        <p:txBody>
          <a:bodyPr wrap="none" lIns="50800" tIns="50800" rIns="50800" bIns="50800" anchor="b">
            <a:spAutoFit/>
          </a:bodyPr>
          <a:lstStyle>
            <a:lvl1pPr defTabSz="146050">
              <a:defRPr sz="900">
                <a:solidFill>
                  <a:srgbClr val="000000"/>
                </a:solidFill>
              </a:defRPr>
            </a:lvl1pPr>
          </a:lstStyle>
          <a:p>
            <a:fld id="{86CB4B4D-7CA3-9044-876B-883B54F8677D}" type="slidenum">
              <a:rPr/>
              <a:t>‹#›</a:t>
            </a:fld>
            <a:endParaRPr dirty="0"/>
          </a:p>
        </p:txBody>
      </p:sp>
      <p:sp>
        <p:nvSpPr>
          <p:cNvPr id="5" name="矩形"/>
          <p:cNvSpPr/>
          <p:nvPr userDrawn="1"/>
        </p:nvSpPr>
        <p:spPr>
          <a:xfrm>
            <a:off x="-9509" y="1"/>
            <a:ext cx="12204769" cy="1125182"/>
          </a:xfrm>
          <a:prstGeom prst="rect">
            <a:avLst/>
          </a:prstGeom>
          <a:solidFill>
            <a:srgbClr val="CD1132"/>
          </a:solidFill>
          <a:ln w="12700">
            <a:miter lim="400000"/>
          </a:ln>
        </p:spPr>
        <p:txBody>
          <a:bodyPr lIns="0" tIns="0" rIns="0" bIns="0" anchor="ctr"/>
          <a:lstStyle/>
          <a:p>
            <a:pPr defTabSz="228600">
              <a:defRPr>
                <a:solidFill>
                  <a:srgbClr val="123668"/>
                </a:solidFill>
                <a:latin typeface="Arial Black" panose="020B0A04020102020204"/>
                <a:ea typeface="Arial Black" panose="020B0A04020102020204"/>
                <a:cs typeface="Arial Black" panose="020B0A04020102020204"/>
                <a:sym typeface="Arial Black" panose="020B0A04020102020204"/>
              </a:defRPr>
            </a:pPr>
            <a:endParaRPr sz="1200" dirty="0">
              <a:solidFill>
                <a:srgbClr val="123668"/>
              </a:solidFill>
              <a:latin typeface="Arial Black" panose="020B0A04020102020204"/>
              <a:ea typeface="Arial Black" panose="020B0A04020102020204"/>
              <a:cs typeface="Arial Black" panose="020B0A04020102020204"/>
              <a:sym typeface="Arial Black" panose="020B0A04020102020204"/>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Lst>
  <p:transition spd="med"/>
  <p:txStyles>
    <p:titleStyle>
      <a:lvl1pPr marL="0" marR="0" indent="0" algn="l" defTabSz="1219200" rtl="0" latinLnBrk="0">
        <a:lnSpc>
          <a:spcPct val="80000"/>
        </a:lnSpc>
        <a:spcBef>
          <a:spcPct val="1000"/>
        </a:spcBef>
        <a:spcAft>
          <a:spcPts val="0"/>
        </a:spcAft>
        <a:buClrTx/>
        <a:buSzTx/>
        <a:buFontTx/>
        <a:buNone/>
        <a:defRPr sz="3600" b="1" i="0" u="none" strike="noStrike" cap="none" spc="-43" baseline="0">
          <a:solidFill>
            <a:schemeClr val="bg1"/>
          </a:solidFill>
          <a:uFillTx/>
          <a:latin typeface="+mj-ea"/>
          <a:ea typeface="+mj-ea"/>
          <a:cs typeface="+mn-cs"/>
          <a:sym typeface="Helvetica Neue" panose="02000503000000020004"/>
        </a:defRPr>
      </a:lvl1pPr>
      <a:lvl2pPr marL="0" marR="0" indent="114300" algn="l" defTabSz="609600" rtl="0" latinLnBrk="0">
        <a:lnSpc>
          <a:spcPct val="80000"/>
        </a:lnSpc>
        <a:spcBef>
          <a:spcPts val="0"/>
        </a:spcBef>
        <a:spcAft>
          <a:spcPts val="0"/>
        </a:spcAft>
        <a:buClrTx/>
        <a:buSzTx/>
        <a:buFontTx/>
        <a:buNone/>
        <a:defRPr sz="2125" b="1" i="0" u="none" strike="noStrike" cap="none" spc="-43" baseline="0">
          <a:solidFill>
            <a:srgbClr val="000000"/>
          </a:solidFill>
          <a:uFillTx/>
          <a:latin typeface="+mn-lt"/>
          <a:ea typeface="+mn-ea"/>
          <a:cs typeface="+mn-cs"/>
          <a:sym typeface="Helvetica Neue" panose="02000503000000020004"/>
        </a:defRPr>
      </a:lvl2pPr>
      <a:lvl3pPr marL="0" marR="0" indent="228600" algn="l" defTabSz="609600" rtl="0" latinLnBrk="0">
        <a:lnSpc>
          <a:spcPct val="80000"/>
        </a:lnSpc>
        <a:spcBef>
          <a:spcPts val="0"/>
        </a:spcBef>
        <a:spcAft>
          <a:spcPts val="0"/>
        </a:spcAft>
        <a:buClrTx/>
        <a:buSzTx/>
        <a:buFontTx/>
        <a:buNone/>
        <a:defRPr sz="2125" b="1" i="0" u="none" strike="noStrike" cap="none" spc="-43" baseline="0">
          <a:solidFill>
            <a:srgbClr val="000000"/>
          </a:solidFill>
          <a:uFillTx/>
          <a:latin typeface="+mn-lt"/>
          <a:ea typeface="+mn-ea"/>
          <a:cs typeface="+mn-cs"/>
          <a:sym typeface="Helvetica Neue" panose="02000503000000020004"/>
        </a:defRPr>
      </a:lvl3pPr>
      <a:lvl4pPr marL="0" marR="0" indent="342900" algn="l" defTabSz="609600" rtl="0" latinLnBrk="0">
        <a:lnSpc>
          <a:spcPct val="80000"/>
        </a:lnSpc>
        <a:spcBef>
          <a:spcPts val="0"/>
        </a:spcBef>
        <a:spcAft>
          <a:spcPts val="0"/>
        </a:spcAft>
        <a:buClrTx/>
        <a:buSzTx/>
        <a:buFontTx/>
        <a:buNone/>
        <a:defRPr sz="2125" b="1" i="0" u="none" strike="noStrike" cap="none" spc="-43" baseline="0">
          <a:solidFill>
            <a:srgbClr val="000000"/>
          </a:solidFill>
          <a:uFillTx/>
          <a:latin typeface="+mn-lt"/>
          <a:ea typeface="+mn-ea"/>
          <a:cs typeface="+mn-cs"/>
          <a:sym typeface="Helvetica Neue" panose="02000503000000020004"/>
        </a:defRPr>
      </a:lvl4pPr>
      <a:lvl5pPr marL="0" marR="0" indent="457200" algn="l" defTabSz="609600" rtl="0" latinLnBrk="0">
        <a:lnSpc>
          <a:spcPct val="80000"/>
        </a:lnSpc>
        <a:spcBef>
          <a:spcPts val="0"/>
        </a:spcBef>
        <a:spcAft>
          <a:spcPts val="0"/>
        </a:spcAft>
        <a:buClrTx/>
        <a:buSzTx/>
        <a:buFontTx/>
        <a:buNone/>
        <a:defRPr sz="2125" b="1" i="0" u="none" strike="noStrike" cap="none" spc="-43" baseline="0">
          <a:solidFill>
            <a:srgbClr val="000000"/>
          </a:solidFill>
          <a:uFillTx/>
          <a:latin typeface="+mn-lt"/>
          <a:ea typeface="+mn-ea"/>
          <a:cs typeface="+mn-cs"/>
          <a:sym typeface="Helvetica Neue" panose="02000503000000020004"/>
        </a:defRPr>
      </a:lvl5pPr>
      <a:lvl6pPr marL="0" marR="0" indent="571500" algn="l" defTabSz="609600" rtl="0" latinLnBrk="0">
        <a:lnSpc>
          <a:spcPct val="80000"/>
        </a:lnSpc>
        <a:spcBef>
          <a:spcPts val="0"/>
        </a:spcBef>
        <a:spcAft>
          <a:spcPts val="0"/>
        </a:spcAft>
        <a:buClrTx/>
        <a:buSzTx/>
        <a:buFontTx/>
        <a:buNone/>
        <a:defRPr sz="2125" b="1" i="0" u="none" strike="noStrike" cap="none" spc="-43" baseline="0">
          <a:solidFill>
            <a:srgbClr val="000000"/>
          </a:solidFill>
          <a:uFillTx/>
          <a:latin typeface="+mn-lt"/>
          <a:ea typeface="+mn-ea"/>
          <a:cs typeface="+mn-cs"/>
          <a:sym typeface="Helvetica Neue" panose="02000503000000020004"/>
        </a:defRPr>
      </a:lvl6pPr>
      <a:lvl7pPr marL="0" marR="0" indent="685800" algn="l" defTabSz="609600" rtl="0" latinLnBrk="0">
        <a:lnSpc>
          <a:spcPct val="80000"/>
        </a:lnSpc>
        <a:spcBef>
          <a:spcPts val="0"/>
        </a:spcBef>
        <a:spcAft>
          <a:spcPts val="0"/>
        </a:spcAft>
        <a:buClrTx/>
        <a:buSzTx/>
        <a:buFontTx/>
        <a:buNone/>
        <a:defRPr sz="2125" b="1" i="0" u="none" strike="noStrike" cap="none" spc="-43" baseline="0">
          <a:solidFill>
            <a:srgbClr val="000000"/>
          </a:solidFill>
          <a:uFillTx/>
          <a:latin typeface="+mn-lt"/>
          <a:ea typeface="+mn-ea"/>
          <a:cs typeface="+mn-cs"/>
          <a:sym typeface="Helvetica Neue" panose="02000503000000020004"/>
        </a:defRPr>
      </a:lvl7pPr>
      <a:lvl8pPr marL="0" marR="0" indent="800100" algn="l" defTabSz="609600" rtl="0" latinLnBrk="0">
        <a:lnSpc>
          <a:spcPct val="80000"/>
        </a:lnSpc>
        <a:spcBef>
          <a:spcPts val="0"/>
        </a:spcBef>
        <a:spcAft>
          <a:spcPts val="0"/>
        </a:spcAft>
        <a:buClrTx/>
        <a:buSzTx/>
        <a:buFontTx/>
        <a:buNone/>
        <a:defRPr sz="2125" b="1" i="0" u="none" strike="noStrike" cap="none" spc="-43" baseline="0">
          <a:solidFill>
            <a:srgbClr val="000000"/>
          </a:solidFill>
          <a:uFillTx/>
          <a:latin typeface="+mn-lt"/>
          <a:ea typeface="+mn-ea"/>
          <a:cs typeface="+mn-cs"/>
          <a:sym typeface="Helvetica Neue" panose="02000503000000020004"/>
        </a:defRPr>
      </a:lvl8pPr>
      <a:lvl9pPr marL="0" marR="0" indent="914400" algn="l" defTabSz="609600" rtl="0" latinLnBrk="0">
        <a:lnSpc>
          <a:spcPct val="80000"/>
        </a:lnSpc>
        <a:spcBef>
          <a:spcPts val="0"/>
        </a:spcBef>
        <a:spcAft>
          <a:spcPts val="0"/>
        </a:spcAft>
        <a:buClrTx/>
        <a:buSzTx/>
        <a:buFontTx/>
        <a:buNone/>
        <a:defRPr sz="2125" b="1" i="0" u="none" strike="noStrike" cap="none" spc="-43" baseline="0">
          <a:solidFill>
            <a:srgbClr val="000000"/>
          </a:solidFill>
          <a:uFillTx/>
          <a:latin typeface="+mn-lt"/>
          <a:ea typeface="+mn-ea"/>
          <a:cs typeface="+mn-cs"/>
          <a:sym typeface="Helvetica Neue" panose="02000503000000020004"/>
        </a:defRPr>
      </a:lvl9pPr>
    </p:titleStyle>
    <p:bodyStyle>
      <a:lvl1pPr marL="304800" marR="0" indent="-304800" algn="l" defTabSz="1219200" rtl="0" latinLnBrk="0">
        <a:lnSpc>
          <a:spcPct val="90000"/>
        </a:lnSpc>
        <a:spcBef>
          <a:spcPct val="90100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1pPr>
      <a:lvl2pPr marL="609600" marR="0" indent="-304800" algn="l" defTabSz="1219200" rtl="0" latinLnBrk="0">
        <a:lnSpc>
          <a:spcPct val="90000"/>
        </a:lnSpc>
        <a:spcBef>
          <a:spcPct val="90100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2pPr>
      <a:lvl3pPr marL="914400" marR="0" indent="-304800" algn="l" defTabSz="1219200" rtl="0" latinLnBrk="0">
        <a:lnSpc>
          <a:spcPct val="90000"/>
        </a:lnSpc>
        <a:spcBef>
          <a:spcPct val="90100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3pPr>
      <a:lvl4pPr marL="1219200" marR="0" indent="-304800" algn="l" defTabSz="1219200" rtl="0" latinLnBrk="0">
        <a:lnSpc>
          <a:spcPct val="90000"/>
        </a:lnSpc>
        <a:spcBef>
          <a:spcPct val="90100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4pPr>
      <a:lvl5pPr marL="1524000" marR="0" indent="-304800" algn="l" defTabSz="1219200" rtl="0" latinLnBrk="0">
        <a:lnSpc>
          <a:spcPct val="90000"/>
        </a:lnSpc>
        <a:spcBef>
          <a:spcPct val="90100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5pPr>
      <a:lvl6pPr marL="1828800" marR="0" indent="-304800" algn="l" defTabSz="1219200" rtl="0" latinLnBrk="0">
        <a:lnSpc>
          <a:spcPct val="90000"/>
        </a:lnSpc>
        <a:spcBef>
          <a:spcPct val="90100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6pPr>
      <a:lvl7pPr marL="2133600" marR="0" indent="-304800" algn="l" defTabSz="1219200" rtl="0" latinLnBrk="0">
        <a:lnSpc>
          <a:spcPct val="90000"/>
        </a:lnSpc>
        <a:spcBef>
          <a:spcPct val="90100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7pPr>
      <a:lvl8pPr marL="2438400" marR="0" indent="-304800" algn="l" defTabSz="1219200" rtl="0" latinLnBrk="0">
        <a:lnSpc>
          <a:spcPct val="90000"/>
        </a:lnSpc>
        <a:spcBef>
          <a:spcPct val="90100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8pPr>
      <a:lvl9pPr marL="2743200" marR="0" indent="-304800" algn="l" defTabSz="1219200" rtl="0" latinLnBrk="0">
        <a:lnSpc>
          <a:spcPct val="90000"/>
        </a:lnSpc>
        <a:spcBef>
          <a:spcPct val="90100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9pPr>
    </p:bodyStyle>
    <p:otherStyle>
      <a:lvl1pPr marL="0" marR="0" indent="0" algn="ctr" defTabSz="292100" rtl="0" latinLnBrk="0">
        <a:lnSpc>
          <a:spcPct val="100000"/>
        </a:lnSpc>
        <a:spcBef>
          <a:spcPct val="100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1pPr>
      <a:lvl2pPr marL="0" marR="0" indent="228600" algn="ctr" defTabSz="292100" rtl="0" latinLnBrk="0">
        <a:lnSpc>
          <a:spcPct val="100000"/>
        </a:lnSpc>
        <a:spcBef>
          <a:spcPct val="100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2pPr>
      <a:lvl3pPr marL="0" marR="0" indent="457200" algn="ctr" defTabSz="292100" rtl="0" latinLnBrk="0">
        <a:lnSpc>
          <a:spcPct val="100000"/>
        </a:lnSpc>
        <a:spcBef>
          <a:spcPct val="100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3pPr>
      <a:lvl4pPr marL="0" marR="0" indent="685800" algn="ctr" defTabSz="292100" rtl="0" latinLnBrk="0">
        <a:lnSpc>
          <a:spcPct val="100000"/>
        </a:lnSpc>
        <a:spcBef>
          <a:spcPct val="100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4pPr>
      <a:lvl5pPr marL="0" marR="0" indent="914400" algn="ctr" defTabSz="292100" rtl="0" latinLnBrk="0">
        <a:lnSpc>
          <a:spcPct val="100000"/>
        </a:lnSpc>
        <a:spcBef>
          <a:spcPct val="100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5pPr>
      <a:lvl6pPr marL="0" marR="0" indent="1143000" algn="ctr" defTabSz="292100" rtl="0" latinLnBrk="0">
        <a:lnSpc>
          <a:spcPct val="100000"/>
        </a:lnSpc>
        <a:spcBef>
          <a:spcPct val="100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6pPr>
      <a:lvl7pPr marL="0" marR="0" indent="1371600" algn="ctr" defTabSz="292100" rtl="0" latinLnBrk="0">
        <a:lnSpc>
          <a:spcPct val="100000"/>
        </a:lnSpc>
        <a:spcBef>
          <a:spcPct val="100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7pPr>
      <a:lvl8pPr marL="0" marR="0" indent="1600200" algn="ctr" defTabSz="292100" rtl="0" latinLnBrk="0">
        <a:lnSpc>
          <a:spcPct val="100000"/>
        </a:lnSpc>
        <a:spcBef>
          <a:spcPct val="100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8pPr>
      <a:lvl9pPr marL="0" marR="0" indent="1828800" algn="ctr" defTabSz="292100" rtl="0" latinLnBrk="0">
        <a:lnSpc>
          <a:spcPct val="100000"/>
        </a:lnSpc>
        <a:spcBef>
          <a:spcPct val="100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幻灯片编号"/>
          <p:cNvSpPr txBox="1">
            <a:spLocks noGrp="1"/>
          </p:cNvSpPr>
          <p:nvPr>
            <p:ph type="sldNum" sz="quarter" idx="2"/>
          </p:nvPr>
        </p:nvSpPr>
        <p:spPr>
          <a:xfrm>
            <a:off x="11684386" y="6474008"/>
            <a:ext cx="243657" cy="241092"/>
          </a:xfrm>
          <a:prstGeom prst="rect">
            <a:avLst/>
          </a:prstGeom>
          <a:ln w="12700">
            <a:miter lim="400000"/>
          </a:ln>
        </p:spPr>
        <p:txBody>
          <a:bodyPr wrap="none" lIns="50800" tIns="50800" rIns="50800" bIns="50800" anchor="b">
            <a:spAutoFit/>
          </a:bodyPr>
          <a:lstStyle>
            <a:lvl1pPr defTabSz="292100">
              <a:defRPr sz="900">
                <a:solidFill>
                  <a:srgbClr val="000000"/>
                </a:solidFill>
              </a:defRPr>
            </a:lvl1pPr>
          </a:lstStyle>
          <a:p>
            <a:fld id="{86CB4B4D-7CA3-9044-876B-883B54F8677D}" type="slidenum">
              <a:rPr/>
              <a:t>‹#›</a:t>
            </a:fld>
            <a:endParaRPr dirty="0"/>
          </a:p>
        </p:txBody>
      </p:sp>
      <p:sp>
        <p:nvSpPr>
          <p:cNvPr id="5" name="矩形"/>
          <p:cNvSpPr/>
          <p:nvPr userDrawn="1"/>
        </p:nvSpPr>
        <p:spPr>
          <a:xfrm>
            <a:off x="-9509" y="1"/>
            <a:ext cx="12204769" cy="1125182"/>
          </a:xfrm>
          <a:prstGeom prst="rect">
            <a:avLst/>
          </a:prstGeom>
          <a:solidFill>
            <a:srgbClr val="CD1132"/>
          </a:solidFill>
          <a:ln w="12700">
            <a:miter lim="400000"/>
          </a:ln>
        </p:spPr>
        <p:txBody>
          <a:bodyPr lIns="0" tIns="0" rIns="0" bIns="0" anchor="ctr"/>
          <a:lstStyle/>
          <a:p>
            <a:pPr algn="l" defTabSz="457200">
              <a:defRPr>
                <a:solidFill>
                  <a:srgbClr val="123668"/>
                </a:solidFill>
                <a:latin typeface="Arial Black" panose="020B0A04020102020204"/>
                <a:ea typeface="Arial Black" panose="020B0A04020102020204"/>
                <a:cs typeface="Arial Black" panose="020B0A04020102020204"/>
                <a:sym typeface="Arial Black" panose="020B0A04020102020204"/>
              </a:defRPr>
            </a:pPr>
            <a:endParaRPr dirty="0">
              <a:solidFill>
                <a:srgbClr val="123668"/>
              </a:solidFill>
              <a:latin typeface="Arial Black" panose="020B0A04020102020204"/>
              <a:ea typeface="Arial Black" panose="020B0A04020102020204"/>
              <a:cs typeface="Arial Black" panose="020B0A04020102020204"/>
              <a:sym typeface="Arial Black" panose="020B0A04020102020204"/>
            </a:endParaRPr>
          </a:p>
        </p:txBody>
      </p:sp>
      <p:pic>
        <p:nvPicPr>
          <p:cNvPr id="6" name="图像" descr="图像"/>
          <p:cNvPicPr>
            <a:picLocks noChangeAspect="1"/>
          </p:cNvPicPr>
          <p:nvPr userDrawn="1"/>
        </p:nvPicPr>
        <p:blipFill>
          <a:blip r:embed="rId5" cstate="screen"/>
          <a:stretch>
            <a:fillRect/>
          </a:stretch>
        </p:blipFill>
        <p:spPr>
          <a:xfrm>
            <a:off x="10235400" y="339872"/>
            <a:ext cx="1570815" cy="418361"/>
          </a:xfrm>
          <a:prstGeom prst="rect">
            <a:avLst/>
          </a:prstGeom>
          <a:ln w="12700">
            <a:miter lim="400000"/>
            <a:headEnd/>
            <a:tailEnd/>
          </a:ln>
        </p:spPr>
      </p:pic>
      <p:sp>
        <p:nvSpPr>
          <p:cNvPr id="13" name="线条"/>
          <p:cNvSpPr/>
          <p:nvPr userDrawn="1"/>
        </p:nvSpPr>
        <p:spPr>
          <a:xfrm>
            <a:off x="198946" y="6393089"/>
            <a:ext cx="11794109" cy="1"/>
          </a:xfrm>
          <a:prstGeom prst="line">
            <a:avLst/>
          </a:prstGeom>
          <a:ln w="12700">
            <a:solidFill>
              <a:srgbClr val="5E5E5E"/>
            </a:solidFill>
            <a:miter lim="400000"/>
          </a:ln>
        </p:spPr>
        <p:txBody>
          <a:bodyPr lIns="22859" tIns="22859" rIns="22859" bIns="22859"/>
          <a:lstStyle/>
          <a:p>
            <a:pPr algn="l" defTabSz="457200">
              <a:defRPr sz="1800">
                <a:solidFill>
                  <a:srgbClr val="000000"/>
                </a:solidFill>
                <a:latin typeface="Arial" panose="020B0604020202020204"/>
                <a:ea typeface="Arial" panose="020B0604020202020204"/>
                <a:cs typeface="Arial" panose="020B0604020202020204"/>
                <a:sym typeface="Arial" panose="020B0604020202020204"/>
              </a:defRPr>
            </a:pPr>
            <a:endParaRPr sz="900" dirty="0">
              <a:solidFill>
                <a:srgbClr val="000000"/>
              </a:solidFill>
              <a:ea typeface="Arial" panose="020B0604020202020204"/>
              <a:cs typeface="Arial" panose="020B0604020202020204"/>
              <a:sym typeface="Arial" panose="020B0604020202020204"/>
            </a:endParaRPr>
          </a:p>
        </p:txBody>
      </p:sp>
      <p:sp>
        <p:nvSpPr>
          <p:cNvPr id="14" name="线条"/>
          <p:cNvSpPr/>
          <p:nvPr userDrawn="1"/>
        </p:nvSpPr>
        <p:spPr>
          <a:xfrm>
            <a:off x="198946" y="6345464"/>
            <a:ext cx="11794109" cy="1"/>
          </a:xfrm>
          <a:prstGeom prst="line">
            <a:avLst/>
          </a:prstGeom>
          <a:ln w="50800">
            <a:solidFill>
              <a:srgbClr val="5E5E5E"/>
            </a:solidFill>
            <a:miter lim="400000"/>
          </a:ln>
        </p:spPr>
        <p:txBody>
          <a:bodyPr lIns="22859" tIns="22859" rIns="22859" bIns="22859"/>
          <a:lstStyle/>
          <a:p>
            <a:pPr algn="l" defTabSz="457200">
              <a:defRPr sz="1800">
                <a:solidFill>
                  <a:srgbClr val="000000"/>
                </a:solidFill>
                <a:latin typeface="Arial" panose="020B0604020202020204"/>
                <a:ea typeface="Arial" panose="020B0604020202020204"/>
                <a:cs typeface="Arial" panose="020B0604020202020204"/>
                <a:sym typeface="Arial" panose="020B0604020202020204"/>
              </a:defRPr>
            </a:pPr>
            <a:endParaRPr sz="900" dirty="0">
              <a:solidFill>
                <a:srgbClr val="000000"/>
              </a:solidFill>
              <a:ea typeface="Arial" panose="020B0604020202020204"/>
              <a:cs typeface="Arial" panose="020B0604020202020204"/>
              <a:sym typeface="Arial" panose="020B0604020202020204"/>
            </a:endParaRPr>
          </a:p>
        </p:txBody>
      </p:sp>
      <p:pic>
        <p:nvPicPr>
          <p:cNvPr id="15" name="图像" descr="图像"/>
          <p:cNvPicPr>
            <a:picLocks noChangeAspect="1"/>
          </p:cNvPicPr>
          <p:nvPr userDrawn="1"/>
        </p:nvPicPr>
        <p:blipFill>
          <a:blip r:embed="rId6" cstate="screen"/>
          <a:stretch>
            <a:fillRect/>
          </a:stretch>
        </p:blipFill>
        <p:spPr>
          <a:xfrm>
            <a:off x="530847" y="6517944"/>
            <a:ext cx="1040662" cy="175740"/>
          </a:xfrm>
          <a:prstGeom prst="rect">
            <a:avLst/>
          </a:prstGeom>
          <a:ln w="12700">
            <a:miter lim="400000"/>
            <a:headEnd/>
            <a:tailEnd/>
          </a:ln>
        </p:spPr>
      </p:pic>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Lst>
  <p:transition spd="med"/>
  <p:txStyles>
    <p:titleStyle>
      <a:lvl1pPr marL="0" marR="0" indent="0" algn="l" defTabSz="1219200" rtl="0" latinLnBrk="0">
        <a:lnSpc>
          <a:spcPct val="80000"/>
        </a:lnSpc>
        <a:spcBef>
          <a:spcPts val="0"/>
        </a:spcBef>
        <a:spcAft>
          <a:spcPts val="0"/>
        </a:spcAft>
        <a:buClrTx/>
        <a:buSzTx/>
        <a:buFontTx/>
        <a:buNone/>
        <a:defRPr sz="3600" b="1" i="0" u="none" strike="noStrike" cap="none" spc="-85" baseline="0">
          <a:solidFill>
            <a:schemeClr val="bg1"/>
          </a:solidFill>
          <a:uFillTx/>
          <a:latin typeface="+mj-ea"/>
          <a:ea typeface="+mj-ea"/>
          <a:cs typeface="+mn-cs"/>
          <a:sym typeface="Helvetica Neue" panose="02000503000000020004"/>
        </a:defRPr>
      </a:lvl1pPr>
      <a:lvl2pPr marL="0" marR="0" indent="2286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2pPr>
      <a:lvl3pPr marL="0" marR="0" indent="4572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3pPr>
      <a:lvl4pPr marL="0" marR="0" indent="6858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4pPr>
      <a:lvl5pPr marL="0" marR="0" indent="9144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5pPr>
      <a:lvl6pPr marL="0" marR="0" indent="11430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6pPr>
      <a:lvl7pPr marL="0" marR="0" indent="13716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7pPr>
      <a:lvl8pPr marL="0" marR="0" indent="16002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8pPr>
      <a:lvl9pPr marL="0" marR="0" indent="18288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9pPr>
    </p:titleStyle>
    <p:bodyStyle>
      <a:lvl1pPr marL="3048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1pPr>
      <a:lvl2pPr marL="6096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2pPr>
      <a:lvl3pPr marL="9144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3pPr>
      <a:lvl4pPr marL="12192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4pPr>
      <a:lvl5pPr marL="15240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5pPr>
      <a:lvl6pPr marL="18288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6pPr>
      <a:lvl7pPr marL="21336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7pPr>
      <a:lvl8pPr marL="24384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8pPr>
      <a:lvl9pPr marL="27432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9pPr>
    </p:bodyStyle>
    <p:otherStyle>
      <a:lvl1pPr marL="0" marR="0" indent="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1pPr>
      <a:lvl2pPr marL="0" marR="0" indent="2286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2pPr>
      <a:lvl3pPr marL="0" marR="0" indent="4572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3pPr>
      <a:lvl4pPr marL="0" marR="0" indent="6858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4pPr>
      <a:lvl5pPr marL="0" marR="0" indent="9144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5pPr>
      <a:lvl6pPr marL="0" marR="0" indent="11430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6pPr>
      <a:lvl7pPr marL="0" marR="0" indent="13716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7pPr>
      <a:lvl8pPr marL="0" marR="0" indent="16002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8pPr>
      <a:lvl9pPr marL="0" marR="0" indent="18288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幻灯片标题"/>
          <p:cNvSpPr txBox="1">
            <a:spLocks noGrp="1"/>
          </p:cNvSpPr>
          <p:nvPr>
            <p:ph type="title" hasCustomPrompt="1"/>
          </p:nvPr>
        </p:nvSpPr>
        <p:spPr>
          <a:xfrm>
            <a:off x="603250" y="539750"/>
            <a:ext cx="10985500" cy="716582"/>
          </a:xfrm>
          <a:prstGeom prst="rect">
            <a:avLst/>
          </a:prstGeom>
          <a:ln w="12700">
            <a:miter lim="400000"/>
          </a:ln>
        </p:spPr>
        <p:txBody>
          <a:bodyPr lIns="50800" tIns="50800" rIns="50800" bIns="50800">
            <a:normAutofit/>
          </a:bodyPr>
          <a:lstStyle/>
          <a:p>
            <a:r>
              <a:t>幻灯片标题</a:t>
            </a:r>
          </a:p>
        </p:txBody>
      </p:sp>
      <p:sp>
        <p:nvSpPr>
          <p:cNvPr id="3" name="正文级别 1…"/>
          <p:cNvSpPr txBox="1">
            <a:spLocks noGrp="1"/>
          </p:cNvSpPr>
          <p:nvPr>
            <p:ph type="body" idx="1" hasCustomPrompt="1"/>
          </p:nvPr>
        </p:nvSpPr>
        <p:spPr>
          <a:xfrm>
            <a:off x="603250" y="2124252"/>
            <a:ext cx="10985500" cy="4128006"/>
          </a:xfrm>
          <a:prstGeom prst="rect">
            <a:avLst/>
          </a:prstGeom>
          <a:ln w="12700">
            <a:miter lim="400000"/>
          </a:ln>
        </p:spPr>
        <p:txBody>
          <a:bodyPr lIns="50800" tIns="50800" rIns="50800" bIns="50800">
            <a:normAutofit/>
          </a:bodyPr>
          <a:lstStyle/>
          <a:p>
            <a:r>
              <a:t>幻灯片项目符号文本</a:t>
            </a:r>
          </a:p>
          <a:p>
            <a:pPr lvl="1"/>
            <a:endParaRPr/>
          </a:p>
          <a:p>
            <a:pPr lvl="2"/>
            <a:endParaRPr/>
          </a:p>
          <a:p>
            <a:pPr lvl="3"/>
            <a:endParaRPr/>
          </a:p>
          <a:p>
            <a:pPr lvl="4"/>
            <a:endParaRPr/>
          </a:p>
        </p:txBody>
      </p:sp>
      <p:sp>
        <p:nvSpPr>
          <p:cNvPr id="4" name="幻灯片编号"/>
          <p:cNvSpPr txBox="1">
            <a:spLocks noGrp="1"/>
          </p:cNvSpPr>
          <p:nvPr>
            <p:ph type="sldNum" sz="quarter" idx="2"/>
          </p:nvPr>
        </p:nvSpPr>
        <p:spPr>
          <a:xfrm>
            <a:off x="5955018" y="6486708"/>
            <a:ext cx="275717" cy="241092"/>
          </a:xfrm>
          <a:prstGeom prst="rect">
            <a:avLst/>
          </a:prstGeom>
          <a:ln w="12700">
            <a:miter lim="400000"/>
          </a:ln>
        </p:spPr>
        <p:txBody>
          <a:bodyPr wrap="none" lIns="50800" tIns="50800" rIns="50800" bIns="50800" anchor="b">
            <a:spAutoFit/>
          </a:bodyPr>
          <a:lstStyle>
            <a:lvl1pPr defTabSz="292100">
              <a:defRPr sz="900">
                <a:solidFill>
                  <a:srgbClr val="000000"/>
                </a:solidFill>
              </a:defRPr>
            </a:lvl1pPr>
          </a:lstStyle>
          <a:p>
            <a:fld id="{86CB4B4D-7CA3-9044-876B-883B54F8677D}" type="slidenum">
              <a:rPr/>
              <a:t>‹#›</a:t>
            </a:fld>
            <a:endParaRPr/>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Lst>
  <p:transition spd="med"/>
  <p:txStyles>
    <p:titleStyle>
      <a:lvl1pPr marL="0" marR="0" indent="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1pPr>
      <a:lvl2pPr marL="0" marR="0" indent="2286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2pPr>
      <a:lvl3pPr marL="0" marR="0" indent="4572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3pPr>
      <a:lvl4pPr marL="0" marR="0" indent="6858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4pPr>
      <a:lvl5pPr marL="0" marR="0" indent="9144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5pPr>
      <a:lvl6pPr marL="0" marR="0" indent="11430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6pPr>
      <a:lvl7pPr marL="0" marR="0" indent="13716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7pPr>
      <a:lvl8pPr marL="0" marR="0" indent="16002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8pPr>
      <a:lvl9pPr marL="0" marR="0" indent="1828800" algn="l" defTabSz="1219200" rtl="0" latinLnBrk="0">
        <a:lnSpc>
          <a:spcPct val="80000"/>
        </a:lnSpc>
        <a:spcBef>
          <a:spcPts val="0"/>
        </a:spcBef>
        <a:spcAft>
          <a:spcPts val="0"/>
        </a:spcAft>
        <a:buClrTx/>
        <a:buSzTx/>
        <a:buFontTx/>
        <a:buNone/>
        <a:defRPr sz="4250" b="1" i="0" u="none" strike="noStrike" cap="none" spc="-85" baseline="0">
          <a:solidFill>
            <a:srgbClr val="000000"/>
          </a:solidFill>
          <a:uFillTx/>
          <a:latin typeface="+mn-lt"/>
          <a:ea typeface="+mn-ea"/>
          <a:cs typeface="+mn-cs"/>
          <a:sym typeface="Helvetica Neue" panose="02000503000000020004"/>
        </a:defRPr>
      </a:lvl9pPr>
    </p:titleStyle>
    <p:bodyStyle>
      <a:lvl1pPr marL="3048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1pPr>
      <a:lvl2pPr marL="6096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2pPr>
      <a:lvl3pPr marL="9144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3pPr>
      <a:lvl4pPr marL="12192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4pPr>
      <a:lvl5pPr marL="15240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5pPr>
      <a:lvl6pPr marL="18288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6pPr>
      <a:lvl7pPr marL="21336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7pPr>
      <a:lvl8pPr marL="24384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8pPr>
      <a:lvl9pPr marL="2743200" marR="0" indent="-304800" algn="l" defTabSz="1219200" rtl="0" latinLnBrk="0">
        <a:lnSpc>
          <a:spcPct val="90000"/>
        </a:lnSpc>
        <a:spcBef>
          <a:spcPts val="2250"/>
        </a:spcBef>
        <a:spcAft>
          <a:spcPts val="0"/>
        </a:spcAft>
        <a:buClrTx/>
        <a:buSzPct val="123000"/>
        <a:buFontTx/>
        <a:buChar char="•"/>
        <a:defRPr sz="2400" b="0" i="0" u="none" strike="noStrike" cap="none" spc="0" baseline="0">
          <a:solidFill>
            <a:srgbClr val="000000"/>
          </a:solidFill>
          <a:uFillTx/>
          <a:latin typeface="+mn-lt"/>
          <a:ea typeface="+mn-ea"/>
          <a:cs typeface="+mn-cs"/>
          <a:sym typeface="Helvetica Neue" panose="02000503000000020004"/>
        </a:defRPr>
      </a:lvl9pPr>
    </p:bodyStyle>
    <p:otherStyle>
      <a:lvl1pPr marL="0" marR="0" indent="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1pPr>
      <a:lvl2pPr marL="0" marR="0" indent="2286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2pPr>
      <a:lvl3pPr marL="0" marR="0" indent="4572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3pPr>
      <a:lvl4pPr marL="0" marR="0" indent="6858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4pPr>
      <a:lvl5pPr marL="0" marR="0" indent="9144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5pPr>
      <a:lvl6pPr marL="0" marR="0" indent="11430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6pPr>
      <a:lvl7pPr marL="0" marR="0" indent="13716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7pPr>
      <a:lvl8pPr marL="0" marR="0" indent="16002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8pPr>
      <a:lvl9pPr marL="0" marR="0" indent="1828800" algn="ctr" defTabSz="292100" rtl="0" latinLnBrk="0">
        <a:lnSpc>
          <a:spcPct val="100000"/>
        </a:lnSpc>
        <a:spcBef>
          <a:spcPts val="0"/>
        </a:spcBef>
        <a:spcAft>
          <a:spcPts val="0"/>
        </a:spcAft>
        <a:buClrTx/>
        <a:buSzTx/>
        <a:buFontTx/>
        <a:buNone/>
        <a:defRPr sz="900" b="0" i="0" u="none" strike="noStrike" cap="none" spc="0" baseline="0">
          <a:solidFill>
            <a:schemeClr val="tx1"/>
          </a:solidFill>
          <a:uFillTx/>
          <a:latin typeface="+mn-lt"/>
          <a:ea typeface="+mn-ea"/>
          <a:cs typeface="+mn-cs"/>
          <a:sym typeface="Helvetica Neue" panose="020005030000000200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chart" Target="../charts/chart4.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chart" Target="../charts/chart5.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chart" Target="../charts/chart6.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chart" Target="../charts/chart7.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14.jpeg"/><Relationship Id="rId4" Type="http://schemas.openxmlformats.org/officeDocument/2006/relationships/image" Target="../media/image13.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1.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0" y="2245796"/>
            <a:ext cx="12192000" cy="2210701"/>
          </a:xfrm>
        </p:spPr>
        <p:txBody>
          <a:bodyPr/>
          <a:lstStyle/>
          <a:p>
            <a:pPr algn="ctr">
              <a:lnSpc>
                <a:spcPct val="130000"/>
              </a:lnSpc>
            </a:pPr>
            <a:r>
              <a:rPr lang="en-US" altLang="zh-CN" dirty="0">
                <a:latin typeface="+mj-ea"/>
                <a:ea typeface="+mj-ea"/>
              </a:rPr>
              <a:t>	</a:t>
            </a:r>
            <a:r>
              <a:rPr lang="zh-CN" altLang="en-US" sz="5400" dirty="0">
                <a:latin typeface="+mj-ea"/>
                <a:ea typeface="+mj-ea"/>
              </a:rPr>
              <a:t>鑫</a:t>
            </a:r>
            <a:r>
              <a:rPr lang="zh-CN" altLang="en-US" sz="5400" dirty="0" smtClean="0">
                <a:latin typeface="+mj-ea"/>
                <a:ea typeface="+mj-ea"/>
              </a:rPr>
              <a:t>元致远量化选股混合</a:t>
            </a:r>
          </a:p>
          <a:p>
            <a:pPr algn="ctr">
              <a:lnSpc>
                <a:spcPct val="130000"/>
              </a:lnSpc>
            </a:pPr>
            <a:r>
              <a:rPr lang="en-US" altLang="zh-CN" sz="3200" i="1" dirty="0">
                <a:solidFill>
                  <a:srgbClr val="CE0E19"/>
                </a:solidFill>
                <a:latin typeface="+mj-ea"/>
                <a:ea typeface="+mj-ea"/>
              </a:rPr>
              <a:t>A</a:t>
            </a:r>
            <a:r>
              <a:rPr lang="zh-CN" altLang="en-US" sz="3200" i="1" dirty="0" smtClean="0">
                <a:solidFill>
                  <a:srgbClr val="CE0E19"/>
                </a:solidFill>
                <a:latin typeface="+mj-ea"/>
                <a:ea typeface="+mj-ea"/>
              </a:rPr>
              <a:t>类</a:t>
            </a:r>
            <a:r>
              <a:rPr lang="zh-CN" altLang="en-US" sz="3200" i="1" dirty="0">
                <a:solidFill>
                  <a:srgbClr val="CE0E19"/>
                </a:solidFill>
                <a:latin typeface="+mj-ea"/>
                <a:ea typeface="+mj-ea"/>
              </a:rPr>
              <a:t>：</a:t>
            </a:r>
            <a:r>
              <a:rPr lang="en-US" altLang="zh-CN" sz="3200" i="1" dirty="0" smtClean="0">
                <a:solidFill>
                  <a:srgbClr val="CE0E19"/>
                </a:solidFill>
                <a:latin typeface="+mj-ea"/>
                <a:ea typeface="+mj-ea"/>
              </a:rPr>
              <a:t>022115   C</a:t>
            </a:r>
            <a:r>
              <a:rPr lang="zh-CN" altLang="en-US" sz="3200" i="1" dirty="0" smtClean="0">
                <a:solidFill>
                  <a:srgbClr val="CE0E19"/>
                </a:solidFill>
                <a:latin typeface="+mj-ea"/>
                <a:ea typeface="+mj-ea"/>
              </a:rPr>
              <a:t>类：</a:t>
            </a:r>
            <a:r>
              <a:rPr lang="en-US" altLang="zh-CN" sz="3200" i="1" dirty="0" smtClean="0">
                <a:solidFill>
                  <a:srgbClr val="CE0E19"/>
                </a:solidFill>
                <a:latin typeface="+mj-ea"/>
                <a:ea typeface="+mj-ea"/>
              </a:rPr>
              <a:t>022116</a:t>
            </a:r>
            <a:endParaRPr lang="en-US" altLang="zh-CN" sz="3200" i="1" dirty="0">
              <a:solidFill>
                <a:srgbClr val="CE0E19"/>
              </a:solidFill>
              <a:latin typeface="+mj-ea"/>
              <a:ea typeface="+mj-ea"/>
            </a:endParaRPr>
          </a:p>
        </p:txBody>
      </p:sp>
      <p:sp>
        <p:nvSpPr>
          <p:cNvPr id="3" name="文本框 2"/>
          <p:cNvSpPr txBox="1"/>
          <p:nvPr/>
        </p:nvSpPr>
        <p:spPr>
          <a:xfrm>
            <a:off x="9726335" y="5774293"/>
            <a:ext cx="1502334" cy="369332"/>
          </a:xfrm>
          <a:prstGeom prst="rect">
            <a:avLst/>
          </a:prstGeom>
          <a:noFill/>
        </p:spPr>
        <p:txBody>
          <a:bodyPr wrap="none" rtlCol="0">
            <a:spAutoFit/>
          </a:bodyPr>
          <a:lstStyle/>
          <a:p>
            <a:r>
              <a:rPr lang="en-US" altLang="zh-CN" sz="1800" b="1" dirty="0" smtClean="0">
                <a:solidFill>
                  <a:schemeClr val="tx1"/>
                </a:solidFill>
                <a:latin typeface="微软雅黑" panose="020B0503020204020204" pitchFamily="34" charset="-122"/>
                <a:ea typeface="微软雅黑" panose="020B0503020204020204" pitchFamily="34" charset="-122"/>
              </a:rPr>
              <a:t>2026</a:t>
            </a:r>
            <a:r>
              <a:rPr lang="zh-CN" altLang="en-US" sz="1800" b="1" dirty="0" smtClean="0">
                <a:solidFill>
                  <a:schemeClr val="tx1"/>
                </a:solidFill>
                <a:latin typeface="微软雅黑" panose="020B0503020204020204" pitchFamily="34" charset="-122"/>
                <a:ea typeface="微软雅黑" panose="020B0503020204020204" pitchFamily="34" charset="-122"/>
              </a:rPr>
              <a:t>年</a:t>
            </a:r>
            <a:r>
              <a:rPr lang="en-US" altLang="zh-CN" sz="1800" b="1" smtClean="0">
                <a:solidFill>
                  <a:schemeClr val="tx1"/>
                </a:solidFill>
                <a:latin typeface="微软雅黑" panose="020B0503020204020204" pitchFamily="34" charset="-122"/>
                <a:ea typeface="微软雅黑" panose="020B0503020204020204" pitchFamily="34" charset="-122"/>
              </a:rPr>
              <a:t>07</a:t>
            </a:r>
            <a:r>
              <a:rPr lang="zh-CN" altLang="en-US" sz="1800" b="1" smtClean="0">
                <a:solidFill>
                  <a:schemeClr val="tx1"/>
                </a:solidFill>
                <a:latin typeface="微软雅黑" panose="020B0503020204020204" pitchFamily="34" charset="-122"/>
                <a:ea typeface="微软雅黑" panose="020B0503020204020204" pitchFamily="34" charset="-122"/>
              </a:rPr>
              <a:t>月</a:t>
            </a:r>
            <a:endParaRPr lang="zh-CN" altLang="en-US" sz="1800"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矩形"/>
          <p:cNvSpPr/>
          <p:nvPr/>
        </p:nvSpPr>
        <p:spPr>
          <a:xfrm>
            <a:off x="-12769" y="-1544"/>
            <a:ext cx="12204769" cy="1263599"/>
          </a:xfrm>
          <a:prstGeom prst="rect">
            <a:avLst/>
          </a:prstGeom>
          <a:solidFill>
            <a:srgbClr val="CD1132"/>
          </a:solidFill>
          <a:ln w="12700">
            <a:miter lim="400000"/>
          </a:ln>
        </p:spPr>
        <p:txBody>
          <a:bodyPr lIns="0" tIns="0" rIns="0" bIns="0" anchor="ctr"/>
          <a:lstStyle/>
          <a:p>
            <a:pPr defTabSz="457200">
              <a:defRPr>
                <a:solidFill>
                  <a:srgbClr val="123668"/>
                </a:solidFill>
                <a:latin typeface="Arial Black"/>
                <a:ea typeface="Arial Black"/>
                <a:cs typeface="Arial Black"/>
                <a:sym typeface="Arial Black"/>
              </a:defRPr>
            </a:pPr>
            <a:endParaRPr sz="900">
              <a:solidFill>
                <a:srgbClr val="123668"/>
              </a:solidFill>
              <a:latin typeface="微软雅黑" panose="020B0503020204020204" pitchFamily="34" charset="-122"/>
              <a:ea typeface="微软雅黑" panose="020B0503020204020204" pitchFamily="34" charset="-122"/>
              <a:cs typeface="Arial Black"/>
              <a:sym typeface="Arial Black"/>
            </a:endParaRPr>
          </a:p>
        </p:txBody>
      </p:sp>
      <p:sp>
        <p:nvSpPr>
          <p:cNvPr id="194" name="1.1 基本情况"/>
          <p:cNvSpPr txBox="1"/>
          <p:nvPr/>
        </p:nvSpPr>
        <p:spPr>
          <a:xfrm>
            <a:off x="530847" y="424424"/>
            <a:ext cx="4975721" cy="494494"/>
          </a:xfrm>
          <a:prstGeom prst="rect">
            <a:avLst/>
          </a:prstGeom>
          <a:ln w="12700">
            <a:miter lim="400000"/>
          </a:ln>
        </p:spPr>
        <p:txBody>
          <a:bodyPr wrap="none" lIns="25400" tIns="25400" rIns="25400" bIns="25400" anchor="ctr">
            <a:spAutoFit/>
          </a:bodyPr>
          <a:lstStyle/>
          <a:p>
            <a:pPr defTabSz="6350">
              <a:lnSpc>
                <a:spcPct val="90000"/>
              </a:lnSpc>
              <a:defRPr sz="6100" b="1">
                <a:solidFill>
                  <a:srgbClr val="FFFFFF"/>
                </a:solidFill>
                <a:latin typeface="微软雅黑"/>
                <a:ea typeface="微软雅黑"/>
                <a:cs typeface="微软雅黑"/>
                <a:sym typeface="微软雅黑"/>
              </a:defRPr>
            </a:pPr>
            <a:r>
              <a:rPr lang="zh-CN" altLang="en-US" sz="3200" b="1" dirty="0" smtClean="0">
                <a:solidFill>
                  <a:srgbClr val="FFFFFF"/>
                </a:solidFill>
                <a:latin typeface="微软雅黑"/>
                <a:cs typeface="微软雅黑"/>
                <a:sym typeface="微软雅黑"/>
              </a:rPr>
              <a:t>用“一个词”概况致远量化</a:t>
            </a:r>
            <a:endParaRPr lang="zh-CN" altLang="en-US" sz="3200" b="1" dirty="0">
              <a:solidFill>
                <a:srgbClr val="FFFFFF"/>
              </a:solidFill>
              <a:latin typeface="微软雅黑"/>
              <a:cs typeface="微软雅黑"/>
              <a:sym typeface="微软雅黑"/>
            </a:endParaRPr>
          </a:p>
        </p:txBody>
      </p:sp>
      <p:pic>
        <p:nvPicPr>
          <p:cNvPr id="211" name="图像" descr="图像"/>
          <p:cNvPicPr>
            <a:picLocks noChangeAspect="1"/>
          </p:cNvPicPr>
          <p:nvPr/>
        </p:nvPicPr>
        <p:blipFill>
          <a:blip r:embed="rId3" cstate="screen"/>
          <a:stretch>
            <a:fillRect/>
          </a:stretch>
        </p:blipFill>
        <p:spPr>
          <a:xfrm>
            <a:off x="10139146" y="421076"/>
            <a:ext cx="1570815" cy="418361"/>
          </a:xfrm>
          <a:prstGeom prst="rect">
            <a:avLst/>
          </a:prstGeom>
          <a:ln w="12700">
            <a:miter lim="400000"/>
            <a:headEnd/>
            <a:tailEnd/>
          </a:ln>
        </p:spPr>
      </p:pic>
      <p:pic>
        <p:nvPicPr>
          <p:cNvPr id="212" name="图像" descr="图像"/>
          <p:cNvPicPr>
            <a:picLocks noChangeAspect="1"/>
          </p:cNvPicPr>
          <p:nvPr/>
        </p:nvPicPr>
        <p:blipFill>
          <a:blip r:embed="rId4" cstate="screen"/>
          <a:stretch>
            <a:fillRect/>
          </a:stretch>
        </p:blipFill>
        <p:spPr>
          <a:xfrm>
            <a:off x="530847" y="6517944"/>
            <a:ext cx="1040662" cy="175740"/>
          </a:xfrm>
          <a:prstGeom prst="rect">
            <a:avLst/>
          </a:prstGeom>
          <a:ln w="12700">
            <a:miter lim="400000"/>
            <a:headEnd/>
            <a:tailEnd/>
          </a:ln>
        </p:spPr>
      </p:pic>
      <p:sp>
        <p:nvSpPr>
          <p:cNvPr id="17" name="文本框 16"/>
          <p:cNvSpPr txBox="1"/>
          <p:nvPr/>
        </p:nvSpPr>
        <p:spPr>
          <a:xfrm>
            <a:off x="10243597" y="6520811"/>
            <a:ext cx="1454244" cy="230832"/>
          </a:xfrm>
          <a:prstGeom prst="rect">
            <a:avLst/>
          </a:prstGeom>
          <a:noFill/>
        </p:spPr>
        <p:txBody>
          <a:bodyPr wrap="none" rtlCol="0">
            <a:spAutoFit/>
          </a:bodyPr>
          <a:lstStyle/>
          <a:p>
            <a:r>
              <a:rPr lang="zh-CN" altLang="en-US" sz="900" dirty="0">
                <a:solidFill>
                  <a:srgbClr val="1F1F1F">
                    <a:lumMod val="20000"/>
                    <a:lumOff val="80000"/>
                  </a:srgbClr>
                </a:solidFill>
                <a:latin typeface="微软雅黑" panose="020B0503020204020204" pitchFamily="34" charset="-122"/>
                <a:ea typeface="微软雅黑" panose="020B0503020204020204" pitchFamily="34" charset="-122"/>
              </a:rPr>
              <a:t>基金有风险，投资须谨慎</a:t>
            </a:r>
            <a:endParaRPr kumimoji="1" lang="zh-CN" altLang="en-US" sz="2000" dirty="0">
              <a:solidFill>
                <a:srgbClr val="1F1F1F">
                  <a:lumMod val="20000"/>
                  <a:lumOff val="80000"/>
                </a:srgbClr>
              </a:solidFill>
              <a:latin typeface="微软雅黑" panose="020B0503020204020204" pitchFamily="34" charset="-122"/>
              <a:ea typeface="微软雅黑" panose="020B0503020204020204" pitchFamily="34" charset="-122"/>
            </a:endParaRPr>
          </a:p>
        </p:txBody>
      </p:sp>
      <p:sp>
        <p:nvSpPr>
          <p:cNvPr id="3" name="矩形 2"/>
          <p:cNvSpPr/>
          <p:nvPr/>
        </p:nvSpPr>
        <p:spPr>
          <a:xfrm>
            <a:off x="773024" y="1871626"/>
            <a:ext cx="5724645" cy="923330"/>
          </a:xfrm>
          <a:prstGeom prst="rect">
            <a:avLst/>
          </a:prstGeom>
          <a:noFill/>
        </p:spPr>
        <p:txBody>
          <a:bodyPr wrap="none" lIns="91440" tIns="45720" rIns="91440" bIns="45720">
            <a:spAutoFit/>
          </a:bodyPr>
          <a:lstStyle/>
          <a:p>
            <a:pPr algn="ctr"/>
            <a:r>
              <a:rPr lang="zh-CN" altLang="en-US" sz="5400" b="1" i="1" cap="none" spc="0" dirty="0" smtClean="0">
                <a:ln w="0"/>
                <a:solidFill>
                  <a:schemeClr val="accent1"/>
                </a:solidFill>
                <a:effectLst>
                  <a:outerShdw blurRad="38100" dist="25400" dir="5400000" algn="ctr" rotWithShape="0">
                    <a:srgbClr val="6E747A">
                      <a:alpha val="43000"/>
                    </a:srgbClr>
                  </a:outerShdw>
                </a:effectLst>
              </a:rPr>
              <a:t>致远量化</a:t>
            </a:r>
            <a:r>
              <a:rPr lang="zh-CN" altLang="en-US" sz="5400" b="1" i="1" dirty="0" smtClean="0">
                <a:ln w="0"/>
                <a:solidFill>
                  <a:schemeClr val="accent1"/>
                </a:solidFill>
                <a:effectLst>
                  <a:outerShdw blurRad="38100" dist="25400" dir="5400000" algn="ctr" rotWithShape="0">
                    <a:srgbClr val="6E747A">
                      <a:alpha val="43000"/>
                    </a:srgbClr>
                  </a:outerShdw>
                </a:effectLst>
              </a:rPr>
              <a:t>是什么</a:t>
            </a:r>
            <a:r>
              <a:rPr lang="zh-CN" altLang="en-US" sz="5400" b="1" i="1" cap="none" spc="0" dirty="0" smtClean="0">
                <a:ln w="0"/>
                <a:solidFill>
                  <a:schemeClr val="accent1"/>
                </a:solidFill>
                <a:effectLst>
                  <a:outerShdw blurRad="38100" dist="25400" dir="5400000" algn="ctr" rotWithShape="0">
                    <a:srgbClr val="6E747A">
                      <a:alpha val="43000"/>
                    </a:srgbClr>
                  </a:outerShdw>
                </a:effectLst>
              </a:rPr>
              <a:t>？</a:t>
            </a:r>
            <a:endParaRPr lang="zh-CN" altLang="en-US" sz="5400" b="1" i="1" cap="none" spc="0" dirty="0">
              <a:ln w="0"/>
              <a:solidFill>
                <a:schemeClr val="accent1"/>
              </a:solidFill>
              <a:effectLst>
                <a:outerShdw blurRad="38100" dist="25400" dir="5400000" algn="ctr" rotWithShape="0">
                  <a:srgbClr val="6E747A">
                    <a:alpha val="43000"/>
                  </a:srgbClr>
                </a:outerShdw>
              </a:effectLst>
            </a:endParaRPr>
          </a:p>
        </p:txBody>
      </p:sp>
      <p:sp>
        <p:nvSpPr>
          <p:cNvPr id="9" name="矩形 8"/>
          <p:cNvSpPr/>
          <p:nvPr/>
        </p:nvSpPr>
        <p:spPr>
          <a:xfrm>
            <a:off x="3535068" y="3297321"/>
            <a:ext cx="5109091" cy="1200329"/>
          </a:xfrm>
          <a:prstGeom prst="rect">
            <a:avLst/>
          </a:prstGeom>
          <a:noFill/>
        </p:spPr>
        <p:txBody>
          <a:bodyPr wrap="none" lIns="91440" tIns="45720" rIns="91440" bIns="45720">
            <a:spAutoFit/>
          </a:bodyPr>
          <a:lstStyle/>
          <a:p>
            <a:pPr algn="ctr">
              <a:lnSpc>
                <a:spcPct val="150000"/>
              </a:lnSpc>
            </a:pPr>
            <a:r>
              <a:rPr lang="zh-CN" altLang="en-US" sz="4800" b="1" i="1" dirty="0">
                <a:ln w="0"/>
                <a:solidFill>
                  <a:schemeClr val="accent1"/>
                </a:solidFill>
                <a:effectLst>
                  <a:outerShdw blurRad="38100" dist="25400" dir="5400000" algn="ctr" rotWithShape="0">
                    <a:srgbClr val="6E747A">
                      <a:alpha val="43000"/>
                    </a:srgbClr>
                  </a:outerShdw>
                </a:effectLst>
              </a:rPr>
              <a:t>微</a:t>
            </a:r>
            <a:r>
              <a:rPr lang="zh-CN" altLang="en-US" sz="4800" b="1" i="1" dirty="0" smtClean="0">
                <a:ln w="0"/>
                <a:solidFill>
                  <a:schemeClr val="accent1"/>
                </a:solidFill>
                <a:effectLst>
                  <a:outerShdw blurRad="38100" dist="25400" dir="5400000" algn="ctr" rotWithShape="0">
                    <a:srgbClr val="6E747A">
                      <a:alpha val="43000"/>
                    </a:srgbClr>
                  </a:outerShdw>
                </a:effectLst>
              </a:rPr>
              <a:t>盘多因子策略！</a:t>
            </a:r>
            <a:endParaRPr lang="en-US" altLang="zh-CN" sz="4800" b="1" i="1" dirty="0" smtClean="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69646217"/>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第一部分</a:t>
            </a:r>
          </a:p>
        </p:txBody>
      </p:sp>
      <p:sp>
        <p:nvSpPr>
          <p:cNvPr id="3" name="文本占位符 2"/>
          <p:cNvSpPr>
            <a:spLocks noGrp="1"/>
          </p:cNvSpPr>
          <p:nvPr>
            <p:ph type="body" sz="quarter" idx="11"/>
          </p:nvPr>
        </p:nvSpPr>
        <p:spPr>
          <a:xfrm>
            <a:off x="696538" y="3252346"/>
            <a:ext cx="7726059" cy="602024"/>
          </a:xfrm>
        </p:spPr>
        <p:txBody>
          <a:bodyPr/>
          <a:lstStyle/>
          <a:p>
            <a:r>
              <a:rPr lang="zh-CN" altLang="en-US" dirty="0" smtClean="0"/>
              <a:t>为什么选择微盘？</a:t>
            </a: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图表 15"/>
          <p:cNvGraphicFramePr/>
          <p:nvPr/>
        </p:nvGraphicFramePr>
        <p:xfrm>
          <a:off x="379663" y="1703784"/>
          <a:ext cx="11411284" cy="4460232"/>
        </p:xfrm>
        <a:graphic>
          <a:graphicData uri="http://schemas.openxmlformats.org/drawingml/2006/chart">
            <c:chart xmlns:c="http://schemas.openxmlformats.org/drawingml/2006/chart" xmlns:r="http://schemas.openxmlformats.org/officeDocument/2006/relationships" r:id="rId3"/>
          </a:graphicData>
        </a:graphic>
      </p:graphicFrame>
      <p:sp>
        <p:nvSpPr>
          <p:cNvPr id="2" name="灯片编号占位符 1"/>
          <p:cNvSpPr>
            <a:spLocks noGrp="1"/>
          </p:cNvSpPr>
          <p:nvPr>
            <p:ph type="sldNum" sz="quarter" idx="10"/>
          </p:nvPr>
        </p:nvSpPr>
        <p:spPr/>
        <p:txBody>
          <a:bodyPr/>
          <a:lstStyle/>
          <a:p>
            <a:fld id="{86CB4B4D-7CA3-9044-876B-883B54F8677D}" type="slidenum">
              <a:rPr lang="en-US" altLang="zh-CN" smtClean="0"/>
              <a:t>4</a:t>
            </a:fld>
            <a:endParaRPr lang="zh-CN" altLang="en-US" dirty="0"/>
          </a:p>
        </p:txBody>
      </p:sp>
      <p:sp>
        <p:nvSpPr>
          <p:cNvPr id="3" name="标题 2"/>
          <p:cNvSpPr>
            <a:spLocks noGrp="1"/>
          </p:cNvSpPr>
          <p:nvPr>
            <p:ph type="title"/>
          </p:nvPr>
        </p:nvSpPr>
        <p:spPr>
          <a:xfrm>
            <a:off x="379663" y="330965"/>
            <a:ext cx="9611360" cy="445441"/>
          </a:xfrm>
        </p:spPr>
        <p:txBody>
          <a:bodyPr>
            <a:normAutofit fontScale="90000"/>
          </a:bodyPr>
          <a:lstStyle/>
          <a:p>
            <a:r>
              <a:rPr lang="en-US" altLang="zh-CN" dirty="0"/>
              <a:t>A</a:t>
            </a:r>
            <a:r>
              <a:rPr lang="zh-CN" altLang="en-US" dirty="0"/>
              <a:t>股市场里，什么因子的长期表现最好？</a:t>
            </a:r>
          </a:p>
        </p:txBody>
      </p:sp>
      <p:sp>
        <p:nvSpPr>
          <p:cNvPr id="10" name="文本框 9"/>
          <p:cNvSpPr txBox="1"/>
          <p:nvPr/>
        </p:nvSpPr>
        <p:spPr>
          <a:xfrm>
            <a:off x="3280541" y="1354971"/>
            <a:ext cx="5216892" cy="3488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7765" rtl="0" fontAlgn="auto" latinLnBrk="0" hangingPunct="0">
              <a:lnSpc>
                <a:spcPct val="100000"/>
              </a:lnSpc>
              <a:spcBef>
                <a:spcPts val="0"/>
              </a:spcBef>
              <a:spcAft>
                <a:spcPts val="0"/>
              </a:spcAft>
              <a:buClrTx/>
              <a:buSzTx/>
              <a:buFontTx/>
              <a:buNone/>
            </a:pPr>
            <a:r>
              <a:rPr lang="zh-CN" altLang="en-US" sz="1600" b="1" dirty="0">
                <a:latin typeface="+mj-ea"/>
                <a:ea typeface="+mj-ea"/>
              </a:rPr>
              <a:t>图：过去</a:t>
            </a:r>
            <a:r>
              <a:rPr lang="en-US" altLang="zh-CN" sz="1600" b="1" dirty="0">
                <a:latin typeface="+mj-ea"/>
                <a:ea typeface="+mj-ea"/>
              </a:rPr>
              <a:t>12</a:t>
            </a:r>
            <a:r>
              <a:rPr lang="zh-CN" altLang="en-US" sz="1600" b="1" dirty="0">
                <a:latin typeface="+mj-ea"/>
                <a:ea typeface="+mj-ea"/>
              </a:rPr>
              <a:t>年，总市值因子五分组的净值对比图</a:t>
            </a:r>
            <a:endParaRPr kumimoji="0" lang="zh-CN" altLang="en-US" sz="1600" b="1" i="0" u="none" strike="noStrike" cap="none" spc="0" normalizeH="0" baseline="0" dirty="0">
              <a:ln>
                <a:noFill/>
              </a:ln>
              <a:solidFill>
                <a:srgbClr val="5E5E5E"/>
              </a:solidFill>
              <a:effectLst/>
              <a:uFillTx/>
              <a:latin typeface="+mj-ea"/>
              <a:ea typeface="+mj-ea"/>
              <a:sym typeface="Helvetica Neue" panose="02000503000000020004"/>
            </a:endParaRPr>
          </a:p>
        </p:txBody>
      </p:sp>
      <p:sp>
        <p:nvSpPr>
          <p:cNvPr id="11" name="文本框 10"/>
          <p:cNvSpPr txBox="1"/>
          <p:nvPr/>
        </p:nvSpPr>
        <p:spPr>
          <a:xfrm>
            <a:off x="1743095" y="6458319"/>
            <a:ext cx="5580054" cy="28725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defTabSz="2437765"/>
            <a:r>
              <a:rPr lang="zh-CN" altLang="en-US" i="1" dirty="0"/>
              <a:t>数据来源：</a:t>
            </a:r>
            <a:r>
              <a:rPr lang="en-US" altLang="zh-CN" i="1" dirty="0"/>
              <a:t>WIND</a:t>
            </a:r>
            <a:r>
              <a:rPr lang="zh-CN" altLang="en-US" i="1" dirty="0"/>
              <a:t>，鑫元基金量化投资部整理；数据区间：</a:t>
            </a:r>
            <a:r>
              <a:rPr lang="en-US" altLang="zh-CN" i="1" dirty="0"/>
              <a:t>2013.12.31 ~ 2025.08.31</a:t>
            </a:r>
            <a:endParaRPr lang="zh-CN" altLang="en-US" i="1" dirty="0"/>
          </a:p>
        </p:txBody>
      </p:sp>
      <p:sp>
        <p:nvSpPr>
          <p:cNvPr id="4" name="右箭头 3"/>
          <p:cNvSpPr/>
          <p:nvPr/>
        </p:nvSpPr>
        <p:spPr>
          <a:xfrm rot="2387554">
            <a:off x="8565368" y="3405607"/>
            <a:ext cx="510140" cy="423512"/>
          </a:xfrm>
          <a:prstGeom prst="rightArrow">
            <a:avLst/>
          </a:prstGeom>
          <a:solidFill>
            <a:srgbClr val="000000"/>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 name="文本框 4"/>
          <p:cNvSpPr txBox="1"/>
          <p:nvPr/>
        </p:nvSpPr>
        <p:spPr>
          <a:xfrm>
            <a:off x="5749979" y="2776107"/>
            <a:ext cx="3070459" cy="84125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7765" rtl="0" fontAlgn="auto" latinLnBrk="0" hangingPunct="0">
              <a:lnSpc>
                <a:spcPct val="100000"/>
              </a:lnSpc>
              <a:spcBef>
                <a:spcPts val="0"/>
              </a:spcBef>
              <a:spcAft>
                <a:spcPts val="0"/>
              </a:spcAft>
              <a:buClrTx/>
              <a:buSzTx/>
              <a:buFontTx/>
              <a:buNone/>
            </a:pPr>
            <a:r>
              <a:rPr lang="zh-CN" altLang="en-US" sz="2400" b="1" dirty="0"/>
              <a:t>为什么？背后的逻辑是什么？</a:t>
            </a:r>
            <a:endParaRPr kumimoji="0" lang="zh-CN" altLang="en-US" sz="2400" b="1" i="0" u="none" strike="noStrike" cap="none" spc="0" normalizeH="0" baseline="0" dirty="0">
              <a:ln>
                <a:noFill/>
              </a:ln>
              <a:solidFill>
                <a:srgbClr val="5E5E5E"/>
              </a:solidFill>
              <a:effectLst/>
              <a:uFillTx/>
              <a:sym typeface="Helvetica Neue" panose="02000503000000020004"/>
            </a:endParaRP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86CB4B4D-7CA3-9044-876B-883B54F8677D}" type="slidenum">
              <a:rPr lang="en-US" altLang="zh-CN" smtClean="0"/>
              <a:t>5</a:t>
            </a:fld>
            <a:endParaRPr lang="zh-CN" altLang="en-US" dirty="0"/>
          </a:p>
        </p:txBody>
      </p:sp>
      <p:sp>
        <p:nvSpPr>
          <p:cNvPr id="3" name="标题 2"/>
          <p:cNvSpPr>
            <a:spLocks noGrp="1"/>
          </p:cNvSpPr>
          <p:nvPr>
            <p:ph type="title"/>
          </p:nvPr>
        </p:nvSpPr>
        <p:spPr>
          <a:xfrm>
            <a:off x="379663" y="330965"/>
            <a:ext cx="9611360" cy="445441"/>
          </a:xfrm>
        </p:spPr>
        <p:txBody>
          <a:bodyPr>
            <a:normAutofit fontScale="90000"/>
          </a:bodyPr>
          <a:lstStyle/>
          <a:p>
            <a:r>
              <a:rPr lang="zh-CN" altLang="en-US" dirty="0" smtClean="0"/>
              <a:t>原因之一：</a:t>
            </a:r>
            <a:r>
              <a:rPr lang="zh-CN" altLang="en-US" dirty="0"/>
              <a:t>重组并购的壳资源效应</a:t>
            </a:r>
          </a:p>
        </p:txBody>
      </p:sp>
      <p:sp>
        <p:nvSpPr>
          <p:cNvPr id="11" name="文本框 10"/>
          <p:cNvSpPr txBox="1"/>
          <p:nvPr/>
        </p:nvSpPr>
        <p:spPr>
          <a:xfrm>
            <a:off x="1678054" y="6458319"/>
            <a:ext cx="3265317" cy="28725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defTabSz="2437765"/>
            <a:r>
              <a:rPr lang="zh-CN" altLang="en-US" i="1" dirty="0"/>
              <a:t>数据来源：</a:t>
            </a:r>
            <a:r>
              <a:rPr lang="en-US" altLang="zh-CN" i="1" dirty="0"/>
              <a:t>WIND</a:t>
            </a:r>
            <a:r>
              <a:rPr lang="zh-CN" altLang="en-US" i="1" dirty="0"/>
              <a:t>，鑫元基金量化投资部整理；</a:t>
            </a:r>
          </a:p>
        </p:txBody>
      </p:sp>
      <p:graphicFrame>
        <p:nvGraphicFramePr>
          <p:cNvPr id="9" name="表格 8"/>
          <p:cNvGraphicFramePr>
            <a:graphicFrameLocks noGrp="1"/>
          </p:cNvGraphicFramePr>
          <p:nvPr/>
        </p:nvGraphicFramePr>
        <p:xfrm>
          <a:off x="499640" y="2069433"/>
          <a:ext cx="5727906" cy="3459105"/>
        </p:xfrm>
        <a:graphic>
          <a:graphicData uri="http://schemas.openxmlformats.org/drawingml/2006/table">
            <a:tbl>
              <a:tblPr>
                <a:tableStyleId>{BC89EF96-8CEA-46FF-86C4-4CE0E7609802}</a:tableStyleId>
              </a:tblPr>
              <a:tblGrid>
                <a:gridCol w="1909302">
                  <a:extLst>
                    <a:ext uri="{9D8B030D-6E8A-4147-A177-3AD203B41FA5}">
                      <a16:colId xmlns:a16="http://schemas.microsoft.com/office/drawing/2014/main" xmlns="" val="20000"/>
                    </a:ext>
                  </a:extLst>
                </a:gridCol>
                <a:gridCol w="1909302">
                  <a:extLst>
                    <a:ext uri="{9D8B030D-6E8A-4147-A177-3AD203B41FA5}">
                      <a16:colId xmlns:a16="http://schemas.microsoft.com/office/drawing/2014/main" xmlns="" val="20001"/>
                    </a:ext>
                  </a:extLst>
                </a:gridCol>
                <a:gridCol w="1909302">
                  <a:extLst>
                    <a:ext uri="{9D8B030D-6E8A-4147-A177-3AD203B41FA5}">
                      <a16:colId xmlns:a16="http://schemas.microsoft.com/office/drawing/2014/main" xmlns="" val="20002"/>
                    </a:ext>
                  </a:extLst>
                </a:gridCol>
              </a:tblGrid>
              <a:tr h="832995">
                <a:tc>
                  <a:txBody>
                    <a:bodyPr/>
                    <a:lstStyle/>
                    <a:p>
                      <a:r>
                        <a:rPr lang="zh-CN" altLang="en-US" sz="1600" b="1" dirty="0">
                          <a:solidFill>
                            <a:schemeClr val="bg1"/>
                          </a:solidFill>
                          <a:effectLst/>
                        </a:rPr>
                        <a:t>优势维度</a:t>
                      </a:r>
                    </a:p>
                  </a:txBody>
                  <a:tcPr marL="171450" marR="171450" marT="114300" marB="114300" anchor="ctr">
                    <a:solidFill>
                      <a:srgbClr val="CE0E19"/>
                    </a:solidFill>
                  </a:tcPr>
                </a:tc>
                <a:tc>
                  <a:txBody>
                    <a:bodyPr/>
                    <a:lstStyle/>
                    <a:p>
                      <a:r>
                        <a:rPr lang="zh-CN" altLang="en-US" sz="1600" b="1" dirty="0">
                          <a:solidFill>
                            <a:schemeClr val="bg1"/>
                          </a:solidFill>
                          <a:effectLst/>
                        </a:rPr>
                        <a:t>微盘股</a:t>
                      </a:r>
                    </a:p>
                  </a:txBody>
                  <a:tcPr marL="171450" marR="171450" marT="114300" marB="114300" anchor="ctr">
                    <a:solidFill>
                      <a:srgbClr val="CE0E19"/>
                    </a:solidFill>
                  </a:tcPr>
                </a:tc>
                <a:tc>
                  <a:txBody>
                    <a:bodyPr/>
                    <a:lstStyle/>
                    <a:p>
                      <a:r>
                        <a:rPr lang="zh-CN" altLang="en-US" sz="1600" b="1" dirty="0">
                          <a:solidFill>
                            <a:schemeClr val="bg1"/>
                          </a:solidFill>
                          <a:effectLst/>
                        </a:rPr>
                        <a:t>中大盘股</a:t>
                      </a:r>
                    </a:p>
                  </a:txBody>
                  <a:tcPr marL="171450" marR="171450" marT="114300" marB="114300" anchor="ctr">
                    <a:solidFill>
                      <a:srgbClr val="CE0E19"/>
                    </a:solidFill>
                  </a:tcPr>
                </a:tc>
                <a:extLst>
                  <a:ext uri="{0D108BD9-81ED-4DB2-BD59-A6C34878D82A}">
                    <a16:rowId xmlns:a16="http://schemas.microsoft.com/office/drawing/2014/main" xmlns="" val="10000"/>
                  </a:ext>
                </a:extLst>
              </a:tr>
              <a:tr h="917983">
                <a:tc>
                  <a:txBody>
                    <a:bodyPr/>
                    <a:lstStyle/>
                    <a:p>
                      <a:r>
                        <a:rPr lang="zh-CN" altLang="en-US" sz="1600" dirty="0">
                          <a:effectLst/>
                        </a:rPr>
                        <a:t>重组成本</a:t>
                      </a:r>
                      <a:endParaRPr lang="zh-CN" altLang="en-US" sz="1600" b="0" dirty="0">
                        <a:effectLst/>
                      </a:endParaRPr>
                    </a:p>
                  </a:txBody>
                  <a:tcPr marL="171450" marR="171450" marT="114300" marB="114300" anchor="ctr"/>
                </a:tc>
                <a:tc>
                  <a:txBody>
                    <a:bodyPr/>
                    <a:lstStyle/>
                    <a:p>
                      <a:r>
                        <a:rPr lang="zh-CN" altLang="en-US" sz="1600" dirty="0">
                          <a:effectLst/>
                        </a:rPr>
                        <a:t>低</a:t>
                      </a:r>
                      <a:endParaRPr lang="en-US" altLang="zh-CN" sz="1600" dirty="0">
                        <a:effectLst/>
                      </a:endParaRPr>
                    </a:p>
                    <a:p>
                      <a:r>
                        <a:rPr lang="zh-CN" altLang="en-US" sz="1600" dirty="0">
                          <a:effectLst/>
                        </a:rPr>
                        <a:t>（控股权收购成本通常＜</a:t>
                      </a:r>
                      <a:r>
                        <a:rPr lang="en-US" altLang="zh-CN" sz="1600" dirty="0">
                          <a:effectLst/>
                        </a:rPr>
                        <a:t>5 </a:t>
                      </a:r>
                      <a:r>
                        <a:rPr lang="zh-CN" altLang="en-US" sz="1600" dirty="0">
                          <a:effectLst/>
                        </a:rPr>
                        <a:t>亿）</a:t>
                      </a:r>
                      <a:endParaRPr lang="zh-CN" altLang="en-US" sz="1600" b="0" dirty="0">
                        <a:effectLst/>
                      </a:endParaRPr>
                    </a:p>
                  </a:txBody>
                  <a:tcPr marL="171450" marR="171450" marT="114300" marB="114300" anchor="ctr"/>
                </a:tc>
                <a:tc>
                  <a:txBody>
                    <a:bodyPr/>
                    <a:lstStyle/>
                    <a:p>
                      <a:r>
                        <a:rPr lang="zh-CN" altLang="en-US" sz="1600" dirty="0">
                          <a:effectLst/>
                        </a:rPr>
                        <a:t>高</a:t>
                      </a:r>
                      <a:endParaRPr lang="en-US" altLang="zh-CN" sz="1600" dirty="0">
                        <a:effectLst/>
                      </a:endParaRPr>
                    </a:p>
                    <a:p>
                      <a:r>
                        <a:rPr lang="zh-CN" altLang="en-US" sz="1600" dirty="0">
                          <a:effectLst/>
                        </a:rPr>
                        <a:t>（控股权收购成本超 </a:t>
                      </a:r>
                      <a:r>
                        <a:rPr lang="en-US" altLang="zh-CN" sz="1600" dirty="0">
                          <a:effectLst/>
                        </a:rPr>
                        <a:t>20 </a:t>
                      </a:r>
                      <a:r>
                        <a:rPr lang="zh-CN" altLang="en-US" sz="1600" dirty="0">
                          <a:effectLst/>
                        </a:rPr>
                        <a:t>亿）</a:t>
                      </a:r>
                      <a:endParaRPr lang="zh-CN" altLang="en-US" sz="1600" b="0" dirty="0">
                        <a:effectLst/>
                      </a:endParaRPr>
                    </a:p>
                  </a:txBody>
                  <a:tcPr marL="171450" marR="171450" marT="114300" marB="114300" anchor="ctr"/>
                </a:tc>
                <a:extLst>
                  <a:ext uri="{0D108BD9-81ED-4DB2-BD59-A6C34878D82A}">
                    <a16:rowId xmlns:a16="http://schemas.microsoft.com/office/drawing/2014/main" xmlns="" val="10001"/>
                  </a:ext>
                </a:extLst>
              </a:tr>
              <a:tr h="832995">
                <a:tc>
                  <a:txBody>
                    <a:bodyPr/>
                    <a:lstStyle/>
                    <a:p>
                      <a:r>
                        <a:rPr lang="zh-CN" altLang="en-US" sz="1600">
                          <a:effectLst/>
                        </a:rPr>
                        <a:t>合规门槛</a:t>
                      </a:r>
                      <a:endParaRPr lang="zh-CN" altLang="en-US" sz="1600" b="0">
                        <a:effectLst/>
                      </a:endParaRPr>
                    </a:p>
                  </a:txBody>
                  <a:tcPr marL="171450" marR="171450" marT="114300" marB="114300" anchor="ctr"/>
                </a:tc>
                <a:tc>
                  <a:txBody>
                    <a:bodyPr/>
                    <a:lstStyle/>
                    <a:p>
                      <a:r>
                        <a:rPr lang="zh-CN" altLang="en-US" sz="1600" dirty="0">
                          <a:effectLst/>
                        </a:rPr>
                        <a:t>多数无重大违规，符合借壳条件</a:t>
                      </a:r>
                      <a:endParaRPr lang="zh-CN" altLang="en-US" sz="1600" b="0" dirty="0">
                        <a:effectLst/>
                      </a:endParaRPr>
                    </a:p>
                  </a:txBody>
                  <a:tcPr marL="171450" marR="171450" marT="114300" marB="114300" anchor="ctr"/>
                </a:tc>
                <a:tc>
                  <a:txBody>
                    <a:bodyPr/>
                    <a:lstStyle/>
                    <a:p>
                      <a:r>
                        <a:rPr lang="zh-CN" altLang="en-US" sz="1600" dirty="0">
                          <a:effectLst/>
                        </a:rPr>
                        <a:t>股权架构复杂，合规整改成本高</a:t>
                      </a:r>
                      <a:endParaRPr lang="zh-CN" altLang="en-US" sz="1600" b="0" dirty="0">
                        <a:effectLst/>
                      </a:endParaRPr>
                    </a:p>
                  </a:txBody>
                  <a:tcPr marL="171450" marR="171450" marT="114300" marB="114300" anchor="ctr"/>
                </a:tc>
                <a:extLst>
                  <a:ext uri="{0D108BD9-81ED-4DB2-BD59-A6C34878D82A}">
                    <a16:rowId xmlns:a16="http://schemas.microsoft.com/office/drawing/2014/main" xmlns="" val="10002"/>
                  </a:ext>
                </a:extLst>
              </a:tr>
              <a:tr h="832995">
                <a:tc>
                  <a:txBody>
                    <a:bodyPr/>
                    <a:lstStyle/>
                    <a:p>
                      <a:r>
                        <a:rPr lang="zh-CN" altLang="en-US" sz="1600">
                          <a:effectLst/>
                        </a:rPr>
                        <a:t>股东谈判效率</a:t>
                      </a:r>
                      <a:endParaRPr lang="zh-CN" altLang="en-US" sz="1600" b="0">
                        <a:effectLst/>
                      </a:endParaRPr>
                    </a:p>
                  </a:txBody>
                  <a:tcPr marL="171450" marR="171450" marT="114300" marB="114300" anchor="ctr"/>
                </a:tc>
                <a:tc>
                  <a:txBody>
                    <a:bodyPr/>
                    <a:lstStyle/>
                    <a:p>
                      <a:r>
                        <a:rPr lang="zh-CN" altLang="en-US" sz="1600">
                          <a:effectLst/>
                        </a:rPr>
                        <a:t>股权集中度适中，谈判周期短</a:t>
                      </a:r>
                      <a:endParaRPr lang="zh-CN" altLang="en-US" sz="1600" b="0">
                        <a:effectLst/>
                      </a:endParaRPr>
                    </a:p>
                  </a:txBody>
                  <a:tcPr marL="171450" marR="171450" marT="114300" marB="114300" anchor="ctr"/>
                </a:tc>
                <a:tc>
                  <a:txBody>
                    <a:bodyPr/>
                    <a:lstStyle/>
                    <a:p>
                      <a:r>
                        <a:rPr lang="zh-CN" altLang="en-US" sz="1600" dirty="0">
                          <a:effectLst/>
                        </a:rPr>
                        <a:t>机构持股多，意见协调难度大</a:t>
                      </a:r>
                      <a:endParaRPr lang="zh-CN" altLang="en-US" sz="1600" b="0" dirty="0">
                        <a:effectLst/>
                      </a:endParaRPr>
                    </a:p>
                  </a:txBody>
                  <a:tcPr marL="171450" marR="171450" marT="114300" marB="114300" anchor="ctr"/>
                </a:tc>
                <a:extLst>
                  <a:ext uri="{0D108BD9-81ED-4DB2-BD59-A6C34878D82A}">
                    <a16:rowId xmlns:a16="http://schemas.microsoft.com/office/drawing/2014/main" xmlns="" val="10003"/>
                  </a:ext>
                </a:extLst>
              </a:tr>
            </a:tbl>
          </a:graphicData>
        </a:graphic>
      </p:graphicFrame>
      <p:sp>
        <p:nvSpPr>
          <p:cNvPr id="12" name="文本框 11"/>
          <p:cNvSpPr txBox="1"/>
          <p:nvPr/>
        </p:nvSpPr>
        <p:spPr>
          <a:xfrm>
            <a:off x="1515600" y="1518599"/>
            <a:ext cx="3590223" cy="3488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2437765"/>
            <a:r>
              <a:rPr lang="zh-CN" altLang="en-US" sz="1600" b="1" dirty="0">
                <a:latin typeface="+mj-ea"/>
                <a:ea typeface="+mj-ea"/>
              </a:rPr>
              <a:t>表：微盘股的壳资源优势</a:t>
            </a:r>
            <a:endParaRPr kumimoji="0" lang="zh-CN" altLang="en-US" sz="1600" b="1" i="0" u="none" strike="noStrike" cap="none" spc="0" normalizeH="0" baseline="0" dirty="0">
              <a:ln>
                <a:noFill/>
              </a:ln>
              <a:solidFill>
                <a:srgbClr val="5E5E5E"/>
              </a:solidFill>
              <a:effectLst/>
              <a:uFillTx/>
              <a:latin typeface="+mj-ea"/>
              <a:ea typeface="+mj-ea"/>
              <a:sym typeface="Helvetica Neue" panose="02000503000000020004"/>
            </a:endParaRPr>
          </a:p>
        </p:txBody>
      </p:sp>
      <p:sp>
        <p:nvSpPr>
          <p:cNvPr id="5" name="矩形 4"/>
          <p:cNvSpPr/>
          <p:nvPr/>
        </p:nvSpPr>
        <p:spPr>
          <a:xfrm>
            <a:off x="6696537" y="1520325"/>
            <a:ext cx="5005572" cy="4694613"/>
          </a:xfrm>
          <a:prstGeom prst="rect">
            <a:avLst/>
          </a:prstGeom>
        </p:spPr>
        <p:txBody>
          <a:bodyPr wrap="square">
            <a:noAutofit/>
          </a:bodyPr>
          <a:lstStyle/>
          <a:p>
            <a:pPr marL="285750" indent="-285750" algn="l">
              <a:lnSpc>
                <a:spcPct val="150000"/>
              </a:lnSpc>
              <a:buFont typeface="Arial" panose="020B0604020202020204" pitchFamily="34" charset="0"/>
              <a:buChar char="•"/>
            </a:pPr>
            <a:r>
              <a:rPr lang="zh-CN" altLang="en-US" sz="1600" b="1" dirty="0">
                <a:ln>
                  <a:noFill/>
                </a:ln>
                <a:solidFill>
                  <a:srgbClr val="C00000"/>
                </a:solidFill>
                <a:effectLst/>
                <a:uFillTx/>
                <a:latin typeface="Inter" charset="0"/>
              </a:rPr>
              <a:t>企业借壳需求仍存：</a:t>
            </a:r>
            <a:r>
              <a:rPr lang="zh-CN" altLang="en-US" sz="1600" dirty="0">
                <a:solidFill>
                  <a:srgbClr val="000000"/>
                </a:solidFill>
                <a:latin typeface="Inter"/>
              </a:rPr>
              <a:t>未盈利科创企业（如</a:t>
            </a:r>
            <a:r>
              <a:rPr lang="en-US" altLang="zh-CN" sz="1600" dirty="0">
                <a:solidFill>
                  <a:srgbClr val="000000"/>
                </a:solidFill>
                <a:latin typeface="Inter"/>
              </a:rPr>
              <a:t>AI</a:t>
            </a:r>
            <a:r>
              <a:rPr lang="zh-CN" altLang="en-US" sz="1600" dirty="0">
                <a:solidFill>
                  <a:srgbClr val="000000"/>
                </a:solidFill>
                <a:latin typeface="Inter"/>
              </a:rPr>
              <a:t>硬件、生物科技）、细分赛道龙头（区域型制造企业），因注册制对盈利要求高（如创业板需连续两年盈利），通过借壳可快速登陆资本市场。</a:t>
            </a:r>
          </a:p>
          <a:p>
            <a:pPr marL="285750" indent="-285750" algn="l">
              <a:lnSpc>
                <a:spcPct val="150000"/>
              </a:lnSpc>
              <a:buFont typeface="Arial" panose="020B0604020202020204" pitchFamily="34" charset="0"/>
              <a:buChar char="•"/>
            </a:pPr>
            <a:r>
              <a:rPr lang="zh-CN" altLang="en-US" sz="1600" b="1" dirty="0">
                <a:ln>
                  <a:noFill/>
                </a:ln>
                <a:solidFill>
                  <a:srgbClr val="C00000"/>
                </a:solidFill>
                <a:effectLst/>
                <a:uFillTx/>
                <a:latin typeface="Inter" charset="0"/>
              </a:rPr>
              <a:t>审核机制互补：</a:t>
            </a:r>
            <a:r>
              <a:rPr lang="zh-CN" altLang="en-US" sz="1600" dirty="0">
                <a:solidFill>
                  <a:srgbClr val="000000"/>
                </a:solidFill>
                <a:latin typeface="Inter"/>
              </a:rPr>
              <a:t>注册制虽“快”，但对行业属性、募资用途限制严；借壳可灵活对接跨行业重组适配特定资产注入需求。</a:t>
            </a:r>
          </a:p>
          <a:p>
            <a:pPr marL="285750" indent="-285750" algn="l">
              <a:lnSpc>
                <a:spcPct val="150000"/>
              </a:lnSpc>
              <a:buFont typeface="Arial" panose="020B0604020202020204" pitchFamily="34" charset="0"/>
              <a:buChar char="•"/>
            </a:pPr>
            <a:r>
              <a:rPr lang="zh-CN" altLang="en-US" sz="1600" b="1" dirty="0">
                <a:solidFill>
                  <a:srgbClr val="C00000"/>
                </a:solidFill>
                <a:latin typeface="Inter"/>
              </a:rPr>
              <a:t>地方保壳动力：</a:t>
            </a:r>
            <a:r>
              <a:rPr lang="zh-CN" altLang="en-US" sz="1600" dirty="0">
                <a:solidFill>
                  <a:srgbClr val="000000"/>
                </a:solidFill>
                <a:latin typeface="Inter"/>
              </a:rPr>
              <a:t>地方政府为避免本地微盘企业退市（影响就业、税收），会推动优质资产注入“保壳”，</a:t>
            </a:r>
            <a:r>
              <a:rPr lang="en-US" altLang="zh-CN" sz="1600" dirty="0">
                <a:solidFill>
                  <a:srgbClr val="000000"/>
                </a:solidFill>
                <a:latin typeface="Inter"/>
              </a:rPr>
              <a:t>2024-2025 </a:t>
            </a:r>
            <a:r>
              <a:rPr lang="zh-CN" altLang="en-US" sz="1600" dirty="0">
                <a:solidFill>
                  <a:srgbClr val="000000"/>
                </a:solidFill>
                <a:latin typeface="Inter"/>
              </a:rPr>
              <a:t>年地方国资参与的微盘股借壳案例占比达 </a:t>
            </a:r>
            <a:r>
              <a:rPr lang="en-US" altLang="zh-CN" sz="1600" dirty="0">
                <a:solidFill>
                  <a:srgbClr val="000000"/>
                </a:solidFill>
                <a:latin typeface="Inter"/>
              </a:rPr>
              <a:t>38%</a:t>
            </a:r>
            <a:r>
              <a:rPr lang="zh-CN" altLang="en-US" sz="1600" dirty="0">
                <a:solidFill>
                  <a:srgbClr val="000000"/>
                </a:solidFill>
                <a:latin typeface="Inter"/>
              </a:rPr>
              <a:t>。</a:t>
            </a:r>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86CB4B4D-7CA3-9044-876B-883B54F8677D}" type="slidenum">
              <a:rPr lang="en-US" altLang="zh-CN" smtClean="0"/>
              <a:t>6</a:t>
            </a:fld>
            <a:endParaRPr lang="zh-CN" altLang="en-US" dirty="0"/>
          </a:p>
        </p:txBody>
      </p:sp>
      <p:sp>
        <p:nvSpPr>
          <p:cNvPr id="3" name="标题 2"/>
          <p:cNvSpPr>
            <a:spLocks noGrp="1"/>
          </p:cNvSpPr>
          <p:nvPr>
            <p:ph type="title"/>
          </p:nvPr>
        </p:nvSpPr>
        <p:spPr>
          <a:xfrm>
            <a:off x="379663" y="330965"/>
            <a:ext cx="9611360" cy="445441"/>
          </a:xfrm>
        </p:spPr>
        <p:txBody>
          <a:bodyPr>
            <a:normAutofit fontScale="90000"/>
          </a:bodyPr>
          <a:lstStyle/>
          <a:p>
            <a:r>
              <a:rPr lang="zh-CN" altLang="en-US" dirty="0" smtClean="0"/>
              <a:t>原因之一：</a:t>
            </a:r>
            <a:r>
              <a:rPr lang="zh-CN" altLang="en-US" dirty="0"/>
              <a:t>重组并购的壳资源效应</a:t>
            </a:r>
          </a:p>
        </p:txBody>
      </p:sp>
      <p:sp>
        <p:nvSpPr>
          <p:cNvPr id="11" name="文本框 10"/>
          <p:cNvSpPr txBox="1"/>
          <p:nvPr/>
        </p:nvSpPr>
        <p:spPr>
          <a:xfrm>
            <a:off x="1659384" y="6466212"/>
            <a:ext cx="4804200" cy="28725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defTabSz="2437765"/>
            <a:r>
              <a:rPr lang="zh-CN" altLang="en-US" i="1" dirty="0"/>
              <a:t>数据来源：</a:t>
            </a:r>
            <a:r>
              <a:rPr lang="en-US" altLang="zh-CN" i="1" dirty="0"/>
              <a:t>WIND</a:t>
            </a:r>
            <a:r>
              <a:rPr lang="zh-CN" altLang="en-US" i="1" dirty="0"/>
              <a:t>，鑫元基金量化投资部整理</a:t>
            </a:r>
            <a:r>
              <a:rPr lang="zh-CN" altLang="en-US" i="1" dirty="0" smtClean="0"/>
              <a:t>；数据日期：</a:t>
            </a:r>
            <a:r>
              <a:rPr lang="en-US" altLang="zh-CN" i="1" dirty="0" smtClean="0"/>
              <a:t>2024</a:t>
            </a:r>
            <a:r>
              <a:rPr lang="zh-CN" altLang="en-US" i="1" dirty="0" smtClean="0"/>
              <a:t>年年报</a:t>
            </a:r>
            <a:endParaRPr lang="zh-CN" altLang="en-US" i="1" dirty="0"/>
          </a:p>
        </p:txBody>
      </p:sp>
      <p:graphicFrame>
        <p:nvGraphicFramePr>
          <p:cNvPr id="4" name="表格 3"/>
          <p:cNvGraphicFramePr>
            <a:graphicFrameLocks noGrp="1"/>
          </p:cNvGraphicFramePr>
          <p:nvPr>
            <p:extLst>
              <p:ext uri="{D42A27DB-BD31-4B8C-83A1-F6EECF244321}">
                <p14:modId xmlns:p14="http://schemas.microsoft.com/office/powerpoint/2010/main" val="690396667"/>
              </p:ext>
            </p:extLst>
          </p:nvPr>
        </p:nvGraphicFramePr>
        <p:xfrm>
          <a:off x="1351023" y="2037382"/>
          <a:ext cx="8640000" cy="3780000"/>
        </p:xfrm>
        <a:graphic>
          <a:graphicData uri="http://schemas.openxmlformats.org/drawingml/2006/table">
            <a:tbl>
              <a:tblPr firstRow="1" bandRow="1">
                <a:tableStyleId>{69012ECD-51FC-41F1-AA8D-1B2483CD663E}</a:tableStyleId>
              </a:tblPr>
              <a:tblGrid>
                <a:gridCol w="2160000"/>
                <a:gridCol w="2160000"/>
                <a:gridCol w="2160000"/>
                <a:gridCol w="2160000"/>
              </a:tblGrid>
              <a:tr h="540000">
                <a:tc>
                  <a:txBody>
                    <a:bodyPr/>
                    <a:lstStyle/>
                    <a:p>
                      <a:pPr algn="ctr"/>
                      <a:r>
                        <a:rPr lang="zh-CN" altLang="en-US" sz="1600" dirty="0" smtClean="0">
                          <a:latin typeface="+mn-ea"/>
                          <a:ea typeface="+mn-ea"/>
                        </a:rPr>
                        <a:t>指数名称</a:t>
                      </a:r>
                      <a:endParaRPr lang="zh-CN" altLang="en-US" sz="1600" dirty="0">
                        <a:latin typeface="+mn-ea"/>
                        <a:ea typeface="+mn-ea"/>
                      </a:endParaRPr>
                    </a:p>
                  </a:txBody>
                  <a:tcPr anchor="ctr" anchorCtr="1"/>
                </a:tc>
                <a:tc>
                  <a:txBody>
                    <a:bodyPr/>
                    <a:lstStyle/>
                    <a:p>
                      <a:pPr algn="ctr"/>
                      <a:r>
                        <a:rPr lang="zh-CN" altLang="en-US" sz="1600" dirty="0" smtClean="0">
                          <a:latin typeface="+mn-ea"/>
                          <a:ea typeface="+mn-ea"/>
                        </a:rPr>
                        <a:t>营业收入（亿元）</a:t>
                      </a:r>
                      <a:endParaRPr lang="zh-CN" altLang="en-US" sz="1600" dirty="0">
                        <a:latin typeface="+mn-ea"/>
                        <a:ea typeface="+mn-ea"/>
                      </a:endParaRPr>
                    </a:p>
                  </a:txBody>
                  <a:tcPr anchor="ctr" anchorCtr="1"/>
                </a:tc>
                <a:tc>
                  <a:txBody>
                    <a:bodyPr/>
                    <a:lstStyle/>
                    <a:p>
                      <a:pPr algn="ctr"/>
                      <a:r>
                        <a:rPr lang="zh-CN" altLang="en-US" sz="1600" dirty="0" smtClean="0">
                          <a:latin typeface="+mn-ea"/>
                          <a:ea typeface="+mn-ea"/>
                        </a:rPr>
                        <a:t>营业利润（亿元）</a:t>
                      </a:r>
                      <a:endParaRPr lang="zh-CN" altLang="en-US" sz="1600" dirty="0">
                        <a:latin typeface="+mn-ea"/>
                        <a:ea typeface="+mn-ea"/>
                      </a:endParaRPr>
                    </a:p>
                  </a:txBody>
                  <a:tcPr anchor="ctr" anchorCtr="1"/>
                </a:tc>
                <a:tc>
                  <a:txBody>
                    <a:bodyPr/>
                    <a:lstStyle/>
                    <a:p>
                      <a:pPr algn="ctr"/>
                      <a:r>
                        <a:rPr lang="zh-CN" altLang="en-US" sz="1600" dirty="0" smtClean="0">
                          <a:latin typeface="+mn-ea"/>
                          <a:ea typeface="+mn-ea"/>
                        </a:rPr>
                        <a:t>净利润（亿元）</a:t>
                      </a:r>
                      <a:endParaRPr lang="zh-CN" altLang="en-US" sz="1600" dirty="0">
                        <a:latin typeface="+mn-ea"/>
                        <a:ea typeface="+mn-ea"/>
                      </a:endParaRPr>
                    </a:p>
                  </a:txBody>
                  <a:tcPr anchor="ctr" anchorCtr="1"/>
                </a:tc>
              </a:tr>
              <a:tr h="540000">
                <a:tc>
                  <a:txBody>
                    <a:bodyPr/>
                    <a:lstStyle/>
                    <a:p>
                      <a:pPr algn="ctr" fontAlgn="b"/>
                      <a:r>
                        <a:rPr lang="zh-CN" altLang="en-US" sz="1600" b="0" i="0" u="none" strike="noStrike">
                          <a:solidFill>
                            <a:srgbClr val="000000"/>
                          </a:solidFill>
                          <a:effectLst/>
                          <a:latin typeface="+mn-ea"/>
                          <a:ea typeface="+mn-ea"/>
                        </a:rPr>
                        <a:t>万得微盘股指数</a:t>
                      </a:r>
                    </a:p>
                  </a:txBody>
                  <a:tcPr marL="9525" marR="9525" marT="9525" marB="0" anchor="ctr"/>
                </a:tc>
                <a:tc>
                  <a:txBody>
                    <a:bodyPr/>
                    <a:lstStyle/>
                    <a:p>
                      <a:pPr algn="ctr" fontAlgn="b"/>
                      <a:r>
                        <a:rPr lang="en-US" altLang="zh-CN" sz="1600" b="0" i="0" u="none" strike="noStrike" dirty="0">
                          <a:solidFill>
                            <a:srgbClr val="000000"/>
                          </a:solidFill>
                          <a:effectLst/>
                          <a:latin typeface="+mn-ea"/>
                          <a:ea typeface="+mn-ea"/>
                        </a:rPr>
                        <a:t>3864.7</a:t>
                      </a:r>
                    </a:p>
                  </a:txBody>
                  <a:tcPr marL="9525" marR="9525" marT="9525" marB="0" anchor="ctr"/>
                </a:tc>
                <a:tc>
                  <a:txBody>
                    <a:bodyPr/>
                    <a:lstStyle/>
                    <a:p>
                      <a:pPr algn="ctr" fontAlgn="b"/>
                      <a:r>
                        <a:rPr lang="en-US" altLang="zh-CN" sz="1600" b="1" i="0" u="none" strike="noStrike" dirty="0">
                          <a:solidFill>
                            <a:srgbClr val="00B050"/>
                          </a:solidFill>
                          <a:effectLst/>
                          <a:latin typeface="+mn-ea"/>
                          <a:ea typeface="+mn-ea"/>
                        </a:rPr>
                        <a:t>-186.85</a:t>
                      </a:r>
                    </a:p>
                  </a:txBody>
                  <a:tcPr marL="9525" marR="9525" marT="9525" marB="0" anchor="ctr"/>
                </a:tc>
                <a:tc>
                  <a:txBody>
                    <a:bodyPr/>
                    <a:lstStyle/>
                    <a:p>
                      <a:pPr algn="ctr" fontAlgn="b"/>
                      <a:r>
                        <a:rPr lang="en-US" altLang="zh-CN" sz="1600" b="1" i="0" u="none" strike="noStrike" dirty="0">
                          <a:solidFill>
                            <a:srgbClr val="00B050"/>
                          </a:solidFill>
                          <a:effectLst/>
                          <a:latin typeface="+mn-ea"/>
                          <a:ea typeface="+mn-ea"/>
                        </a:rPr>
                        <a:t>-212.75</a:t>
                      </a:r>
                    </a:p>
                  </a:txBody>
                  <a:tcPr marL="9525" marR="9525" marT="9525" marB="0" anchor="ctr"/>
                </a:tc>
              </a:tr>
              <a:tr h="540000">
                <a:tc>
                  <a:txBody>
                    <a:bodyPr/>
                    <a:lstStyle/>
                    <a:p>
                      <a:pPr algn="ctr" fontAlgn="b"/>
                      <a:r>
                        <a:rPr lang="zh-CN" altLang="en-US" sz="1600" b="0" i="0" u="none" strike="noStrike">
                          <a:solidFill>
                            <a:srgbClr val="000000"/>
                          </a:solidFill>
                          <a:effectLst/>
                          <a:latin typeface="+mn-ea"/>
                          <a:ea typeface="+mn-ea"/>
                        </a:rPr>
                        <a:t>北证</a:t>
                      </a:r>
                      <a:r>
                        <a:rPr lang="en-US" altLang="zh-CN" sz="1600" b="0" i="0" u="none" strike="noStrike">
                          <a:solidFill>
                            <a:srgbClr val="000000"/>
                          </a:solidFill>
                          <a:effectLst/>
                          <a:latin typeface="+mn-ea"/>
                          <a:ea typeface="+mn-ea"/>
                        </a:rPr>
                        <a:t>50</a:t>
                      </a:r>
                    </a:p>
                  </a:txBody>
                  <a:tcPr marL="9525" marR="9525" marT="9525" marB="0" anchor="ctr"/>
                </a:tc>
                <a:tc>
                  <a:txBody>
                    <a:bodyPr/>
                    <a:lstStyle/>
                    <a:p>
                      <a:pPr algn="ctr" fontAlgn="b"/>
                      <a:r>
                        <a:rPr lang="en-US" altLang="zh-CN" sz="1600" b="0" i="0" u="none" strike="noStrike">
                          <a:solidFill>
                            <a:srgbClr val="000000"/>
                          </a:solidFill>
                          <a:effectLst/>
                          <a:latin typeface="+mn-ea"/>
                          <a:ea typeface="+mn-ea"/>
                        </a:rPr>
                        <a:t>709.78</a:t>
                      </a:r>
                    </a:p>
                  </a:txBody>
                  <a:tcPr marL="9525" marR="9525" marT="9525" marB="0" anchor="ctr"/>
                </a:tc>
                <a:tc>
                  <a:txBody>
                    <a:bodyPr/>
                    <a:lstStyle/>
                    <a:p>
                      <a:pPr algn="ctr" fontAlgn="b"/>
                      <a:r>
                        <a:rPr lang="en-US" altLang="zh-CN" sz="1600" b="0" i="0" u="none" strike="noStrike">
                          <a:solidFill>
                            <a:srgbClr val="000000"/>
                          </a:solidFill>
                          <a:effectLst/>
                          <a:latin typeface="+mn-ea"/>
                          <a:ea typeface="+mn-ea"/>
                        </a:rPr>
                        <a:t>48.24</a:t>
                      </a:r>
                    </a:p>
                  </a:txBody>
                  <a:tcPr marL="9525" marR="9525" marT="9525" marB="0" anchor="ctr"/>
                </a:tc>
                <a:tc>
                  <a:txBody>
                    <a:bodyPr/>
                    <a:lstStyle/>
                    <a:p>
                      <a:pPr algn="ctr" fontAlgn="b"/>
                      <a:r>
                        <a:rPr lang="en-US" altLang="zh-CN" sz="1600" b="0" i="0" u="none" strike="noStrike">
                          <a:solidFill>
                            <a:srgbClr val="000000"/>
                          </a:solidFill>
                          <a:effectLst/>
                          <a:latin typeface="+mn-ea"/>
                          <a:ea typeface="+mn-ea"/>
                        </a:rPr>
                        <a:t>41.1</a:t>
                      </a:r>
                    </a:p>
                  </a:txBody>
                  <a:tcPr marL="9525" marR="9525" marT="9525" marB="0" anchor="ctr"/>
                </a:tc>
              </a:tr>
              <a:tr h="540000">
                <a:tc>
                  <a:txBody>
                    <a:bodyPr/>
                    <a:lstStyle/>
                    <a:p>
                      <a:pPr algn="ctr" fontAlgn="b"/>
                      <a:r>
                        <a:rPr lang="zh-CN" altLang="en-US" sz="1600" b="0" i="0" u="none" strike="noStrike">
                          <a:solidFill>
                            <a:srgbClr val="000000"/>
                          </a:solidFill>
                          <a:effectLst/>
                          <a:latin typeface="+mn-ea"/>
                          <a:ea typeface="+mn-ea"/>
                        </a:rPr>
                        <a:t>科创</a:t>
                      </a:r>
                      <a:r>
                        <a:rPr lang="en-US" altLang="zh-CN" sz="1600" b="0" i="0" u="none" strike="noStrike">
                          <a:solidFill>
                            <a:srgbClr val="000000"/>
                          </a:solidFill>
                          <a:effectLst/>
                          <a:latin typeface="+mn-ea"/>
                          <a:ea typeface="+mn-ea"/>
                        </a:rPr>
                        <a:t>200</a:t>
                      </a:r>
                    </a:p>
                  </a:txBody>
                  <a:tcPr marL="9525" marR="9525" marT="9525" marB="0" anchor="ctr"/>
                </a:tc>
                <a:tc>
                  <a:txBody>
                    <a:bodyPr/>
                    <a:lstStyle/>
                    <a:p>
                      <a:pPr algn="ctr" fontAlgn="b"/>
                      <a:r>
                        <a:rPr lang="en-US" altLang="zh-CN" sz="1600" b="0" i="0" u="none" strike="noStrike">
                          <a:solidFill>
                            <a:srgbClr val="000000"/>
                          </a:solidFill>
                          <a:effectLst/>
                          <a:latin typeface="+mn-ea"/>
                          <a:ea typeface="+mn-ea"/>
                        </a:rPr>
                        <a:t>2535.63</a:t>
                      </a:r>
                    </a:p>
                  </a:txBody>
                  <a:tcPr marL="9525" marR="9525" marT="9525" marB="0" anchor="ctr"/>
                </a:tc>
                <a:tc>
                  <a:txBody>
                    <a:bodyPr/>
                    <a:lstStyle/>
                    <a:p>
                      <a:pPr algn="ctr" fontAlgn="b"/>
                      <a:r>
                        <a:rPr lang="en-US" altLang="zh-CN" sz="1600" b="0" i="0" u="none" strike="noStrike">
                          <a:solidFill>
                            <a:srgbClr val="000000"/>
                          </a:solidFill>
                          <a:effectLst/>
                          <a:latin typeface="+mn-ea"/>
                          <a:ea typeface="+mn-ea"/>
                        </a:rPr>
                        <a:t>53.74</a:t>
                      </a:r>
                    </a:p>
                  </a:txBody>
                  <a:tcPr marL="9525" marR="9525" marT="9525" marB="0" anchor="ctr"/>
                </a:tc>
                <a:tc>
                  <a:txBody>
                    <a:bodyPr/>
                    <a:lstStyle/>
                    <a:p>
                      <a:pPr algn="ctr" fontAlgn="b"/>
                      <a:r>
                        <a:rPr lang="en-US" altLang="zh-CN" sz="1600" b="0" i="0" u="none" strike="noStrike">
                          <a:solidFill>
                            <a:srgbClr val="000000"/>
                          </a:solidFill>
                          <a:effectLst/>
                          <a:latin typeface="+mn-ea"/>
                          <a:ea typeface="+mn-ea"/>
                        </a:rPr>
                        <a:t>48.49</a:t>
                      </a:r>
                    </a:p>
                  </a:txBody>
                  <a:tcPr marL="9525" marR="9525" marT="9525" marB="0" anchor="ctr"/>
                </a:tc>
              </a:tr>
              <a:tr h="540000">
                <a:tc>
                  <a:txBody>
                    <a:bodyPr/>
                    <a:lstStyle/>
                    <a:p>
                      <a:pPr algn="ctr" fontAlgn="b"/>
                      <a:r>
                        <a:rPr lang="zh-CN" altLang="en-US" sz="1600" b="0" i="0" u="none" strike="noStrike">
                          <a:solidFill>
                            <a:srgbClr val="000000"/>
                          </a:solidFill>
                          <a:effectLst/>
                          <a:latin typeface="+mn-ea"/>
                          <a:ea typeface="+mn-ea"/>
                        </a:rPr>
                        <a:t>科创</a:t>
                      </a:r>
                      <a:r>
                        <a:rPr lang="en-US" altLang="zh-CN" sz="1600" b="0" i="0" u="none" strike="noStrike">
                          <a:solidFill>
                            <a:srgbClr val="000000"/>
                          </a:solidFill>
                          <a:effectLst/>
                          <a:latin typeface="+mn-ea"/>
                          <a:ea typeface="+mn-ea"/>
                        </a:rPr>
                        <a:t>100</a:t>
                      </a:r>
                    </a:p>
                  </a:txBody>
                  <a:tcPr marL="9525" marR="9525" marT="9525" marB="0" anchor="ctr"/>
                </a:tc>
                <a:tc>
                  <a:txBody>
                    <a:bodyPr/>
                    <a:lstStyle/>
                    <a:p>
                      <a:pPr algn="ctr" fontAlgn="b"/>
                      <a:r>
                        <a:rPr lang="en-US" altLang="zh-CN" sz="1600" b="0" i="0" u="none" strike="noStrike">
                          <a:solidFill>
                            <a:srgbClr val="000000"/>
                          </a:solidFill>
                          <a:effectLst/>
                          <a:latin typeface="+mn-ea"/>
                          <a:ea typeface="+mn-ea"/>
                        </a:rPr>
                        <a:t>3138.46</a:t>
                      </a:r>
                    </a:p>
                  </a:txBody>
                  <a:tcPr marL="9525" marR="9525" marT="9525" marB="0" anchor="ctr"/>
                </a:tc>
                <a:tc>
                  <a:txBody>
                    <a:bodyPr/>
                    <a:lstStyle/>
                    <a:p>
                      <a:pPr algn="ctr" fontAlgn="b"/>
                      <a:r>
                        <a:rPr lang="en-US" altLang="zh-CN" sz="1600" b="0" i="0" u="none" strike="noStrike">
                          <a:solidFill>
                            <a:srgbClr val="000000"/>
                          </a:solidFill>
                          <a:effectLst/>
                          <a:latin typeface="+mn-ea"/>
                          <a:ea typeface="+mn-ea"/>
                        </a:rPr>
                        <a:t>108.88</a:t>
                      </a:r>
                    </a:p>
                  </a:txBody>
                  <a:tcPr marL="9525" marR="9525" marT="9525" marB="0" anchor="ctr"/>
                </a:tc>
                <a:tc>
                  <a:txBody>
                    <a:bodyPr/>
                    <a:lstStyle/>
                    <a:p>
                      <a:pPr algn="ctr" fontAlgn="b"/>
                      <a:r>
                        <a:rPr lang="en-US" altLang="zh-CN" sz="1600" b="0" i="0" u="none" strike="noStrike">
                          <a:solidFill>
                            <a:srgbClr val="000000"/>
                          </a:solidFill>
                          <a:effectLst/>
                          <a:latin typeface="+mn-ea"/>
                          <a:ea typeface="+mn-ea"/>
                        </a:rPr>
                        <a:t>72.66</a:t>
                      </a:r>
                    </a:p>
                  </a:txBody>
                  <a:tcPr marL="9525" marR="9525" marT="9525" marB="0" anchor="ctr"/>
                </a:tc>
              </a:tr>
              <a:tr h="540000">
                <a:tc>
                  <a:txBody>
                    <a:bodyPr/>
                    <a:lstStyle/>
                    <a:p>
                      <a:pPr algn="ctr" fontAlgn="b"/>
                      <a:r>
                        <a:rPr lang="zh-CN" altLang="en-US" sz="1600" b="0" i="0" u="none" strike="noStrike">
                          <a:solidFill>
                            <a:srgbClr val="000000"/>
                          </a:solidFill>
                          <a:effectLst/>
                          <a:latin typeface="+mn-ea"/>
                          <a:ea typeface="+mn-ea"/>
                        </a:rPr>
                        <a:t>科创</a:t>
                      </a:r>
                      <a:r>
                        <a:rPr lang="en-US" altLang="zh-CN" sz="1600" b="0" i="0" u="none" strike="noStrike">
                          <a:solidFill>
                            <a:srgbClr val="000000"/>
                          </a:solidFill>
                          <a:effectLst/>
                          <a:latin typeface="+mn-ea"/>
                          <a:ea typeface="+mn-ea"/>
                        </a:rPr>
                        <a:t>50</a:t>
                      </a:r>
                    </a:p>
                  </a:txBody>
                  <a:tcPr marL="9525" marR="9525" marT="9525" marB="0" anchor="ctr"/>
                </a:tc>
                <a:tc>
                  <a:txBody>
                    <a:bodyPr/>
                    <a:lstStyle/>
                    <a:p>
                      <a:pPr algn="ctr" fontAlgn="b"/>
                      <a:r>
                        <a:rPr lang="en-US" altLang="zh-CN" sz="1600" b="0" i="0" u="none" strike="noStrike">
                          <a:solidFill>
                            <a:srgbClr val="000000"/>
                          </a:solidFill>
                          <a:effectLst/>
                          <a:latin typeface="+mn-ea"/>
                          <a:ea typeface="+mn-ea"/>
                        </a:rPr>
                        <a:t>6716.35</a:t>
                      </a:r>
                    </a:p>
                  </a:txBody>
                  <a:tcPr marL="9525" marR="9525" marT="9525" marB="0" anchor="ctr"/>
                </a:tc>
                <a:tc>
                  <a:txBody>
                    <a:bodyPr/>
                    <a:lstStyle/>
                    <a:p>
                      <a:pPr algn="ctr" fontAlgn="b"/>
                      <a:r>
                        <a:rPr lang="en-US" altLang="zh-CN" sz="1600" b="0" i="0" u="none" strike="noStrike">
                          <a:solidFill>
                            <a:srgbClr val="000000"/>
                          </a:solidFill>
                          <a:effectLst/>
                          <a:latin typeface="+mn-ea"/>
                          <a:ea typeface="+mn-ea"/>
                        </a:rPr>
                        <a:t>403.16</a:t>
                      </a:r>
                    </a:p>
                  </a:txBody>
                  <a:tcPr marL="9525" marR="9525" marT="9525" marB="0" anchor="ctr"/>
                </a:tc>
                <a:tc>
                  <a:txBody>
                    <a:bodyPr/>
                    <a:lstStyle/>
                    <a:p>
                      <a:pPr algn="ctr" fontAlgn="b"/>
                      <a:r>
                        <a:rPr lang="en-US" altLang="zh-CN" sz="1600" b="0" i="0" u="none" strike="noStrike" dirty="0">
                          <a:solidFill>
                            <a:srgbClr val="000000"/>
                          </a:solidFill>
                          <a:effectLst/>
                          <a:latin typeface="+mn-ea"/>
                          <a:ea typeface="+mn-ea"/>
                        </a:rPr>
                        <a:t>343.83</a:t>
                      </a:r>
                    </a:p>
                  </a:txBody>
                  <a:tcPr marL="9525" marR="9525" marT="9525" marB="0" anchor="ctr"/>
                </a:tc>
              </a:tr>
              <a:tr h="540000">
                <a:tc>
                  <a:txBody>
                    <a:bodyPr/>
                    <a:lstStyle/>
                    <a:p>
                      <a:pPr algn="ctr" fontAlgn="b"/>
                      <a:r>
                        <a:rPr lang="zh-CN" altLang="en-US" sz="1600" b="0" i="0" u="none" strike="noStrike">
                          <a:solidFill>
                            <a:srgbClr val="000000"/>
                          </a:solidFill>
                          <a:effectLst/>
                          <a:latin typeface="+mn-ea"/>
                          <a:ea typeface="+mn-ea"/>
                        </a:rPr>
                        <a:t>中证</a:t>
                      </a:r>
                      <a:r>
                        <a:rPr lang="en-US" altLang="zh-CN" sz="1600" b="0" i="0" u="none" strike="noStrike">
                          <a:solidFill>
                            <a:srgbClr val="000000"/>
                          </a:solidFill>
                          <a:effectLst/>
                          <a:latin typeface="+mn-ea"/>
                          <a:ea typeface="+mn-ea"/>
                        </a:rPr>
                        <a:t>2000</a:t>
                      </a:r>
                    </a:p>
                  </a:txBody>
                  <a:tcPr marL="9525" marR="9525" marT="9525" marB="0" anchor="ctr"/>
                </a:tc>
                <a:tc>
                  <a:txBody>
                    <a:bodyPr/>
                    <a:lstStyle/>
                    <a:p>
                      <a:pPr algn="ctr" fontAlgn="b"/>
                      <a:r>
                        <a:rPr lang="en-US" altLang="zh-CN" sz="1600" b="0" i="0" u="none" strike="noStrike">
                          <a:solidFill>
                            <a:srgbClr val="000000"/>
                          </a:solidFill>
                          <a:effectLst/>
                          <a:latin typeface="+mn-ea"/>
                          <a:ea typeface="+mn-ea"/>
                        </a:rPr>
                        <a:t>51806.8</a:t>
                      </a:r>
                    </a:p>
                  </a:txBody>
                  <a:tcPr marL="9525" marR="9525" marT="9525" marB="0" anchor="ctr"/>
                </a:tc>
                <a:tc>
                  <a:txBody>
                    <a:bodyPr/>
                    <a:lstStyle/>
                    <a:p>
                      <a:pPr algn="ctr" fontAlgn="b"/>
                      <a:r>
                        <a:rPr lang="en-US" altLang="zh-CN" sz="1600" b="0" i="0" u="none" strike="noStrike" dirty="0">
                          <a:solidFill>
                            <a:srgbClr val="000000"/>
                          </a:solidFill>
                          <a:effectLst/>
                          <a:latin typeface="+mn-ea"/>
                          <a:ea typeface="+mn-ea"/>
                        </a:rPr>
                        <a:t>1131.6</a:t>
                      </a:r>
                    </a:p>
                  </a:txBody>
                  <a:tcPr marL="9525" marR="9525" marT="9525" marB="0" anchor="ctr"/>
                </a:tc>
                <a:tc>
                  <a:txBody>
                    <a:bodyPr/>
                    <a:lstStyle/>
                    <a:p>
                      <a:pPr algn="ctr" fontAlgn="b"/>
                      <a:r>
                        <a:rPr lang="en-US" altLang="zh-CN" sz="1600" b="0" i="0" u="none" strike="noStrike" dirty="0">
                          <a:solidFill>
                            <a:srgbClr val="000000"/>
                          </a:solidFill>
                          <a:effectLst/>
                          <a:latin typeface="+mn-ea"/>
                          <a:ea typeface="+mn-ea"/>
                        </a:rPr>
                        <a:t>709.54</a:t>
                      </a:r>
                    </a:p>
                  </a:txBody>
                  <a:tcPr marL="9525" marR="9525" marT="9525" marB="0" anchor="ctr"/>
                </a:tc>
              </a:tr>
            </a:tbl>
          </a:graphicData>
        </a:graphic>
      </p:graphicFrame>
      <p:sp>
        <p:nvSpPr>
          <p:cNvPr id="10" name="文本框 9"/>
          <p:cNvSpPr txBox="1"/>
          <p:nvPr/>
        </p:nvSpPr>
        <p:spPr>
          <a:xfrm>
            <a:off x="3758286" y="1518710"/>
            <a:ext cx="3590223" cy="3488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2437765"/>
            <a:r>
              <a:rPr lang="zh-CN" altLang="en-US" sz="1600" b="1" dirty="0">
                <a:latin typeface="+mj-ea"/>
                <a:ea typeface="+mj-ea"/>
              </a:rPr>
              <a:t>表</a:t>
            </a:r>
            <a:r>
              <a:rPr lang="zh-CN" altLang="en-US" sz="1600" b="1" dirty="0" smtClean="0">
                <a:latin typeface="+mj-ea"/>
                <a:ea typeface="+mj-ea"/>
              </a:rPr>
              <a:t>：微盘与其他指数的比较</a:t>
            </a:r>
            <a:endParaRPr kumimoji="0" lang="zh-CN" altLang="en-US" sz="1600" b="1" i="0" u="none" strike="noStrike" cap="none" spc="0" normalizeH="0" baseline="0" dirty="0">
              <a:ln>
                <a:noFill/>
              </a:ln>
              <a:solidFill>
                <a:srgbClr val="5E5E5E"/>
              </a:solidFill>
              <a:effectLst/>
              <a:uFillTx/>
              <a:latin typeface="+mj-ea"/>
              <a:ea typeface="+mj-ea"/>
              <a:sym typeface="Helvetica Neue" panose="02000503000000020004"/>
            </a:endParaRPr>
          </a:p>
        </p:txBody>
      </p:sp>
    </p:spTree>
    <p:extLst>
      <p:ext uri="{BB962C8B-B14F-4D97-AF65-F5344CB8AC3E}">
        <p14:creationId xmlns:p14="http://schemas.microsoft.com/office/powerpoint/2010/main" val="3545665669"/>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86CB4B4D-7CA3-9044-876B-883B54F8677D}" type="slidenum">
              <a:rPr lang="en-US" altLang="zh-CN" smtClean="0"/>
              <a:t>7</a:t>
            </a:fld>
            <a:endParaRPr lang="zh-CN" altLang="en-US" dirty="0"/>
          </a:p>
        </p:txBody>
      </p:sp>
      <p:sp>
        <p:nvSpPr>
          <p:cNvPr id="3" name="标题 2"/>
          <p:cNvSpPr>
            <a:spLocks noGrp="1"/>
          </p:cNvSpPr>
          <p:nvPr>
            <p:ph type="title"/>
          </p:nvPr>
        </p:nvSpPr>
        <p:spPr>
          <a:xfrm>
            <a:off x="379663" y="330965"/>
            <a:ext cx="9611360" cy="445441"/>
          </a:xfrm>
        </p:spPr>
        <p:txBody>
          <a:bodyPr>
            <a:normAutofit fontScale="90000"/>
          </a:bodyPr>
          <a:lstStyle/>
          <a:p>
            <a:r>
              <a:rPr lang="zh-CN" altLang="en-US" dirty="0"/>
              <a:t>原因之二：定期调仓的高抛低吸效应</a:t>
            </a:r>
          </a:p>
        </p:txBody>
      </p:sp>
      <p:sp>
        <p:nvSpPr>
          <p:cNvPr id="5" name="文本框 4"/>
          <p:cNvSpPr txBox="1"/>
          <p:nvPr/>
        </p:nvSpPr>
        <p:spPr>
          <a:xfrm>
            <a:off x="1799924" y="6458319"/>
            <a:ext cx="3137077" cy="28725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defTabSz="2437765"/>
            <a:r>
              <a:rPr lang="zh-CN" altLang="en-US" i="1" dirty="0"/>
              <a:t>数据来源：</a:t>
            </a:r>
            <a:r>
              <a:rPr lang="en-US" altLang="zh-CN" i="1" dirty="0"/>
              <a:t>WIND</a:t>
            </a:r>
            <a:r>
              <a:rPr lang="zh-CN" altLang="en-US" i="1" dirty="0"/>
              <a:t>，鑫元基金量化投资部整理</a:t>
            </a:r>
          </a:p>
        </p:txBody>
      </p:sp>
      <p:graphicFrame>
        <p:nvGraphicFramePr>
          <p:cNvPr id="8" name="图示 7"/>
          <p:cNvGraphicFramePr/>
          <p:nvPr>
            <p:extLst>
              <p:ext uri="{D42A27DB-BD31-4B8C-83A1-F6EECF244321}">
                <p14:modId xmlns:p14="http://schemas.microsoft.com/office/powerpoint/2010/main" val="3627889973"/>
              </p:ext>
            </p:extLst>
          </p:nvPr>
        </p:nvGraphicFramePr>
        <p:xfrm>
          <a:off x="254000" y="1549033"/>
          <a:ext cx="6146800" cy="47882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文本框 8"/>
          <p:cNvSpPr txBox="1"/>
          <p:nvPr/>
        </p:nvSpPr>
        <p:spPr>
          <a:xfrm>
            <a:off x="6689558" y="1549033"/>
            <a:ext cx="4860757" cy="44875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defTabSz="2437765">
              <a:lnSpc>
                <a:spcPct val="150000"/>
              </a:lnSpc>
            </a:pPr>
            <a:r>
              <a:rPr lang="zh-CN" altLang="en-US" sz="2000" b="1" dirty="0">
                <a:solidFill>
                  <a:srgbClr val="C00000"/>
                </a:solidFill>
              </a:rPr>
              <a:t>不同于大市值指数，微盘类指数高抛大涨的个股，低吸震荡的个股，</a:t>
            </a:r>
            <a:r>
              <a:rPr lang="zh-CN" altLang="en-US" sz="2000" b="1" dirty="0">
                <a:ln>
                  <a:noFill/>
                </a:ln>
                <a:solidFill>
                  <a:srgbClr val="C00000"/>
                </a:solidFill>
                <a:effectLst/>
                <a:uFillTx/>
              </a:rPr>
              <a:t>调仓</a:t>
            </a:r>
            <a:r>
              <a:rPr lang="zh-CN" altLang="en-US" sz="2000" b="1" dirty="0" smtClean="0">
                <a:ln>
                  <a:noFill/>
                </a:ln>
                <a:solidFill>
                  <a:srgbClr val="C00000"/>
                </a:solidFill>
                <a:effectLst/>
                <a:uFillTx/>
              </a:rPr>
              <a:t>时</a:t>
            </a:r>
            <a:endParaRPr lang="en-US" altLang="zh-CN" sz="2000" b="1" dirty="0" smtClean="0">
              <a:ln>
                <a:noFill/>
              </a:ln>
              <a:solidFill>
                <a:srgbClr val="C00000"/>
              </a:solidFill>
              <a:effectLst/>
              <a:uFillTx/>
            </a:endParaRPr>
          </a:p>
          <a:p>
            <a:pPr algn="l" defTabSz="2437765">
              <a:lnSpc>
                <a:spcPct val="150000"/>
              </a:lnSpc>
            </a:pPr>
            <a:r>
              <a:rPr lang="zh-CN" altLang="en-US" sz="2000" b="1" dirty="0">
                <a:solidFill>
                  <a:srgbClr val="C00000"/>
                </a:solidFill>
              </a:rPr>
              <a:t>“高抛低吸”，相当于天然的</a:t>
            </a:r>
            <a:r>
              <a:rPr lang="en-US" altLang="zh-CN" sz="2000" b="1" dirty="0">
                <a:solidFill>
                  <a:srgbClr val="C00000"/>
                </a:solidFill>
              </a:rPr>
              <a:t>Alpha</a:t>
            </a:r>
            <a:r>
              <a:rPr lang="zh-CN" altLang="en-US" sz="2000" b="1" dirty="0">
                <a:solidFill>
                  <a:srgbClr val="C00000"/>
                </a:solidFill>
              </a:rPr>
              <a:t>！</a:t>
            </a:r>
            <a:endParaRPr lang="en-US" altLang="zh-CN" sz="2000" b="1" dirty="0">
              <a:solidFill>
                <a:srgbClr val="C00000"/>
              </a:solidFill>
            </a:endParaRPr>
          </a:p>
          <a:p>
            <a:pPr algn="l" defTabSz="2437765">
              <a:lnSpc>
                <a:spcPct val="150000"/>
              </a:lnSpc>
            </a:pPr>
            <a:endParaRPr lang="en-US" altLang="zh-CN" sz="2000" b="1" dirty="0">
              <a:solidFill>
                <a:srgbClr val="C00000"/>
              </a:solidFill>
            </a:endParaRPr>
          </a:p>
          <a:p>
            <a:pPr marL="342900" indent="-342900" algn="l" defTabSz="2437765">
              <a:lnSpc>
                <a:spcPct val="150000"/>
              </a:lnSpc>
              <a:buFont typeface="Arial" panose="020B0604020202020204" pitchFamily="34" charset="0"/>
              <a:buChar char="•"/>
            </a:pPr>
            <a:r>
              <a:rPr lang="zh-CN" altLang="en-US" sz="1800" dirty="0">
                <a:solidFill>
                  <a:schemeClr val="tx2"/>
                </a:solidFill>
              </a:rPr>
              <a:t>一部分持仓个股市值，在上一期出现震荡或下跌，则</a:t>
            </a:r>
            <a:r>
              <a:rPr lang="zh-CN" altLang="en-US" sz="1800" b="1" dirty="0">
                <a:solidFill>
                  <a:schemeClr val="tx2"/>
                </a:solidFill>
              </a:rPr>
              <a:t>保持不动或提高权重</a:t>
            </a:r>
            <a:r>
              <a:rPr lang="zh-CN" altLang="en-US" sz="1800" dirty="0">
                <a:solidFill>
                  <a:schemeClr val="tx2"/>
                </a:solidFill>
              </a:rPr>
              <a:t>。</a:t>
            </a:r>
            <a:endParaRPr lang="en-US" altLang="zh-CN" sz="1800" dirty="0">
              <a:solidFill>
                <a:schemeClr val="tx2"/>
              </a:solidFill>
            </a:endParaRPr>
          </a:p>
          <a:p>
            <a:pPr marL="342900" indent="-342900" algn="l" defTabSz="2437765">
              <a:lnSpc>
                <a:spcPct val="150000"/>
              </a:lnSpc>
              <a:buFont typeface="Arial" panose="020B0604020202020204" pitchFamily="34" charset="0"/>
              <a:buChar char="•"/>
            </a:pPr>
            <a:r>
              <a:rPr lang="zh-CN" altLang="en-US" sz="1800" dirty="0">
                <a:solidFill>
                  <a:schemeClr val="tx2"/>
                </a:solidFill>
              </a:rPr>
              <a:t>一部分持仓个股市值，在上一期出现</a:t>
            </a:r>
            <a:r>
              <a:rPr lang="zh-CN" altLang="en-US" sz="1800" dirty="0">
                <a:solidFill>
                  <a:schemeClr val="tx1"/>
                </a:solidFill>
              </a:rPr>
              <a:t>明显上涨，则</a:t>
            </a:r>
            <a:r>
              <a:rPr lang="zh-CN" altLang="en-US" sz="1800" dirty="0">
                <a:solidFill>
                  <a:srgbClr val="C00000"/>
                </a:solidFill>
              </a:rPr>
              <a:t>卖出止盈，并重新买入低位的其他微盘股。</a:t>
            </a:r>
            <a:endParaRPr lang="en-US" altLang="zh-CN" sz="1800" dirty="0">
              <a:solidFill>
                <a:srgbClr val="C00000"/>
              </a:solidFill>
            </a:endParaRPr>
          </a:p>
          <a:p>
            <a:pPr algn="l" defTabSz="2437765">
              <a:lnSpc>
                <a:spcPct val="150000"/>
              </a:lnSpc>
            </a:pPr>
            <a:endParaRPr lang="en-US" altLang="zh-CN" sz="2000" b="1" dirty="0">
              <a:solidFill>
                <a:srgbClr val="C00000"/>
              </a:solidFill>
            </a:endParaRPr>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86CB4B4D-7CA3-9044-876B-883B54F8677D}" type="slidenum">
              <a:rPr lang="en-US" altLang="zh-CN" smtClean="0"/>
              <a:t>8</a:t>
            </a:fld>
            <a:endParaRPr lang="zh-CN" altLang="en-US" dirty="0"/>
          </a:p>
        </p:txBody>
      </p:sp>
      <p:sp>
        <p:nvSpPr>
          <p:cNvPr id="3" name="标题 2"/>
          <p:cNvSpPr>
            <a:spLocks noGrp="1"/>
          </p:cNvSpPr>
          <p:nvPr>
            <p:ph type="title"/>
          </p:nvPr>
        </p:nvSpPr>
        <p:spPr>
          <a:xfrm>
            <a:off x="379663" y="330965"/>
            <a:ext cx="9611360" cy="445441"/>
          </a:xfrm>
        </p:spPr>
        <p:txBody>
          <a:bodyPr>
            <a:normAutofit fontScale="90000"/>
          </a:bodyPr>
          <a:lstStyle/>
          <a:p>
            <a:r>
              <a:rPr lang="zh-CN" altLang="en-US" dirty="0"/>
              <a:t>原因之三：量化资金的正反馈效应</a:t>
            </a:r>
          </a:p>
        </p:txBody>
      </p:sp>
      <p:sp>
        <p:nvSpPr>
          <p:cNvPr id="11" name="文本框 10"/>
          <p:cNvSpPr txBox="1"/>
          <p:nvPr/>
        </p:nvSpPr>
        <p:spPr>
          <a:xfrm>
            <a:off x="1729816" y="6466157"/>
            <a:ext cx="4393832" cy="28725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defTabSz="2437765"/>
            <a:r>
              <a:rPr lang="zh-CN" altLang="en-US" i="1" dirty="0"/>
              <a:t>数据来源：</a:t>
            </a:r>
            <a:r>
              <a:rPr lang="en-US" altLang="zh-CN" i="1" dirty="0"/>
              <a:t>WIND</a:t>
            </a:r>
            <a:r>
              <a:rPr lang="zh-CN" altLang="en-US" i="1" dirty="0"/>
              <a:t>，</a:t>
            </a:r>
            <a:r>
              <a:rPr lang="en-US" altLang="zh-CN" i="1" dirty="0"/>
              <a:t>MSCI</a:t>
            </a:r>
            <a:r>
              <a:rPr lang="zh-CN" altLang="en-US" i="1" dirty="0"/>
              <a:t>，中基协，鑫元基金量化投资部整理；</a:t>
            </a:r>
          </a:p>
        </p:txBody>
      </p:sp>
      <p:graphicFrame>
        <p:nvGraphicFramePr>
          <p:cNvPr id="5" name="图示 4"/>
          <p:cNvGraphicFramePr/>
          <p:nvPr/>
        </p:nvGraphicFramePr>
        <p:xfrm>
          <a:off x="-163630" y="1843595"/>
          <a:ext cx="6400800" cy="4266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文本框 7"/>
          <p:cNvSpPr txBox="1"/>
          <p:nvPr/>
        </p:nvSpPr>
        <p:spPr>
          <a:xfrm>
            <a:off x="1056105" y="1408154"/>
            <a:ext cx="3590223" cy="3488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2437765"/>
            <a:r>
              <a:rPr lang="zh-CN" altLang="en-US" sz="1600" b="1" dirty="0">
                <a:latin typeface="+mj-ea"/>
                <a:ea typeface="+mj-ea"/>
              </a:rPr>
              <a:t>图：微盘股的资金正反馈</a:t>
            </a:r>
            <a:endParaRPr kumimoji="0" lang="zh-CN" altLang="en-US" sz="1600" b="1" i="0" u="none" strike="noStrike" cap="none" spc="0" normalizeH="0" baseline="0" dirty="0">
              <a:ln>
                <a:noFill/>
              </a:ln>
              <a:solidFill>
                <a:srgbClr val="5E5E5E"/>
              </a:solidFill>
              <a:effectLst/>
              <a:uFillTx/>
              <a:latin typeface="+mj-ea"/>
              <a:ea typeface="+mj-ea"/>
              <a:sym typeface="Helvetica Neue" panose="02000503000000020004"/>
            </a:endParaRPr>
          </a:p>
        </p:txBody>
      </p:sp>
      <p:sp>
        <p:nvSpPr>
          <p:cNvPr id="7" name="矩形 6"/>
          <p:cNvSpPr/>
          <p:nvPr/>
        </p:nvSpPr>
        <p:spPr>
          <a:xfrm>
            <a:off x="5804034" y="1279013"/>
            <a:ext cx="5955567" cy="4969332"/>
          </a:xfrm>
          <a:prstGeom prst="rect">
            <a:avLst/>
          </a:prstGeom>
        </p:spPr>
        <p:txBody>
          <a:bodyPr wrap="square">
            <a:noAutofit/>
          </a:bodyPr>
          <a:lstStyle/>
          <a:p>
            <a:pPr marL="285750" indent="-285750" algn="l">
              <a:lnSpc>
                <a:spcPct val="150000"/>
              </a:lnSpc>
              <a:buFont typeface="Arial" panose="020B0604020202020204" pitchFamily="34" charset="0"/>
              <a:buChar char="•"/>
            </a:pPr>
            <a:r>
              <a:rPr lang="zh-CN" altLang="en-US" sz="1800" b="1" dirty="0">
                <a:solidFill>
                  <a:srgbClr val="C00000"/>
                </a:solidFill>
                <a:latin typeface="Inter"/>
              </a:rPr>
              <a:t>国际通用：规模因子是 </a:t>
            </a:r>
            <a:r>
              <a:rPr lang="en-US" altLang="zh-CN" sz="1800" b="1" dirty="0">
                <a:solidFill>
                  <a:srgbClr val="C00000"/>
                </a:solidFill>
                <a:latin typeface="Inter"/>
              </a:rPr>
              <a:t>Barra </a:t>
            </a:r>
            <a:r>
              <a:rPr lang="zh-CN" altLang="en-US" sz="1800" b="1" dirty="0">
                <a:solidFill>
                  <a:srgbClr val="C00000"/>
                </a:solidFill>
                <a:latin typeface="Inter"/>
              </a:rPr>
              <a:t>核心因子</a:t>
            </a:r>
            <a:endParaRPr lang="en-US" altLang="zh-CN" sz="1800" b="1" dirty="0">
              <a:solidFill>
                <a:srgbClr val="C00000"/>
              </a:solidFill>
              <a:latin typeface="Inter"/>
            </a:endParaRPr>
          </a:p>
          <a:p>
            <a:pPr algn="l">
              <a:lnSpc>
                <a:spcPct val="150000"/>
              </a:lnSpc>
            </a:pPr>
            <a:r>
              <a:rPr lang="zh-CN" altLang="en-US" sz="1600" dirty="0">
                <a:solidFill>
                  <a:schemeClr val="tx1"/>
                </a:solidFill>
                <a:latin typeface="Inter"/>
              </a:rPr>
              <a:t/>
            </a:r>
            <a:br>
              <a:rPr lang="zh-CN" altLang="en-US" sz="1600" dirty="0">
                <a:solidFill>
                  <a:schemeClr val="tx1"/>
                </a:solidFill>
                <a:latin typeface="Inter"/>
              </a:rPr>
            </a:br>
            <a:r>
              <a:rPr lang="zh-CN" altLang="en-US" sz="1600" dirty="0">
                <a:solidFill>
                  <a:schemeClr val="tx1"/>
                </a:solidFill>
                <a:latin typeface="Inter"/>
              </a:rPr>
              <a:t>全球主流量化模型（如</a:t>
            </a:r>
            <a:r>
              <a:rPr lang="en-US" altLang="zh-CN" sz="1600" dirty="0">
                <a:solidFill>
                  <a:schemeClr val="tx1"/>
                </a:solidFill>
                <a:latin typeface="Inter"/>
              </a:rPr>
              <a:t>Barra CNE6</a:t>
            </a:r>
            <a:r>
              <a:rPr lang="zh-CN" altLang="en-US" sz="1600" dirty="0">
                <a:solidFill>
                  <a:schemeClr val="tx1"/>
                </a:solidFill>
                <a:latin typeface="Inter"/>
              </a:rPr>
              <a:t>）中，规模因子（</a:t>
            </a:r>
            <a:r>
              <a:rPr lang="en-US" altLang="zh-CN" sz="1600" dirty="0">
                <a:solidFill>
                  <a:schemeClr val="tx1"/>
                </a:solidFill>
                <a:latin typeface="Inter"/>
              </a:rPr>
              <a:t>Size</a:t>
            </a:r>
            <a:r>
              <a:rPr lang="zh-CN" altLang="en-US" sz="1600" dirty="0">
                <a:solidFill>
                  <a:schemeClr val="tx1"/>
                </a:solidFill>
                <a:latin typeface="Inter"/>
              </a:rPr>
              <a:t>）是必选大类因子，由于</a:t>
            </a:r>
            <a:r>
              <a:rPr lang="en-US" altLang="zh-CN" sz="1600" dirty="0">
                <a:solidFill>
                  <a:schemeClr val="tx1"/>
                </a:solidFill>
                <a:latin typeface="Inter"/>
              </a:rPr>
              <a:t>A </a:t>
            </a:r>
            <a:r>
              <a:rPr lang="zh-CN" altLang="en-US" sz="1600" dirty="0">
                <a:solidFill>
                  <a:schemeClr val="tx1"/>
                </a:solidFill>
                <a:latin typeface="Inter"/>
              </a:rPr>
              <a:t>股小微盘“机构覆盖度低、流动性博弈空间大”，因此规模因子的超额收益</a:t>
            </a:r>
            <a:r>
              <a:rPr lang="zh-CN" altLang="en-US" sz="1600" dirty="0">
                <a:ln>
                  <a:noFill/>
                </a:ln>
                <a:solidFill>
                  <a:schemeClr val="tx1"/>
                </a:solidFill>
                <a:effectLst/>
                <a:uFillTx/>
                <a:latin typeface="Inter" charset="0"/>
              </a:rPr>
              <a:t>往往</a:t>
            </a:r>
            <a:r>
              <a:rPr lang="zh-CN" altLang="en-US" sz="1600" dirty="0">
                <a:solidFill>
                  <a:schemeClr val="tx1"/>
                </a:solidFill>
                <a:latin typeface="Inter"/>
              </a:rPr>
              <a:t>远超国际市场。</a:t>
            </a:r>
            <a:endParaRPr lang="en-US" altLang="zh-CN" sz="1600" dirty="0">
              <a:solidFill>
                <a:schemeClr val="tx1"/>
              </a:solidFill>
              <a:latin typeface="Inter"/>
            </a:endParaRPr>
          </a:p>
          <a:p>
            <a:pPr algn="l">
              <a:lnSpc>
                <a:spcPct val="150000"/>
              </a:lnSpc>
            </a:pPr>
            <a:endParaRPr lang="en-US" altLang="zh-CN" sz="1600" dirty="0">
              <a:solidFill>
                <a:schemeClr val="tx1"/>
              </a:solidFill>
              <a:latin typeface="Inter"/>
            </a:endParaRPr>
          </a:p>
          <a:p>
            <a:pPr marL="285750" marR="0" indent="-285750" algn="l" defTabSz="1217930" rtl="0" latinLnBrk="0" hangingPunct="0">
              <a:lnSpc>
                <a:spcPct val="150000"/>
              </a:lnSpc>
              <a:spcBef>
                <a:spcPts val="0"/>
              </a:spcBef>
              <a:spcAft>
                <a:spcPts val="0"/>
              </a:spcAft>
              <a:buSzTx/>
              <a:buFont typeface="Arial" panose="020B0604020202020204" pitchFamily="34" charset="0"/>
              <a:buChar char="•"/>
            </a:pPr>
            <a:r>
              <a:rPr lang="zh-CN" altLang="en-US" sz="1800" b="1" dirty="0">
                <a:ln>
                  <a:noFill/>
                </a:ln>
                <a:solidFill>
                  <a:srgbClr val="C00000"/>
                </a:solidFill>
                <a:effectLst/>
                <a:uFillTx/>
                <a:latin typeface="Inter" charset="0"/>
              </a:rPr>
              <a:t>资金量级：近五年持续加仓，成关键买盘</a:t>
            </a:r>
            <a:endParaRPr lang="en-US" altLang="zh-CN" sz="1800" b="1" dirty="0">
              <a:ln>
                <a:noFill/>
              </a:ln>
              <a:solidFill>
                <a:srgbClr val="C00000"/>
              </a:solidFill>
              <a:effectLst/>
              <a:uFillTx/>
              <a:latin typeface="Inter" charset="0"/>
            </a:endParaRPr>
          </a:p>
          <a:p>
            <a:pPr algn="l">
              <a:lnSpc>
                <a:spcPct val="150000"/>
              </a:lnSpc>
            </a:pPr>
            <a:endParaRPr lang="en-US" altLang="zh-CN" sz="1600" dirty="0">
              <a:solidFill>
                <a:schemeClr val="tx1"/>
              </a:solidFill>
            </a:endParaRPr>
          </a:p>
          <a:p>
            <a:pPr algn="l">
              <a:lnSpc>
                <a:spcPct val="150000"/>
              </a:lnSpc>
            </a:pPr>
            <a:r>
              <a:rPr lang="zh-CN" altLang="en-US" sz="1600" dirty="0">
                <a:solidFill>
                  <a:schemeClr val="tx1"/>
                </a:solidFill>
              </a:rPr>
              <a:t>近五年 </a:t>
            </a:r>
            <a:r>
              <a:rPr lang="en-US" altLang="zh-CN" sz="1600" dirty="0">
                <a:solidFill>
                  <a:schemeClr val="tx1"/>
                </a:solidFill>
              </a:rPr>
              <a:t>A </a:t>
            </a:r>
            <a:r>
              <a:rPr lang="zh-CN" altLang="en-US" sz="1600" dirty="0">
                <a:solidFill>
                  <a:schemeClr val="tx1"/>
                </a:solidFill>
              </a:rPr>
              <a:t>股量化资金规模从 </a:t>
            </a:r>
            <a:r>
              <a:rPr lang="en-US" altLang="zh-CN" sz="1600" dirty="0">
                <a:solidFill>
                  <a:schemeClr val="tx1"/>
                </a:solidFill>
              </a:rPr>
              <a:t>1.2 </a:t>
            </a:r>
            <a:r>
              <a:rPr lang="zh-CN" altLang="en-US" sz="1600" dirty="0">
                <a:solidFill>
                  <a:schemeClr val="tx1"/>
                </a:solidFill>
              </a:rPr>
              <a:t>万亿增至 </a:t>
            </a:r>
            <a:r>
              <a:rPr lang="en-US" altLang="zh-CN" sz="1600" dirty="0">
                <a:solidFill>
                  <a:schemeClr val="tx1"/>
                </a:solidFill>
              </a:rPr>
              <a:t>3.8 </a:t>
            </a:r>
            <a:r>
              <a:rPr lang="zh-CN" altLang="en-US" sz="1600" dirty="0">
                <a:solidFill>
                  <a:schemeClr val="tx1"/>
                </a:solidFill>
              </a:rPr>
              <a:t>万亿，其中配置小微盘的比例从 </a:t>
            </a:r>
            <a:r>
              <a:rPr lang="en-US" altLang="zh-CN" sz="1600" dirty="0">
                <a:solidFill>
                  <a:schemeClr val="tx1"/>
                </a:solidFill>
              </a:rPr>
              <a:t>15% </a:t>
            </a:r>
            <a:r>
              <a:rPr lang="zh-CN" altLang="en-US" sz="1600" dirty="0">
                <a:solidFill>
                  <a:schemeClr val="tx1"/>
                </a:solidFill>
              </a:rPr>
              <a:t>升至 </a:t>
            </a:r>
            <a:r>
              <a:rPr lang="en-US" altLang="zh-CN" sz="1600" dirty="0">
                <a:solidFill>
                  <a:schemeClr val="tx1"/>
                </a:solidFill>
              </a:rPr>
              <a:t>35%</a:t>
            </a:r>
            <a:r>
              <a:rPr lang="zh-CN" altLang="en-US" sz="1600" dirty="0">
                <a:solidFill>
                  <a:schemeClr val="tx1"/>
                </a:solidFill>
              </a:rPr>
              <a:t>，贡献小微盘总成交额的 </a:t>
            </a:r>
            <a:r>
              <a:rPr lang="en-US" altLang="zh-CN" sz="1600" dirty="0">
                <a:solidFill>
                  <a:schemeClr val="tx1"/>
                </a:solidFill>
              </a:rPr>
              <a:t>28%-35%</a:t>
            </a:r>
            <a:r>
              <a:rPr lang="zh-CN" altLang="en-US" sz="1600" dirty="0">
                <a:solidFill>
                  <a:schemeClr val="tx1"/>
                </a:solidFill>
              </a:rPr>
              <a:t>；仅 </a:t>
            </a:r>
            <a:r>
              <a:rPr lang="en-US" altLang="zh-CN" sz="1600" dirty="0">
                <a:solidFill>
                  <a:schemeClr val="tx1"/>
                </a:solidFill>
              </a:rPr>
              <a:t>2024 </a:t>
            </a:r>
            <a:r>
              <a:rPr lang="zh-CN" altLang="en-US" sz="1600" dirty="0">
                <a:solidFill>
                  <a:schemeClr val="tx1"/>
                </a:solidFill>
              </a:rPr>
              <a:t>年，小微盘量化产品新增规模超 </a:t>
            </a:r>
            <a:r>
              <a:rPr lang="en-US" altLang="zh-CN" sz="1600" dirty="0">
                <a:solidFill>
                  <a:schemeClr val="tx1"/>
                </a:solidFill>
              </a:rPr>
              <a:t>600 </a:t>
            </a:r>
            <a:r>
              <a:rPr lang="zh-CN" altLang="en-US" sz="1600" dirty="0">
                <a:solidFill>
                  <a:schemeClr val="tx1"/>
                </a:solidFill>
              </a:rPr>
              <a:t>亿元，是 </a:t>
            </a:r>
            <a:r>
              <a:rPr lang="en-US" altLang="zh-CN" sz="1600" dirty="0">
                <a:solidFill>
                  <a:schemeClr val="tx1"/>
                </a:solidFill>
              </a:rPr>
              <a:t>2019 </a:t>
            </a:r>
            <a:r>
              <a:rPr lang="zh-CN" altLang="en-US" sz="1600" dirty="0">
                <a:solidFill>
                  <a:schemeClr val="tx1"/>
                </a:solidFill>
              </a:rPr>
              <a:t>年的 </a:t>
            </a:r>
            <a:r>
              <a:rPr lang="en-US" altLang="zh-CN" sz="1600" dirty="0">
                <a:solidFill>
                  <a:schemeClr val="tx1"/>
                </a:solidFill>
              </a:rPr>
              <a:t>5 </a:t>
            </a:r>
            <a:r>
              <a:rPr lang="zh-CN" altLang="en-US" sz="1600" dirty="0">
                <a:solidFill>
                  <a:schemeClr val="tx1"/>
                </a:solidFill>
              </a:rPr>
              <a:t>倍。</a:t>
            </a: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第二部分</a:t>
            </a:r>
          </a:p>
        </p:txBody>
      </p:sp>
      <p:sp>
        <p:nvSpPr>
          <p:cNvPr id="3" name="文本占位符 2"/>
          <p:cNvSpPr>
            <a:spLocks noGrp="1"/>
          </p:cNvSpPr>
          <p:nvPr>
            <p:ph type="body" sz="quarter" idx="11"/>
          </p:nvPr>
        </p:nvSpPr>
        <p:spPr>
          <a:xfrm>
            <a:off x="739568" y="3252346"/>
            <a:ext cx="7726059" cy="602024"/>
          </a:xfrm>
        </p:spPr>
        <p:txBody>
          <a:bodyPr/>
          <a:lstStyle/>
          <a:p>
            <a:r>
              <a:rPr lang="zh-CN" altLang="en-US" dirty="0"/>
              <a:t>为什么</a:t>
            </a:r>
            <a:r>
              <a:rPr lang="zh-CN" altLang="en-US" dirty="0" smtClean="0"/>
              <a:t>选择微盘多因子策略？</a:t>
            </a:r>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86CB4B4D-7CA3-9044-876B-883B54F8677D}" type="slidenum">
              <a:rPr lang="en-US" altLang="zh-CN" smtClean="0"/>
              <a:t>10</a:t>
            </a:fld>
            <a:endParaRPr lang="zh-CN" altLang="en-US" dirty="0"/>
          </a:p>
        </p:txBody>
      </p:sp>
      <p:sp>
        <p:nvSpPr>
          <p:cNvPr id="3" name="标题 2"/>
          <p:cNvSpPr>
            <a:spLocks noGrp="1"/>
          </p:cNvSpPr>
          <p:nvPr>
            <p:ph type="title"/>
          </p:nvPr>
        </p:nvSpPr>
        <p:spPr>
          <a:xfrm>
            <a:off x="379663" y="330965"/>
            <a:ext cx="9611360" cy="445441"/>
          </a:xfrm>
        </p:spPr>
        <p:txBody>
          <a:bodyPr>
            <a:normAutofit fontScale="90000"/>
          </a:bodyPr>
          <a:lstStyle/>
          <a:p>
            <a:r>
              <a:rPr lang="zh-CN" altLang="en-US" dirty="0"/>
              <a:t>鑫</a:t>
            </a:r>
            <a:r>
              <a:rPr lang="zh-CN" altLang="en-US" dirty="0" smtClean="0"/>
              <a:t>元微盘多因子策略</a:t>
            </a:r>
            <a:endParaRPr lang="zh-CN" altLang="en-US" dirty="0"/>
          </a:p>
        </p:txBody>
      </p:sp>
      <p:sp>
        <p:nvSpPr>
          <p:cNvPr id="7" name="文本框 6"/>
          <p:cNvSpPr txBox="1"/>
          <p:nvPr/>
        </p:nvSpPr>
        <p:spPr>
          <a:xfrm>
            <a:off x="4292274" y="1363387"/>
            <a:ext cx="3975827" cy="3488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7765" rtl="0" fontAlgn="auto" latinLnBrk="0" hangingPunct="0">
              <a:lnSpc>
                <a:spcPct val="100000"/>
              </a:lnSpc>
              <a:spcBef>
                <a:spcPts val="0"/>
              </a:spcBef>
              <a:spcAft>
                <a:spcPts val="0"/>
              </a:spcAft>
              <a:buClrTx/>
              <a:buSzTx/>
              <a:buFontTx/>
              <a:buNone/>
            </a:pPr>
            <a:r>
              <a:rPr kumimoji="0" lang="zh-CN" altLang="en-US" sz="1600" b="1" i="0" u="none" strike="noStrike" cap="none" spc="0" normalizeH="0" baseline="0" dirty="0">
                <a:ln>
                  <a:noFill/>
                </a:ln>
                <a:solidFill>
                  <a:srgbClr val="5E5E5E"/>
                </a:solidFill>
                <a:effectLst/>
                <a:uFillTx/>
                <a:latin typeface="+mj-ea"/>
                <a:ea typeface="+mj-ea"/>
                <a:sym typeface="Helvetica Neue" panose="02000503000000020004"/>
              </a:rPr>
              <a:t>表：鑫</a:t>
            </a:r>
            <a:r>
              <a:rPr kumimoji="0" lang="zh-CN" altLang="en-US" sz="1600" b="1" i="0" u="none" strike="noStrike" cap="none" spc="0" normalizeH="0" baseline="0" dirty="0" smtClean="0">
                <a:ln>
                  <a:noFill/>
                </a:ln>
                <a:solidFill>
                  <a:srgbClr val="5E5E5E"/>
                </a:solidFill>
                <a:effectLst/>
                <a:uFillTx/>
                <a:latin typeface="+mj-ea"/>
                <a:ea typeface="+mj-ea"/>
                <a:sym typeface="Helvetica Neue" panose="02000503000000020004"/>
              </a:rPr>
              <a:t>元微盘多因子策略</a:t>
            </a:r>
            <a:r>
              <a:rPr kumimoji="0" lang="zh-CN" altLang="en-US" sz="1600" b="1" i="0" u="none" strike="noStrike" cap="none" spc="0" normalizeH="0" baseline="0" dirty="0">
                <a:ln>
                  <a:noFill/>
                </a:ln>
                <a:solidFill>
                  <a:srgbClr val="5E5E5E"/>
                </a:solidFill>
                <a:effectLst/>
                <a:uFillTx/>
                <a:latin typeface="+mj-ea"/>
                <a:ea typeface="+mj-ea"/>
                <a:sym typeface="Helvetica Neue" panose="02000503000000020004"/>
              </a:rPr>
              <a:t>组合选股逻辑</a:t>
            </a:r>
          </a:p>
        </p:txBody>
      </p:sp>
      <p:sp>
        <p:nvSpPr>
          <p:cNvPr id="11" name="文本框 10"/>
          <p:cNvSpPr txBox="1"/>
          <p:nvPr/>
        </p:nvSpPr>
        <p:spPr>
          <a:xfrm>
            <a:off x="1687679" y="6458319"/>
            <a:ext cx="3265317" cy="28725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defTabSz="2437765"/>
            <a:r>
              <a:rPr lang="zh-CN" altLang="en-US" i="1" dirty="0"/>
              <a:t>数据来源：</a:t>
            </a:r>
            <a:r>
              <a:rPr lang="en-US" altLang="zh-CN" i="1" dirty="0"/>
              <a:t>WIND</a:t>
            </a:r>
            <a:r>
              <a:rPr lang="zh-CN" altLang="en-US" i="1" dirty="0"/>
              <a:t>，鑫元基金量化投资部</a:t>
            </a:r>
            <a:r>
              <a:rPr lang="zh-CN" altLang="en-US" i="1" dirty="0" smtClean="0"/>
              <a:t>整理；</a:t>
            </a:r>
            <a:endParaRPr lang="zh-CN" altLang="en-US" i="1" dirty="0"/>
          </a:p>
        </p:txBody>
      </p:sp>
      <p:graphicFrame>
        <p:nvGraphicFramePr>
          <p:cNvPr id="4" name="表格 3"/>
          <p:cNvGraphicFramePr>
            <a:graphicFrameLocks noGrp="1"/>
          </p:cNvGraphicFramePr>
          <p:nvPr>
            <p:extLst>
              <p:ext uri="{D42A27DB-BD31-4B8C-83A1-F6EECF244321}">
                <p14:modId xmlns:p14="http://schemas.microsoft.com/office/powerpoint/2010/main" val="4000262076"/>
              </p:ext>
            </p:extLst>
          </p:nvPr>
        </p:nvGraphicFramePr>
        <p:xfrm>
          <a:off x="1579465" y="1824420"/>
          <a:ext cx="9518463" cy="3948549"/>
        </p:xfrm>
        <a:graphic>
          <a:graphicData uri="http://schemas.openxmlformats.org/drawingml/2006/table">
            <a:tbl>
              <a:tblPr firstRow="1" bandRow="1">
                <a:tableStyleId>{69012ECD-51FC-41F1-AA8D-1B2483CD663E}</a:tableStyleId>
              </a:tblPr>
              <a:tblGrid>
                <a:gridCol w="2980058">
                  <a:extLst>
                    <a:ext uri="{9D8B030D-6E8A-4147-A177-3AD203B41FA5}">
                      <a16:colId xmlns:a16="http://schemas.microsoft.com/office/drawing/2014/main" xmlns="" val="20000"/>
                    </a:ext>
                  </a:extLst>
                </a:gridCol>
                <a:gridCol w="6538405">
                  <a:extLst>
                    <a:ext uri="{9D8B030D-6E8A-4147-A177-3AD203B41FA5}">
                      <a16:colId xmlns:a16="http://schemas.microsoft.com/office/drawing/2014/main" xmlns="" val="20001"/>
                    </a:ext>
                  </a:extLst>
                </a:gridCol>
              </a:tblGrid>
              <a:tr h="523016">
                <a:tc>
                  <a:txBody>
                    <a:bodyPr/>
                    <a:lstStyle/>
                    <a:p>
                      <a:r>
                        <a:rPr lang="zh-CN" altLang="en-US" sz="1600" dirty="0"/>
                        <a:t>选股步骤</a:t>
                      </a:r>
                    </a:p>
                  </a:txBody>
                  <a:tcPr anchor="ctr" anchorCtr="1"/>
                </a:tc>
                <a:tc>
                  <a:txBody>
                    <a:bodyPr/>
                    <a:lstStyle/>
                    <a:p>
                      <a:r>
                        <a:rPr lang="zh-CN" altLang="en-US" sz="1600" dirty="0"/>
                        <a:t>具体描述</a:t>
                      </a:r>
                    </a:p>
                  </a:txBody>
                  <a:tcPr anchor="ctr" anchorCtr="1"/>
                </a:tc>
                <a:extLst>
                  <a:ext uri="{0D108BD9-81ED-4DB2-BD59-A6C34878D82A}">
                    <a16:rowId xmlns:a16="http://schemas.microsoft.com/office/drawing/2014/main" xmlns="" val="10000"/>
                  </a:ext>
                </a:extLst>
              </a:tr>
              <a:tr h="523016">
                <a:tc>
                  <a:txBody>
                    <a:bodyPr/>
                    <a:lstStyle/>
                    <a:p>
                      <a:r>
                        <a:rPr lang="zh-CN" altLang="en-US" sz="1600" dirty="0"/>
                        <a:t>样本空间</a:t>
                      </a:r>
                    </a:p>
                  </a:txBody>
                  <a:tcPr anchor="ctr" anchorCtr="1"/>
                </a:tc>
                <a:tc>
                  <a:txBody>
                    <a:bodyPr/>
                    <a:lstStyle/>
                    <a:p>
                      <a:r>
                        <a:rPr lang="zh-CN" altLang="en-US" sz="1600" dirty="0" smtClean="0"/>
                        <a:t>万得微盘股指数（总市值最小的</a:t>
                      </a:r>
                      <a:r>
                        <a:rPr lang="en-US" altLang="zh-CN" sz="1600" dirty="0" smtClean="0"/>
                        <a:t>400</a:t>
                      </a:r>
                      <a:r>
                        <a:rPr lang="zh-CN" altLang="en-US" sz="1600" dirty="0" smtClean="0"/>
                        <a:t>个）</a:t>
                      </a:r>
                      <a:endParaRPr lang="zh-CN" altLang="en-US" sz="1600" dirty="0"/>
                    </a:p>
                  </a:txBody>
                  <a:tcPr anchor="ctr" anchorCtr="1"/>
                </a:tc>
                <a:extLst>
                  <a:ext uri="{0D108BD9-81ED-4DB2-BD59-A6C34878D82A}">
                    <a16:rowId xmlns:a16="http://schemas.microsoft.com/office/drawing/2014/main" xmlns="" val="10001"/>
                  </a:ext>
                </a:extLst>
              </a:tr>
              <a:tr h="1333469">
                <a:tc>
                  <a:txBody>
                    <a:bodyPr/>
                    <a:lstStyle/>
                    <a:p>
                      <a:r>
                        <a:rPr lang="zh-CN" altLang="en-US" sz="1600" b="0" i="0" u="none" strike="noStrike" cap="none" spc="0" baseline="0" dirty="0">
                          <a:solidFill>
                            <a:schemeClr val="tx2"/>
                          </a:solidFill>
                          <a:uFillTx/>
                          <a:latin typeface="+mn-lt"/>
                          <a:ea typeface="+mn-ea"/>
                          <a:cs typeface="+mn-cs"/>
                          <a:sym typeface="Helvetica Neue" panose="02000503000000020004"/>
                        </a:rPr>
                        <a:t>选样方法</a:t>
                      </a:r>
                    </a:p>
                  </a:txBody>
                  <a:tcPr anchor="ctr" anchorCtr="1"/>
                </a:tc>
                <a:tc>
                  <a:txBody>
                    <a:bodyPr/>
                    <a:lstStyle/>
                    <a:p>
                      <a:pPr algn="l" defTabSz="2437765">
                        <a:lnSpc>
                          <a:spcPct val="150000"/>
                        </a:lnSpc>
                      </a:pPr>
                      <a:r>
                        <a:rPr lang="zh-CN" altLang="en-US" sz="1600" b="0" i="0" u="none" strike="noStrike" cap="none" spc="0" baseline="0" dirty="0" smtClean="0">
                          <a:solidFill>
                            <a:schemeClr val="tx2"/>
                          </a:solidFill>
                          <a:uFillTx/>
                          <a:latin typeface="+mn-lt"/>
                          <a:ea typeface="+mn-ea"/>
                          <a:cs typeface="+mn-cs"/>
                          <a:sym typeface="Helvetica Neue" panose="02000503000000020004"/>
                        </a:rPr>
                        <a:t>（</a:t>
                      </a:r>
                      <a:r>
                        <a:rPr lang="en-US" altLang="zh-CN" sz="1600" b="0" i="0" u="none" strike="noStrike" cap="none" spc="0" baseline="0" dirty="0" smtClean="0">
                          <a:solidFill>
                            <a:schemeClr val="tx2"/>
                          </a:solidFill>
                          <a:uFillTx/>
                          <a:latin typeface="+mn-lt"/>
                          <a:ea typeface="+mn-ea"/>
                          <a:cs typeface="+mn-cs"/>
                          <a:sym typeface="Helvetica Neue" panose="02000503000000020004"/>
                        </a:rPr>
                        <a:t>1</a:t>
                      </a:r>
                      <a:r>
                        <a:rPr lang="zh-CN" altLang="en-US" sz="1600" b="0" i="0" u="none" strike="noStrike" cap="none" spc="0" baseline="0" dirty="0" smtClean="0">
                          <a:solidFill>
                            <a:schemeClr val="tx2"/>
                          </a:solidFill>
                          <a:uFillTx/>
                          <a:latin typeface="+mn-lt"/>
                          <a:ea typeface="+mn-ea"/>
                          <a:cs typeface="+mn-cs"/>
                          <a:sym typeface="Helvetica Neue" panose="02000503000000020004"/>
                        </a:rPr>
                        <a:t>）负向剔除：对</a:t>
                      </a:r>
                      <a:r>
                        <a:rPr lang="en-US" altLang="zh-CN" sz="1600" b="0" i="0" u="none" strike="noStrike" cap="none" spc="0" baseline="0" dirty="0" smtClean="0">
                          <a:solidFill>
                            <a:schemeClr val="tx2"/>
                          </a:solidFill>
                          <a:uFillTx/>
                          <a:latin typeface="+mn-lt"/>
                          <a:ea typeface="+mn-ea"/>
                          <a:cs typeface="+mn-cs"/>
                          <a:sym typeface="Helvetica Neue" panose="02000503000000020004"/>
                        </a:rPr>
                        <a:t>ESG</a:t>
                      </a:r>
                      <a:r>
                        <a:rPr lang="zh-CN" altLang="en-US" sz="1600" b="0" i="0" u="none" strike="noStrike" cap="none" spc="0" baseline="0" dirty="0" smtClean="0">
                          <a:solidFill>
                            <a:schemeClr val="tx2"/>
                          </a:solidFill>
                          <a:uFillTx/>
                          <a:latin typeface="+mn-lt"/>
                          <a:ea typeface="+mn-ea"/>
                          <a:cs typeface="+mn-cs"/>
                          <a:sym typeface="Helvetica Neue" panose="02000503000000020004"/>
                        </a:rPr>
                        <a:t>，财务质量等方面进行筛选，剔除低质量个股。</a:t>
                      </a:r>
                      <a:endParaRPr lang="en-US" altLang="zh-CN" sz="1600" b="0" i="0" u="none" strike="noStrike" cap="none" spc="0" baseline="0" dirty="0" smtClean="0">
                        <a:solidFill>
                          <a:schemeClr val="tx2"/>
                        </a:solidFill>
                        <a:uFillTx/>
                        <a:latin typeface="+mn-lt"/>
                        <a:ea typeface="+mn-ea"/>
                        <a:cs typeface="+mn-cs"/>
                        <a:sym typeface="Helvetica Neue" panose="02000503000000020004"/>
                      </a:endParaRPr>
                    </a:p>
                    <a:p>
                      <a:pPr algn="l" defTabSz="2437765">
                        <a:lnSpc>
                          <a:spcPct val="150000"/>
                        </a:lnSpc>
                      </a:pPr>
                      <a:r>
                        <a:rPr lang="zh-CN" altLang="en-US" sz="1600" b="0" i="0" u="none" strike="noStrike" cap="none" spc="0" baseline="0" dirty="0" smtClean="0">
                          <a:solidFill>
                            <a:schemeClr val="tx2"/>
                          </a:solidFill>
                          <a:uFillTx/>
                          <a:latin typeface="+mn-lt"/>
                          <a:ea typeface="+mn-ea"/>
                          <a:cs typeface="+mn-cs"/>
                          <a:sym typeface="Helvetica Neue" panose="02000503000000020004"/>
                        </a:rPr>
                        <a:t>（</a:t>
                      </a:r>
                      <a:r>
                        <a:rPr lang="en-US" altLang="zh-CN" sz="1600" b="0" i="0" u="none" strike="noStrike" cap="none" spc="0" baseline="0" dirty="0" smtClean="0">
                          <a:solidFill>
                            <a:schemeClr val="tx2"/>
                          </a:solidFill>
                          <a:uFillTx/>
                          <a:latin typeface="+mn-lt"/>
                          <a:ea typeface="+mn-ea"/>
                          <a:cs typeface="+mn-cs"/>
                          <a:sym typeface="Helvetica Neue" panose="02000503000000020004"/>
                        </a:rPr>
                        <a:t>2</a:t>
                      </a:r>
                      <a:r>
                        <a:rPr lang="zh-CN" altLang="en-US" sz="1600" b="0" i="0" u="none" strike="noStrike" cap="none" spc="0" baseline="0" dirty="0" smtClean="0">
                          <a:solidFill>
                            <a:schemeClr val="tx2"/>
                          </a:solidFill>
                          <a:uFillTx/>
                          <a:latin typeface="+mn-lt"/>
                          <a:ea typeface="+mn-ea"/>
                          <a:cs typeface="+mn-cs"/>
                          <a:sym typeface="Helvetica Neue" panose="02000503000000020004"/>
                        </a:rPr>
                        <a:t>）正向筛选：综合考虑</a:t>
                      </a:r>
                      <a:r>
                        <a:rPr lang="zh-CN" altLang="en-US" sz="1600" b="1" i="0" u="none" strike="noStrike" cap="none" spc="0" baseline="0" dirty="0" smtClean="0">
                          <a:solidFill>
                            <a:schemeClr val="accent1"/>
                          </a:solidFill>
                          <a:uFillTx/>
                          <a:latin typeface="+mn-lt"/>
                          <a:ea typeface="+mn-ea"/>
                          <a:cs typeface="+mn-cs"/>
                          <a:sym typeface="Helvetica Neue" panose="02000503000000020004"/>
                        </a:rPr>
                        <a:t>价值类因子与红利类因子</a:t>
                      </a:r>
                      <a:r>
                        <a:rPr lang="zh-CN" altLang="en-US" sz="1600" b="0" i="0" u="none" strike="noStrike" cap="none" spc="0" baseline="0" dirty="0" smtClean="0">
                          <a:solidFill>
                            <a:schemeClr val="tx2"/>
                          </a:solidFill>
                          <a:uFillTx/>
                          <a:latin typeface="+mn-lt"/>
                          <a:ea typeface="+mn-ea"/>
                          <a:cs typeface="+mn-cs"/>
                          <a:sym typeface="Helvetica Neue" panose="02000503000000020004"/>
                        </a:rPr>
                        <a:t>，</a:t>
                      </a:r>
                      <a:endParaRPr lang="en-US" altLang="zh-CN" sz="1600" b="0" i="0" u="none" strike="noStrike" cap="none" spc="0" baseline="0" dirty="0" smtClean="0">
                        <a:solidFill>
                          <a:schemeClr val="tx2"/>
                        </a:solidFill>
                        <a:uFillTx/>
                        <a:latin typeface="+mn-lt"/>
                        <a:ea typeface="+mn-ea"/>
                        <a:cs typeface="+mn-cs"/>
                        <a:sym typeface="Helvetica Neue" panose="02000503000000020004"/>
                      </a:endParaRPr>
                    </a:p>
                    <a:p>
                      <a:pPr algn="l" defTabSz="2437765">
                        <a:lnSpc>
                          <a:spcPct val="150000"/>
                        </a:lnSpc>
                      </a:pPr>
                      <a:r>
                        <a:rPr lang="zh-CN" altLang="en-US" sz="1600" b="0" i="0" u="none" strike="noStrike" cap="none" spc="0" baseline="0" dirty="0" smtClean="0">
                          <a:solidFill>
                            <a:schemeClr val="tx2"/>
                          </a:solidFill>
                          <a:uFillTx/>
                          <a:latin typeface="+mn-lt"/>
                          <a:ea typeface="+mn-ea"/>
                          <a:cs typeface="+mn-cs"/>
                          <a:sym typeface="Helvetica Neue" panose="02000503000000020004"/>
                        </a:rPr>
                        <a:t>选取综合得分最高的</a:t>
                      </a:r>
                      <a:r>
                        <a:rPr lang="en-US" altLang="zh-CN" sz="1600" b="0" i="0" u="none" strike="noStrike" cap="none" spc="0" baseline="0" dirty="0" smtClean="0">
                          <a:solidFill>
                            <a:schemeClr val="tx2"/>
                          </a:solidFill>
                          <a:uFillTx/>
                          <a:latin typeface="+mn-lt"/>
                          <a:ea typeface="+mn-ea"/>
                          <a:cs typeface="+mn-cs"/>
                          <a:sym typeface="Helvetica Neue" panose="02000503000000020004"/>
                        </a:rPr>
                        <a:t>100</a:t>
                      </a:r>
                      <a:r>
                        <a:rPr lang="zh-CN" altLang="en-US" sz="1600" b="0" i="0" u="none" strike="noStrike" cap="none" spc="0" baseline="0" dirty="0" smtClean="0">
                          <a:solidFill>
                            <a:schemeClr val="tx2"/>
                          </a:solidFill>
                          <a:uFillTx/>
                          <a:latin typeface="+mn-lt"/>
                          <a:ea typeface="+mn-ea"/>
                          <a:cs typeface="+mn-cs"/>
                          <a:sym typeface="Helvetica Neue" panose="02000503000000020004"/>
                        </a:rPr>
                        <a:t>个股票；</a:t>
                      </a:r>
                    </a:p>
                  </a:txBody>
                  <a:tcPr anchor="ctr" anchorCtr="1"/>
                </a:tc>
                <a:extLst>
                  <a:ext uri="{0D108BD9-81ED-4DB2-BD59-A6C34878D82A}">
                    <a16:rowId xmlns:a16="http://schemas.microsoft.com/office/drawing/2014/main" xmlns="" val="10002"/>
                  </a:ext>
                </a:extLst>
              </a:tr>
              <a:tr h="523016">
                <a:tc>
                  <a:txBody>
                    <a:bodyPr/>
                    <a:lstStyle/>
                    <a:p>
                      <a:r>
                        <a:rPr lang="zh-CN" altLang="en-US" sz="1600" dirty="0" smtClean="0"/>
                        <a:t>股票个数</a:t>
                      </a:r>
                      <a:endParaRPr lang="zh-CN" altLang="en-US" sz="1600" dirty="0"/>
                    </a:p>
                  </a:txBody>
                  <a:tcPr anchor="ctr" anchorCtr="1"/>
                </a:tc>
                <a:tc>
                  <a:txBody>
                    <a:bodyPr/>
                    <a:lstStyle/>
                    <a:p>
                      <a:r>
                        <a:rPr lang="en-US" altLang="zh-CN" sz="1600" dirty="0"/>
                        <a:t>1</a:t>
                      </a:r>
                      <a:r>
                        <a:rPr lang="en-US" altLang="zh-CN" sz="1600" dirty="0" smtClean="0"/>
                        <a:t>00</a:t>
                      </a:r>
                      <a:r>
                        <a:rPr lang="zh-CN" altLang="en-US" sz="1600" dirty="0"/>
                        <a:t>个</a:t>
                      </a:r>
                    </a:p>
                  </a:txBody>
                  <a:tcPr anchor="ctr" anchorCtr="1"/>
                </a:tc>
                <a:extLst>
                  <a:ext uri="{0D108BD9-81ED-4DB2-BD59-A6C34878D82A}">
                    <a16:rowId xmlns:a16="http://schemas.microsoft.com/office/drawing/2014/main" xmlns="" val="10003"/>
                  </a:ext>
                </a:extLst>
              </a:tr>
              <a:tr h="523016">
                <a:tc>
                  <a:txBody>
                    <a:bodyPr/>
                    <a:lstStyle/>
                    <a:p>
                      <a:r>
                        <a:rPr lang="zh-CN" altLang="en-US" sz="1600" dirty="0"/>
                        <a:t>调仓频率</a:t>
                      </a:r>
                    </a:p>
                  </a:txBody>
                  <a:tcPr anchor="ctr" anchorCtr="1"/>
                </a:tc>
                <a:tc>
                  <a:txBody>
                    <a:bodyPr/>
                    <a:lstStyle/>
                    <a:p>
                      <a:r>
                        <a:rPr lang="zh-CN" altLang="en-US" sz="1600" b="1" dirty="0" smtClean="0">
                          <a:solidFill>
                            <a:schemeClr val="accent1"/>
                          </a:solidFill>
                        </a:rPr>
                        <a:t>双周</a:t>
                      </a:r>
                      <a:r>
                        <a:rPr lang="zh-CN" altLang="en-US" sz="1600" b="1" dirty="0">
                          <a:solidFill>
                            <a:schemeClr val="accent1"/>
                          </a:solidFill>
                        </a:rPr>
                        <a:t>频</a:t>
                      </a:r>
                    </a:p>
                  </a:txBody>
                  <a:tcPr anchor="ctr" anchorCtr="1"/>
                </a:tc>
                <a:extLst>
                  <a:ext uri="{0D108BD9-81ED-4DB2-BD59-A6C34878D82A}">
                    <a16:rowId xmlns:a16="http://schemas.microsoft.com/office/drawing/2014/main" xmlns="" val="10004"/>
                  </a:ext>
                </a:extLst>
              </a:tr>
              <a:tr h="523016">
                <a:tc>
                  <a:txBody>
                    <a:bodyPr/>
                    <a:lstStyle/>
                    <a:p>
                      <a:r>
                        <a:rPr lang="zh-CN" altLang="en-US" sz="1600" dirty="0"/>
                        <a:t>个股加权方式</a:t>
                      </a:r>
                    </a:p>
                  </a:txBody>
                  <a:tcPr anchor="ctr" anchorCtr="1"/>
                </a:tc>
                <a:tc>
                  <a:txBody>
                    <a:bodyPr/>
                    <a:lstStyle/>
                    <a:p>
                      <a:r>
                        <a:rPr lang="zh-CN" altLang="en-US" sz="1600" dirty="0"/>
                        <a:t>等权</a:t>
                      </a:r>
                    </a:p>
                  </a:txBody>
                  <a:tcPr anchor="ctr" anchorCtr="1"/>
                </a:tc>
                <a:extLst>
                  <a:ext uri="{0D108BD9-81ED-4DB2-BD59-A6C34878D82A}">
                    <a16:rowId xmlns:a16="http://schemas.microsoft.com/office/drawing/2014/main" xmlns="" val="10005"/>
                  </a:ext>
                </a:extLst>
              </a:tr>
            </a:tbl>
          </a:graphicData>
        </a:graphic>
      </p:graphicFrame>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6458550" y="2535479"/>
            <a:ext cx="5585631" cy="2407511"/>
          </a:xfrm>
          <a:prstGeom prst="rect">
            <a:avLst/>
          </a:prstGeom>
        </p:spPr>
      </p:pic>
      <p:pic>
        <p:nvPicPr>
          <p:cNvPr id="6" name="图片 5"/>
          <p:cNvPicPr>
            <a:picLocks noChangeAspect="1"/>
          </p:cNvPicPr>
          <p:nvPr/>
        </p:nvPicPr>
        <p:blipFill>
          <a:blip r:embed="rId4"/>
          <a:stretch>
            <a:fillRect/>
          </a:stretch>
        </p:blipFill>
        <p:spPr>
          <a:xfrm>
            <a:off x="379663" y="2535480"/>
            <a:ext cx="5116362" cy="2407511"/>
          </a:xfrm>
          <a:prstGeom prst="rect">
            <a:avLst/>
          </a:prstGeom>
        </p:spPr>
      </p:pic>
      <p:sp>
        <p:nvSpPr>
          <p:cNvPr id="2" name="灯片编号占位符 1"/>
          <p:cNvSpPr>
            <a:spLocks noGrp="1"/>
          </p:cNvSpPr>
          <p:nvPr>
            <p:ph type="sldNum" sz="quarter" idx="10"/>
          </p:nvPr>
        </p:nvSpPr>
        <p:spPr/>
        <p:txBody>
          <a:bodyPr/>
          <a:lstStyle/>
          <a:p>
            <a:fld id="{86CB4B4D-7CA3-9044-876B-883B54F8677D}" type="slidenum">
              <a:rPr lang="en-US" altLang="zh-CN" smtClean="0"/>
              <a:t>11</a:t>
            </a:fld>
            <a:endParaRPr lang="zh-CN" altLang="en-US" dirty="0"/>
          </a:p>
        </p:txBody>
      </p:sp>
      <p:sp>
        <p:nvSpPr>
          <p:cNvPr id="3" name="标题 2"/>
          <p:cNvSpPr>
            <a:spLocks noGrp="1"/>
          </p:cNvSpPr>
          <p:nvPr>
            <p:ph type="title"/>
          </p:nvPr>
        </p:nvSpPr>
        <p:spPr>
          <a:xfrm>
            <a:off x="379663" y="330965"/>
            <a:ext cx="9611360" cy="445441"/>
          </a:xfrm>
        </p:spPr>
        <p:txBody>
          <a:bodyPr>
            <a:normAutofit fontScale="90000"/>
          </a:bodyPr>
          <a:lstStyle/>
          <a:p>
            <a:r>
              <a:rPr lang="zh-CN" altLang="en-US" dirty="0" smtClean="0"/>
              <a:t>案例：普通微盘成份股 </a:t>
            </a:r>
            <a:r>
              <a:rPr lang="en-US" altLang="zh-CN" dirty="0" smtClean="0"/>
              <a:t>VS </a:t>
            </a:r>
            <a:r>
              <a:rPr lang="zh-CN" altLang="en-US" dirty="0" smtClean="0"/>
              <a:t>微盘多因子成份股</a:t>
            </a:r>
            <a:endParaRPr lang="zh-CN" altLang="en-US" dirty="0"/>
          </a:p>
        </p:txBody>
      </p:sp>
      <p:sp>
        <p:nvSpPr>
          <p:cNvPr id="11" name="文本框 10"/>
          <p:cNvSpPr txBox="1"/>
          <p:nvPr/>
        </p:nvSpPr>
        <p:spPr>
          <a:xfrm>
            <a:off x="1687679" y="6458319"/>
            <a:ext cx="3265317" cy="28725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defTabSz="2437765"/>
            <a:r>
              <a:rPr lang="zh-CN" altLang="en-US" i="1" dirty="0"/>
              <a:t>数据来源：</a:t>
            </a:r>
            <a:r>
              <a:rPr lang="en-US" altLang="zh-CN" i="1" dirty="0"/>
              <a:t>WIND</a:t>
            </a:r>
            <a:r>
              <a:rPr lang="zh-CN" altLang="en-US" i="1" dirty="0"/>
              <a:t>，鑫元基金量化投资部</a:t>
            </a:r>
            <a:r>
              <a:rPr lang="zh-CN" altLang="en-US" i="1" dirty="0" smtClean="0"/>
              <a:t>整理；</a:t>
            </a:r>
            <a:endParaRPr lang="zh-CN" altLang="en-US" i="1" dirty="0"/>
          </a:p>
        </p:txBody>
      </p:sp>
      <p:sp>
        <p:nvSpPr>
          <p:cNvPr id="9" name="文本框 8"/>
          <p:cNvSpPr txBox="1"/>
          <p:nvPr/>
        </p:nvSpPr>
        <p:spPr>
          <a:xfrm>
            <a:off x="548903" y="1792113"/>
            <a:ext cx="4404093" cy="59372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2437765" rtl="0" fontAlgn="auto" latinLnBrk="0" hangingPunct="0">
              <a:lnSpc>
                <a:spcPct val="100000"/>
              </a:lnSpc>
              <a:spcBef>
                <a:spcPts val="0"/>
              </a:spcBef>
              <a:spcAft>
                <a:spcPts val="0"/>
              </a:spcAft>
              <a:buClrTx/>
              <a:buSzTx/>
              <a:buFontTx/>
              <a:buNone/>
            </a:pPr>
            <a:r>
              <a:rPr kumimoji="0" lang="zh-CN" altLang="en-US" sz="2000" b="1" i="0" u="none" strike="noStrike" cap="none" spc="0" normalizeH="0" baseline="0" dirty="0" smtClean="0">
                <a:ln>
                  <a:noFill/>
                </a:ln>
                <a:solidFill>
                  <a:srgbClr val="5E5E5E"/>
                </a:solidFill>
                <a:effectLst/>
                <a:uFillTx/>
                <a:latin typeface="+mj-ea"/>
                <a:ea typeface="+mj-ea"/>
                <a:sym typeface="Helvetica Neue" panose="02000503000000020004"/>
              </a:rPr>
              <a:t>股票</a:t>
            </a:r>
            <a:r>
              <a:rPr kumimoji="0" lang="en-US" altLang="zh-CN" sz="2000" b="1" i="0" u="none" strike="noStrike" cap="none" spc="0" normalizeH="0" baseline="0" dirty="0" smtClean="0">
                <a:ln>
                  <a:noFill/>
                </a:ln>
                <a:solidFill>
                  <a:srgbClr val="5E5E5E"/>
                </a:solidFill>
                <a:effectLst/>
                <a:uFillTx/>
                <a:latin typeface="+mj-ea"/>
                <a:ea typeface="+mj-ea"/>
                <a:sym typeface="Helvetica Neue" panose="02000503000000020004"/>
              </a:rPr>
              <a:t>1</a:t>
            </a:r>
            <a:r>
              <a:rPr kumimoji="0" lang="zh-CN" altLang="en-US" sz="2000" b="1" i="0" u="none" strike="noStrike" cap="none" spc="0" normalizeH="0" baseline="0" dirty="0" smtClean="0">
                <a:ln>
                  <a:noFill/>
                </a:ln>
                <a:solidFill>
                  <a:srgbClr val="5E5E5E"/>
                </a:solidFill>
                <a:effectLst/>
                <a:uFillTx/>
                <a:latin typeface="+mj-ea"/>
                <a:ea typeface="+mj-ea"/>
                <a:sym typeface="Helvetica Neue" panose="02000503000000020004"/>
              </a:rPr>
              <a:t>：普通微盘成份股</a:t>
            </a:r>
            <a:endParaRPr kumimoji="0" lang="zh-CN" altLang="en-US" sz="2000" b="1" i="0" u="none" strike="noStrike" cap="none" spc="0" normalizeH="0" baseline="0" dirty="0">
              <a:ln>
                <a:noFill/>
              </a:ln>
              <a:solidFill>
                <a:srgbClr val="5E5E5E"/>
              </a:solidFill>
              <a:effectLst/>
              <a:uFillTx/>
              <a:latin typeface="+mj-ea"/>
              <a:ea typeface="+mj-ea"/>
              <a:sym typeface="Helvetica Neue" panose="02000503000000020004"/>
            </a:endParaRPr>
          </a:p>
        </p:txBody>
      </p:sp>
      <p:sp>
        <p:nvSpPr>
          <p:cNvPr id="10" name="文本框 9"/>
          <p:cNvSpPr txBox="1"/>
          <p:nvPr/>
        </p:nvSpPr>
        <p:spPr>
          <a:xfrm>
            <a:off x="7049320" y="1792112"/>
            <a:ext cx="4404093" cy="59372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2437765" rtl="0" fontAlgn="auto" latinLnBrk="0" hangingPunct="0">
              <a:lnSpc>
                <a:spcPct val="100000"/>
              </a:lnSpc>
              <a:spcBef>
                <a:spcPts val="0"/>
              </a:spcBef>
              <a:spcAft>
                <a:spcPts val="0"/>
              </a:spcAft>
              <a:buClrTx/>
              <a:buSzTx/>
              <a:buFontTx/>
              <a:buNone/>
            </a:pPr>
            <a:r>
              <a:rPr kumimoji="0" lang="zh-CN" altLang="en-US" sz="2000" b="1" i="0" u="none" strike="noStrike" cap="none" spc="0" normalizeH="0" baseline="0" dirty="0" smtClean="0">
                <a:ln>
                  <a:noFill/>
                </a:ln>
                <a:solidFill>
                  <a:srgbClr val="5E5E5E"/>
                </a:solidFill>
                <a:effectLst/>
                <a:uFillTx/>
                <a:latin typeface="+mj-ea"/>
                <a:ea typeface="+mj-ea"/>
                <a:sym typeface="Helvetica Neue" panose="02000503000000020004"/>
              </a:rPr>
              <a:t>股票</a:t>
            </a:r>
            <a:r>
              <a:rPr lang="en-US" altLang="zh-CN" sz="2000" b="1" dirty="0">
                <a:latin typeface="+mj-ea"/>
                <a:ea typeface="+mj-ea"/>
              </a:rPr>
              <a:t>2</a:t>
            </a:r>
            <a:r>
              <a:rPr kumimoji="0" lang="zh-CN" altLang="en-US" sz="2000" b="1" i="0" u="none" strike="noStrike" cap="none" spc="0" normalizeH="0" baseline="0" dirty="0" smtClean="0">
                <a:ln>
                  <a:noFill/>
                </a:ln>
                <a:solidFill>
                  <a:srgbClr val="5E5E5E"/>
                </a:solidFill>
                <a:effectLst/>
                <a:uFillTx/>
                <a:latin typeface="+mj-ea"/>
                <a:ea typeface="+mj-ea"/>
                <a:sym typeface="Helvetica Neue" panose="02000503000000020004"/>
              </a:rPr>
              <a:t>：“低波化”微盘成份股</a:t>
            </a:r>
            <a:endParaRPr kumimoji="0" lang="zh-CN" altLang="en-US" sz="2000" b="1" i="0" u="none" strike="noStrike" cap="none" spc="0" normalizeH="0" baseline="0" dirty="0">
              <a:ln>
                <a:noFill/>
              </a:ln>
              <a:solidFill>
                <a:srgbClr val="5E5E5E"/>
              </a:solidFill>
              <a:effectLst/>
              <a:uFillTx/>
              <a:latin typeface="+mj-ea"/>
              <a:ea typeface="+mj-ea"/>
              <a:sym typeface="Helvetica Neue" panose="02000503000000020004"/>
            </a:endParaRPr>
          </a:p>
        </p:txBody>
      </p:sp>
      <p:sp>
        <p:nvSpPr>
          <p:cNvPr id="13" name="椭圆 12"/>
          <p:cNvSpPr/>
          <p:nvPr/>
        </p:nvSpPr>
        <p:spPr>
          <a:xfrm>
            <a:off x="2136807" y="4436307"/>
            <a:ext cx="924027" cy="550415"/>
          </a:xfrm>
          <a:prstGeom prst="ellipse">
            <a:avLst/>
          </a:prstGeom>
          <a:noFill/>
          <a:ln w="12700" cap="flat">
            <a:solidFill>
              <a:schemeClr val="accent1"/>
            </a:solid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椭圆 13"/>
          <p:cNvSpPr/>
          <p:nvPr/>
        </p:nvSpPr>
        <p:spPr>
          <a:xfrm>
            <a:off x="4723329" y="4449388"/>
            <a:ext cx="924027" cy="550415"/>
          </a:xfrm>
          <a:prstGeom prst="ellipse">
            <a:avLst/>
          </a:prstGeom>
          <a:noFill/>
          <a:ln w="12700" cap="flat">
            <a:solidFill>
              <a:schemeClr val="accent1"/>
            </a:solid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椭圆 14"/>
          <p:cNvSpPr/>
          <p:nvPr/>
        </p:nvSpPr>
        <p:spPr>
          <a:xfrm>
            <a:off x="11120154" y="4449388"/>
            <a:ext cx="924027" cy="550415"/>
          </a:xfrm>
          <a:prstGeom prst="ellipse">
            <a:avLst/>
          </a:prstGeom>
          <a:noFill/>
          <a:ln w="12700" cap="flat">
            <a:solidFill>
              <a:schemeClr val="accent1"/>
            </a:solid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椭圆 15"/>
          <p:cNvSpPr/>
          <p:nvPr/>
        </p:nvSpPr>
        <p:spPr>
          <a:xfrm>
            <a:off x="8437077" y="2436668"/>
            <a:ext cx="924027" cy="550415"/>
          </a:xfrm>
          <a:prstGeom prst="ellipse">
            <a:avLst/>
          </a:prstGeom>
          <a:noFill/>
          <a:ln w="12700" cap="flat">
            <a:solidFill>
              <a:schemeClr val="accent1"/>
            </a:solid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椭圆 16"/>
          <p:cNvSpPr/>
          <p:nvPr/>
        </p:nvSpPr>
        <p:spPr>
          <a:xfrm>
            <a:off x="2136806" y="2491749"/>
            <a:ext cx="924027" cy="550415"/>
          </a:xfrm>
          <a:prstGeom prst="ellipse">
            <a:avLst/>
          </a:prstGeom>
          <a:noFill/>
          <a:ln w="12700" cap="flat">
            <a:solidFill>
              <a:schemeClr val="accent1"/>
            </a:solid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8" name="椭圆 17"/>
          <p:cNvSpPr/>
          <p:nvPr/>
        </p:nvSpPr>
        <p:spPr>
          <a:xfrm>
            <a:off x="8437077" y="4449388"/>
            <a:ext cx="924027" cy="550415"/>
          </a:xfrm>
          <a:prstGeom prst="ellipse">
            <a:avLst/>
          </a:prstGeom>
          <a:noFill/>
          <a:ln w="12700" cap="flat">
            <a:solidFill>
              <a:schemeClr val="accent1"/>
            </a:solid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241975664"/>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86CB4B4D-7CA3-9044-876B-883B54F8677D}" type="slidenum">
              <a:rPr lang="en-US" altLang="zh-CN" smtClean="0"/>
              <a:t>12</a:t>
            </a:fld>
            <a:endParaRPr lang="zh-CN" altLang="en-US" dirty="0"/>
          </a:p>
        </p:txBody>
      </p:sp>
      <p:sp>
        <p:nvSpPr>
          <p:cNvPr id="3" name="标题 2"/>
          <p:cNvSpPr>
            <a:spLocks noGrp="1"/>
          </p:cNvSpPr>
          <p:nvPr>
            <p:ph type="title"/>
          </p:nvPr>
        </p:nvSpPr>
        <p:spPr>
          <a:xfrm>
            <a:off x="379663" y="330965"/>
            <a:ext cx="9611360" cy="445441"/>
          </a:xfrm>
        </p:spPr>
        <p:txBody>
          <a:bodyPr>
            <a:normAutofit fontScale="90000"/>
          </a:bodyPr>
          <a:lstStyle/>
          <a:p>
            <a:r>
              <a:rPr lang="zh-CN" altLang="en-US" dirty="0"/>
              <a:t>净值</a:t>
            </a:r>
            <a:r>
              <a:rPr lang="zh-CN" altLang="en-US" dirty="0" smtClean="0"/>
              <a:t>对比</a:t>
            </a:r>
            <a:r>
              <a:rPr lang="zh-CN" altLang="en-US" dirty="0"/>
              <a:t>：鑫</a:t>
            </a:r>
            <a:r>
              <a:rPr lang="zh-CN" altLang="en-US" dirty="0" smtClean="0"/>
              <a:t>元微盘多因子策略 </a:t>
            </a:r>
            <a:r>
              <a:rPr lang="en-US" altLang="zh-CN" dirty="0"/>
              <a:t>VS </a:t>
            </a:r>
            <a:r>
              <a:rPr lang="zh-CN" altLang="en-US" dirty="0"/>
              <a:t>万得微盘股指数</a:t>
            </a:r>
          </a:p>
        </p:txBody>
      </p:sp>
      <p:sp>
        <p:nvSpPr>
          <p:cNvPr id="12" name="文本框 11"/>
          <p:cNvSpPr txBox="1"/>
          <p:nvPr/>
        </p:nvSpPr>
        <p:spPr>
          <a:xfrm>
            <a:off x="1743095" y="6458319"/>
            <a:ext cx="5580054" cy="28725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defTabSz="2437765"/>
            <a:r>
              <a:rPr lang="zh-CN" altLang="en-US" i="1" dirty="0"/>
              <a:t>数据来源：</a:t>
            </a:r>
            <a:r>
              <a:rPr lang="en-US" altLang="zh-CN" i="1" dirty="0"/>
              <a:t>WIND</a:t>
            </a:r>
            <a:r>
              <a:rPr lang="zh-CN" altLang="en-US" i="1" dirty="0"/>
              <a:t>，鑫元基金量化投资部整理；数据区间：</a:t>
            </a:r>
            <a:r>
              <a:rPr lang="en-US" altLang="zh-CN" i="1" dirty="0" smtClean="0"/>
              <a:t>2018.12.28 </a:t>
            </a:r>
            <a:r>
              <a:rPr lang="en-US" altLang="zh-CN" i="1" dirty="0"/>
              <a:t>~ </a:t>
            </a:r>
            <a:r>
              <a:rPr lang="en-US" altLang="zh-CN" i="1" dirty="0" smtClean="0"/>
              <a:t>2026.05.15</a:t>
            </a:r>
            <a:endParaRPr lang="zh-CN" altLang="en-US" i="1" dirty="0"/>
          </a:p>
        </p:txBody>
      </p:sp>
      <p:sp>
        <p:nvSpPr>
          <p:cNvPr id="11" name="文本框 10"/>
          <p:cNvSpPr txBox="1"/>
          <p:nvPr/>
        </p:nvSpPr>
        <p:spPr>
          <a:xfrm>
            <a:off x="3631397" y="1316811"/>
            <a:ext cx="4404093" cy="59372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2437765" rtl="0" fontAlgn="auto" latinLnBrk="0" hangingPunct="0">
              <a:lnSpc>
                <a:spcPct val="100000"/>
              </a:lnSpc>
              <a:spcBef>
                <a:spcPts val="0"/>
              </a:spcBef>
              <a:spcAft>
                <a:spcPts val="0"/>
              </a:spcAft>
              <a:buClrTx/>
              <a:buSzTx/>
              <a:buFontTx/>
              <a:buNone/>
            </a:pPr>
            <a:r>
              <a:rPr lang="zh-CN" altLang="en-US" sz="2000" b="1" dirty="0">
                <a:latin typeface="+mj-ea"/>
                <a:ea typeface="+mj-ea"/>
              </a:rPr>
              <a:t>图</a:t>
            </a:r>
            <a:r>
              <a:rPr lang="zh-CN" altLang="en-US" sz="2000" b="1" dirty="0" smtClean="0">
                <a:latin typeface="+mj-ea"/>
                <a:ea typeface="+mj-ea"/>
              </a:rPr>
              <a:t>：净值表现</a:t>
            </a:r>
            <a:endParaRPr kumimoji="0" lang="zh-CN" altLang="en-US" sz="2000" b="1" i="0" u="none" strike="noStrike" cap="none" spc="0" normalizeH="0" baseline="0" dirty="0">
              <a:ln>
                <a:noFill/>
              </a:ln>
              <a:solidFill>
                <a:srgbClr val="5E5E5E"/>
              </a:solidFill>
              <a:effectLst/>
              <a:uFillTx/>
              <a:latin typeface="+mj-ea"/>
              <a:ea typeface="+mj-ea"/>
              <a:sym typeface="Helvetica Neue" panose="02000503000000020004"/>
            </a:endParaRPr>
          </a:p>
        </p:txBody>
      </p:sp>
      <p:sp>
        <p:nvSpPr>
          <p:cNvPr id="8" name="champions-cup_8284">
            <a:extLst>
              <a:ext uri="{FF2B5EF4-FFF2-40B4-BE49-F238E27FC236}">
                <a16:creationId xmlns:p14="http://schemas.microsoft.com/office/powerpoint/2010/main" xmlns:a16="http://schemas.microsoft.com/office/drawing/2014/main" xmlns="" id="{54405246-CCE2-4201-BBB1-D3F3EB6E740D}"/>
              </a:ext>
            </a:extLst>
          </p:cNvPr>
          <p:cNvSpPr/>
          <p:nvPr/>
        </p:nvSpPr>
        <p:spPr>
          <a:xfrm>
            <a:off x="11472816" y="1910536"/>
            <a:ext cx="550917" cy="609685"/>
          </a:xfrm>
          <a:custGeom>
            <a:avLst/>
            <a:gdLst>
              <a:gd name="connsiteX0" fmla="*/ 133547 w 536087"/>
              <a:gd name="connsiteY0" fmla="*/ 557855 h 593272"/>
              <a:gd name="connsiteX1" fmla="*/ 402541 w 536087"/>
              <a:gd name="connsiteY1" fmla="*/ 557855 h 593272"/>
              <a:gd name="connsiteX2" fmla="*/ 402541 w 536087"/>
              <a:gd name="connsiteY2" fmla="*/ 593272 h 593272"/>
              <a:gd name="connsiteX3" fmla="*/ 133547 w 536087"/>
              <a:gd name="connsiteY3" fmla="*/ 593272 h 593272"/>
              <a:gd name="connsiteX4" fmla="*/ 196996 w 536087"/>
              <a:gd name="connsiteY4" fmla="*/ 426632 h 593272"/>
              <a:gd name="connsiteX5" fmla="*/ 196996 w 536087"/>
              <a:gd name="connsiteY5" fmla="*/ 526573 h 593272"/>
              <a:gd name="connsiteX6" fmla="*/ 345550 w 536087"/>
              <a:gd name="connsiteY6" fmla="*/ 526573 h 593272"/>
              <a:gd name="connsiteX7" fmla="*/ 345550 w 536087"/>
              <a:gd name="connsiteY7" fmla="*/ 426632 h 593272"/>
              <a:gd name="connsiteX8" fmla="*/ 426286 w 536087"/>
              <a:gd name="connsiteY8" fmla="*/ 30090 h 593272"/>
              <a:gd name="connsiteX9" fmla="*/ 362774 w 536087"/>
              <a:gd name="connsiteY9" fmla="*/ 184838 h 593272"/>
              <a:gd name="connsiteX10" fmla="*/ 508099 w 536087"/>
              <a:gd name="connsiteY10" fmla="*/ 30090 h 593272"/>
              <a:gd name="connsiteX11" fmla="*/ 27988 w 536087"/>
              <a:gd name="connsiteY11" fmla="*/ 30090 h 593272"/>
              <a:gd name="connsiteX12" fmla="*/ 172237 w 536087"/>
              <a:gd name="connsiteY12" fmla="*/ 184838 h 593272"/>
              <a:gd name="connsiteX13" fmla="*/ 109801 w 536087"/>
              <a:gd name="connsiteY13" fmla="*/ 30090 h 593272"/>
              <a:gd name="connsiteX14" fmla="*/ 106572 w 536087"/>
              <a:gd name="connsiteY14" fmla="*/ 0 h 593272"/>
              <a:gd name="connsiteX15" fmla="*/ 428439 w 536087"/>
              <a:gd name="connsiteY15" fmla="*/ 0 h 593272"/>
              <a:gd name="connsiteX16" fmla="*/ 428439 w 536087"/>
              <a:gd name="connsiteY16" fmla="*/ 9672 h 593272"/>
              <a:gd name="connsiteX17" fmla="*/ 536087 w 536087"/>
              <a:gd name="connsiteY17" fmla="*/ 9672 h 593272"/>
              <a:gd name="connsiteX18" fmla="*/ 347703 w 536087"/>
              <a:gd name="connsiteY18" fmla="*/ 207405 h 593272"/>
              <a:gd name="connsiteX19" fmla="*/ 345550 w 536087"/>
              <a:gd name="connsiteY19" fmla="*/ 207405 h 593272"/>
              <a:gd name="connsiteX20" fmla="*/ 318638 w 536087"/>
              <a:gd name="connsiteY20" fmla="*/ 232122 h 593272"/>
              <a:gd name="connsiteX21" fmla="*/ 327250 w 536087"/>
              <a:gd name="connsiteY21" fmla="*/ 232122 h 593272"/>
              <a:gd name="connsiteX22" fmla="*/ 339091 w 536087"/>
              <a:gd name="connsiteY22" fmla="*/ 243943 h 593272"/>
              <a:gd name="connsiteX23" fmla="*/ 327250 w 536087"/>
              <a:gd name="connsiteY23" fmla="*/ 255764 h 593272"/>
              <a:gd name="connsiteX24" fmla="*/ 311103 w 536087"/>
              <a:gd name="connsiteY24" fmla="*/ 255764 h 593272"/>
              <a:gd name="connsiteX25" fmla="*/ 346627 w 536087"/>
              <a:gd name="connsiteY25" fmla="*/ 407288 h 593272"/>
              <a:gd name="connsiteX26" fmla="*/ 373539 w 536087"/>
              <a:gd name="connsiteY26" fmla="*/ 407288 h 593272"/>
              <a:gd name="connsiteX27" fmla="*/ 373539 w 536087"/>
              <a:gd name="connsiteY27" fmla="*/ 551290 h 593272"/>
              <a:gd name="connsiteX28" fmla="*/ 170084 w 536087"/>
              <a:gd name="connsiteY28" fmla="*/ 551290 h 593272"/>
              <a:gd name="connsiteX29" fmla="*/ 170084 w 536087"/>
              <a:gd name="connsiteY29" fmla="*/ 407288 h 593272"/>
              <a:gd name="connsiteX30" fmla="*/ 196996 w 536087"/>
              <a:gd name="connsiteY30" fmla="*/ 407288 h 593272"/>
              <a:gd name="connsiteX31" fmla="*/ 233596 w 536087"/>
              <a:gd name="connsiteY31" fmla="*/ 255764 h 593272"/>
              <a:gd name="connsiteX32" fmla="*/ 217449 w 536087"/>
              <a:gd name="connsiteY32" fmla="*/ 255764 h 593272"/>
              <a:gd name="connsiteX33" fmla="*/ 205608 w 536087"/>
              <a:gd name="connsiteY33" fmla="*/ 243943 h 593272"/>
              <a:gd name="connsiteX34" fmla="*/ 217449 w 536087"/>
              <a:gd name="connsiteY34" fmla="*/ 232122 h 593272"/>
              <a:gd name="connsiteX35" fmla="*/ 190537 w 536087"/>
              <a:gd name="connsiteY35" fmla="*/ 207405 h 593272"/>
              <a:gd name="connsiteX36" fmla="*/ 188384 w 536087"/>
              <a:gd name="connsiteY36" fmla="*/ 207405 h 593272"/>
              <a:gd name="connsiteX37" fmla="*/ 0 w 536087"/>
              <a:gd name="connsiteY37" fmla="*/ 9672 h 593272"/>
              <a:gd name="connsiteX38" fmla="*/ 106572 w 536087"/>
              <a:gd name="connsiteY38" fmla="*/ 9672 h 593272"/>
              <a:gd name="connsiteX39" fmla="*/ 106572 w 536087"/>
              <a:gd name="connsiteY39" fmla="*/ 0 h 593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36087" h="593272">
                <a:moveTo>
                  <a:pt x="133547" y="557855"/>
                </a:moveTo>
                <a:lnTo>
                  <a:pt x="402541" y="557855"/>
                </a:lnTo>
                <a:lnTo>
                  <a:pt x="402541" y="593272"/>
                </a:lnTo>
                <a:lnTo>
                  <a:pt x="133547" y="593272"/>
                </a:lnTo>
                <a:close/>
                <a:moveTo>
                  <a:pt x="196996" y="426632"/>
                </a:moveTo>
                <a:lnTo>
                  <a:pt x="196996" y="526573"/>
                </a:lnTo>
                <a:lnTo>
                  <a:pt x="345550" y="526573"/>
                </a:lnTo>
                <a:lnTo>
                  <a:pt x="345550" y="426632"/>
                </a:lnTo>
                <a:close/>
                <a:moveTo>
                  <a:pt x="426286" y="30090"/>
                </a:moveTo>
                <a:cubicBezTo>
                  <a:pt x="418751" y="78449"/>
                  <a:pt x="396145" y="139703"/>
                  <a:pt x="362774" y="184838"/>
                </a:cubicBezTo>
                <a:cubicBezTo>
                  <a:pt x="451045" y="174092"/>
                  <a:pt x="493028" y="77374"/>
                  <a:pt x="508099" y="30090"/>
                </a:cubicBezTo>
                <a:close/>
                <a:moveTo>
                  <a:pt x="27988" y="30090"/>
                </a:moveTo>
                <a:cubicBezTo>
                  <a:pt x="43059" y="77374"/>
                  <a:pt x="85042" y="174092"/>
                  <a:pt x="172237" y="184838"/>
                </a:cubicBezTo>
                <a:cubicBezTo>
                  <a:pt x="139942" y="139703"/>
                  <a:pt x="117336" y="78449"/>
                  <a:pt x="109801" y="30090"/>
                </a:cubicBezTo>
                <a:close/>
                <a:moveTo>
                  <a:pt x="106572" y="0"/>
                </a:moveTo>
                <a:lnTo>
                  <a:pt x="428439" y="0"/>
                </a:lnTo>
                <a:cubicBezTo>
                  <a:pt x="428439" y="3224"/>
                  <a:pt x="428439" y="6448"/>
                  <a:pt x="428439" y="9672"/>
                </a:cubicBezTo>
                <a:lnTo>
                  <a:pt x="536087" y="9672"/>
                </a:lnTo>
                <a:cubicBezTo>
                  <a:pt x="536087" y="9672"/>
                  <a:pt x="495181" y="207405"/>
                  <a:pt x="347703" y="207405"/>
                </a:cubicBezTo>
                <a:cubicBezTo>
                  <a:pt x="346627" y="207405"/>
                  <a:pt x="345550" y="207405"/>
                  <a:pt x="345550" y="207405"/>
                </a:cubicBezTo>
                <a:cubicBezTo>
                  <a:pt x="336938" y="217077"/>
                  <a:pt x="328326" y="224600"/>
                  <a:pt x="318638" y="232122"/>
                </a:cubicBezTo>
                <a:lnTo>
                  <a:pt x="327250" y="232122"/>
                </a:lnTo>
                <a:cubicBezTo>
                  <a:pt x="333709" y="232122"/>
                  <a:pt x="339091" y="237495"/>
                  <a:pt x="339091" y="243943"/>
                </a:cubicBezTo>
                <a:cubicBezTo>
                  <a:pt x="339091" y="250391"/>
                  <a:pt x="333709" y="255764"/>
                  <a:pt x="327250" y="255764"/>
                </a:cubicBezTo>
                <a:lnTo>
                  <a:pt x="311103" y="255764"/>
                </a:lnTo>
                <a:lnTo>
                  <a:pt x="346627" y="407288"/>
                </a:lnTo>
                <a:lnTo>
                  <a:pt x="373539" y="407288"/>
                </a:lnTo>
                <a:lnTo>
                  <a:pt x="373539" y="551290"/>
                </a:lnTo>
                <a:lnTo>
                  <a:pt x="170084" y="551290"/>
                </a:lnTo>
                <a:lnTo>
                  <a:pt x="170084" y="407288"/>
                </a:lnTo>
                <a:lnTo>
                  <a:pt x="196996" y="407288"/>
                </a:lnTo>
                <a:lnTo>
                  <a:pt x="233596" y="255764"/>
                </a:lnTo>
                <a:lnTo>
                  <a:pt x="217449" y="255764"/>
                </a:lnTo>
                <a:cubicBezTo>
                  <a:pt x="210990" y="255764"/>
                  <a:pt x="205608" y="250391"/>
                  <a:pt x="205608" y="243943"/>
                </a:cubicBezTo>
                <a:cubicBezTo>
                  <a:pt x="205608" y="237495"/>
                  <a:pt x="210990" y="232122"/>
                  <a:pt x="217449" y="232122"/>
                </a:cubicBezTo>
                <a:cubicBezTo>
                  <a:pt x="207761" y="225674"/>
                  <a:pt x="199149" y="217077"/>
                  <a:pt x="190537" y="207405"/>
                </a:cubicBezTo>
                <a:cubicBezTo>
                  <a:pt x="189460" y="207405"/>
                  <a:pt x="188384" y="207405"/>
                  <a:pt x="188384" y="207405"/>
                </a:cubicBezTo>
                <a:cubicBezTo>
                  <a:pt x="40906" y="207405"/>
                  <a:pt x="0" y="9672"/>
                  <a:pt x="0" y="9672"/>
                </a:cubicBezTo>
                <a:lnTo>
                  <a:pt x="106572" y="9672"/>
                </a:lnTo>
                <a:cubicBezTo>
                  <a:pt x="106572" y="6448"/>
                  <a:pt x="106572" y="3224"/>
                  <a:pt x="10657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图表 8"/>
          <p:cNvGraphicFramePr>
            <a:graphicFrameLocks/>
          </p:cNvGraphicFramePr>
          <p:nvPr>
            <p:extLst>
              <p:ext uri="{D42A27DB-BD31-4B8C-83A1-F6EECF244321}">
                <p14:modId xmlns:p14="http://schemas.microsoft.com/office/powerpoint/2010/main" val="1653670187"/>
              </p:ext>
            </p:extLst>
          </p:nvPr>
        </p:nvGraphicFramePr>
        <p:xfrm>
          <a:off x="779905" y="1576136"/>
          <a:ext cx="10847413" cy="4593657"/>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86CB4B4D-7CA3-9044-876B-883B54F8677D}" type="slidenum">
              <a:rPr lang="en-US" altLang="zh-CN" smtClean="0"/>
              <a:t>13</a:t>
            </a:fld>
            <a:endParaRPr lang="zh-CN" altLang="en-US" dirty="0"/>
          </a:p>
        </p:txBody>
      </p:sp>
      <p:sp>
        <p:nvSpPr>
          <p:cNvPr id="3" name="标题 2"/>
          <p:cNvSpPr>
            <a:spLocks noGrp="1"/>
          </p:cNvSpPr>
          <p:nvPr>
            <p:ph type="title"/>
          </p:nvPr>
        </p:nvSpPr>
        <p:spPr>
          <a:xfrm>
            <a:off x="379663" y="330965"/>
            <a:ext cx="9611360" cy="445441"/>
          </a:xfrm>
        </p:spPr>
        <p:txBody>
          <a:bodyPr>
            <a:normAutofit fontScale="90000"/>
          </a:bodyPr>
          <a:lstStyle/>
          <a:p>
            <a:r>
              <a:rPr lang="zh-CN" altLang="en-US" dirty="0" smtClean="0"/>
              <a:t>业绩对比：</a:t>
            </a:r>
            <a:r>
              <a:rPr lang="zh-CN" altLang="en-US" dirty="0"/>
              <a:t>鑫</a:t>
            </a:r>
            <a:r>
              <a:rPr lang="zh-CN" altLang="en-US" dirty="0" smtClean="0"/>
              <a:t>元微盘多因子策略 </a:t>
            </a:r>
            <a:r>
              <a:rPr lang="en-US" altLang="zh-CN" dirty="0" smtClean="0"/>
              <a:t>VS </a:t>
            </a:r>
            <a:r>
              <a:rPr lang="zh-CN" altLang="en-US" dirty="0" smtClean="0"/>
              <a:t>万得微盘股指数</a:t>
            </a:r>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1186555254"/>
              </p:ext>
            </p:extLst>
          </p:nvPr>
        </p:nvGraphicFramePr>
        <p:xfrm>
          <a:off x="6806330" y="2171195"/>
          <a:ext cx="4782486" cy="3714155"/>
        </p:xfrm>
        <a:graphic>
          <a:graphicData uri="http://schemas.openxmlformats.org/drawingml/2006/table">
            <a:tbl>
              <a:tblPr/>
              <a:tblGrid>
                <a:gridCol w="1594162"/>
                <a:gridCol w="1594162"/>
                <a:gridCol w="1594162"/>
              </a:tblGrid>
              <a:tr h="821370">
                <a:tc>
                  <a:txBody>
                    <a:bodyPr/>
                    <a:lstStyle/>
                    <a:p>
                      <a:pPr algn="ctr" rtl="0" fontAlgn="ct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年度</a:t>
                      </a:r>
                    </a:p>
                  </a:txBody>
                  <a:tcPr marL="0" marR="0" marT="0" marB="0" anchor="ctr">
                    <a:lnL w="12700" cap="flat" cmpd="sng" algn="ctr">
                      <a:solidFill>
                        <a:srgbClr val="E53E38"/>
                      </a:solidFill>
                      <a:prstDash val="solid"/>
                      <a:round/>
                      <a:headEnd type="none" w="med" len="med"/>
                      <a:tailEnd type="none" w="med" len="med"/>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E53E38"/>
                    </a:solidFill>
                  </a:tcPr>
                </a:tc>
                <a:tc>
                  <a:txBody>
                    <a:bodyPr/>
                    <a:lstStyle/>
                    <a:p>
                      <a:pPr algn="ctr" rtl="0" fontAlgn="ctr"/>
                      <a:r>
                        <a:rPr lang="zh-CN" altLang="en-US" sz="1400" b="1" i="0" u="none" strike="noStrike" dirty="0" smtClean="0">
                          <a:solidFill>
                            <a:srgbClr val="FFFFFF"/>
                          </a:solidFill>
                          <a:effectLst/>
                          <a:latin typeface="微软雅黑" panose="020B0503020204020204" pitchFamily="34" charset="-122"/>
                          <a:ea typeface="微软雅黑" panose="020B0503020204020204" pitchFamily="34" charset="-122"/>
                        </a:rPr>
                        <a:t>微盘多因子</a:t>
                      </a:r>
                      <a:endParaRPr lang="en-US" altLang="zh-CN" sz="1400" b="1" i="0" u="none" strike="noStrike" dirty="0">
                        <a:solidFill>
                          <a:srgbClr val="FFFFFF"/>
                        </a:solidFill>
                        <a:effectLst/>
                        <a:latin typeface="微软雅黑" panose="020B0503020204020204" pitchFamily="34" charset="-122"/>
                        <a:ea typeface="微软雅黑" panose="020B0503020204020204" pitchFamily="34" charset="-122"/>
                      </a:endParaRP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E53E38"/>
                    </a:solidFill>
                  </a:tcPr>
                </a:tc>
                <a:tc>
                  <a:txBody>
                    <a:bodyPr/>
                    <a:lstStyle/>
                    <a:p>
                      <a:pPr algn="ctr" rtl="0" fontAlgn="ct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万得微盘股指数</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E53E38"/>
                    </a:solidFill>
                  </a:tcPr>
                </a:tc>
              </a:tr>
              <a:tr h="413255">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2019</a:t>
                      </a:r>
                    </a:p>
                  </a:txBody>
                  <a:tcPr marL="0" marR="0" marT="0" marB="0" anchor="ctr">
                    <a:lnL w="12700" cap="flat" cmpd="sng" algn="ctr">
                      <a:solidFill>
                        <a:srgbClr val="E53E38"/>
                      </a:solidFill>
                      <a:prstDash val="solid"/>
                      <a:round/>
                      <a:headEnd type="none" w="med" len="med"/>
                      <a:tailEnd type="none" w="med" len="med"/>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rtl="0" fontAlgn="b"/>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57.35%</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DE9D9"/>
                    </a:solidFill>
                  </a:tcPr>
                </a:tc>
                <a:tc>
                  <a:txBody>
                    <a:bodyPr/>
                    <a:lstStyle/>
                    <a:p>
                      <a:pPr algn="ctr" rtl="0" fontAlgn="b"/>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44.20%</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DE9D9"/>
                    </a:solidFill>
                  </a:tcPr>
                </a:tc>
              </a:tr>
              <a:tr h="413255">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2020</a:t>
                      </a:r>
                    </a:p>
                  </a:txBody>
                  <a:tcPr marL="0" marR="0" marT="0" marB="0" anchor="ctr">
                    <a:lnL w="12700" cap="flat" cmpd="sng" algn="ctr">
                      <a:solidFill>
                        <a:srgbClr val="E53E38"/>
                      </a:solidFill>
                      <a:prstDash val="solid"/>
                      <a:round/>
                      <a:headEnd type="none" w="med" len="med"/>
                      <a:tailEnd type="none" w="med" len="med"/>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rtl="0" fontAlgn="b"/>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30.39%</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DE9D9"/>
                    </a:solidFill>
                  </a:tcPr>
                </a:tc>
                <a:tc>
                  <a:txBody>
                    <a:bodyPr/>
                    <a:lstStyle/>
                    <a:p>
                      <a:pPr algn="ctr" rtl="0" fontAlgn="b"/>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17.56%</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DE9D9"/>
                    </a:solidFill>
                  </a:tcPr>
                </a:tc>
              </a:tr>
              <a:tr h="413255">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2021</a:t>
                      </a:r>
                    </a:p>
                  </a:txBody>
                  <a:tcPr marL="0" marR="0" marT="0" marB="0" anchor="ctr">
                    <a:lnL w="12700" cap="flat" cmpd="sng" algn="ctr">
                      <a:solidFill>
                        <a:srgbClr val="E53E38"/>
                      </a:solidFill>
                      <a:prstDash val="solid"/>
                      <a:round/>
                      <a:headEnd type="none" w="med" len="med"/>
                      <a:tailEnd type="none" w="med" len="med"/>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rtl="0" fontAlgn="b"/>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55.63%</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DE9D9"/>
                    </a:solidFill>
                  </a:tcPr>
                </a:tc>
                <a:tc>
                  <a:txBody>
                    <a:bodyPr/>
                    <a:lstStyle/>
                    <a:p>
                      <a:pPr algn="ctr" rtl="0" fontAlgn="b"/>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39.93%</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DE9D9"/>
                    </a:solidFill>
                  </a:tcPr>
                </a:tc>
              </a:tr>
              <a:tr h="413255">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2022</a:t>
                      </a:r>
                    </a:p>
                  </a:txBody>
                  <a:tcPr marL="0" marR="0" marT="0" marB="0" anchor="ctr">
                    <a:lnL w="12700" cap="flat" cmpd="sng" algn="ctr">
                      <a:solidFill>
                        <a:srgbClr val="E53E38"/>
                      </a:solidFill>
                      <a:prstDash val="solid"/>
                      <a:round/>
                      <a:headEnd type="none" w="med" len="med"/>
                      <a:tailEnd type="none" w="med" len="med"/>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rtl="0" fontAlgn="b"/>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13.85%</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DE9D9"/>
                    </a:solidFill>
                  </a:tcPr>
                </a:tc>
                <a:tc>
                  <a:txBody>
                    <a:bodyPr/>
                    <a:lstStyle/>
                    <a:p>
                      <a:pPr algn="ctr" rtl="0" fontAlgn="b"/>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15.54%</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DE9D9"/>
                    </a:solidFill>
                  </a:tcPr>
                </a:tc>
              </a:tr>
              <a:tr h="413255">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2023</a:t>
                      </a:r>
                    </a:p>
                  </a:txBody>
                  <a:tcPr marL="0" marR="0" marT="0" marB="0" anchor="ctr">
                    <a:lnL w="12700" cap="flat" cmpd="sng" algn="ctr">
                      <a:solidFill>
                        <a:srgbClr val="E53E38"/>
                      </a:solidFill>
                      <a:prstDash val="solid"/>
                      <a:round/>
                      <a:headEnd type="none" w="med" len="med"/>
                      <a:tailEnd type="none" w="med" len="med"/>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rtl="0" fontAlgn="b"/>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47.25%</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DE9D9"/>
                    </a:solidFill>
                  </a:tcPr>
                </a:tc>
                <a:tc>
                  <a:txBody>
                    <a:bodyPr/>
                    <a:lstStyle/>
                    <a:p>
                      <a:pPr algn="ctr" rtl="0" fontAlgn="b"/>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49.88%</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DE9D9"/>
                    </a:solidFill>
                  </a:tcPr>
                </a:tc>
              </a:tr>
              <a:tr h="413255">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2024</a:t>
                      </a:r>
                    </a:p>
                  </a:txBody>
                  <a:tcPr marL="0" marR="0" marT="0" marB="0" anchor="ctr">
                    <a:lnL w="12700" cap="flat" cmpd="sng" algn="ctr">
                      <a:solidFill>
                        <a:srgbClr val="E53E38"/>
                      </a:solidFill>
                      <a:prstDash val="solid"/>
                      <a:round/>
                      <a:headEnd type="none" w="med" len="med"/>
                      <a:tailEnd type="none" w="med" len="med"/>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rtl="0" fontAlgn="b"/>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10.54%</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DE9D9"/>
                    </a:solidFill>
                  </a:tcPr>
                </a:tc>
                <a:tc>
                  <a:txBody>
                    <a:bodyPr/>
                    <a:lstStyle/>
                    <a:p>
                      <a:pPr algn="ctr" rtl="0" fontAlgn="b"/>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10.00%</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DE9D9"/>
                    </a:solidFill>
                  </a:tcPr>
                </a:tc>
              </a:tr>
              <a:tr h="413255">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2025</a:t>
                      </a:r>
                    </a:p>
                  </a:txBody>
                  <a:tcPr marL="0" marR="0" marT="0" marB="0" anchor="ctr">
                    <a:lnL w="12700" cap="flat" cmpd="sng" algn="ctr">
                      <a:solidFill>
                        <a:srgbClr val="E53E38"/>
                      </a:solidFill>
                      <a:prstDash val="solid"/>
                      <a:round/>
                      <a:headEnd type="none" w="med" len="med"/>
                      <a:tailEnd type="none" w="med" len="med"/>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rtl="0" fontAlgn="b"/>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84.81%</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DE9D9"/>
                    </a:solidFill>
                  </a:tcPr>
                </a:tc>
                <a:tc>
                  <a:txBody>
                    <a:bodyPr/>
                    <a:lstStyle/>
                    <a:p>
                      <a:pPr algn="ctr" rtl="0" fontAlgn="b"/>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70.70%</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DE9D9"/>
                    </a:solidFill>
                  </a:tcPr>
                </a:tc>
              </a:tr>
            </a:tbl>
          </a:graphicData>
        </a:graphic>
      </p:graphicFrame>
      <p:sp>
        <p:nvSpPr>
          <p:cNvPr id="9" name="文本框 8"/>
          <p:cNvSpPr txBox="1"/>
          <p:nvPr/>
        </p:nvSpPr>
        <p:spPr>
          <a:xfrm>
            <a:off x="1168935" y="1495251"/>
            <a:ext cx="4404093" cy="59372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2437765" rtl="0" fontAlgn="auto" latinLnBrk="0" hangingPunct="0">
              <a:lnSpc>
                <a:spcPct val="100000"/>
              </a:lnSpc>
              <a:spcBef>
                <a:spcPts val="0"/>
              </a:spcBef>
              <a:spcAft>
                <a:spcPts val="0"/>
              </a:spcAft>
              <a:buClrTx/>
              <a:buSzTx/>
              <a:buFontTx/>
              <a:buNone/>
            </a:pPr>
            <a:r>
              <a:rPr kumimoji="0" lang="zh-CN" altLang="en-US" sz="2000" b="1" i="0" u="none" strike="noStrike" cap="none" spc="0" normalizeH="0" baseline="0" dirty="0" smtClean="0">
                <a:ln>
                  <a:noFill/>
                </a:ln>
                <a:solidFill>
                  <a:srgbClr val="5E5E5E"/>
                </a:solidFill>
                <a:effectLst/>
                <a:uFillTx/>
                <a:latin typeface="+mj-ea"/>
                <a:ea typeface="+mj-ea"/>
                <a:sym typeface="Helvetica Neue" panose="02000503000000020004"/>
              </a:rPr>
              <a:t>表</a:t>
            </a:r>
            <a:r>
              <a:rPr lang="zh-CN" altLang="en-US" sz="2000" b="1" dirty="0" smtClean="0">
                <a:latin typeface="+mj-ea"/>
                <a:ea typeface="+mj-ea"/>
              </a:rPr>
              <a:t>：整体表现</a:t>
            </a:r>
            <a:endParaRPr kumimoji="0" lang="zh-CN" altLang="en-US" sz="2000" b="1" i="0" u="none" strike="noStrike" cap="none" spc="0" normalizeH="0" baseline="0" dirty="0">
              <a:ln>
                <a:noFill/>
              </a:ln>
              <a:solidFill>
                <a:srgbClr val="5E5E5E"/>
              </a:solidFill>
              <a:effectLst/>
              <a:uFillTx/>
              <a:latin typeface="+mj-ea"/>
              <a:ea typeface="+mj-ea"/>
              <a:sym typeface="Helvetica Neue" panose="02000503000000020004"/>
            </a:endParaRPr>
          </a:p>
        </p:txBody>
      </p:sp>
      <p:graphicFrame>
        <p:nvGraphicFramePr>
          <p:cNvPr id="10" name="表格 9"/>
          <p:cNvGraphicFramePr>
            <a:graphicFrameLocks noGrp="1"/>
          </p:cNvGraphicFramePr>
          <p:nvPr>
            <p:extLst>
              <p:ext uri="{D42A27DB-BD31-4B8C-83A1-F6EECF244321}">
                <p14:modId xmlns:p14="http://schemas.microsoft.com/office/powerpoint/2010/main" val="3222000656"/>
              </p:ext>
            </p:extLst>
          </p:nvPr>
        </p:nvGraphicFramePr>
        <p:xfrm>
          <a:off x="1079633" y="2156407"/>
          <a:ext cx="4721727" cy="3728944"/>
        </p:xfrm>
        <a:graphic>
          <a:graphicData uri="http://schemas.openxmlformats.org/drawingml/2006/table">
            <a:tbl>
              <a:tblPr/>
              <a:tblGrid>
                <a:gridCol w="1573909"/>
                <a:gridCol w="1573909"/>
                <a:gridCol w="1573909"/>
              </a:tblGrid>
              <a:tr h="927880">
                <a:tc>
                  <a:txBody>
                    <a:bodyPr/>
                    <a:lstStyle/>
                    <a:p>
                      <a:pPr algn="ctr" fontAlgn="ct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E53E38"/>
                      </a:solidFill>
                      <a:prstDash val="solid"/>
                      <a:round/>
                      <a:headEnd type="none" w="med" len="med"/>
                      <a:tailEnd type="none" w="med" len="med"/>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E53E38"/>
                    </a:solidFill>
                  </a:tcPr>
                </a:tc>
                <a:tc>
                  <a:txBody>
                    <a:bodyPr/>
                    <a:lstStyle/>
                    <a:p>
                      <a:pPr algn="ctr" fontAlgn="ctr"/>
                      <a:r>
                        <a:rPr lang="zh-CN" altLang="en-US" sz="1400" b="1" i="0" u="none" strike="noStrike" dirty="0" smtClean="0">
                          <a:solidFill>
                            <a:srgbClr val="FFFFFF"/>
                          </a:solidFill>
                          <a:effectLst/>
                          <a:latin typeface="微软雅黑" panose="020B0503020204020204" pitchFamily="34" charset="-122"/>
                          <a:ea typeface="微软雅黑" panose="020B0503020204020204" pitchFamily="34" charset="-122"/>
                        </a:rPr>
                        <a:t>微盘多因子</a:t>
                      </a:r>
                      <a:endParaRPr lang="en-US" altLang="zh-CN" sz="1400" b="1" i="0" u="none" strike="noStrike" dirty="0">
                        <a:solidFill>
                          <a:srgbClr val="FFFFFF"/>
                        </a:solidFill>
                        <a:effectLst/>
                        <a:latin typeface="微软雅黑" panose="020B0503020204020204" pitchFamily="34" charset="-122"/>
                        <a:ea typeface="微软雅黑" panose="020B0503020204020204" pitchFamily="34" charset="-122"/>
                      </a:endParaRPr>
                    </a:p>
                  </a:txBody>
                  <a:tcPr marL="0" marR="0" marT="0" marB="0" anchor="ctr">
                    <a:lnL>
                      <a:noFill/>
                    </a:lnL>
                    <a:lnR w="12700" cap="flat" cmpd="sng" algn="ctr">
                      <a:solidFill>
                        <a:srgbClr val="E53E38"/>
                      </a:solidFill>
                      <a:prstDash val="solid"/>
                      <a:round/>
                      <a:headEnd type="none" w="med" len="med"/>
                      <a:tailEnd type="none" w="med" len="med"/>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E53E38"/>
                    </a:solidFill>
                  </a:tcPr>
                </a:tc>
                <a:tc>
                  <a:txBody>
                    <a:bodyPr/>
                    <a:lstStyle/>
                    <a:p>
                      <a:pPr algn="ctr" fontAlgn="ct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万得微盘股指数</a:t>
                      </a:r>
                    </a:p>
                  </a:txBody>
                  <a:tcPr marL="0" marR="0" marT="0" marB="0" anchor="ctr">
                    <a:lnL w="12700" cap="flat" cmpd="sng" algn="ctr">
                      <a:solidFill>
                        <a:srgbClr val="E53E38"/>
                      </a:solidFill>
                      <a:prstDash val="solid"/>
                      <a:round/>
                      <a:headEnd type="none" w="med" len="med"/>
                      <a:tailEnd type="none" w="med" len="med"/>
                    </a:lnL>
                    <a:lnR w="12700" cap="flat" cmpd="sng" algn="ctr">
                      <a:solidFill>
                        <a:srgbClr val="E53E38"/>
                      </a:solidFill>
                      <a:prstDash val="solid"/>
                      <a:round/>
                      <a:headEnd type="none" w="med" len="med"/>
                      <a:tailEnd type="none" w="med" len="med"/>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E53E38"/>
                    </a:solidFill>
                  </a:tcPr>
                </a:tc>
              </a:tr>
              <a:tr h="466844">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总收益率</a:t>
                      </a:r>
                    </a:p>
                  </a:txBody>
                  <a:tcPr marL="0" marR="0" marT="0" marB="0" anchor="ctr">
                    <a:lnL w="12700" cap="flat" cmpd="sng" algn="ctr">
                      <a:solidFill>
                        <a:srgbClr val="E53E38"/>
                      </a:solidFill>
                      <a:prstDash val="solid"/>
                      <a:round/>
                      <a:headEnd type="none" w="med" len="med"/>
                      <a:tailEnd type="none" w="med" len="med"/>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1137.39%</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798.31%</a:t>
                      </a:r>
                    </a:p>
                  </a:txBody>
                  <a:tcPr marL="0" marR="0" marT="0" marB="0" anchor="ctr">
                    <a:lnL>
                      <a:noFill/>
                    </a:lnL>
                    <a:lnR w="12700" cap="flat" cmpd="sng" algn="ctr">
                      <a:solidFill>
                        <a:srgbClr val="E53E38"/>
                      </a:solidFill>
                      <a:prstDash val="solid"/>
                      <a:round/>
                      <a:headEnd type="none" w="med" len="med"/>
                      <a:tailEnd type="none" w="med" len="med"/>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r>
              <a:tr h="466844">
                <a:tc>
                  <a:txBody>
                    <a:bodyPr/>
                    <a:lstStyle/>
                    <a:p>
                      <a:pPr marL="0" marR="0" indent="0" algn="ctr" defTabSz="292100" rtl="0" fontAlgn="ctr" latinLnBrk="0">
                        <a:lnSpc>
                          <a:spcPct val="100000"/>
                        </a:lnSpc>
                        <a:spcBef>
                          <a:spcPts val="0"/>
                        </a:spcBef>
                        <a:spcAft>
                          <a:spcPts val="0"/>
                        </a:spcAft>
                        <a:buClrTx/>
                        <a:buSzTx/>
                        <a:buFontTx/>
                        <a:buNone/>
                      </a:pPr>
                      <a:r>
                        <a:rPr lang="zh-CN" altLang="en-US" sz="1400" b="1" i="0" u="none" strike="noStrike" cap="none" spc="0" baseline="0" dirty="0">
                          <a:solidFill>
                            <a:srgbClr val="000000"/>
                          </a:solidFill>
                          <a:effectLst/>
                          <a:uFillTx/>
                          <a:latin typeface="微软雅黑" panose="020B0503020204020204" pitchFamily="34" charset="-122"/>
                          <a:ea typeface="微软雅黑" panose="020B0503020204020204" pitchFamily="34" charset="-122"/>
                          <a:cs typeface="+mn-cs"/>
                          <a:sym typeface="Helvetica Neue" panose="02000503000000020004"/>
                        </a:rPr>
                        <a:t>年化收益率</a:t>
                      </a:r>
                    </a:p>
                  </a:txBody>
                  <a:tcPr marL="0" marR="0" marT="0" marB="0" anchor="ctr">
                    <a:lnL w="12700" cap="flat" cmpd="sng" algn="ctr">
                      <a:solidFill>
                        <a:srgbClr val="E53E38"/>
                      </a:solidFill>
                      <a:prstDash val="solid"/>
                      <a:round/>
                      <a:headEnd type="none" w="med" len="med"/>
                      <a:tailEnd type="none" w="med" len="med"/>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42.64%</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36.33%</a:t>
                      </a:r>
                    </a:p>
                  </a:txBody>
                  <a:tcPr marL="0" marR="0" marT="0" marB="0" anchor="ctr">
                    <a:lnL>
                      <a:noFill/>
                    </a:lnL>
                    <a:lnR w="12700" cap="flat" cmpd="sng" algn="ctr">
                      <a:solidFill>
                        <a:srgbClr val="E53E38"/>
                      </a:solidFill>
                      <a:prstDash val="solid"/>
                      <a:round/>
                      <a:headEnd type="none" w="med" len="med"/>
                      <a:tailEnd type="none" w="med" len="med"/>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r>
              <a:tr h="466844">
                <a:tc>
                  <a:txBody>
                    <a:bodyPr/>
                    <a:lstStyle/>
                    <a:p>
                      <a:pPr marL="0" marR="0" indent="0" algn="ctr" defTabSz="292100" rtl="0" fontAlgn="ctr" latinLnBrk="0">
                        <a:lnSpc>
                          <a:spcPct val="100000"/>
                        </a:lnSpc>
                        <a:spcBef>
                          <a:spcPts val="0"/>
                        </a:spcBef>
                        <a:spcAft>
                          <a:spcPts val="0"/>
                        </a:spcAft>
                        <a:buClrTx/>
                        <a:buSzTx/>
                        <a:buFontTx/>
                        <a:buNone/>
                      </a:pPr>
                      <a:r>
                        <a:rPr lang="zh-CN" altLang="en-US" sz="1400" b="0" i="0" u="none" strike="noStrike" cap="none" spc="0" baseline="0" dirty="0">
                          <a:solidFill>
                            <a:schemeClr val="tx1"/>
                          </a:solidFill>
                          <a:effectLst/>
                          <a:uFillTx/>
                          <a:latin typeface="微软雅黑" panose="020B0503020204020204" pitchFamily="34" charset="-122"/>
                          <a:ea typeface="微软雅黑" panose="020B0503020204020204" pitchFamily="34" charset="-122"/>
                          <a:cs typeface="+mn-cs"/>
                          <a:sym typeface="Helvetica Neue" panose="02000503000000020004"/>
                        </a:rPr>
                        <a:t>年化波动率</a:t>
                      </a:r>
                    </a:p>
                  </a:txBody>
                  <a:tcPr marL="0" marR="0" marT="0" marB="0" anchor="ctr">
                    <a:lnL w="12700" cap="flat" cmpd="sng" algn="ctr">
                      <a:solidFill>
                        <a:srgbClr val="E53E38"/>
                      </a:solidFill>
                      <a:prstDash val="solid"/>
                      <a:round/>
                      <a:headEnd type="none" w="med" len="med"/>
                      <a:tailEnd type="none" w="med" len="med"/>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28.56%</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29.03%</a:t>
                      </a:r>
                    </a:p>
                  </a:txBody>
                  <a:tcPr marL="0" marR="0" marT="0" marB="0" anchor="ctr">
                    <a:lnL>
                      <a:noFill/>
                    </a:lnL>
                    <a:lnR w="12700" cap="flat" cmpd="sng" algn="ctr">
                      <a:solidFill>
                        <a:srgbClr val="E53E38"/>
                      </a:solidFill>
                      <a:prstDash val="solid"/>
                      <a:round/>
                      <a:headEnd type="none" w="med" len="med"/>
                      <a:tailEnd type="none" w="med" len="med"/>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r>
              <a:tr h="466844">
                <a:tc>
                  <a:txBody>
                    <a:bodyPr/>
                    <a:lstStyle/>
                    <a:p>
                      <a:pPr algn="ctr" fontAlgn="ct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最大回撤</a:t>
                      </a:r>
                    </a:p>
                  </a:txBody>
                  <a:tcPr marL="0" marR="0" marT="0" marB="0" anchor="ctr">
                    <a:lnL w="12700" cap="flat" cmpd="sng" algn="ctr">
                      <a:solidFill>
                        <a:srgbClr val="E53E38"/>
                      </a:solidFill>
                      <a:prstDash val="solid"/>
                      <a:round/>
                      <a:headEnd type="none" w="med" len="med"/>
                      <a:tailEnd type="none" w="med" len="med"/>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-46.45%</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-46.73%</a:t>
                      </a:r>
                    </a:p>
                  </a:txBody>
                  <a:tcPr marL="0" marR="0" marT="0" marB="0" anchor="ctr">
                    <a:lnL>
                      <a:noFill/>
                    </a:lnL>
                    <a:lnR w="12700" cap="flat" cmpd="sng" algn="ctr">
                      <a:solidFill>
                        <a:srgbClr val="E53E38"/>
                      </a:solidFill>
                      <a:prstDash val="solid"/>
                      <a:round/>
                      <a:headEnd type="none" w="med" len="med"/>
                      <a:tailEnd type="none" w="med" len="med"/>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r>
              <a:tr h="466844">
                <a:tc>
                  <a:txBody>
                    <a:bodyPr/>
                    <a:lstStyle/>
                    <a:p>
                      <a:pPr algn="ctr" fontAlgn="ctr"/>
                      <a:r>
                        <a:rPr lang="en-US" sz="1400" b="0" i="0" u="none" strike="noStrike">
                          <a:solidFill>
                            <a:srgbClr val="000000"/>
                          </a:solidFill>
                          <a:effectLst/>
                          <a:latin typeface="微软雅黑" panose="020B0503020204020204" pitchFamily="34" charset="-122"/>
                          <a:ea typeface="微软雅黑" panose="020B0503020204020204" pitchFamily="34" charset="-122"/>
                        </a:rPr>
                        <a:t>Sharpe</a:t>
                      </a:r>
                    </a:p>
                  </a:txBody>
                  <a:tcPr marL="0" marR="0" marT="0" marB="0" anchor="ctr">
                    <a:lnL w="12700" cap="flat" cmpd="sng" algn="ctr">
                      <a:solidFill>
                        <a:srgbClr val="E53E38"/>
                      </a:solidFill>
                      <a:prstDash val="solid"/>
                      <a:round/>
                      <a:headEnd type="none" w="med" len="med"/>
                      <a:tailEnd type="none" w="med" len="med"/>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1.44</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1.20</a:t>
                      </a:r>
                    </a:p>
                  </a:txBody>
                  <a:tcPr marL="0" marR="0" marT="0" marB="0" anchor="ctr">
                    <a:lnL>
                      <a:noFill/>
                    </a:lnL>
                    <a:lnR w="12700" cap="flat" cmpd="sng" algn="ctr">
                      <a:solidFill>
                        <a:srgbClr val="E53E38"/>
                      </a:solidFill>
                      <a:prstDash val="solid"/>
                      <a:round/>
                      <a:headEnd type="none" w="med" len="med"/>
                      <a:tailEnd type="none" w="med" len="med"/>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r>
              <a:tr h="466844">
                <a:tc>
                  <a:txBody>
                    <a:bodyPr/>
                    <a:lstStyle/>
                    <a:p>
                      <a:pPr algn="ctr" fontAlgn="ctr"/>
                      <a:r>
                        <a:rPr lang="en-US" sz="1400" b="0" i="0" u="none" strike="noStrike">
                          <a:solidFill>
                            <a:srgbClr val="000000"/>
                          </a:solidFill>
                          <a:effectLst/>
                          <a:latin typeface="微软雅黑" panose="020B0503020204020204" pitchFamily="34" charset="-122"/>
                          <a:ea typeface="微软雅黑" panose="020B0503020204020204" pitchFamily="34" charset="-122"/>
                        </a:rPr>
                        <a:t>Calmar</a:t>
                      </a:r>
                    </a:p>
                  </a:txBody>
                  <a:tcPr marL="0" marR="0" marT="0" marB="0" anchor="ctr">
                    <a:lnL w="12700" cap="flat" cmpd="sng" algn="ctr">
                      <a:solidFill>
                        <a:srgbClr val="E53E38"/>
                      </a:solidFill>
                      <a:prstDash val="solid"/>
                      <a:round/>
                      <a:headEnd type="none" w="med" len="med"/>
                      <a:tailEnd type="none" w="med" len="med"/>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0.92</a:t>
                      </a:r>
                    </a:p>
                  </a:txBody>
                  <a:tcPr marL="0" marR="0" marT="0" marB="0" anchor="ctr">
                    <a:lnL>
                      <a:noFill/>
                    </a:lnL>
                    <a:lnR>
                      <a:noFill/>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0.78</a:t>
                      </a:r>
                    </a:p>
                  </a:txBody>
                  <a:tcPr marL="0" marR="0" marT="0" marB="0" anchor="ctr">
                    <a:lnL>
                      <a:noFill/>
                    </a:lnL>
                    <a:lnR w="12700" cap="flat" cmpd="sng" algn="ctr">
                      <a:solidFill>
                        <a:srgbClr val="E53E38"/>
                      </a:solidFill>
                      <a:prstDash val="solid"/>
                      <a:round/>
                      <a:headEnd type="none" w="med" len="med"/>
                      <a:tailEnd type="none" w="med" len="med"/>
                    </a:lnR>
                    <a:lnT w="12700" cap="flat" cmpd="sng" algn="ctr">
                      <a:solidFill>
                        <a:srgbClr val="E53E38"/>
                      </a:solidFill>
                      <a:prstDash val="solid"/>
                      <a:round/>
                      <a:headEnd type="none" w="med" len="med"/>
                      <a:tailEnd type="none" w="med" len="med"/>
                    </a:lnT>
                    <a:lnB w="12700" cap="flat" cmpd="sng" algn="ctr">
                      <a:solidFill>
                        <a:srgbClr val="E53E38"/>
                      </a:solidFill>
                      <a:prstDash val="solid"/>
                      <a:round/>
                      <a:headEnd type="none" w="med" len="med"/>
                      <a:tailEnd type="none" w="med" len="med"/>
                    </a:lnB>
                    <a:solidFill>
                      <a:srgbClr val="FFFFFF"/>
                    </a:solidFill>
                  </a:tcPr>
                </a:tc>
              </a:tr>
            </a:tbl>
          </a:graphicData>
        </a:graphic>
      </p:graphicFrame>
      <p:sp>
        <p:nvSpPr>
          <p:cNvPr id="11" name="文本框 10"/>
          <p:cNvSpPr txBox="1"/>
          <p:nvPr/>
        </p:nvSpPr>
        <p:spPr>
          <a:xfrm>
            <a:off x="1704623" y="6458319"/>
            <a:ext cx="5656998" cy="28725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defTabSz="2437765"/>
            <a:r>
              <a:rPr lang="zh-CN" altLang="en-US" i="1" dirty="0"/>
              <a:t>数据来源：</a:t>
            </a:r>
            <a:r>
              <a:rPr lang="en-US" altLang="zh-CN" i="1" dirty="0"/>
              <a:t>WIND</a:t>
            </a:r>
            <a:r>
              <a:rPr lang="zh-CN" altLang="en-US" i="1" dirty="0"/>
              <a:t>，鑫元基金量化投资部整理；数据区间：</a:t>
            </a:r>
            <a:r>
              <a:rPr lang="en-US" altLang="zh-CN" i="1" dirty="0" smtClean="0"/>
              <a:t>2018.12.28 </a:t>
            </a:r>
            <a:r>
              <a:rPr lang="en-US" altLang="zh-CN" i="1" dirty="0"/>
              <a:t>~ 2026.05.15</a:t>
            </a:r>
            <a:endParaRPr lang="zh-CN" altLang="en-US" i="1" dirty="0"/>
          </a:p>
        </p:txBody>
      </p:sp>
      <p:sp>
        <p:nvSpPr>
          <p:cNvPr id="13" name="文本框 12"/>
          <p:cNvSpPr txBox="1"/>
          <p:nvPr/>
        </p:nvSpPr>
        <p:spPr>
          <a:xfrm>
            <a:off x="7022754" y="1495251"/>
            <a:ext cx="4404093" cy="59372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2437765" rtl="0" fontAlgn="auto" latinLnBrk="0" hangingPunct="0">
              <a:lnSpc>
                <a:spcPct val="100000"/>
              </a:lnSpc>
              <a:spcBef>
                <a:spcPts val="0"/>
              </a:spcBef>
              <a:spcAft>
                <a:spcPts val="0"/>
              </a:spcAft>
              <a:buClrTx/>
              <a:buSzTx/>
              <a:buFontTx/>
              <a:buNone/>
            </a:pPr>
            <a:r>
              <a:rPr kumimoji="0" lang="zh-CN" altLang="en-US" sz="2000" b="1" i="0" u="none" strike="noStrike" cap="none" spc="0" normalizeH="0" baseline="0" dirty="0" smtClean="0">
                <a:ln>
                  <a:noFill/>
                </a:ln>
                <a:solidFill>
                  <a:srgbClr val="5E5E5E"/>
                </a:solidFill>
                <a:effectLst/>
                <a:uFillTx/>
                <a:latin typeface="+mj-ea"/>
                <a:ea typeface="+mj-ea"/>
                <a:sym typeface="Helvetica Neue" panose="02000503000000020004"/>
              </a:rPr>
              <a:t>表</a:t>
            </a:r>
            <a:r>
              <a:rPr lang="zh-CN" altLang="en-US" sz="2000" b="1" dirty="0" smtClean="0">
                <a:latin typeface="+mj-ea"/>
                <a:ea typeface="+mj-ea"/>
              </a:rPr>
              <a:t>：分年表现</a:t>
            </a:r>
            <a:endParaRPr kumimoji="0" lang="zh-CN" altLang="en-US" sz="2000" b="1" i="0" u="none" strike="noStrike" cap="none" spc="0" normalizeH="0" baseline="0" dirty="0">
              <a:ln>
                <a:noFill/>
              </a:ln>
              <a:solidFill>
                <a:srgbClr val="5E5E5E"/>
              </a:solidFill>
              <a:effectLst/>
              <a:uFillTx/>
              <a:latin typeface="+mj-ea"/>
              <a:ea typeface="+mj-ea"/>
              <a:sym typeface="Helvetica Neue" panose="02000503000000020004"/>
            </a:endParaRPr>
          </a:p>
        </p:txBody>
      </p:sp>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图表 14">
            <a:extLst>
              <a:ext uri="{FF2B5EF4-FFF2-40B4-BE49-F238E27FC236}">
                <a16:creationId xmlns:lc="http://schemas.openxmlformats.org/drawingml/2006/lockedCanvas" xmlns:a16="http://schemas.microsoft.com/office/drawing/2014/main" xmlns="" xmlns:xdr="http://schemas.openxmlformats.org/drawingml/2006/spreadsheetDrawing" id="{00000000-0008-0000-0400-000002000000}"/>
              </a:ext>
            </a:extLst>
          </p:cNvPr>
          <p:cNvGraphicFramePr>
            <a:graphicFrameLocks/>
          </p:cNvGraphicFramePr>
          <p:nvPr>
            <p:extLst>
              <p:ext uri="{D42A27DB-BD31-4B8C-83A1-F6EECF244321}">
                <p14:modId xmlns:p14="http://schemas.microsoft.com/office/powerpoint/2010/main" val="1689998282"/>
              </p:ext>
            </p:extLst>
          </p:nvPr>
        </p:nvGraphicFramePr>
        <p:xfrm>
          <a:off x="-94133" y="1261943"/>
          <a:ext cx="12036927" cy="4929984"/>
        </p:xfrm>
        <a:graphic>
          <a:graphicData uri="http://schemas.openxmlformats.org/drawingml/2006/chart">
            <c:chart xmlns:c="http://schemas.openxmlformats.org/drawingml/2006/chart" xmlns:r="http://schemas.openxmlformats.org/officeDocument/2006/relationships" r:id="rId3"/>
          </a:graphicData>
        </a:graphic>
      </p:graphicFrame>
      <p:sp>
        <p:nvSpPr>
          <p:cNvPr id="2" name="灯片编号占位符 1"/>
          <p:cNvSpPr>
            <a:spLocks noGrp="1"/>
          </p:cNvSpPr>
          <p:nvPr>
            <p:ph type="sldNum" sz="quarter" idx="10"/>
          </p:nvPr>
        </p:nvSpPr>
        <p:spPr/>
        <p:txBody>
          <a:bodyPr/>
          <a:lstStyle/>
          <a:p>
            <a:fld id="{86CB4B4D-7CA3-9044-876B-883B54F8677D}" type="slidenum">
              <a:rPr lang="en-US" altLang="zh-CN" smtClean="0"/>
              <a:t>14</a:t>
            </a:fld>
            <a:endParaRPr lang="zh-CN" altLang="en-US" dirty="0"/>
          </a:p>
        </p:txBody>
      </p:sp>
      <p:sp>
        <p:nvSpPr>
          <p:cNvPr id="3" name="标题 2"/>
          <p:cNvSpPr>
            <a:spLocks noGrp="1"/>
          </p:cNvSpPr>
          <p:nvPr>
            <p:ph type="title"/>
          </p:nvPr>
        </p:nvSpPr>
        <p:spPr>
          <a:xfrm>
            <a:off x="379663" y="330965"/>
            <a:ext cx="9611360" cy="445441"/>
          </a:xfrm>
        </p:spPr>
        <p:txBody>
          <a:bodyPr>
            <a:normAutofit fontScale="90000"/>
          </a:bodyPr>
          <a:lstStyle/>
          <a:p>
            <a:r>
              <a:rPr lang="zh-CN" altLang="en-US" dirty="0"/>
              <a:t>实</a:t>
            </a:r>
            <a:r>
              <a:rPr lang="zh-CN" altLang="en-US" dirty="0" smtClean="0"/>
              <a:t>盘业绩：致远量化选股</a:t>
            </a:r>
            <a:endParaRPr lang="zh-CN" altLang="en-US" dirty="0"/>
          </a:p>
        </p:txBody>
      </p:sp>
      <p:sp>
        <p:nvSpPr>
          <p:cNvPr id="12" name="文本框 11"/>
          <p:cNvSpPr txBox="1"/>
          <p:nvPr/>
        </p:nvSpPr>
        <p:spPr>
          <a:xfrm>
            <a:off x="1743095" y="6458319"/>
            <a:ext cx="5580054" cy="28725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defTabSz="2437765"/>
            <a:r>
              <a:rPr lang="zh-CN" altLang="en-US" i="1" dirty="0"/>
              <a:t>数据来源：</a:t>
            </a:r>
            <a:r>
              <a:rPr lang="en-US" altLang="zh-CN" i="1" dirty="0"/>
              <a:t>WIND</a:t>
            </a:r>
            <a:r>
              <a:rPr lang="zh-CN" altLang="en-US" i="1" dirty="0"/>
              <a:t>，鑫元基金量化投资部整理；数据区间：</a:t>
            </a:r>
            <a:r>
              <a:rPr lang="en-US" altLang="zh-CN" i="1" dirty="0" smtClean="0"/>
              <a:t>2025.02.28 </a:t>
            </a:r>
            <a:r>
              <a:rPr lang="en-US" altLang="zh-CN" i="1" dirty="0"/>
              <a:t>~ </a:t>
            </a:r>
            <a:r>
              <a:rPr lang="en-US" altLang="zh-CN" i="1" dirty="0" smtClean="0"/>
              <a:t>2026.06.29</a:t>
            </a:r>
            <a:endParaRPr lang="zh-CN" altLang="en-US" i="1" dirty="0"/>
          </a:p>
        </p:txBody>
      </p:sp>
      <p:sp>
        <p:nvSpPr>
          <p:cNvPr id="11" name="文本框 10"/>
          <p:cNvSpPr txBox="1"/>
          <p:nvPr/>
        </p:nvSpPr>
        <p:spPr>
          <a:xfrm>
            <a:off x="3631397" y="1316811"/>
            <a:ext cx="4404093" cy="59372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2437765" rtl="0" fontAlgn="auto" latinLnBrk="0" hangingPunct="0">
              <a:lnSpc>
                <a:spcPct val="100000"/>
              </a:lnSpc>
              <a:spcBef>
                <a:spcPts val="0"/>
              </a:spcBef>
              <a:spcAft>
                <a:spcPts val="0"/>
              </a:spcAft>
              <a:buClrTx/>
              <a:buSzTx/>
              <a:buFontTx/>
              <a:buNone/>
            </a:pPr>
            <a:r>
              <a:rPr lang="zh-CN" altLang="en-US" sz="2000" b="1" dirty="0">
                <a:latin typeface="+mj-ea"/>
                <a:ea typeface="+mj-ea"/>
              </a:rPr>
              <a:t>图</a:t>
            </a:r>
            <a:r>
              <a:rPr lang="zh-CN" altLang="en-US" sz="2000" b="1" dirty="0" smtClean="0">
                <a:latin typeface="+mj-ea"/>
                <a:ea typeface="+mj-ea"/>
              </a:rPr>
              <a:t>：净值表现</a:t>
            </a:r>
            <a:endParaRPr kumimoji="0" lang="zh-CN" altLang="en-US" sz="2000" b="1" i="0" u="none" strike="noStrike" cap="none" spc="0" normalizeH="0" baseline="0" dirty="0">
              <a:ln>
                <a:noFill/>
              </a:ln>
              <a:solidFill>
                <a:srgbClr val="5E5E5E"/>
              </a:solidFill>
              <a:effectLst/>
              <a:uFillTx/>
              <a:latin typeface="+mj-ea"/>
              <a:ea typeface="+mj-ea"/>
              <a:sym typeface="Helvetica Neue" panose="02000503000000020004"/>
            </a:endParaRPr>
          </a:p>
        </p:txBody>
      </p:sp>
      <p:cxnSp>
        <p:nvCxnSpPr>
          <p:cNvPr id="5" name="直接连接符 4"/>
          <p:cNvCxnSpPr/>
          <p:nvPr/>
        </p:nvCxnSpPr>
        <p:spPr>
          <a:xfrm>
            <a:off x="7880845" y="1772705"/>
            <a:ext cx="9626" cy="4000915"/>
          </a:xfrm>
          <a:prstGeom prst="line">
            <a:avLst/>
          </a:prstGeom>
          <a:noFill/>
          <a:ln w="25400" cap="flat">
            <a:solidFill>
              <a:schemeClr val="accent5"/>
            </a:solidFill>
            <a:prstDash val="sysDot"/>
            <a:miter lim="400000"/>
          </a:ln>
        </p:spPr>
        <p:style>
          <a:lnRef idx="0">
            <a:scrgbClr r="0" g="0" b="0"/>
          </a:lnRef>
          <a:fillRef idx="0">
            <a:scrgbClr r="0" g="0" b="0"/>
          </a:fillRef>
          <a:effectRef idx="0">
            <a:scrgbClr r="0" g="0" b="0"/>
          </a:effectRef>
          <a:fontRef idx="none"/>
        </p:style>
      </p:cxnSp>
      <p:sp>
        <p:nvSpPr>
          <p:cNvPr id="10" name="矩形 9"/>
          <p:cNvSpPr/>
          <p:nvPr/>
        </p:nvSpPr>
        <p:spPr>
          <a:xfrm>
            <a:off x="7336473" y="1316811"/>
            <a:ext cx="1107996" cy="455894"/>
          </a:xfrm>
          <a:prstGeom prst="rect">
            <a:avLst/>
          </a:prstGeom>
        </p:spPr>
        <p:txBody>
          <a:bodyPr wrap="none">
            <a:spAutoFit/>
          </a:bodyPr>
          <a:lstStyle/>
          <a:p>
            <a:pPr algn="l">
              <a:lnSpc>
                <a:spcPct val="150000"/>
              </a:lnSpc>
            </a:pPr>
            <a:r>
              <a:rPr lang="zh-CN" altLang="en-US" sz="1800" b="1" dirty="0" smtClean="0">
                <a:solidFill>
                  <a:srgbClr val="C00000"/>
                </a:solidFill>
                <a:latin typeface="Inter"/>
              </a:rPr>
              <a:t>策略改造</a:t>
            </a:r>
            <a:endParaRPr lang="en-US" altLang="zh-CN" sz="1800" b="1" dirty="0">
              <a:solidFill>
                <a:srgbClr val="C00000"/>
              </a:solidFill>
              <a:latin typeface="Inter"/>
            </a:endParaRPr>
          </a:p>
        </p:txBody>
      </p:sp>
      <p:sp>
        <p:nvSpPr>
          <p:cNvPr id="13" name="矩形 12"/>
          <p:cNvSpPr/>
          <p:nvPr/>
        </p:nvSpPr>
        <p:spPr>
          <a:xfrm>
            <a:off x="4125283" y="2140472"/>
            <a:ext cx="3416320" cy="455894"/>
          </a:xfrm>
          <a:prstGeom prst="rect">
            <a:avLst/>
          </a:prstGeom>
        </p:spPr>
        <p:txBody>
          <a:bodyPr wrap="none">
            <a:spAutoFit/>
          </a:bodyPr>
          <a:lstStyle/>
          <a:p>
            <a:pPr algn="l">
              <a:lnSpc>
                <a:spcPct val="150000"/>
              </a:lnSpc>
            </a:pPr>
            <a:r>
              <a:rPr lang="zh-CN" altLang="en-US" sz="1800" b="1" dirty="0" smtClean="0">
                <a:solidFill>
                  <a:schemeClr val="tx2"/>
                </a:solidFill>
                <a:latin typeface="Inter"/>
              </a:rPr>
              <a:t>策略：偏红利价值的类绝对收益</a:t>
            </a:r>
            <a:endParaRPr lang="en-US" altLang="zh-CN" sz="1800" b="1" dirty="0">
              <a:solidFill>
                <a:schemeClr val="tx2"/>
              </a:solidFill>
              <a:latin typeface="Inter"/>
            </a:endParaRPr>
          </a:p>
        </p:txBody>
      </p:sp>
      <p:sp>
        <p:nvSpPr>
          <p:cNvPr id="14" name="矩形 13"/>
          <p:cNvSpPr/>
          <p:nvPr/>
        </p:nvSpPr>
        <p:spPr>
          <a:xfrm>
            <a:off x="9269128" y="1406651"/>
            <a:ext cx="2031325" cy="507831"/>
          </a:xfrm>
          <a:prstGeom prst="rect">
            <a:avLst/>
          </a:prstGeom>
        </p:spPr>
        <p:txBody>
          <a:bodyPr wrap="none">
            <a:spAutoFit/>
          </a:bodyPr>
          <a:lstStyle/>
          <a:p>
            <a:pPr algn="l">
              <a:lnSpc>
                <a:spcPct val="150000"/>
              </a:lnSpc>
            </a:pPr>
            <a:r>
              <a:rPr lang="zh-CN" altLang="en-US" sz="1800" b="1" dirty="0" smtClean="0">
                <a:solidFill>
                  <a:schemeClr val="tx2"/>
                </a:solidFill>
                <a:latin typeface="Inter"/>
              </a:rPr>
              <a:t>策略：微盘多因子</a:t>
            </a:r>
            <a:endParaRPr lang="en-US" altLang="zh-CN" sz="1800" b="1" dirty="0">
              <a:solidFill>
                <a:schemeClr val="tx2"/>
              </a:solidFill>
              <a:latin typeface="Inter"/>
            </a:endParaRPr>
          </a:p>
        </p:txBody>
      </p:sp>
    </p:spTree>
    <p:extLst>
      <p:ext uri="{BB962C8B-B14F-4D97-AF65-F5344CB8AC3E}">
        <p14:creationId xmlns:p14="http://schemas.microsoft.com/office/powerpoint/2010/main" val="1496032082"/>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第三部分</a:t>
            </a:r>
            <a:endParaRPr lang="zh-CN" altLang="en-US" dirty="0"/>
          </a:p>
        </p:txBody>
      </p:sp>
      <p:sp>
        <p:nvSpPr>
          <p:cNvPr id="3" name="文本占位符 2"/>
          <p:cNvSpPr>
            <a:spLocks noGrp="1"/>
          </p:cNvSpPr>
          <p:nvPr>
            <p:ph type="body" sz="quarter" idx="11"/>
          </p:nvPr>
        </p:nvSpPr>
        <p:spPr>
          <a:xfrm>
            <a:off x="739568" y="3252346"/>
            <a:ext cx="7726059" cy="602024"/>
          </a:xfrm>
        </p:spPr>
        <p:txBody>
          <a:bodyPr/>
          <a:lstStyle/>
          <a:p>
            <a:r>
              <a:rPr lang="zh-CN" altLang="en-US" dirty="0"/>
              <a:t>当下配置微盘的考虑因素</a:t>
            </a:r>
          </a:p>
        </p:txBody>
      </p:sp>
    </p:spTree>
    <p:extLst>
      <p:ext uri="{BB962C8B-B14F-4D97-AF65-F5344CB8AC3E}">
        <p14:creationId xmlns:p14="http://schemas.microsoft.com/office/powerpoint/2010/main" val="21287933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
            <a:ext cx="12192000" cy="1125188"/>
          </a:xfrm>
          <a:prstGeom prst="rect">
            <a:avLst/>
          </a:prstGeom>
          <a:solidFill>
            <a:srgbClr val="CD1132"/>
          </a:solidFill>
          <a:ln/>
        </p:spPr>
      </p:sp>
      <p:pic>
        <p:nvPicPr>
          <p:cNvPr id="3" name="Image 0" descr="https://kimi-img.moonshot.cn/pub/slides/okc/o5wzc4dkka5gw/mnt/agents/output/converted/images/image_4.png"/>
          <p:cNvPicPr>
            <a:picLocks noChangeAspect="1"/>
          </p:cNvPicPr>
          <p:nvPr/>
        </p:nvPicPr>
        <p:blipFill>
          <a:blip r:embed="rId3"/>
          <a:stretch>
            <a:fillRect/>
          </a:stretch>
        </p:blipFill>
        <p:spPr>
          <a:xfrm>
            <a:off x="10235375" y="339852"/>
            <a:ext cx="1570768" cy="418338"/>
          </a:xfrm>
          <a:prstGeom prst="rect">
            <a:avLst/>
          </a:prstGeom>
        </p:spPr>
      </p:pic>
      <p:sp>
        <p:nvSpPr>
          <p:cNvPr id="4" name="Shape 1"/>
          <p:cNvSpPr/>
          <p:nvPr/>
        </p:nvSpPr>
        <p:spPr>
          <a:xfrm>
            <a:off x="198978" y="6393085"/>
            <a:ext cx="11794141" cy="0"/>
          </a:xfrm>
          <a:prstGeom prst="straightConnector1">
            <a:avLst/>
          </a:prstGeom>
          <a:noFill/>
          <a:ln w="6350">
            <a:solidFill>
              <a:srgbClr val="5E5E5E"/>
            </a:solidFill>
            <a:prstDash val="solid"/>
            <a:headEnd type="none"/>
            <a:tailEnd type="none"/>
          </a:ln>
        </p:spPr>
      </p:sp>
      <p:sp>
        <p:nvSpPr>
          <p:cNvPr id="5" name="Shape 2"/>
          <p:cNvSpPr/>
          <p:nvPr/>
        </p:nvSpPr>
        <p:spPr>
          <a:xfrm>
            <a:off x="198978" y="6345460"/>
            <a:ext cx="11794141" cy="0"/>
          </a:xfrm>
          <a:prstGeom prst="straightConnector1">
            <a:avLst/>
          </a:prstGeom>
          <a:noFill/>
          <a:ln w="19050">
            <a:solidFill>
              <a:srgbClr val="5E5E5E"/>
            </a:solidFill>
            <a:prstDash val="solid"/>
            <a:headEnd type="none"/>
            <a:tailEnd type="none"/>
          </a:ln>
        </p:spPr>
      </p:sp>
      <p:pic>
        <p:nvPicPr>
          <p:cNvPr id="6" name="Image 1" descr="https://kimi-img.moonshot.cn/pub/slides/okc/o5wzc4dkka5gw/mnt/agents/output/converted/images/image_5.png"/>
          <p:cNvPicPr>
            <a:picLocks noChangeAspect="1"/>
          </p:cNvPicPr>
          <p:nvPr/>
        </p:nvPicPr>
        <p:blipFill>
          <a:blip r:embed="rId4"/>
          <a:stretch>
            <a:fillRect/>
          </a:stretch>
        </p:blipFill>
        <p:spPr>
          <a:xfrm>
            <a:off x="530828" y="6517958"/>
            <a:ext cx="1040702" cy="175736"/>
          </a:xfrm>
          <a:prstGeom prst="rect">
            <a:avLst/>
          </a:prstGeom>
        </p:spPr>
      </p:pic>
      <p:sp>
        <p:nvSpPr>
          <p:cNvPr id="8" name="Text 4"/>
          <p:cNvSpPr/>
          <p:nvPr/>
        </p:nvSpPr>
        <p:spPr>
          <a:xfrm>
            <a:off x="379667" y="323850"/>
            <a:ext cx="9144000" cy="533400"/>
          </a:xfrm>
          <a:prstGeom prst="rect">
            <a:avLst/>
          </a:prstGeom>
          <a:noFill/>
          <a:ln/>
        </p:spPr>
        <p:txBody>
          <a:bodyPr wrap="none" lIns="0" tIns="0" rIns="0" bIns="0" rtlCol="0" anchor="ctr"/>
          <a:lstStyle/>
          <a:p>
            <a:pPr algn="l" defTabSz="1219200" hangingPunct="1">
              <a:lnSpc>
                <a:spcPct val="70000"/>
              </a:lnSpc>
            </a:pPr>
            <a:r>
              <a:rPr lang="en-US" sz="3200" b="1" spc="-85" dirty="0" err="1" smtClean="0">
                <a:solidFill>
                  <a:schemeClr val="bg1"/>
                </a:solidFill>
                <a:latin typeface="+mj-ea"/>
                <a:ea typeface="+mj-ea"/>
              </a:rPr>
              <a:t>微盘股的春天</a:t>
            </a:r>
            <a:r>
              <a:rPr lang="zh-CN" altLang="en-US" sz="3200" b="1" spc="-85" dirty="0" smtClean="0">
                <a:solidFill>
                  <a:schemeClr val="bg1"/>
                </a:solidFill>
                <a:latin typeface="+mj-ea"/>
                <a:ea typeface="+mj-ea"/>
              </a:rPr>
              <a:t>还有多远？</a:t>
            </a:r>
            <a:endParaRPr lang="en-US" sz="3200" b="1" spc="-85" dirty="0">
              <a:solidFill>
                <a:schemeClr val="bg1"/>
              </a:solidFill>
              <a:latin typeface="+mj-ea"/>
              <a:ea typeface="+mj-ea"/>
            </a:endParaRPr>
          </a:p>
        </p:txBody>
      </p:sp>
      <p:sp>
        <p:nvSpPr>
          <p:cNvPr id="9" name="Text 5"/>
          <p:cNvSpPr/>
          <p:nvPr/>
        </p:nvSpPr>
        <p:spPr>
          <a:xfrm>
            <a:off x="762000" y="1333500"/>
            <a:ext cx="10668000" cy="476250"/>
          </a:xfrm>
          <a:prstGeom prst="rect">
            <a:avLst/>
          </a:prstGeom>
          <a:noFill/>
          <a:ln/>
        </p:spPr>
        <p:txBody>
          <a:bodyPr wrap="none" lIns="0" tIns="0" rIns="0" bIns="0" rtlCol="0" anchor="ctr"/>
          <a:lstStyle/>
          <a:p>
            <a:pPr algn="l">
              <a:lnSpc>
                <a:spcPct val="140000"/>
              </a:lnSpc>
            </a:pPr>
            <a:r>
              <a:rPr lang="en-US" sz="2100" b="1" dirty="0">
                <a:solidFill>
                  <a:srgbClr val="1F1F1F"/>
                </a:solidFill>
                <a:latin typeface="Times New Roman" pitchFamily="34" charset="0"/>
                <a:ea typeface="Times New Roman" pitchFamily="34" charset="-122"/>
                <a:cs typeface="Times New Roman" pitchFamily="34" charset="-120"/>
              </a:rPr>
              <a:t>万得微盘股指数（868008.WI）近一年走势——当前处于相对低位</a:t>
            </a:r>
            <a:endParaRPr lang="en-US" sz="2100" dirty="0"/>
          </a:p>
        </p:txBody>
      </p:sp>
      <p:graphicFrame>
        <p:nvGraphicFramePr>
          <p:cNvPr id="10" name="Chart 0"/>
          <p:cNvGraphicFramePr/>
          <p:nvPr/>
        </p:nvGraphicFramePr>
        <p:xfrm>
          <a:off x="762000" y="1905000"/>
          <a:ext cx="10668000" cy="4191000"/>
        </p:xfrm>
        <a:graphic>
          <a:graphicData uri="http://schemas.openxmlformats.org/drawingml/2006/chart">
            <c:chart xmlns:c="http://schemas.openxmlformats.org/drawingml/2006/chart" xmlns:r="http://schemas.openxmlformats.org/officeDocument/2006/relationships" r:id="rId5"/>
          </a:graphicData>
        </a:graphic>
      </p:graphicFrame>
      <p:sp>
        <p:nvSpPr>
          <p:cNvPr id="11" name="Shape 6"/>
          <p:cNvSpPr/>
          <p:nvPr/>
        </p:nvSpPr>
        <p:spPr>
          <a:xfrm>
            <a:off x="9475851" y="4362450"/>
            <a:ext cx="1905000" cy="342900"/>
          </a:xfrm>
          <a:prstGeom prst="roundRect">
            <a:avLst>
              <a:gd name="adj" fmla="val 8000"/>
            </a:avLst>
          </a:prstGeom>
          <a:solidFill>
            <a:srgbClr val="C00000"/>
          </a:solidFill>
          <a:ln/>
        </p:spPr>
      </p:sp>
      <p:sp>
        <p:nvSpPr>
          <p:cNvPr id="12" name="Text 7"/>
          <p:cNvSpPr/>
          <p:nvPr/>
        </p:nvSpPr>
        <p:spPr>
          <a:xfrm>
            <a:off x="9475851" y="4362450"/>
            <a:ext cx="1905000" cy="342900"/>
          </a:xfrm>
          <a:prstGeom prst="rect">
            <a:avLst/>
          </a:prstGeom>
          <a:noFill/>
          <a:ln/>
        </p:spPr>
        <p:txBody>
          <a:bodyPr wrap="none" lIns="0" tIns="0" rIns="0" bIns="0" rtlCol="0" anchor="ctr"/>
          <a:lstStyle/>
          <a:p>
            <a:pPr algn="ctr">
              <a:lnSpc>
                <a:spcPct val="120000"/>
              </a:lnSpc>
            </a:pPr>
            <a:r>
              <a:rPr lang="en-US" sz="1350" b="1" dirty="0">
                <a:solidFill>
                  <a:srgbClr val="FFFFFF"/>
                </a:solidFill>
                <a:latin typeface="Times New Roman" pitchFamily="34" charset="0"/>
                <a:ea typeface="Times New Roman" pitchFamily="34" charset="-122"/>
                <a:cs typeface="Times New Roman" pitchFamily="34" charset="-120"/>
              </a:rPr>
              <a:t>当前: 501,500 (-22.3%)</a:t>
            </a:r>
            <a:endParaRPr lang="en-US" sz="1350" dirty="0"/>
          </a:p>
        </p:txBody>
      </p:sp>
      <p:sp>
        <p:nvSpPr>
          <p:cNvPr id="13" name="Text 8"/>
          <p:cNvSpPr/>
          <p:nvPr/>
        </p:nvSpPr>
        <p:spPr>
          <a:xfrm>
            <a:off x="762000" y="6143625"/>
            <a:ext cx="4762500" cy="190500"/>
          </a:xfrm>
          <a:prstGeom prst="rect">
            <a:avLst/>
          </a:prstGeom>
          <a:noFill/>
          <a:ln/>
        </p:spPr>
        <p:txBody>
          <a:bodyPr wrap="none" lIns="0" tIns="0" rIns="0" bIns="0" rtlCol="0" anchor="ctr"/>
          <a:lstStyle/>
          <a:p>
            <a:pPr algn="l">
              <a:lnSpc>
                <a:spcPct val="120000"/>
              </a:lnSpc>
            </a:pPr>
            <a:r>
              <a:rPr lang="en-US" sz="825" dirty="0">
                <a:solidFill>
                  <a:srgbClr val="A5A5A5"/>
                </a:solidFill>
                <a:latin typeface="MiSans" pitchFamily="34" charset="0"/>
                <a:ea typeface="MiSans" pitchFamily="34" charset="-122"/>
                <a:cs typeface="MiSans" pitchFamily="34" charset="-120"/>
              </a:rPr>
              <a:t>数据来源：Wind，鑫元基金量化投资部整理</a:t>
            </a:r>
            <a:endParaRPr lang="en-US" sz="825" dirty="0"/>
          </a:p>
        </p:txBody>
      </p:sp>
    </p:spTree>
    <p:extLst>
      <p:ext uri="{BB962C8B-B14F-4D97-AF65-F5344CB8AC3E}">
        <p14:creationId xmlns:p14="http://schemas.microsoft.com/office/powerpoint/2010/main" val="358474052"/>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
            <a:ext cx="12192000" cy="1125188"/>
          </a:xfrm>
          <a:prstGeom prst="rect">
            <a:avLst/>
          </a:prstGeom>
          <a:solidFill>
            <a:srgbClr val="CD1132"/>
          </a:solidFill>
          <a:ln/>
        </p:spPr>
      </p:sp>
      <p:pic>
        <p:nvPicPr>
          <p:cNvPr id="3" name="Image 0" descr="https://kimi-img.moonshot.cn/pub/slides/okc/o5wzc4dkka5gw/mnt/agents/output/converted/images/image_4.png"/>
          <p:cNvPicPr>
            <a:picLocks noChangeAspect="1"/>
          </p:cNvPicPr>
          <p:nvPr/>
        </p:nvPicPr>
        <p:blipFill>
          <a:blip r:embed="rId3"/>
          <a:stretch>
            <a:fillRect/>
          </a:stretch>
        </p:blipFill>
        <p:spPr>
          <a:xfrm>
            <a:off x="10235375" y="339852"/>
            <a:ext cx="1570768" cy="418338"/>
          </a:xfrm>
          <a:prstGeom prst="rect">
            <a:avLst/>
          </a:prstGeom>
        </p:spPr>
      </p:pic>
      <p:sp>
        <p:nvSpPr>
          <p:cNvPr id="4" name="Shape 1"/>
          <p:cNvSpPr/>
          <p:nvPr/>
        </p:nvSpPr>
        <p:spPr>
          <a:xfrm>
            <a:off x="198978" y="6393085"/>
            <a:ext cx="11794141" cy="0"/>
          </a:xfrm>
          <a:prstGeom prst="straightConnector1">
            <a:avLst/>
          </a:prstGeom>
          <a:noFill/>
          <a:ln w="6350">
            <a:solidFill>
              <a:srgbClr val="5E5E5E"/>
            </a:solidFill>
            <a:prstDash val="solid"/>
            <a:headEnd type="none"/>
            <a:tailEnd type="none"/>
          </a:ln>
        </p:spPr>
      </p:sp>
      <p:sp>
        <p:nvSpPr>
          <p:cNvPr id="5" name="Shape 2"/>
          <p:cNvSpPr/>
          <p:nvPr/>
        </p:nvSpPr>
        <p:spPr>
          <a:xfrm>
            <a:off x="198978" y="6345460"/>
            <a:ext cx="11794141" cy="0"/>
          </a:xfrm>
          <a:prstGeom prst="straightConnector1">
            <a:avLst/>
          </a:prstGeom>
          <a:noFill/>
          <a:ln w="19050">
            <a:solidFill>
              <a:srgbClr val="5E5E5E"/>
            </a:solidFill>
            <a:prstDash val="solid"/>
            <a:headEnd type="none"/>
            <a:tailEnd type="none"/>
          </a:ln>
        </p:spPr>
      </p:sp>
      <p:pic>
        <p:nvPicPr>
          <p:cNvPr id="6" name="Image 1" descr="https://kimi-img.moonshot.cn/pub/slides/okc/o5wzc4dkka5gw/mnt/agents/output/converted/images/image_5.png"/>
          <p:cNvPicPr>
            <a:picLocks noChangeAspect="1"/>
          </p:cNvPicPr>
          <p:nvPr/>
        </p:nvPicPr>
        <p:blipFill>
          <a:blip r:embed="rId4"/>
          <a:stretch>
            <a:fillRect/>
          </a:stretch>
        </p:blipFill>
        <p:spPr>
          <a:xfrm>
            <a:off x="530828" y="6517958"/>
            <a:ext cx="1040702" cy="175736"/>
          </a:xfrm>
          <a:prstGeom prst="rect">
            <a:avLst/>
          </a:prstGeom>
        </p:spPr>
      </p:pic>
      <p:sp>
        <p:nvSpPr>
          <p:cNvPr id="7" name="Text 3"/>
          <p:cNvSpPr/>
          <p:nvPr/>
        </p:nvSpPr>
        <p:spPr>
          <a:xfrm>
            <a:off x="8752903" y="6451188"/>
            <a:ext cx="1675448" cy="230791"/>
          </a:xfrm>
          <a:prstGeom prst="rect">
            <a:avLst/>
          </a:prstGeom>
          <a:noFill/>
          <a:ln/>
        </p:spPr>
        <p:txBody>
          <a:bodyPr wrap="none" lIns="0" tIns="0" rIns="0" bIns="0" rtlCol="0" anchor="t"/>
          <a:lstStyle/>
          <a:p>
            <a:pPr algn="ctr">
              <a:lnSpc>
                <a:spcPct val="120000"/>
              </a:lnSpc>
            </a:pPr>
            <a:r>
              <a:rPr lang="en-US" sz="900" dirty="0">
                <a:solidFill>
                  <a:srgbClr val="A5A5A5"/>
                </a:solidFill>
                <a:latin typeface="MiSans" pitchFamily="34" charset="0"/>
                <a:ea typeface="MiSans" pitchFamily="34" charset="-122"/>
                <a:cs typeface="MiSans" pitchFamily="34" charset="-120"/>
              </a:rPr>
              <a:t>基金有风险，投资须谨慎</a:t>
            </a:r>
            <a:endParaRPr lang="en-US" sz="900" dirty="0"/>
          </a:p>
        </p:txBody>
      </p:sp>
      <p:sp>
        <p:nvSpPr>
          <p:cNvPr id="8" name="Text 4"/>
          <p:cNvSpPr/>
          <p:nvPr/>
        </p:nvSpPr>
        <p:spPr>
          <a:xfrm>
            <a:off x="379667" y="323850"/>
            <a:ext cx="9144000" cy="533400"/>
          </a:xfrm>
          <a:prstGeom prst="rect">
            <a:avLst/>
          </a:prstGeom>
          <a:noFill/>
          <a:ln/>
        </p:spPr>
        <p:txBody>
          <a:bodyPr wrap="none" lIns="0" tIns="0" rIns="0" bIns="0" rtlCol="0" anchor="ctr"/>
          <a:lstStyle/>
          <a:p>
            <a:pPr algn="l" defTabSz="1219200" hangingPunct="1">
              <a:lnSpc>
                <a:spcPct val="70000"/>
              </a:lnSpc>
            </a:pPr>
            <a:r>
              <a:rPr lang="en-US" sz="3200" b="1" spc="-85" dirty="0">
                <a:solidFill>
                  <a:schemeClr val="bg1"/>
                </a:solidFill>
                <a:latin typeface="+mj-ea"/>
                <a:ea typeface="+mj-ea"/>
              </a:rPr>
              <a:t>被"科技"抽血的微盘股</a:t>
            </a:r>
          </a:p>
        </p:txBody>
      </p:sp>
      <p:sp>
        <p:nvSpPr>
          <p:cNvPr id="9" name="Text 5"/>
          <p:cNvSpPr/>
          <p:nvPr/>
        </p:nvSpPr>
        <p:spPr>
          <a:xfrm>
            <a:off x="571500" y="1238250"/>
            <a:ext cx="5715000" cy="285750"/>
          </a:xfrm>
          <a:prstGeom prst="rect">
            <a:avLst/>
          </a:prstGeom>
          <a:noFill/>
          <a:ln/>
        </p:spPr>
        <p:txBody>
          <a:bodyPr wrap="none" lIns="0" tIns="0" rIns="0" bIns="0" rtlCol="0" anchor="ctr"/>
          <a:lstStyle/>
          <a:p>
            <a:pPr algn="l">
              <a:lnSpc>
                <a:spcPct val="120000"/>
              </a:lnSpc>
            </a:pPr>
            <a:r>
              <a:rPr lang="en-US" sz="1350" dirty="0">
                <a:solidFill>
                  <a:srgbClr val="736666"/>
                </a:solidFill>
                <a:latin typeface="Times New Roman" pitchFamily="34" charset="0"/>
                <a:ea typeface="Times New Roman" pitchFamily="34" charset="-122"/>
                <a:cs typeface="Times New Roman" pitchFamily="34" charset="-120"/>
              </a:rPr>
              <a:t>标准化走势（起始日 2026-03-27 = 1.000）</a:t>
            </a:r>
            <a:endParaRPr lang="en-US" sz="1350" dirty="0"/>
          </a:p>
        </p:txBody>
      </p:sp>
      <p:graphicFrame>
        <p:nvGraphicFramePr>
          <p:cNvPr id="10" name="Chart 0"/>
          <p:cNvGraphicFramePr/>
          <p:nvPr/>
        </p:nvGraphicFramePr>
        <p:xfrm>
          <a:off x="571500" y="1571625"/>
          <a:ext cx="7429500" cy="3333750"/>
        </p:xfrm>
        <a:graphic>
          <a:graphicData uri="http://schemas.openxmlformats.org/drawingml/2006/chart">
            <c:chart xmlns:c="http://schemas.openxmlformats.org/drawingml/2006/chart" xmlns:r="http://schemas.openxmlformats.org/officeDocument/2006/relationships" r:id="rId5"/>
          </a:graphicData>
        </a:graphic>
      </p:graphicFrame>
      <p:sp>
        <p:nvSpPr>
          <p:cNvPr id="11" name="Shape 6"/>
          <p:cNvSpPr/>
          <p:nvPr/>
        </p:nvSpPr>
        <p:spPr>
          <a:xfrm>
            <a:off x="8286750" y="1571625"/>
            <a:ext cx="3429000" cy="1047750"/>
          </a:xfrm>
          <a:prstGeom prst="roundRect">
            <a:avLst>
              <a:gd name="adj" fmla="val 8000"/>
            </a:avLst>
          </a:prstGeom>
          <a:solidFill>
            <a:srgbClr val="FFF5F5"/>
          </a:solidFill>
          <a:ln/>
        </p:spPr>
      </p:sp>
      <p:sp>
        <p:nvSpPr>
          <p:cNvPr id="12" name="Text 7"/>
          <p:cNvSpPr/>
          <p:nvPr/>
        </p:nvSpPr>
        <p:spPr>
          <a:xfrm>
            <a:off x="8429625" y="1647825"/>
            <a:ext cx="3143250" cy="266700"/>
          </a:xfrm>
          <a:prstGeom prst="rect">
            <a:avLst/>
          </a:prstGeom>
          <a:noFill/>
          <a:ln/>
        </p:spPr>
        <p:txBody>
          <a:bodyPr wrap="none" lIns="0" tIns="0" rIns="0" bIns="0" rtlCol="0" anchor="ctr"/>
          <a:lstStyle/>
          <a:p>
            <a:pPr algn="l">
              <a:lnSpc>
                <a:spcPct val="120000"/>
              </a:lnSpc>
            </a:pPr>
            <a:r>
              <a:rPr lang="en-US" sz="1350" dirty="0">
                <a:solidFill>
                  <a:srgbClr val="736666"/>
                </a:solidFill>
                <a:latin typeface="Times New Roman" pitchFamily="34" charset="0"/>
                <a:ea typeface="Times New Roman" pitchFamily="34" charset="-122"/>
                <a:cs typeface="Times New Roman" pitchFamily="34" charset="-120"/>
              </a:rPr>
              <a:t>万得微盘股指数（标准化）</a:t>
            </a:r>
            <a:endParaRPr lang="en-US" sz="1350" dirty="0"/>
          </a:p>
        </p:txBody>
      </p:sp>
      <p:sp>
        <p:nvSpPr>
          <p:cNvPr id="13" name="Text 8"/>
          <p:cNvSpPr/>
          <p:nvPr/>
        </p:nvSpPr>
        <p:spPr>
          <a:xfrm>
            <a:off x="8429625" y="1933575"/>
            <a:ext cx="3143250" cy="571500"/>
          </a:xfrm>
          <a:prstGeom prst="rect">
            <a:avLst/>
          </a:prstGeom>
          <a:noFill/>
          <a:ln/>
        </p:spPr>
        <p:txBody>
          <a:bodyPr wrap="none" lIns="0" tIns="0" rIns="0" bIns="0" rtlCol="0" anchor="ctr"/>
          <a:lstStyle/>
          <a:p>
            <a:pPr algn="l">
              <a:lnSpc>
                <a:spcPct val="120000"/>
              </a:lnSpc>
            </a:pPr>
            <a:r>
              <a:rPr lang="en-US" sz="3000" b="1" dirty="0">
                <a:solidFill>
                  <a:srgbClr val="C00000"/>
                </a:solidFill>
                <a:latin typeface="Times New Roman" pitchFamily="34" charset="0"/>
                <a:ea typeface="Times New Roman" pitchFamily="34" charset="-122"/>
                <a:cs typeface="Times New Roman" pitchFamily="34" charset="-120"/>
              </a:rPr>
              <a:t>1.000 → 0.860</a:t>
            </a:r>
            <a:endParaRPr lang="en-US" sz="3000" dirty="0"/>
          </a:p>
        </p:txBody>
      </p:sp>
      <p:sp>
        <p:nvSpPr>
          <p:cNvPr id="14" name="Shape 9"/>
          <p:cNvSpPr/>
          <p:nvPr/>
        </p:nvSpPr>
        <p:spPr>
          <a:xfrm>
            <a:off x="8286750" y="2762250"/>
            <a:ext cx="3429000" cy="1047750"/>
          </a:xfrm>
          <a:prstGeom prst="roundRect">
            <a:avLst>
              <a:gd name="adj" fmla="val 8000"/>
            </a:avLst>
          </a:prstGeom>
          <a:solidFill>
            <a:srgbClr val="F0F7FA"/>
          </a:solidFill>
          <a:ln/>
        </p:spPr>
      </p:sp>
      <p:sp>
        <p:nvSpPr>
          <p:cNvPr id="15" name="Text 10"/>
          <p:cNvSpPr/>
          <p:nvPr/>
        </p:nvSpPr>
        <p:spPr>
          <a:xfrm>
            <a:off x="8429625" y="2838450"/>
            <a:ext cx="3143250" cy="266700"/>
          </a:xfrm>
          <a:prstGeom prst="rect">
            <a:avLst/>
          </a:prstGeom>
          <a:noFill/>
          <a:ln/>
        </p:spPr>
        <p:txBody>
          <a:bodyPr wrap="none" lIns="0" tIns="0" rIns="0" bIns="0" rtlCol="0" anchor="ctr"/>
          <a:lstStyle/>
          <a:p>
            <a:pPr algn="l">
              <a:lnSpc>
                <a:spcPct val="120000"/>
              </a:lnSpc>
            </a:pPr>
            <a:r>
              <a:rPr lang="en-US" sz="1350" dirty="0">
                <a:solidFill>
                  <a:srgbClr val="736666"/>
                </a:solidFill>
                <a:latin typeface="Times New Roman" pitchFamily="34" charset="0"/>
                <a:ea typeface="Times New Roman" pitchFamily="34" charset="-122"/>
                <a:cs typeface="Times New Roman" pitchFamily="34" charset="-120"/>
              </a:rPr>
              <a:t>科创50（标准化）</a:t>
            </a:r>
            <a:endParaRPr lang="en-US" sz="1350" dirty="0"/>
          </a:p>
        </p:txBody>
      </p:sp>
      <p:sp>
        <p:nvSpPr>
          <p:cNvPr id="16" name="Text 11"/>
          <p:cNvSpPr/>
          <p:nvPr/>
        </p:nvSpPr>
        <p:spPr>
          <a:xfrm>
            <a:off x="8429625" y="3124200"/>
            <a:ext cx="3143250" cy="571500"/>
          </a:xfrm>
          <a:prstGeom prst="rect">
            <a:avLst/>
          </a:prstGeom>
          <a:noFill/>
          <a:ln/>
        </p:spPr>
        <p:txBody>
          <a:bodyPr wrap="none" lIns="0" tIns="0" rIns="0" bIns="0" rtlCol="0" anchor="ctr"/>
          <a:lstStyle/>
          <a:p>
            <a:pPr algn="l">
              <a:lnSpc>
                <a:spcPct val="120000"/>
              </a:lnSpc>
            </a:pPr>
            <a:r>
              <a:rPr lang="en-US" sz="3000" b="1" dirty="0">
                <a:solidFill>
                  <a:srgbClr val="4BACC6"/>
                </a:solidFill>
                <a:latin typeface="Times New Roman" pitchFamily="34" charset="0"/>
                <a:ea typeface="Times New Roman" pitchFamily="34" charset="-122"/>
                <a:cs typeface="Times New Roman" pitchFamily="34" charset="-120"/>
              </a:rPr>
              <a:t>1.000 → 1.562</a:t>
            </a:r>
            <a:endParaRPr lang="en-US" sz="3000" dirty="0"/>
          </a:p>
        </p:txBody>
      </p:sp>
      <p:sp>
        <p:nvSpPr>
          <p:cNvPr id="17" name="Text 12"/>
          <p:cNvSpPr/>
          <p:nvPr/>
        </p:nvSpPr>
        <p:spPr>
          <a:xfrm>
            <a:off x="8429625" y="3905250"/>
            <a:ext cx="1476375" cy="342900"/>
          </a:xfrm>
          <a:prstGeom prst="rect">
            <a:avLst/>
          </a:prstGeom>
          <a:noFill/>
          <a:ln/>
        </p:spPr>
        <p:txBody>
          <a:bodyPr wrap="none" lIns="0" tIns="0" rIns="0" bIns="0" rtlCol="0" anchor="ctr"/>
          <a:lstStyle/>
          <a:p>
            <a:pPr algn="ctr">
              <a:lnSpc>
                <a:spcPct val="120000"/>
              </a:lnSpc>
            </a:pPr>
            <a:r>
              <a:rPr lang="en-US" sz="2100" b="1" dirty="0">
                <a:solidFill>
                  <a:srgbClr val="C00000"/>
                </a:solidFill>
                <a:latin typeface="Times New Roman" pitchFamily="34" charset="0"/>
                <a:ea typeface="Times New Roman" pitchFamily="34" charset="-122"/>
                <a:cs typeface="Times New Roman" pitchFamily="34" charset="-120"/>
              </a:rPr>
              <a:t>-14.0%</a:t>
            </a:r>
            <a:endParaRPr lang="en-US" sz="2100" dirty="0"/>
          </a:p>
        </p:txBody>
      </p:sp>
      <p:sp>
        <p:nvSpPr>
          <p:cNvPr id="18" name="Text 13"/>
          <p:cNvSpPr/>
          <p:nvPr/>
        </p:nvSpPr>
        <p:spPr>
          <a:xfrm>
            <a:off x="10144125" y="3905250"/>
            <a:ext cx="1476375" cy="342900"/>
          </a:xfrm>
          <a:prstGeom prst="rect">
            <a:avLst/>
          </a:prstGeom>
          <a:noFill/>
          <a:ln/>
        </p:spPr>
        <p:txBody>
          <a:bodyPr wrap="none" lIns="0" tIns="0" rIns="0" bIns="0" rtlCol="0" anchor="ctr"/>
          <a:lstStyle/>
          <a:p>
            <a:pPr algn="ctr">
              <a:lnSpc>
                <a:spcPct val="120000"/>
              </a:lnSpc>
            </a:pPr>
            <a:r>
              <a:rPr lang="en-US" sz="2100" b="1" dirty="0">
                <a:solidFill>
                  <a:srgbClr val="4BACC6"/>
                </a:solidFill>
                <a:latin typeface="Times New Roman" pitchFamily="34" charset="0"/>
                <a:ea typeface="Times New Roman" pitchFamily="34" charset="-122"/>
                <a:cs typeface="Times New Roman" pitchFamily="34" charset="-120"/>
              </a:rPr>
              <a:t>+56.2%</a:t>
            </a:r>
            <a:endParaRPr lang="en-US" sz="2100" dirty="0"/>
          </a:p>
        </p:txBody>
      </p:sp>
      <p:sp>
        <p:nvSpPr>
          <p:cNvPr id="19" name="Shape 14"/>
          <p:cNvSpPr/>
          <p:nvPr/>
        </p:nvSpPr>
        <p:spPr>
          <a:xfrm>
            <a:off x="571500" y="5095875"/>
            <a:ext cx="11049000" cy="952500"/>
          </a:xfrm>
          <a:prstGeom prst="roundRect">
            <a:avLst>
              <a:gd name="adj" fmla="val 5000"/>
            </a:avLst>
          </a:prstGeom>
          <a:solidFill>
            <a:srgbClr val="C00000"/>
          </a:solidFill>
          <a:ln/>
        </p:spPr>
      </p:sp>
      <p:sp>
        <p:nvSpPr>
          <p:cNvPr id="20" name="Text 15"/>
          <p:cNvSpPr/>
          <p:nvPr/>
        </p:nvSpPr>
        <p:spPr>
          <a:xfrm>
            <a:off x="762000" y="5143500"/>
            <a:ext cx="10668000" cy="857250"/>
          </a:xfrm>
          <a:prstGeom prst="rect">
            <a:avLst/>
          </a:prstGeom>
          <a:noFill/>
          <a:ln/>
        </p:spPr>
        <p:txBody>
          <a:bodyPr wrap="square" lIns="0" tIns="0" rIns="0" bIns="0" rtlCol="0" anchor="ctr"/>
          <a:lstStyle/>
          <a:p>
            <a:pPr algn="l">
              <a:lnSpc>
                <a:spcPct val="150000"/>
              </a:lnSpc>
            </a:pPr>
            <a:r>
              <a:rPr lang="en-US" sz="1800" b="1" dirty="0">
                <a:solidFill>
                  <a:srgbClr val="FFFFFF"/>
                </a:solidFill>
                <a:latin typeface="+mn-ea"/>
                <a:cs typeface="Times New Roman" pitchFamily="34" charset="-120"/>
              </a:rPr>
              <a:t>结论：自3月27日以来，科技股极致抱团，资金大量从微盘股流向科技板块。微盘被严重"抽血"，但这也意味着抛压已大部分释放，配置价值凸显。</a:t>
            </a:r>
            <a:endParaRPr lang="en-US" sz="1800" dirty="0">
              <a:latin typeface="+mn-ea"/>
            </a:endParaRPr>
          </a:p>
        </p:txBody>
      </p:sp>
      <p:sp>
        <p:nvSpPr>
          <p:cNvPr id="21" name="Text 16"/>
          <p:cNvSpPr/>
          <p:nvPr/>
        </p:nvSpPr>
        <p:spPr>
          <a:xfrm>
            <a:off x="571500" y="6172200"/>
            <a:ext cx="4762500" cy="161925"/>
          </a:xfrm>
          <a:prstGeom prst="rect">
            <a:avLst/>
          </a:prstGeom>
          <a:noFill/>
          <a:ln/>
        </p:spPr>
        <p:txBody>
          <a:bodyPr wrap="none" lIns="0" tIns="0" rIns="0" bIns="0" rtlCol="0" anchor="ctr"/>
          <a:lstStyle/>
          <a:p>
            <a:pPr algn="l">
              <a:lnSpc>
                <a:spcPct val="120000"/>
              </a:lnSpc>
            </a:pPr>
            <a:r>
              <a:rPr lang="en-US" sz="825" dirty="0">
                <a:solidFill>
                  <a:srgbClr val="A5A5A5"/>
                </a:solidFill>
                <a:latin typeface="MiSans" pitchFamily="34" charset="0"/>
                <a:ea typeface="MiSans" pitchFamily="34" charset="-122"/>
                <a:cs typeface="MiSans" pitchFamily="34" charset="-120"/>
              </a:rPr>
              <a:t>数据来源：Wind，鑫元基金量化投资部整理，截至2026年6月26日</a:t>
            </a:r>
            <a:endParaRPr lang="en-US" sz="825" dirty="0"/>
          </a:p>
        </p:txBody>
      </p:sp>
    </p:spTree>
    <p:extLst>
      <p:ext uri="{BB962C8B-B14F-4D97-AF65-F5344CB8AC3E}">
        <p14:creationId xmlns:p14="http://schemas.microsoft.com/office/powerpoint/2010/main" val="4002396919"/>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
            <a:ext cx="12192000" cy="1125188"/>
          </a:xfrm>
          <a:prstGeom prst="rect">
            <a:avLst/>
          </a:prstGeom>
          <a:solidFill>
            <a:srgbClr val="CD1132"/>
          </a:solidFill>
          <a:ln/>
        </p:spPr>
      </p:sp>
      <p:pic>
        <p:nvPicPr>
          <p:cNvPr id="3" name="Image 0" descr="https://kimi-img.moonshot.cn/pub/slides/okc/o5wzc4dkka5gw/mnt/agents/output/converted/images/image_4.png"/>
          <p:cNvPicPr>
            <a:picLocks noChangeAspect="1"/>
          </p:cNvPicPr>
          <p:nvPr/>
        </p:nvPicPr>
        <p:blipFill>
          <a:blip r:embed="rId3"/>
          <a:stretch>
            <a:fillRect/>
          </a:stretch>
        </p:blipFill>
        <p:spPr>
          <a:xfrm>
            <a:off x="10235375" y="339852"/>
            <a:ext cx="1570768" cy="418338"/>
          </a:xfrm>
          <a:prstGeom prst="rect">
            <a:avLst/>
          </a:prstGeom>
        </p:spPr>
      </p:pic>
      <p:sp>
        <p:nvSpPr>
          <p:cNvPr id="4" name="Shape 1"/>
          <p:cNvSpPr/>
          <p:nvPr/>
        </p:nvSpPr>
        <p:spPr>
          <a:xfrm>
            <a:off x="198978" y="6393085"/>
            <a:ext cx="11794141" cy="0"/>
          </a:xfrm>
          <a:prstGeom prst="straightConnector1">
            <a:avLst/>
          </a:prstGeom>
          <a:noFill/>
          <a:ln w="6350">
            <a:solidFill>
              <a:srgbClr val="5E5E5E"/>
            </a:solidFill>
            <a:prstDash val="solid"/>
            <a:headEnd type="none"/>
            <a:tailEnd type="none"/>
          </a:ln>
        </p:spPr>
      </p:sp>
      <p:sp>
        <p:nvSpPr>
          <p:cNvPr id="5" name="Shape 2"/>
          <p:cNvSpPr/>
          <p:nvPr/>
        </p:nvSpPr>
        <p:spPr>
          <a:xfrm>
            <a:off x="198978" y="6345460"/>
            <a:ext cx="11794141" cy="0"/>
          </a:xfrm>
          <a:prstGeom prst="straightConnector1">
            <a:avLst/>
          </a:prstGeom>
          <a:noFill/>
          <a:ln w="19050">
            <a:solidFill>
              <a:srgbClr val="5E5E5E"/>
            </a:solidFill>
            <a:prstDash val="solid"/>
            <a:headEnd type="none"/>
            <a:tailEnd type="none"/>
          </a:ln>
        </p:spPr>
      </p:sp>
      <p:pic>
        <p:nvPicPr>
          <p:cNvPr id="6" name="Image 1" descr="https://kimi-img.moonshot.cn/pub/slides/okc/o5wzc4dkka5gw/mnt/agents/output/converted/images/image_5.png"/>
          <p:cNvPicPr>
            <a:picLocks noChangeAspect="1"/>
          </p:cNvPicPr>
          <p:nvPr/>
        </p:nvPicPr>
        <p:blipFill>
          <a:blip r:embed="rId4"/>
          <a:stretch>
            <a:fillRect/>
          </a:stretch>
        </p:blipFill>
        <p:spPr>
          <a:xfrm>
            <a:off x="530828" y="6517958"/>
            <a:ext cx="1040702" cy="175736"/>
          </a:xfrm>
          <a:prstGeom prst="rect">
            <a:avLst/>
          </a:prstGeom>
        </p:spPr>
      </p:pic>
      <p:sp>
        <p:nvSpPr>
          <p:cNvPr id="7" name="Text 3"/>
          <p:cNvSpPr/>
          <p:nvPr/>
        </p:nvSpPr>
        <p:spPr>
          <a:xfrm>
            <a:off x="8752903" y="6451188"/>
            <a:ext cx="1675448" cy="230791"/>
          </a:xfrm>
          <a:prstGeom prst="rect">
            <a:avLst/>
          </a:prstGeom>
          <a:noFill/>
          <a:ln/>
        </p:spPr>
        <p:txBody>
          <a:bodyPr wrap="none" lIns="0" tIns="0" rIns="0" bIns="0" rtlCol="0" anchor="t"/>
          <a:lstStyle/>
          <a:p>
            <a:pPr algn="ctr">
              <a:lnSpc>
                <a:spcPct val="120000"/>
              </a:lnSpc>
            </a:pPr>
            <a:r>
              <a:rPr lang="en-US" sz="900" dirty="0">
                <a:solidFill>
                  <a:srgbClr val="A5A5A5"/>
                </a:solidFill>
                <a:latin typeface="MiSans" pitchFamily="34" charset="0"/>
                <a:ea typeface="MiSans" pitchFamily="34" charset="-122"/>
                <a:cs typeface="MiSans" pitchFamily="34" charset="-120"/>
              </a:rPr>
              <a:t>基金有风险，投资须谨慎</a:t>
            </a:r>
            <a:endParaRPr lang="en-US" sz="900" dirty="0"/>
          </a:p>
        </p:txBody>
      </p:sp>
      <p:sp>
        <p:nvSpPr>
          <p:cNvPr id="8" name="Text 4"/>
          <p:cNvSpPr/>
          <p:nvPr/>
        </p:nvSpPr>
        <p:spPr>
          <a:xfrm>
            <a:off x="379667" y="323850"/>
            <a:ext cx="9144000" cy="533400"/>
          </a:xfrm>
          <a:prstGeom prst="rect">
            <a:avLst/>
          </a:prstGeom>
          <a:noFill/>
          <a:ln/>
        </p:spPr>
        <p:txBody>
          <a:bodyPr wrap="none" lIns="0" tIns="0" rIns="0" bIns="0" rtlCol="0" anchor="ctr"/>
          <a:lstStyle/>
          <a:p>
            <a:pPr algn="l" defTabSz="1219200" hangingPunct="1">
              <a:lnSpc>
                <a:spcPct val="70000"/>
              </a:lnSpc>
            </a:pPr>
            <a:r>
              <a:rPr lang="en-US" sz="3200" b="1" spc="-85" dirty="0" err="1" smtClean="0">
                <a:solidFill>
                  <a:schemeClr val="bg1"/>
                </a:solidFill>
                <a:latin typeface="+mj-ea"/>
                <a:ea typeface="+mj-ea"/>
              </a:rPr>
              <a:t>回撤</a:t>
            </a:r>
            <a:r>
              <a:rPr lang="zh-CN" altLang="en-US" sz="3200" b="1" spc="-85" dirty="0" smtClean="0">
                <a:solidFill>
                  <a:schemeClr val="bg1"/>
                </a:solidFill>
                <a:latin typeface="+mj-ea"/>
                <a:ea typeface="+mj-ea"/>
              </a:rPr>
              <a:t>幅度：</a:t>
            </a:r>
            <a:r>
              <a:rPr lang="en-US" sz="3200" b="1" spc="-85" dirty="0" err="1" smtClean="0">
                <a:solidFill>
                  <a:schemeClr val="bg1"/>
                </a:solidFill>
                <a:latin typeface="+mj-ea"/>
                <a:ea typeface="+mj-ea"/>
              </a:rPr>
              <a:t>相对</a:t>
            </a:r>
            <a:r>
              <a:rPr lang="zh-CN" altLang="en-US" sz="3200" b="1" spc="-85" dirty="0" smtClean="0">
                <a:solidFill>
                  <a:schemeClr val="bg1"/>
                </a:solidFill>
                <a:latin typeface="+mj-ea"/>
                <a:ea typeface="+mj-ea"/>
              </a:rPr>
              <a:t>到位</a:t>
            </a:r>
            <a:endParaRPr lang="en-US" sz="3200" b="1" spc="-85" dirty="0">
              <a:solidFill>
                <a:schemeClr val="bg1"/>
              </a:solidFill>
              <a:latin typeface="+mj-ea"/>
              <a:ea typeface="+mj-ea"/>
            </a:endParaRPr>
          </a:p>
        </p:txBody>
      </p:sp>
      <p:graphicFrame>
        <p:nvGraphicFramePr>
          <p:cNvPr id="9" name="Chart 0"/>
          <p:cNvGraphicFramePr/>
          <p:nvPr/>
        </p:nvGraphicFramePr>
        <p:xfrm>
          <a:off x="571500" y="1333500"/>
          <a:ext cx="7620000" cy="3429000"/>
        </p:xfrm>
        <a:graphic>
          <a:graphicData uri="http://schemas.openxmlformats.org/drawingml/2006/chart">
            <c:chart xmlns:c="http://schemas.openxmlformats.org/drawingml/2006/chart" xmlns:r="http://schemas.openxmlformats.org/officeDocument/2006/relationships" r:id="rId5"/>
          </a:graphicData>
        </a:graphic>
      </p:graphicFrame>
      <p:sp>
        <p:nvSpPr>
          <p:cNvPr id="12" name="Shape 7"/>
          <p:cNvSpPr/>
          <p:nvPr/>
        </p:nvSpPr>
        <p:spPr>
          <a:xfrm>
            <a:off x="8477250" y="1428750"/>
            <a:ext cx="3238500" cy="857250"/>
          </a:xfrm>
          <a:prstGeom prst="roundRect">
            <a:avLst>
              <a:gd name="adj" fmla="val 8000"/>
            </a:avLst>
          </a:prstGeom>
          <a:solidFill>
            <a:srgbClr val="FFF5F5"/>
          </a:solidFill>
          <a:ln w="12700">
            <a:solidFill>
              <a:srgbClr val="C00000"/>
            </a:solidFill>
            <a:prstDash val="solid"/>
          </a:ln>
        </p:spPr>
      </p:sp>
      <p:sp>
        <p:nvSpPr>
          <p:cNvPr id="13" name="Text 8"/>
          <p:cNvSpPr/>
          <p:nvPr/>
        </p:nvSpPr>
        <p:spPr>
          <a:xfrm>
            <a:off x="8620125" y="1504950"/>
            <a:ext cx="2952750" cy="266700"/>
          </a:xfrm>
          <a:prstGeom prst="rect">
            <a:avLst/>
          </a:prstGeom>
          <a:noFill/>
          <a:ln/>
        </p:spPr>
        <p:txBody>
          <a:bodyPr wrap="none" lIns="0" tIns="0" rIns="0" bIns="0" rtlCol="0" anchor="ctr"/>
          <a:lstStyle/>
          <a:p>
            <a:pPr algn="l">
              <a:lnSpc>
                <a:spcPct val="120000"/>
              </a:lnSpc>
            </a:pPr>
            <a:r>
              <a:rPr lang="en-US" sz="1350" dirty="0">
                <a:solidFill>
                  <a:srgbClr val="736666"/>
                </a:solidFill>
                <a:latin typeface="Times New Roman" pitchFamily="34" charset="0"/>
                <a:ea typeface="Times New Roman" pitchFamily="34" charset="-122"/>
                <a:cs typeface="Times New Roman" pitchFamily="34" charset="-120"/>
              </a:rPr>
              <a:t>当前回撤（2026年4-6月）</a:t>
            </a:r>
            <a:endParaRPr lang="en-US" sz="1350" dirty="0"/>
          </a:p>
        </p:txBody>
      </p:sp>
      <p:sp>
        <p:nvSpPr>
          <p:cNvPr id="14" name="Text 9"/>
          <p:cNvSpPr/>
          <p:nvPr/>
        </p:nvSpPr>
        <p:spPr>
          <a:xfrm>
            <a:off x="8620125" y="1809750"/>
            <a:ext cx="2952750" cy="400050"/>
          </a:xfrm>
          <a:prstGeom prst="rect">
            <a:avLst/>
          </a:prstGeom>
          <a:noFill/>
          <a:ln/>
        </p:spPr>
        <p:txBody>
          <a:bodyPr wrap="none" lIns="0" tIns="0" rIns="0" bIns="0" rtlCol="0" anchor="ctr"/>
          <a:lstStyle/>
          <a:p>
            <a:pPr algn="l">
              <a:lnSpc>
                <a:spcPct val="120000"/>
              </a:lnSpc>
            </a:pPr>
            <a:r>
              <a:rPr lang="en-US" sz="2700" b="1" dirty="0">
                <a:solidFill>
                  <a:srgbClr val="C00000"/>
                </a:solidFill>
                <a:latin typeface="Times New Roman" pitchFamily="34" charset="0"/>
                <a:ea typeface="Times New Roman" pitchFamily="34" charset="-122"/>
                <a:cs typeface="Times New Roman" pitchFamily="34" charset="-120"/>
              </a:rPr>
              <a:t>-22.4%</a:t>
            </a:r>
            <a:endParaRPr lang="en-US" sz="2700" dirty="0"/>
          </a:p>
        </p:txBody>
      </p:sp>
      <p:sp>
        <p:nvSpPr>
          <p:cNvPr id="15" name="Shape 10"/>
          <p:cNvSpPr/>
          <p:nvPr/>
        </p:nvSpPr>
        <p:spPr>
          <a:xfrm>
            <a:off x="8477250" y="2476500"/>
            <a:ext cx="3238500" cy="2495550"/>
          </a:xfrm>
          <a:prstGeom prst="roundRect">
            <a:avLst>
              <a:gd name="adj" fmla="val 5000"/>
            </a:avLst>
          </a:prstGeom>
          <a:solidFill>
            <a:srgbClr val="FAFAFA"/>
          </a:solidFill>
          <a:ln w="12700">
            <a:solidFill>
              <a:srgbClr val="E8E8E8"/>
            </a:solidFill>
            <a:prstDash val="solid"/>
          </a:ln>
        </p:spPr>
      </p:sp>
      <p:sp>
        <p:nvSpPr>
          <p:cNvPr id="16" name="Text 11"/>
          <p:cNvSpPr/>
          <p:nvPr/>
        </p:nvSpPr>
        <p:spPr>
          <a:xfrm>
            <a:off x="8620125" y="2571750"/>
            <a:ext cx="2952750" cy="2381250"/>
          </a:xfrm>
          <a:prstGeom prst="rect">
            <a:avLst/>
          </a:prstGeom>
          <a:noFill/>
          <a:ln/>
        </p:spPr>
        <p:txBody>
          <a:bodyPr wrap="square" lIns="0" tIns="0" rIns="0" bIns="0" rtlCol="0" anchor="t"/>
          <a:lstStyle/>
          <a:p>
            <a:pPr algn="l">
              <a:lnSpc>
                <a:spcPct val="160000"/>
              </a:lnSpc>
            </a:pPr>
            <a:r>
              <a:rPr lang="en-US" sz="1350" b="1" dirty="0">
                <a:solidFill>
                  <a:srgbClr val="1F1F1F"/>
                </a:solidFill>
                <a:latin typeface="Times New Roman" pitchFamily="34" charset="0"/>
                <a:ea typeface="Times New Roman" pitchFamily="34" charset="-122"/>
                <a:cs typeface="Times New Roman" pitchFamily="34" charset="-120"/>
              </a:rPr>
              <a:t>分析：</a:t>
            </a:r>
            <a:endParaRPr lang="en-US" sz="1350" dirty="0"/>
          </a:p>
          <a:p>
            <a:pPr algn="l">
              <a:lnSpc>
                <a:spcPct val="160000"/>
              </a:lnSpc>
            </a:pPr>
            <a:r>
              <a:rPr lang="en-US" sz="1350" dirty="0">
                <a:solidFill>
                  <a:srgbClr val="1F1F1F"/>
                </a:solidFill>
                <a:latin typeface="Times New Roman" pitchFamily="34" charset="0"/>
                <a:ea typeface="Times New Roman" pitchFamily="34" charset="-122"/>
                <a:cs typeface="Times New Roman" pitchFamily="34" charset="-120"/>
              </a:rPr>
              <a:t>当前-22.4%的回撤，在5段典型行情中属于中等水平。远低于流动性危机（-46.7%）和漂亮50（-45.6%），与疫情冲击（-23.0%）接近。</a:t>
            </a:r>
            <a:endParaRPr lang="en-US" sz="1350" dirty="0"/>
          </a:p>
          <a:p>
            <a:pPr algn="l">
              <a:lnSpc>
                <a:spcPct val="160000"/>
              </a:lnSpc>
              <a:spcBef>
                <a:spcPts val="450"/>
              </a:spcBef>
            </a:pPr>
            <a:r>
              <a:rPr lang="en-US" sz="1350" b="1" dirty="0">
                <a:solidFill>
                  <a:srgbClr val="C00000"/>
                </a:solidFill>
                <a:latin typeface="Times New Roman" pitchFamily="34" charset="0"/>
                <a:ea typeface="Times New Roman" pitchFamily="34" charset="-122"/>
                <a:cs typeface="Times New Roman" pitchFamily="34" charset="-120"/>
              </a:rPr>
              <a:t>AI产业链抽血导致的回调已较为充分。</a:t>
            </a:r>
            <a:endParaRPr lang="en-US" sz="1350" dirty="0"/>
          </a:p>
        </p:txBody>
      </p:sp>
      <p:sp>
        <p:nvSpPr>
          <p:cNvPr id="17" name="Shape 12"/>
          <p:cNvSpPr/>
          <p:nvPr/>
        </p:nvSpPr>
        <p:spPr>
          <a:xfrm>
            <a:off x="571500" y="4953000"/>
            <a:ext cx="11049000" cy="1238250"/>
          </a:xfrm>
          <a:prstGeom prst="roundRect">
            <a:avLst>
              <a:gd name="adj" fmla="val 5000"/>
            </a:avLst>
          </a:prstGeom>
          <a:solidFill>
            <a:srgbClr val="C00000"/>
          </a:solidFill>
          <a:ln/>
        </p:spPr>
      </p:sp>
      <p:sp>
        <p:nvSpPr>
          <p:cNvPr id="18" name="Text 13"/>
          <p:cNvSpPr/>
          <p:nvPr/>
        </p:nvSpPr>
        <p:spPr>
          <a:xfrm>
            <a:off x="762000" y="5029200"/>
            <a:ext cx="10668000" cy="1085850"/>
          </a:xfrm>
          <a:prstGeom prst="rect">
            <a:avLst/>
          </a:prstGeom>
          <a:noFill/>
          <a:ln/>
        </p:spPr>
        <p:txBody>
          <a:bodyPr wrap="square" lIns="0" tIns="0" rIns="0" bIns="0" rtlCol="0" anchor="ctr"/>
          <a:lstStyle/>
          <a:p>
            <a:pPr algn="l">
              <a:lnSpc>
                <a:spcPct val="150000"/>
              </a:lnSpc>
            </a:pPr>
            <a:r>
              <a:rPr lang="en-US" sz="1800" b="1" dirty="0">
                <a:solidFill>
                  <a:srgbClr val="FFFFFF"/>
                </a:solidFill>
                <a:latin typeface="+mn-ea"/>
                <a:cs typeface="Times New Roman" pitchFamily="34" charset="-120"/>
              </a:rPr>
              <a:t>结论：当前-22.4%的回撤已处于历史中位水平。与流动性危机（-46.7%）、漂亮50行情（-45.6%）等大级别回撤相比，AI产业链抽血导致的回调已较为充分。微盘股已回调至相对低位区域。</a:t>
            </a:r>
            <a:endParaRPr lang="en-US" sz="1800" dirty="0">
              <a:latin typeface="+mn-ea"/>
            </a:endParaRPr>
          </a:p>
        </p:txBody>
      </p:sp>
      <p:sp>
        <p:nvSpPr>
          <p:cNvPr id="19" name="Text 14"/>
          <p:cNvSpPr/>
          <p:nvPr/>
        </p:nvSpPr>
        <p:spPr>
          <a:xfrm>
            <a:off x="571500" y="6191250"/>
            <a:ext cx="5715000" cy="152400"/>
          </a:xfrm>
          <a:prstGeom prst="rect">
            <a:avLst/>
          </a:prstGeom>
          <a:noFill/>
          <a:ln/>
        </p:spPr>
        <p:txBody>
          <a:bodyPr wrap="none" lIns="0" tIns="0" rIns="0" bIns="0" rtlCol="0" anchor="ctr"/>
          <a:lstStyle/>
          <a:p>
            <a:pPr algn="l">
              <a:lnSpc>
                <a:spcPct val="120000"/>
              </a:lnSpc>
            </a:pPr>
            <a:r>
              <a:rPr lang="en-US" sz="825" dirty="0">
                <a:solidFill>
                  <a:srgbClr val="A5A5A5"/>
                </a:solidFill>
                <a:latin typeface="MiSans" pitchFamily="34" charset="0"/>
                <a:ea typeface="MiSans" pitchFamily="34" charset="-122"/>
                <a:cs typeface="MiSans" pitchFamily="34" charset="-120"/>
              </a:rPr>
              <a:t>数据来源：Wind，鑫元基金量化投资部整理</a:t>
            </a:r>
            <a:endParaRPr lang="en-US" sz="825" dirty="0"/>
          </a:p>
        </p:txBody>
      </p:sp>
    </p:spTree>
    <p:extLst>
      <p:ext uri="{BB962C8B-B14F-4D97-AF65-F5344CB8AC3E}">
        <p14:creationId xmlns:p14="http://schemas.microsoft.com/office/powerpoint/2010/main" val="1430927456"/>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
            <a:ext cx="12192000" cy="1125188"/>
          </a:xfrm>
          <a:prstGeom prst="rect">
            <a:avLst/>
          </a:prstGeom>
          <a:solidFill>
            <a:srgbClr val="CD1132"/>
          </a:solidFill>
          <a:ln/>
        </p:spPr>
      </p:sp>
      <p:pic>
        <p:nvPicPr>
          <p:cNvPr id="3" name="Image 0" descr="https://kimi-img.moonshot.cn/pub/slides/okc/o5wzc4dkka5gw/mnt/agents/output/converted/images/image_4.png"/>
          <p:cNvPicPr>
            <a:picLocks noChangeAspect="1"/>
          </p:cNvPicPr>
          <p:nvPr/>
        </p:nvPicPr>
        <p:blipFill>
          <a:blip r:embed="rId3"/>
          <a:stretch>
            <a:fillRect/>
          </a:stretch>
        </p:blipFill>
        <p:spPr>
          <a:xfrm>
            <a:off x="10235375" y="339852"/>
            <a:ext cx="1570768" cy="418338"/>
          </a:xfrm>
          <a:prstGeom prst="rect">
            <a:avLst/>
          </a:prstGeom>
        </p:spPr>
      </p:pic>
      <p:sp>
        <p:nvSpPr>
          <p:cNvPr id="4" name="Shape 1"/>
          <p:cNvSpPr/>
          <p:nvPr/>
        </p:nvSpPr>
        <p:spPr>
          <a:xfrm>
            <a:off x="198978" y="6393085"/>
            <a:ext cx="11794141" cy="0"/>
          </a:xfrm>
          <a:prstGeom prst="straightConnector1">
            <a:avLst/>
          </a:prstGeom>
          <a:noFill/>
          <a:ln w="6350">
            <a:solidFill>
              <a:srgbClr val="5E5E5E"/>
            </a:solidFill>
            <a:prstDash val="solid"/>
            <a:headEnd type="none"/>
            <a:tailEnd type="none"/>
          </a:ln>
        </p:spPr>
      </p:sp>
      <p:sp>
        <p:nvSpPr>
          <p:cNvPr id="5" name="Shape 2"/>
          <p:cNvSpPr/>
          <p:nvPr/>
        </p:nvSpPr>
        <p:spPr>
          <a:xfrm>
            <a:off x="198978" y="6345460"/>
            <a:ext cx="11794141" cy="0"/>
          </a:xfrm>
          <a:prstGeom prst="straightConnector1">
            <a:avLst/>
          </a:prstGeom>
          <a:noFill/>
          <a:ln w="19050">
            <a:solidFill>
              <a:srgbClr val="5E5E5E"/>
            </a:solidFill>
            <a:prstDash val="solid"/>
            <a:headEnd type="none"/>
            <a:tailEnd type="none"/>
          </a:ln>
        </p:spPr>
      </p:sp>
      <p:pic>
        <p:nvPicPr>
          <p:cNvPr id="6" name="Image 1" descr="https://kimi-img.moonshot.cn/pub/slides/okc/o5wzc4dkka5gw/mnt/agents/output/converted/images/image_5.png"/>
          <p:cNvPicPr>
            <a:picLocks noChangeAspect="1"/>
          </p:cNvPicPr>
          <p:nvPr/>
        </p:nvPicPr>
        <p:blipFill>
          <a:blip r:embed="rId4"/>
          <a:stretch>
            <a:fillRect/>
          </a:stretch>
        </p:blipFill>
        <p:spPr>
          <a:xfrm>
            <a:off x="530828" y="6517958"/>
            <a:ext cx="1040702" cy="175736"/>
          </a:xfrm>
          <a:prstGeom prst="rect">
            <a:avLst/>
          </a:prstGeom>
        </p:spPr>
      </p:pic>
      <p:sp>
        <p:nvSpPr>
          <p:cNvPr id="7" name="Text 3"/>
          <p:cNvSpPr/>
          <p:nvPr/>
        </p:nvSpPr>
        <p:spPr>
          <a:xfrm>
            <a:off x="8752903" y="6451188"/>
            <a:ext cx="1675448" cy="230791"/>
          </a:xfrm>
          <a:prstGeom prst="rect">
            <a:avLst/>
          </a:prstGeom>
          <a:noFill/>
          <a:ln/>
        </p:spPr>
        <p:txBody>
          <a:bodyPr wrap="none" lIns="0" tIns="0" rIns="0" bIns="0" rtlCol="0" anchor="t"/>
          <a:lstStyle/>
          <a:p>
            <a:pPr algn="ctr">
              <a:lnSpc>
                <a:spcPct val="120000"/>
              </a:lnSpc>
            </a:pPr>
            <a:r>
              <a:rPr lang="en-US" sz="900" dirty="0">
                <a:solidFill>
                  <a:srgbClr val="A5A5A5"/>
                </a:solidFill>
                <a:latin typeface="MiSans" pitchFamily="34" charset="0"/>
                <a:ea typeface="MiSans" pitchFamily="34" charset="-122"/>
                <a:cs typeface="MiSans" pitchFamily="34" charset="-120"/>
              </a:rPr>
              <a:t>基金有风险，投资须谨慎</a:t>
            </a:r>
            <a:endParaRPr lang="en-US" sz="900" dirty="0"/>
          </a:p>
        </p:txBody>
      </p:sp>
      <p:sp>
        <p:nvSpPr>
          <p:cNvPr id="8" name="Text 4"/>
          <p:cNvSpPr/>
          <p:nvPr/>
        </p:nvSpPr>
        <p:spPr>
          <a:xfrm>
            <a:off x="379667" y="323850"/>
            <a:ext cx="9144000" cy="533400"/>
          </a:xfrm>
          <a:prstGeom prst="rect">
            <a:avLst/>
          </a:prstGeom>
          <a:noFill/>
          <a:ln/>
        </p:spPr>
        <p:txBody>
          <a:bodyPr wrap="none" lIns="0" tIns="0" rIns="0" bIns="0" rtlCol="0" anchor="ctr"/>
          <a:lstStyle/>
          <a:p>
            <a:pPr algn="l" defTabSz="1219200" hangingPunct="1">
              <a:lnSpc>
                <a:spcPct val="70000"/>
              </a:lnSpc>
            </a:pPr>
            <a:r>
              <a:rPr lang="en-US" sz="3200" b="1" spc="-85" dirty="0" err="1" smtClean="0">
                <a:solidFill>
                  <a:schemeClr val="bg1"/>
                </a:solidFill>
                <a:latin typeface="+mj-ea"/>
                <a:ea typeface="+mj-ea"/>
              </a:rPr>
              <a:t>缩量</a:t>
            </a:r>
            <a:r>
              <a:rPr lang="zh-CN" altLang="en-US" sz="3200" b="1" spc="-85" dirty="0" smtClean="0">
                <a:solidFill>
                  <a:schemeClr val="bg1"/>
                </a:solidFill>
                <a:latin typeface="+mj-ea"/>
                <a:ea typeface="+mj-ea"/>
              </a:rPr>
              <a:t>幅度：</a:t>
            </a:r>
            <a:r>
              <a:rPr lang="en-US" sz="3200" b="1" spc="-85" dirty="0" err="1" smtClean="0">
                <a:solidFill>
                  <a:schemeClr val="bg1"/>
                </a:solidFill>
                <a:latin typeface="+mj-ea"/>
                <a:ea typeface="+mj-ea"/>
              </a:rPr>
              <a:t>缩到极低</a:t>
            </a:r>
            <a:r>
              <a:rPr lang="en-US" sz="3200" b="1" spc="-85" dirty="0" err="1">
                <a:solidFill>
                  <a:schemeClr val="bg1"/>
                </a:solidFill>
                <a:latin typeface="+mj-ea"/>
                <a:ea typeface="+mj-ea"/>
              </a:rPr>
              <a:t>，筹码已出清</a:t>
            </a:r>
            <a:endParaRPr lang="en-US" sz="3200" b="1" spc="-85" dirty="0">
              <a:solidFill>
                <a:schemeClr val="bg1"/>
              </a:solidFill>
              <a:latin typeface="+mj-ea"/>
              <a:ea typeface="+mj-ea"/>
            </a:endParaRPr>
          </a:p>
        </p:txBody>
      </p:sp>
      <p:sp>
        <p:nvSpPr>
          <p:cNvPr id="9" name="Text 5"/>
          <p:cNvSpPr/>
          <p:nvPr/>
        </p:nvSpPr>
        <p:spPr>
          <a:xfrm>
            <a:off x="571500" y="1238250"/>
            <a:ext cx="6667500" cy="266700"/>
          </a:xfrm>
          <a:prstGeom prst="rect">
            <a:avLst/>
          </a:prstGeom>
          <a:noFill/>
          <a:ln/>
        </p:spPr>
        <p:txBody>
          <a:bodyPr wrap="none" lIns="0" tIns="0" rIns="0" bIns="0" rtlCol="0" anchor="ctr"/>
          <a:lstStyle/>
          <a:p>
            <a:pPr algn="l">
              <a:lnSpc>
                <a:spcPct val="120000"/>
              </a:lnSpc>
            </a:pPr>
            <a:r>
              <a:rPr lang="en-US" dirty="0">
                <a:solidFill>
                  <a:srgbClr val="736666"/>
                </a:solidFill>
                <a:latin typeface="Times New Roman" pitchFamily="34" charset="0"/>
                <a:ea typeface="Times New Roman" pitchFamily="34" charset="-122"/>
                <a:cs typeface="Times New Roman" pitchFamily="34" charset="-120"/>
              </a:rPr>
              <a:t>缩量比例 = 当前日均成交额 / 近N个月最大日均成交额</a:t>
            </a:r>
            <a:endParaRPr lang="en-US" dirty="0"/>
          </a:p>
        </p:txBody>
      </p:sp>
      <p:graphicFrame>
        <p:nvGraphicFramePr>
          <p:cNvPr id="10" name="Chart 0"/>
          <p:cNvGraphicFramePr/>
          <p:nvPr/>
        </p:nvGraphicFramePr>
        <p:xfrm>
          <a:off x="571500" y="1571625"/>
          <a:ext cx="7429500" cy="3238500"/>
        </p:xfrm>
        <a:graphic>
          <a:graphicData uri="http://schemas.openxmlformats.org/drawingml/2006/chart">
            <c:chart xmlns:c="http://schemas.openxmlformats.org/drawingml/2006/chart" xmlns:r="http://schemas.openxmlformats.org/officeDocument/2006/relationships" r:id="rId5"/>
          </a:graphicData>
        </a:graphic>
      </p:graphicFrame>
      <p:sp>
        <p:nvSpPr>
          <p:cNvPr id="11" name="Shape 6"/>
          <p:cNvSpPr/>
          <p:nvPr/>
        </p:nvSpPr>
        <p:spPr>
          <a:xfrm>
            <a:off x="8286750" y="1333500"/>
            <a:ext cx="3333750" cy="3524250"/>
          </a:xfrm>
          <a:prstGeom prst="roundRect">
            <a:avLst>
              <a:gd name="adj" fmla="val 5000"/>
            </a:avLst>
          </a:prstGeom>
          <a:solidFill>
            <a:srgbClr val="FAFAFA"/>
          </a:solidFill>
          <a:ln w="12700">
            <a:solidFill>
              <a:srgbClr val="E8E8E8"/>
            </a:solidFill>
            <a:prstDash val="solid"/>
          </a:ln>
        </p:spPr>
      </p:sp>
      <p:sp>
        <p:nvSpPr>
          <p:cNvPr id="12" name="Text 7"/>
          <p:cNvSpPr/>
          <p:nvPr/>
        </p:nvSpPr>
        <p:spPr>
          <a:xfrm>
            <a:off x="8429625" y="1447800"/>
            <a:ext cx="3048000" cy="342900"/>
          </a:xfrm>
          <a:prstGeom prst="rect">
            <a:avLst/>
          </a:prstGeom>
          <a:noFill/>
          <a:ln/>
        </p:spPr>
        <p:txBody>
          <a:bodyPr wrap="none" lIns="0" tIns="0" rIns="0" bIns="0" rtlCol="0" anchor="ctr"/>
          <a:lstStyle/>
          <a:p>
            <a:pPr algn="l">
              <a:lnSpc>
                <a:spcPct val="120000"/>
              </a:lnSpc>
            </a:pPr>
            <a:r>
              <a:rPr lang="en-US" sz="1650" b="1" dirty="0">
                <a:solidFill>
                  <a:srgbClr val="1F1F1F"/>
                </a:solidFill>
                <a:latin typeface="Times New Roman" pitchFamily="34" charset="0"/>
                <a:ea typeface="Times New Roman" pitchFamily="34" charset="-122"/>
                <a:cs typeface="Times New Roman" pitchFamily="34" charset="-120"/>
              </a:rPr>
              <a:t>最新缩量水平</a:t>
            </a:r>
            <a:endParaRPr lang="en-US" sz="1650" dirty="0"/>
          </a:p>
        </p:txBody>
      </p:sp>
      <p:sp>
        <p:nvSpPr>
          <p:cNvPr id="13" name="Shape 8"/>
          <p:cNvSpPr/>
          <p:nvPr/>
        </p:nvSpPr>
        <p:spPr>
          <a:xfrm>
            <a:off x="8429625" y="1828800"/>
            <a:ext cx="3048000" cy="0"/>
          </a:xfrm>
          <a:prstGeom prst="straightConnector1">
            <a:avLst/>
          </a:prstGeom>
          <a:noFill/>
          <a:ln w="12700">
            <a:solidFill>
              <a:srgbClr val="E0E0E0"/>
            </a:solidFill>
            <a:prstDash val="solid"/>
            <a:headEnd type="none"/>
            <a:tailEnd type="none"/>
          </a:ln>
        </p:spPr>
      </p:sp>
      <p:sp>
        <p:nvSpPr>
          <p:cNvPr id="14" name="Text 9"/>
          <p:cNvSpPr/>
          <p:nvPr/>
        </p:nvSpPr>
        <p:spPr>
          <a:xfrm>
            <a:off x="8429625" y="1952625"/>
            <a:ext cx="3048000" cy="247650"/>
          </a:xfrm>
          <a:prstGeom prst="rect">
            <a:avLst/>
          </a:prstGeom>
          <a:noFill/>
          <a:ln/>
        </p:spPr>
        <p:txBody>
          <a:bodyPr wrap="none" lIns="0" tIns="0" rIns="0" bIns="0" rtlCol="0" anchor="ctr"/>
          <a:lstStyle/>
          <a:p>
            <a:pPr algn="l">
              <a:lnSpc>
                <a:spcPct val="120000"/>
              </a:lnSpc>
            </a:pPr>
            <a:r>
              <a:rPr lang="en-US" dirty="0">
                <a:solidFill>
                  <a:srgbClr val="736666"/>
                </a:solidFill>
                <a:latin typeface="Times New Roman" pitchFamily="34" charset="0"/>
                <a:ea typeface="Times New Roman" pitchFamily="34" charset="-122"/>
                <a:cs typeface="Times New Roman" pitchFamily="34" charset="-120"/>
              </a:rPr>
              <a:t>短期(ST)缩量至</a:t>
            </a:r>
            <a:endParaRPr lang="en-US" dirty="0"/>
          </a:p>
        </p:txBody>
      </p:sp>
      <p:sp>
        <p:nvSpPr>
          <p:cNvPr id="15" name="Text 10"/>
          <p:cNvSpPr/>
          <p:nvPr/>
        </p:nvSpPr>
        <p:spPr>
          <a:xfrm>
            <a:off x="8429625" y="2209800"/>
            <a:ext cx="1428750" cy="419100"/>
          </a:xfrm>
          <a:prstGeom prst="rect">
            <a:avLst/>
          </a:prstGeom>
          <a:noFill/>
          <a:ln/>
        </p:spPr>
        <p:txBody>
          <a:bodyPr wrap="none" lIns="0" tIns="0" rIns="0" bIns="0" rtlCol="0" anchor="ctr"/>
          <a:lstStyle/>
          <a:p>
            <a:pPr algn="l">
              <a:lnSpc>
                <a:spcPct val="120000"/>
              </a:lnSpc>
            </a:pPr>
            <a:r>
              <a:rPr lang="en-US" sz="2700" b="1" dirty="0">
                <a:solidFill>
                  <a:srgbClr val="C00000"/>
                </a:solidFill>
                <a:latin typeface="Times New Roman" pitchFamily="34" charset="0"/>
                <a:ea typeface="Times New Roman" pitchFamily="34" charset="-122"/>
                <a:cs typeface="Times New Roman" pitchFamily="34" charset="-120"/>
              </a:rPr>
              <a:t>53.9%</a:t>
            </a:r>
            <a:endParaRPr lang="en-US" sz="2700" dirty="0"/>
          </a:p>
        </p:txBody>
      </p:sp>
      <p:sp>
        <p:nvSpPr>
          <p:cNvPr id="16" name="Text 11"/>
          <p:cNvSpPr/>
          <p:nvPr/>
        </p:nvSpPr>
        <p:spPr>
          <a:xfrm>
            <a:off x="9906000" y="2266950"/>
            <a:ext cx="1571625" cy="323850"/>
          </a:xfrm>
          <a:prstGeom prst="rect">
            <a:avLst/>
          </a:prstGeom>
          <a:noFill/>
          <a:ln/>
        </p:spPr>
        <p:txBody>
          <a:bodyPr wrap="none" lIns="0" tIns="0" rIns="0" bIns="0" rtlCol="0" anchor="ctr"/>
          <a:lstStyle/>
          <a:p>
            <a:pPr algn="l">
              <a:lnSpc>
                <a:spcPct val="120000"/>
              </a:lnSpc>
            </a:pPr>
            <a:r>
              <a:rPr lang="en-US" sz="975" dirty="0">
                <a:solidFill>
                  <a:srgbClr val="736666"/>
                </a:solidFill>
                <a:latin typeface="Times New Roman" pitchFamily="34" charset="0"/>
                <a:ea typeface="Times New Roman" pitchFamily="34" charset="-122"/>
                <a:cs typeface="Times New Roman" pitchFamily="34" charset="-120"/>
              </a:rPr>
              <a:t>近3个月最大</a:t>
            </a:r>
            <a:endParaRPr lang="en-US" sz="975" dirty="0"/>
          </a:p>
        </p:txBody>
      </p:sp>
      <p:sp>
        <p:nvSpPr>
          <p:cNvPr id="17" name="Text 12"/>
          <p:cNvSpPr/>
          <p:nvPr/>
        </p:nvSpPr>
        <p:spPr>
          <a:xfrm>
            <a:off x="8429625" y="2762250"/>
            <a:ext cx="3048000" cy="247650"/>
          </a:xfrm>
          <a:prstGeom prst="rect">
            <a:avLst/>
          </a:prstGeom>
          <a:noFill/>
          <a:ln/>
        </p:spPr>
        <p:txBody>
          <a:bodyPr wrap="none" lIns="0" tIns="0" rIns="0" bIns="0" rtlCol="0" anchor="ctr"/>
          <a:lstStyle/>
          <a:p>
            <a:pPr algn="l">
              <a:lnSpc>
                <a:spcPct val="120000"/>
              </a:lnSpc>
            </a:pPr>
            <a:r>
              <a:rPr lang="en-US" dirty="0">
                <a:solidFill>
                  <a:srgbClr val="736666"/>
                </a:solidFill>
                <a:latin typeface="Times New Roman" pitchFamily="34" charset="0"/>
                <a:ea typeface="Times New Roman" pitchFamily="34" charset="-122"/>
                <a:cs typeface="Times New Roman" pitchFamily="34" charset="-120"/>
              </a:rPr>
              <a:t>中期(MT)缩量至</a:t>
            </a:r>
            <a:endParaRPr lang="en-US" dirty="0"/>
          </a:p>
        </p:txBody>
      </p:sp>
      <p:sp>
        <p:nvSpPr>
          <p:cNvPr id="18" name="Text 13"/>
          <p:cNvSpPr/>
          <p:nvPr/>
        </p:nvSpPr>
        <p:spPr>
          <a:xfrm>
            <a:off x="8429625" y="3019425"/>
            <a:ext cx="1428750" cy="419100"/>
          </a:xfrm>
          <a:prstGeom prst="rect">
            <a:avLst/>
          </a:prstGeom>
          <a:noFill/>
          <a:ln/>
        </p:spPr>
        <p:txBody>
          <a:bodyPr wrap="none" lIns="0" tIns="0" rIns="0" bIns="0" rtlCol="0" anchor="ctr"/>
          <a:lstStyle/>
          <a:p>
            <a:pPr algn="l">
              <a:lnSpc>
                <a:spcPct val="120000"/>
              </a:lnSpc>
            </a:pPr>
            <a:r>
              <a:rPr lang="en-US" sz="2700" b="1" dirty="0">
                <a:solidFill>
                  <a:srgbClr val="4BACC6"/>
                </a:solidFill>
                <a:latin typeface="Times New Roman" pitchFamily="34" charset="0"/>
                <a:ea typeface="Times New Roman" pitchFamily="34" charset="-122"/>
                <a:cs typeface="Times New Roman" pitchFamily="34" charset="-120"/>
              </a:rPr>
              <a:t>48.9%</a:t>
            </a:r>
            <a:endParaRPr lang="en-US" sz="2700" dirty="0"/>
          </a:p>
        </p:txBody>
      </p:sp>
      <p:sp>
        <p:nvSpPr>
          <p:cNvPr id="19" name="Text 14"/>
          <p:cNvSpPr/>
          <p:nvPr/>
        </p:nvSpPr>
        <p:spPr>
          <a:xfrm>
            <a:off x="9906000" y="3076575"/>
            <a:ext cx="1571625" cy="323850"/>
          </a:xfrm>
          <a:prstGeom prst="rect">
            <a:avLst/>
          </a:prstGeom>
          <a:noFill/>
          <a:ln/>
        </p:spPr>
        <p:txBody>
          <a:bodyPr wrap="none" lIns="0" tIns="0" rIns="0" bIns="0" rtlCol="0" anchor="ctr"/>
          <a:lstStyle/>
          <a:p>
            <a:pPr algn="l">
              <a:lnSpc>
                <a:spcPct val="120000"/>
              </a:lnSpc>
            </a:pPr>
            <a:r>
              <a:rPr lang="en-US" sz="975" dirty="0">
                <a:solidFill>
                  <a:srgbClr val="736666"/>
                </a:solidFill>
                <a:latin typeface="Times New Roman" pitchFamily="34" charset="0"/>
                <a:ea typeface="Times New Roman" pitchFamily="34" charset="-122"/>
                <a:cs typeface="Times New Roman" pitchFamily="34" charset="-120"/>
              </a:rPr>
              <a:t>近6个月最大</a:t>
            </a:r>
            <a:endParaRPr lang="en-US" sz="975" dirty="0"/>
          </a:p>
        </p:txBody>
      </p:sp>
      <p:sp>
        <p:nvSpPr>
          <p:cNvPr id="20" name="Text 15"/>
          <p:cNvSpPr/>
          <p:nvPr/>
        </p:nvSpPr>
        <p:spPr>
          <a:xfrm>
            <a:off x="8429625" y="3571875"/>
            <a:ext cx="3048000" cy="247650"/>
          </a:xfrm>
          <a:prstGeom prst="rect">
            <a:avLst/>
          </a:prstGeom>
          <a:noFill/>
          <a:ln/>
        </p:spPr>
        <p:txBody>
          <a:bodyPr wrap="none" lIns="0" tIns="0" rIns="0" bIns="0" rtlCol="0" anchor="ctr"/>
          <a:lstStyle/>
          <a:p>
            <a:pPr algn="l">
              <a:lnSpc>
                <a:spcPct val="120000"/>
              </a:lnSpc>
            </a:pPr>
            <a:r>
              <a:rPr lang="en-US" dirty="0">
                <a:solidFill>
                  <a:srgbClr val="736666"/>
                </a:solidFill>
                <a:latin typeface="Times New Roman" pitchFamily="34" charset="0"/>
                <a:ea typeface="Times New Roman" pitchFamily="34" charset="-122"/>
                <a:cs typeface="Times New Roman" pitchFamily="34" charset="-120"/>
              </a:rPr>
              <a:t>长期(LT)缩量至</a:t>
            </a:r>
            <a:endParaRPr lang="en-US" dirty="0"/>
          </a:p>
        </p:txBody>
      </p:sp>
      <p:sp>
        <p:nvSpPr>
          <p:cNvPr id="21" name="Text 16"/>
          <p:cNvSpPr/>
          <p:nvPr/>
        </p:nvSpPr>
        <p:spPr>
          <a:xfrm>
            <a:off x="8429625" y="3829050"/>
            <a:ext cx="1428750" cy="419100"/>
          </a:xfrm>
          <a:prstGeom prst="rect">
            <a:avLst/>
          </a:prstGeom>
          <a:noFill/>
          <a:ln/>
        </p:spPr>
        <p:txBody>
          <a:bodyPr wrap="none" lIns="0" tIns="0" rIns="0" bIns="0" rtlCol="0" anchor="ctr"/>
          <a:lstStyle/>
          <a:p>
            <a:pPr algn="l">
              <a:lnSpc>
                <a:spcPct val="120000"/>
              </a:lnSpc>
            </a:pPr>
            <a:r>
              <a:rPr lang="en-US" sz="2700" b="1" dirty="0">
                <a:solidFill>
                  <a:srgbClr val="91CC75"/>
                </a:solidFill>
                <a:latin typeface="Times New Roman" pitchFamily="34" charset="0"/>
                <a:ea typeface="Times New Roman" pitchFamily="34" charset="-122"/>
                <a:cs typeface="Times New Roman" pitchFamily="34" charset="-120"/>
              </a:rPr>
              <a:t>48.9%</a:t>
            </a:r>
            <a:endParaRPr lang="en-US" sz="2700" dirty="0"/>
          </a:p>
        </p:txBody>
      </p:sp>
      <p:sp>
        <p:nvSpPr>
          <p:cNvPr id="22" name="Text 17"/>
          <p:cNvSpPr/>
          <p:nvPr/>
        </p:nvSpPr>
        <p:spPr>
          <a:xfrm>
            <a:off x="9906000" y="3886200"/>
            <a:ext cx="1571625" cy="323850"/>
          </a:xfrm>
          <a:prstGeom prst="rect">
            <a:avLst/>
          </a:prstGeom>
          <a:noFill/>
          <a:ln/>
        </p:spPr>
        <p:txBody>
          <a:bodyPr wrap="none" lIns="0" tIns="0" rIns="0" bIns="0" rtlCol="0" anchor="ctr"/>
          <a:lstStyle/>
          <a:p>
            <a:pPr algn="l">
              <a:lnSpc>
                <a:spcPct val="120000"/>
              </a:lnSpc>
            </a:pPr>
            <a:r>
              <a:rPr lang="en-US" sz="975" dirty="0">
                <a:solidFill>
                  <a:srgbClr val="736666"/>
                </a:solidFill>
                <a:latin typeface="Times New Roman" pitchFamily="34" charset="0"/>
                <a:ea typeface="Times New Roman" pitchFamily="34" charset="-122"/>
                <a:cs typeface="Times New Roman" pitchFamily="34" charset="-120"/>
              </a:rPr>
              <a:t>近12</a:t>
            </a:r>
            <a:r>
              <a:rPr lang="en-US" sz="975" dirty="0" smtClean="0">
                <a:solidFill>
                  <a:srgbClr val="736666"/>
                </a:solidFill>
                <a:latin typeface="Times New Roman" pitchFamily="34" charset="0"/>
                <a:ea typeface="Times New Roman" pitchFamily="34" charset="-122"/>
                <a:cs typeface="Times New Roman" pitchFamily="34" charset="-120"/>
              </a:rPr>
              <a:t>个月最</a:t>
            </a:r>
            <a:r>
              <a:rPr lang="zh-CN" altLang="en-US" sz="975" dirty="0">
                <a:solidFill>
                  <a:srgbClr val="736666"/>
                </a:solidFill>
                <a:latin typeface="Times New Roman" pitchFamily="34" charset="0"/>
                <a:ea typeface="Times New Roman" pitchFamily="34" charset="-122"/>
                <a:cs typeface="Times New Roman" pitchFamily="34" charset="-120"/>
              </a:rPr>
              <a:t>大</a:t>
            </a:r>
            <a:endParaRPr lang="en-US" sz="975" dirty="0"/>
          </a:p>
        </p:txBody>
      </p:sp>
      <p:sp>
        <p:nvSpPr>
          <p:cNvPr id="23" name="Shape 18"/>
          <p:cNvSpPr/>
          <p:nvPr/>
        </p:nvSpPr>
        <p:spPr>
          <a:xfrm>
            <a:off x="571500" y="4953000"/>
            <a:ext cx="11049000" cy="1238250"/>
          </a:xfrm>
          <a:prstGeom prst="roundRect">
            <a:avLst>
              <a:gd name="adj" fmla="val 5000"/>
            </a:avLst>
          </a:prstGeom>
          <a:solidFill>
            <a:srgbClr val="C00000"/>
          </a:solidFill>
          <a:ln/>
        </p:spPr>
      </p:sp>
      <p:sp>
        <p:nvSpPr>
          <p:cNvPr id="24" name="Text 19"/>
          <p:cNvSpPr/>
          <p:nvPr/>
        </p:nvSpPr>
        <p:spPr>
          <a:xfrm>
            <a:off x="762000" y="5029200"/>
            <a:ext cx="10668000" cy="1085850"/>
          </a:xfrm>
          <a:prstGeom prst="rect">
            <a:avLst/>
          </a:prstGeom>
          <a:noFill/>
          <a:ln/>
        </p:spPr>
        <p:txBody>
          <a:bodyPr wrap="square" lIns="0" tIns="0" rIns="0" bIns="0" rtlCol="0" anchor="ctr"/>
          <a:lstStyle/>
          <a:p>
            <a:pPr algn="l">
              <a:lnSpc>
                <a:spcPct val="150000"/>
              </a:lnSpc>
            </a:pPr>
            <a:r>
              <a:rPr lang="en-US" sz="1800" b="1" dirty="0">
                <a:solidFill>
                  <a:srgbClr val="FFFFFF"/>
                </a:solidFill>
                <a:latin typeface="+mn-ea"/>
                <a:cs typeface="Times New Roman" pitchFamily="34" charset="-120"/>
              </a:rPr>
              <a:t>结论：短期缩量至53.9%，中期缩量至48.9%，长期缩量至48.9%，均处于近一年极低水平。短中长期缩量比例同步走低，表明市场交易活跃度全面下降，筹码已经大幅出清，后续抛压有限。地量见地价，当前已是较好的布局窗口期。</a:t>
            </a:r>
            <a:endParaRPr lang="en-US" sz="1800" dirty="0">
              <a:latin typeface="+mn-ea"/>
            </a:endParaRPr>
          </a:p>
        </p:txBody>
      </p:sp>
      <p:sp>
        <p:nvSpPr>
          <p:cNvPr id="25" name="Text 20"/>
          <p:cNvSpPr/>
          <p:nvPr/>
        </p:nvSpPr>
        <p:spPr>
          <a:xfrm>
            <a:off x="571500" y="6191250"/>
            <a:ext cx="4762500" cy="152400"/>
          </a:xfrm>
          <a:prstGeom prst="rect">
            <a:avLst/>
          </a:prstGeom>
          <a:noFill/>
          <a:ln/>
        </p:spPr>
        <p:txBody>
          <a:bodyPr wrap="none" lIns="0" tIns="0" rIns="0" bIns="0" rtlCol="0" anchor="ctr"/>
          <a:lstStyle/>
          <a:p>
            <a:pPr algn="l">
              <a:lnSpc>
                <a:spcPct val="120000"/>
              </a:lnSpc>
            </a:pPr>
            <a:r>
              <a:rPr lang="en-US" sz="825" dirty="0">
                <a:solidFill>
                  <a:srgbClr val="A5A5A5"/>
                </a:solidFill>
                <a:latin typeface="MiSans" pitchFamily="34" charset="0"/>
                <a:ea typeface="MiSans" pitchFamily="34" charset="-122"/>
                <a:cs typeface="MiSans" pitchFamily="34" charset="-120"/>
              </a:rPr>
              <a:t>数据来源：Wind，鑫元基金量化投资部整理</a:t>
            </a:r>
            <a:endParaRPr lang="en-US" sz="825" dirty="0"/>
          </a:p>
        </p:txBody>
      </p:sp>
    </p:spTree>
    <p:extLst>
      <p:ext uri="{BB962C8B-B14F-4D97-AF65-F5344CB8AC3E}">
        <p14:creationId xmlns:p14="http://schemas.microsoft.com/office/powerpoint/2010/main" val="1154348344"/>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矩形"/>
          <p:cNvSpPr/>
          <p:nvPr/>
        </p:nvSpPr>
        <p:spPr>
          <a:xfrm>
            <a:off x="-12769" y="-1544"/>
            <a:ext cx="12204769" cy="1263599"/>
          </a:xfrm>
          <a:prstGeom prst="rect">
            <a:avLst/>
          </a:prstGeom>
          <a:solidFill>
            <a:srgbClr val="CD1132"/>
          </a:solidFill>
          <a:ln w="12700">
            <a:miter lim="400000"/>
          </a:ln>
        </p:spPr>
        <p:txBody>
          <a:bodyPr lIns="0" tIns="0" rIns="0" bIns="0" anchor="ctr"/>
          <a:lstStyle/>
          <a:p>
            <a:pPr defTabSz="457200">
              <a:defRPr>
                <a:solidFill>
                  <a:srgbClr val="123668"/>
                </a:solidFill>
                <a:latin typeface="Arial Black"/>
                <a:ea typeface="Arial Black"/>
                <a:cs typeface="Arial Black"/>
                <a:sym typeface="Arial Black"/>
              </a:defRPr>
            </a:pPr>
            <a:endParaRPr sz="900">
              <a:solidFill>
                <a:srgbClr val="123668"/>
              </a:solidFill>
              <a:latin typeface="微软雅黑" panose="020B0503020204020204" pitchFamily="34" charset="-122"/>
              <a:ea typeface="微软雅黑" panose="020B0503020204020204" pitchFamily="34" charset="-122"/>
              <a:cs typeface="Arial Black"/>
              <a:sym typeface="Arial Black"/>
            </a:endParaRPr>
          </a:p>
        </p:txBody>
      </p:sp>
      <p:sp>
        <p:nvSpPr>
          <p:cNvPr id="194" name="1.1 基本情况"/>
          <p:cNvSpPr txBox="1"/>
          <p:nvPr/>
        </p:nvSpPr>
        <p:spPr>
          <a:xfrm>
            <a:off x="261804" y="421076"/>
            <a:ext cx="6206827" cy="494494"/>
          </a:xfrm>
          <a:prstGeom prst="rect">
            <a:avLst/>
          </a:prstGeom>
          <a:ln w="12700">
            <a:miter lim="400000"/>
          </a:ln>
        </p:spPr>
        <p:txBody>
          <a:bodyPr wrap="none" lIns="25400" tIns="25400" rIns="25400" bIns="25400" anchor="ctr">
            <a:spAutoFit/>
          </a:bodyPr>
          <a:lstStyle/>
          <a:p>
            <a:pPr defTabSz="6350">
              <a:lnSpc>
                <a:spcPct val="90000"/>
              </a:lnSpc>
              <a:defRPr sz="6100" b="1">
                <a:solidFill>
                  <a:srgbClr val="FFFFFF"/>
                </a:solidFill>
                <a:latin typeface="微软雅黑"/>
                <a:ea typeface="微软雅黑"/>
                <a:cs typeface="微软雅黑"/>
                <a:sym typeface="微软雅黑"/>
              </a:defRPr>
            </a:pPr>
            <a:r>
              <a:rPr lang="zh-CN" altLang="en-US" sz="3200" b="1" dirty="0" smtClean="0">
                <a:solidFill>
                  <a:srgbClr val="FFFFFF"/>
                </a:solidFill>
                <a:latin typeface="微软雅黑"/>
                <a:cs typeface="微软雅黑"/>
                <a:sym typeface="微软雅黑"/>
              </a:rPr>
              <a:t>总结：用“一个词”概况致远量化</a:t>
            </a:r>
            <a:endParaRPr lang="zh-CN" altLang="en-US" sz="3200" b="1" dirty="0">
              <a:solidFill>
                <a:srgbClr val="FFFFFF"/>
              </a:solidFill>
              <a:latin typeface="微软雅黑"/>
              <a:cs typeface="微软雅黑"/>
              <a:sym typeface="微软雅黑"/>
            </a:endParaRPr>
          </a:p>
        </p:txBody>
      </p:sp>
      <p:pic>
        <p:nvPicPr>
          <p:cNvPr id="211" name="图像" descr="图像"/>
          <p:cNvPicPr>
            <a:picLocks noChangeAspect="1"/>
          </p:cNvPicPr>
          <p:nvPr/>
        </p:nvPicPr>
        <p:blipFill>
          <a:blip r:embed="rId3" cstate="screen"/>
          <a:stretch>
            <a:fillRect/>
          </a:stretch>
        </p:blipFill>
        <p:spPr>
          <a:xfrm>
            <a:off x="10139146" y="421076"/>
            <a:ext cx="1570815" cy="418361"/>
          </a:xfrm>
          <a:prstGeom prst="rect">
            <a:avLst/>
          </a:prstGeom>
          <a:ln w="12700">
            <a:miter lim="400000"/>
            <a:headEnd/>
            <a:tailEnd/>
          </a:ln>
        </p:spPr>
      </p:pic>
      <p:pic>
        <p:nvPicPr>
          <p:cNvPr id="212" name="图像" descr="图像"/>
          <p:cNvPicPr>
            <a:picLocks noChangeAspect="1"/>
          </p:cNvPicPr>
          <p:nvPr/>
        </p:nvPicPr>
        <p:blipFill>
          <a:blip r:embed="rId4" cstate="screen"/>
          <a:stretch>
            <a:fillRect/>
          </a:stretch>
        </p:blipFill>
        <p:spPr>
          <a:xfrm>
            <a:off x="530847" y="6517944"/>
            <a:ext cx="1040662" cy="175740"/>
          </a:xfrm>
          <a:prstGeom prst="rect">
            <a:avLst/>
          </a:prstGeom>
          <a:ln w="12700">
            <a:miter lim="400000"/>
            <a:headEnd/>
            <a:tailEnd/>
          </a:ln>
        </p:spPr>
      </p:pic>
      <p:sp>
        <p:nvSpPr>
          <p:cNvPr id="17" name="文本框 16"/>
          <p:cNvSpPr txBox="1"/>
          <p:nvPr/>
        </p:nvSpPr>
        <p:spPr>
          <a:xfrm>
            <a:off x="10243597" y="6520811"/>
            <a:ext cx="1454244" cy="230832"/>
          </a:xfrm>
          <a:prstGeom prst="rect">
            <a:avLst/>
          </a:prstGeom>
          <a:noFill/>
        </p:spPr>
        <p:txBody>
          <a:bodyPr wrap="none" rtlCol="0">
            <a:spAutoFit/>
          </a:bodyPr>
          <a:lstStyle/>
          <a:p>
            <a:r>
              <a:rPr lang="zh-CN" altLang="en-US" sz="900" dirty="0">
                <a:solidFill>
                  <a:srgbClr val="1F1F1F">
                    <a:lumMod val="20000"/>
                    <a:lumOff val="80000"/>
                  </a:srgbClr>
                </a:solidFill>
                <a:latin typeface="微软雅黑" panose="020B0503020204020204" pitchFamily="34" charset="-122"/>
                <a:ea typeface="微软雅黑" panose="020B0503020204020204" pitchFamily="34" charset="-122"/>
              </a:rPr>
              <a:t>基金有风险，投资须谨慎</a:t>
            </a:r>
            <a:endParaRPr kumimoji="1" lang="zh-CN" altLang="en-US" sz="2000" dirty="0">
              <a:solidFill>
                <a:srgbClr val="1F1F1F">
                  <a:lumMod val="20000"/>
                  <a:lumOff val="80000"/>
                </a:srgbClr>
              </a:solidFill>
              <a:latin typeface="微软雅黑" panose="020B0503020204020204" pitchFamily="34" charset="-122"/>
              <a:ea typeface="微软雅黑" panose="020B0503020204020204" pitchFamily="34" charset="-122"/>
            </a:endParaRPr>
          </a:p>
        </p:txBody>
      </p:sp>
      <p:sp>
        <p:nvSpPr>
          <p:cNvPr id="8" name="矩形 7"/>
          <p:cNvSpPr/>
          <p:nvPr/>
        </p:nvSpPr>
        <p:spPr>
          <a:xfrm>
            <a:off x="3535068" y="2941186"/>
            <a:ext cx="5109091" cy="1200329"/>
          </a:xfrm>
          <a:prstGeom prst="rect">
            <a:avLst/>
          </a:prstGeom>
          <a:noFill/>
        </p:spPr>
        <p:txBody>
          <a:bodyPr wrap="none" lIns="91440" tIns="45720" rIns="91440" bIns="45720">
            <a:spAutoFit/>
          </a:bodyPr>
          <a:lstStyle/>
          <a:p>
            <a:pPr algn="ctr">
              <a:lnSpc>
                <a:spcPct val="150000"/>
              </a:lnSpc>
            </a:pPr>
            <a:r>
              <a:rPr lang="zh-CN" altLang="en-US" sz="4800" b="1" i="1" dirty="0">
                <a:ln w="0"/>
                <a:solidFill>
                  <a:schemeClr val="accent1"/>
                </a:solidFill>
                <a:effectLst>
                  <a:outerShdw blurRad="38100" dist="25400" dir="5400000" algn="ctr" rotWithShape="0">
                    <a:srgbClr val="6E747A">
                      <a:alpha val="43000"/>
                    </a:srgbClr>
                  </a:outerShdw>
                </a:effectLst>
              </a:rPr>
              <a:t>微</a:t>
            </a:r>
            <a:r>
              <a:rPr lang="zh-CN" altLang="en-US" sz="4800" b="1" i="1" dirty="0" smtClean="0">
                <a:ln w="0"/>
                <a:solidFill>
                  <a:schemeClr val="accent1"/>
                </a:solidFill>
                <a:effectLst>
                  <a:outerShdw blurRad="38100" dist="25400" dir="5400000" algn="ctr" rotWithShape="0">
                    <a:srgbClr val="6E747A">
                      <a:alpha val="43000"/>
                    </a:srgbClr>
                  </a:outerShdw>
                </a:effectLst>
              </a:rPr>
              <a:t>盘多因子策略！</a:t>
            </a:r>
            <a:endParaRPr lang="en-US" altLang="zh-CN" sz="4800" b="1" i="1" dirty="0" smtClean="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615190498"/>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FED3B7B8-F059-4BE7-A800-D12FDB5E26F8}" type="slidenum">
              <a:rPr lang="zh-CN" altLang="en-US" smtClean="0"/>
              <a:t>21</a:t>
            </a:fld>
            <a:endParaRPr lang="zh-CN" altLang="en-US"/>
          </a:p>
        </p:txBody>
      </p:sp>
      <p:sp>
        <p:nvSpPr>
          <p:cNvPr id="4" name="标题 1"/>
          <p:cNvSpPr txBox="1">
            <a:spLocks/>
          </p:cNvSpPr>
          <p:nvPr/>
        </p:nvSpPr>
        <p:spPr>
          <a:xfrm>
            <a:off x="449112" y="2182912"/>
            <a:ext cx="2641330" cy="699184"/>
          </a:xfrm>
          <a:prstGeom prst="rect">
            <a:avLst/>
          </a:prstGeom>
        </p:spPr>
        <p:txBody>
          <a:bodyPr/>
          <a:lstStyle>
            <a:lvl1pPr algn="l" defTabSz="457200" rtl="0" eaLnBrk="1" latinLnBrk="0" hangingPunct="1">
              <a:lnSpc>
                <a:spcPct val="90000"/>
              </a:lnSpc>
              <a:spcBef>
                <a:spcPct val="0"/>
              </a:spcBef>
              <a:buNone/>
              <a:defRPr sz="2200" kern="1200">
                <a:solidFill>
                  <a:schemeClr val="tx1"/>
                </a:solidFill>
                <a:latin typeface="+mj-lt"/>
                <a:ea typeface="+mj-ea"/>
                <a:cs typeface="+mj-cs"/>
              </a:defRPr>
            </a:lvl1pPr>
          </a:lstStyle>
          <a:p>
            <a:r>
              <a:rPr lang="zh-CN" altLang="en-US" sz="3600" b="1" dirty="0" smtClean="0">
                <a:solidFill>
                  <a:schemeClr val="bg1"/>
                </a:solidFill>
              </a:rPr>
              <a:t>第三部分</a:t>
            </a:r>
            <a:endParaRPr lang="zh-CN" altLang="en-US" sz="3600" b="1" dirty="0">
              <a:solidFill>
                <a:schemeClr val="bg1"/>
              </a:solidFill>
            </a:endParaRPr>
          </a:p>
        </p:txBody>
      </p:sp>
      <p:sp>
        <p:nvSpPr>
          <p:cNvPr id="5" name="文本占位符 2"/>
          <p:cNvSpPr>
            <a:spLocks noGrp="1"/>
          </p:cNvSpPr>
          <p:nvPr>
            <p:ph type="body" sz="quarter" idx="11"/>
          </p:nvPr>
        </p:nvSpPr>
        <p:spPr>
          <a:xfrm>
            <a:off x="696538" y="3252346"/>
            <a:ext cx="7726059" cy="602024"/>
          </a:xfrm>
        </p:spPr>
        <p:txBody>
          <a:bodyPr/>
          <a:lstStyle/>
          <a:p>
            <a:pPr marL="0" indent="0">
              <a:buNone/>
            </a:pPr>
            <a:r>
              <a:rPr lang="zh-CN" altLang="en-US" dirty="0"/>
              <a:t>基金经理介绍与产品要素</a:t>
            </a:r>
          </a:p>
        </p:txBody>
      </p:sp>
    </p:spTree>
    <p:extLst>
      <p:ext uri="{BB962C8B-B14F-4D97-AF65-F5344CB8AC3E}">
        <p14:creationId xmlns:p14="http://schemas.microsoft.com/office/powerpoint/2010/main" val="31158235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86CB4B4D-7CA3-9044-876B-883B54F8677D}" type="slidenum">
              <a:rPr lang="en-US" altLang="zh-CN">
                <a:solidFill>
                  <a:prstClr val="black"/>
                </a:solidFill>
              </a:rPr>
              <a:pPr/>
              <a:t>22</a:t>
            </a:fld>
            <a:endParaRPr lang="zh-CN" altLang="en-US" dirty="0">
              <a:solidFill>
                <a:prstClr val="black"/>
              </a:solidFill>
            </a:endParaRPr>
          </a:p>
        </p:txBody>
      </p:sp>
      <p:sp>
        <p:nvSpPr>
          <p:cNvPr id="3" name="标题 2"/>
          <p:cNvSpPr>
            <a:spLocks noGrp="1"/>
          </p:cNvSpPr>
          <p:nvPr>
            <p:ph type="title"/>
          </p:nvPr>
        </p:nvSpPr>
        <p:spPr>
          <a:xfrm>
            <a:off x="379663" y="330965"/>
            <a:ext cx="9204284" cy="445441"/>
          </a:xfrm>
        </p:spPr>
        <p:txBody>
          <a:bodyPr>
            <a:normAutofit fontScale="90000"/>
          </a:bodyPr>
          <a:lstStyle/>
          <a:p>
            <a:r>
              <a:rPr lang="zh-CN" altLang="en-US" dirty="0" smtClean="0"/>
              <a:t>基金经理</a:t>
            </a:r>
            <a:r>
              <a:rPr lang="zh-CN" altLang="en-US" dirty="0"/>
              <a:t>：</a:t>
            </a:r>
            <a:r>
              <a:rPr lang="zh-CN" altLang="en-US" dirty="0" smtClean="0"/>
              <a:t>肖涵</a:t>
            </a:r>
            <a:endParaRPr lang="zh-CN" altLang="en-US" dirty="0"/>
          </a:p>
        </p:txBody>
      </p:sp>
      <p:sp>
        <p:nvSpPr>
          <p:cNvPr id="122" name="文本框 121"/>
          <p:cNvSpPr txBox="1"/>
          <p:nvPr/>
        </p:nvSpPr>
        <p:spPr>
          <a:xfrm>
            <a:off x="6768179" y="1230151"/>
            <a:ext cx="1142744" cy="581057"/>
          </a:xfrm>
          <a:prstGeom prst="rect">
            <a:avLst/>
          </a:prstGeom>
          <a:noFill/>
        </p:spPr>
        <p:txBody>
          <a:bodyPr wrap="square" rtlCol="0">
            <a:spAutoFit/>
          </a:bodyPr>
          <a:lstStyle/>
          <a:p>
            <a:pPr>
              <a:lnSpc>
                <a:spcPct val="150000"/>
              </a:lnSpc>
            </a:pPr>
            <a:r>
              <a:rPr lang="zh-CN" altLang="en-US" sz="2400" b="1" dirty="0">
                <a:solidFill>
                  <a:srgbClr val="CDA765"/>
                </a:solidFill>
                <a:latin typeface="微软雅黑" panose="020B0503020204020204" pitchFamily="34" charset="-122"/>
                <a:ea typeface="微软雅黑" panose="020B0503020204020204" pitchFamily="34" charset="-122"/>
                <a:cs typeface="Microsoft YaHei" charset="-122"/>
              </a:rPr>
              <a:t>肖涵</a:t>
            </a:r>
          </a:p>
        </p:txBody>
      </p:sp>
      <p:grpSp>
        <p:nvGrpSpPr>
          <p:cNvPr id="123" name="组 37"/>
          <p:cNvGrpSpPr/>
          <p:nvPr/>
        </p:nvGrpSpPr>
        <p:grpSpPr>
          <a:xfrm>
            <a:off x="4981805" y="2866286"/>
            <a:ext cx="328829" cy="187655"/>
            <a:chOff x="533400" y="1028700"/>
            <a:chExt cx="320548" cy="177800"/>
          </a:xfrm>
        </p:grpSpPr>
        <p:sp>
          <p:nvSpPr>
            <p:cNvPr id="124" name="燕尾形 123"/>
            <p:cNvSpPr/>
            <p:nvPr/>
          </p:nvSpPr>
          <p:spPr>
            <a:xfrm>
              <a:off x="533400" y="1028700"/>
              <a:ext cx="177800" cy="177800"/>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zh-CN" altLang="en-US" sz="2400">
                <a:solidFill>
                  <a:srgbClr val="1F1F1F"/>
                </a:solidFill>
                <a:latin typeface="微软雅黑" panose="020B0503020204020204" pitchFamily="34" charset="-122"/>
                <a:ea typeface="微软雅黑" panose="020B0503020204020204" pitchFamily="34" charset="-122"/>
              </a:endParaRPr>
            </a:p>
          </p:txBody>
        </p:sp>
        <p:sp>
          <p:nvSpPr>
            <p:cNvPr id="125" name="燕尾形 124"/>
            <p:cNvSpPr/>
            <p:nvPr/>
          </p:nvSpPr>
          <p:spPr>
            <a:xfrm>
              <a:off x="676148" y="1028700"/>
              <a:ext cx="177800" cy="177800"/>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zh-CN" altLang="en-US" sz="2400">
                <a:solidFill>
                  <a:srgbClr val="1F1F1F"/>
                </a:solidFill>
                <a:latin typeface="微软雅黑" panose="020B0503020204020204" pitchFamily="34" charset="-122"/>
                <a:ea typeface="微软雅黑" panose="020B0503020204020204" pitchFamily="34" charset="-122"/>
              </a:endParaRPr>
            </a:p>
          </p:txBody>
        </p:sp>
      </p:grpSp>
      <p:cxnSp>
        <p:nvCxnSpPr>
          <p:cNvPr id="126" name="直线连接符 21"/>
          <p:cNvCxnSpPr/>
          <p:nvPr/>
        </p:nvCxnSpPr>
        <p:spPr>
          <a:xfrm>
            <a:off x="5070636" y="1892464"/>
            <a:ext cx="2463998" cy="14194"/>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27" name="矩形 126"/>
          <p:cNvSpPr/>
          <p:nvPr/>
        </p:nvSpPr>
        <p:spPr>
          <a:xfrm>
            <a:off x="5333806" y="1976885"/>
            <a:ext cx="5813997" cy="1384995"/>
          </a:xfrm>
          <a:prstGeom prst="rect">
            <a:avLst/>
          </a:prstGeom>
        </p:spPr>
        <p:txBody>
          <a:bodyPr wrap="square">
            <a:spAutoFit/>
          </a:bodyPr>
          <a:lstStyle/>
          <a:p>
            <a:pPr algn="l">
              <a:lnSpc>
                <a:spcPct val="150000"/>
              </a:lnSpc>
            </a:pPr>
            <a:r>
              <a:rPr lang="zh-CN" altLang="en-US" sz="1600" dirty="0">
                <a:solidFill>
                  <a:srgbClr val="1F1F1F">
                    <a:lumMod val="75000"/>
                    <a:lumOff val="25000"/>
                  </a:srgbClr>
                </a:solidFill>
                <a:latin typeface="微软雅黑" panose="020B0503020204020204" pitchFamily="34" charset="-122"/>
                <a:ea typeface="微软雅黑" panose="020B0503020204020204" pitchFamily="34" charset="-122"/>
              </a:rPr>
              <a:t>量化投资部基金经理</a:t>
            </a:r>
            <a:r>
              <a:rPr lang="zh-CN" altLang="en-US" sz="1600" dirty="0" smtClean="0">
                <a:solidFill>
                  <a:srgbClr val="1F1F1F">
                    <a:lumMod val="75000"/>
                    <a:lumOff val="25000"/>
                  </a:srgbClr>
                </a:solidFill>
                <a:latin typeface="微软雅黑" panose="020B0503020204020204" pitchFamily="34" charset="-122"/>
                <a:ea typeface="微软雅黑" panose="020B0503020204020204" pitchFamily="34" charset="-122"/>
              </a:rPr>
              <a:t>，</a:t>
            </a:r>
            <a:r>
              <a:rPr lang="en-US" altLang="zh-CN" sz="1600" dirty="0" smtClean="0">
                <a:solidFill>
                  <a:srgbClr val="1F1F1F">
                    <a:lumMod val="75000"/>
                    <a:lumOff val="25000"/>
                  </a:srgbClr>
                </a:solidFill>
                <a:latin typeface="微软雅黑" panose="020B0503020204020204" pitchFamily="34" charset="-122"/>
                <a:ea typeface="微软雅黑" panose="020B0503020204020204" pitchFamily="34" charset="-122"/>
                <a:sym typeface="+mn-lt"/>
              </a:rPr>
              <a:t>6</a:t>
            </a:r>
            <a:r>
              <a:rPr lang="zh-CN" altLang="en-US" sz="1600" dirty="0" smtClean="0">
                <a:solidFill>
                  <a:srgbClr val="1F1F1F">
                    <a:lumMod val="75000"/>
                    <a:lumOff val="25000"/>
                  </a:srgbClr>
                </a:solidFill>
                <a:latin typeface="微软雅黑" panose="020B0503020204020204" pitchFamily="34" charset="-122"/>
                <a:ea typeface="微软雅黑" panose="020B0503020204020204" pitchFamily="34" charset="-122"/>
                <a:sym typeface="+mn-lt"/>
              </a:rPr>
              <a:t>年</a:t>
            </a:r>
            <a:r>
              <a:rPr lang="zh-CN" altLang="en-US" sz="1600" dirty="0">
                <a:solidFill>
                  <a:srgbClr val="1F1F1F">
                    <a:lumMod val="75000"/>
                    <a:lumOff val="25000"/>
                  </a:srgbClr>
                </a:solidFill>
                <a:latin typeface="微软雅黑" panose="020B0503020204020204" pitchFamily="34" charset="-122"/>
                <a:ea typeface="微软雅黑" panose="020B0503020204020204" pitchFamily="34" charset="-122"/>
                <a:sym typeface="+mn-lt"/>
              </a:rPr>
              <a:t>金融从业经验，专注量化投资；</a:t>
            </a:r>
          </a:p>
          <a:p>
            <a:pPr algn="l">
              <a:lnSpc>
                <a:spcPct val="150000"/>
              </a:lnSpc>
            </a:pPr>
            <a:r>
              <a:rPr lang="en-US" altLang="zh-CN" sz="1600" dirty="0">
                <a:solidFill>
                  <a:srgbClr val="1F1F1F">
                    <a:lumMod val="75000"/>
                    <a:lumOff val="25000"/>
                  </a:srgbClr>
                </a:solidFill>
                <a:latin typeface="微软雅黑" panose="020B0503020204020204" pitchFamily="34" charset="-122"/>
                <a:ea typeface="微软雅黑" panose="020B0503020204020204" pitchFamily="34" charset="-122"/>
              </a:rPr>
              <a:t>6</a:t>
            </a:r>
            <a:r>
              <a:rPr lang="zh-CN" altLang="en-US" sz="1600" dirty="0" smtClean="0">
                <a:solidFill>
                  <a:srgbClr val="1F1F1F">
                    <a:lumMod val="75000"/>
                    <a:lumOff val="25000"/>
                  </a:srgbClr>
                </a:solidFill>
                <a:latin typeface="微软雅黑" panose="020B0503020204020204" pitchFamily="34" charset="-122"/>
                <a:ea typeface="微软雅黑" panose="020B0503020204020204" pitchFamily="34" charset="-122"/>
              </a:rPr>
              <a:t>年量化研究，</a:t>
            </a:r>
            <a:r>
              <a:rPr lang="en-US" altLang="zh-CN" sz="1600" dirty="0">
                <a:solidFill>
                  <a:srgbClr val="1F1F1F">
                    <a:lumMod val="75000"/>
                    <a:lumOff val="25000"/>
                  </a:srgbClr>
                </a:solidFill>
                <a:latin typeface="微软雅黑" panose="020B0503020204020204" pitchFamily="34" charset="-122"/>
                <a:ea typeface="微软雅黑" panose="020B0503020204020204" pitchFamily="34" charset="-122"/>
              </a:rPr>
              <a:t>3</a:t>
            </a:r>
            <a:r>
              <a:rPr lang="zh-CN" altLang="en-US" sz="1600" dirty="0" smtClean="0">
                <a:solidFill>
                  <a:srgbClr val="1F1F1F">
                    <a:lumMod val="75000"/>
                    <a:lumOff val="25000"/>
                  </a:srgbClr>
                </a:solidFill>
                <a:latin typeface="微软雅黑" panose="020B0503020204020204" pitchFamily="34" charset="-122"/>
                <a:ea typeface="微软雅黑" panose="020B0503020204020204" pitchFamily="34" charset="-122"/>
              </a:rPr>
              <a:t>年</a:t>
            </a:r>
            <a:r>
              <a:rPr lang="zh-CN" altLang="en-US" sz="1600" dirty="0">
                <a:solidFill>
                  <a:srgbClr val="1F1F1F">
                    <a:lumMod val="75000"/>
                    <a:lumOff val="25000"/>
                  </a:srgbClr>
                </a:solidFill>
                <a:latin typeface="微软雅黑" panose="020B0503020204020204" pitchFamily="34" charset="-122"/>
                <a:ea typeface="微软雅黑" panose="020B0503020204020204" pitchFamily="34" charset="-122"/>
              </a:rPr>
              <a:t>专户投资</a:t>
            </a:r>
            <a:r>
              <a:rPr lang="zh-CN" altLang="en-US" sz="1600" dirty="0" smtClean="0">
                <a:solidFill>
                  <a:srgbClr val="1F1F1F">
                    <a:lumMod val="75000"/>
                    <a:lumOff val="25000"/>
                  </a:srgbClr>
                </a:solidFill>
                <a:latin typeface="微软雅黑" panose="020B0503020204020204" pitchFamily="34" charset="-122"/>
                <a:ea typeface="微软雅黑" panose="020B0503020204020204" pitchFamily="34" charset="-122"/>
              </a:rPr>
              <a:t>，在实践中检验投资体系</a:t>
            </a:r>
            <a:r>
              <a:rPr lang="zh-CN" altLang="en-US" sz="1600" dirty="0" smtClean="0">
                <a:solidFill>
                  <a:srgbClr val="1F1F1F">
                    <a:lumMod val="75000"/>
                    <a:lumOff val="25000"/>
                  </a:srgbClr>
                </a:solidFill>
                <a:latin typeface="微软雅黑" panose="020B0503020204020204" pitchFamily="34" charset="-122"/>
                <a:ea typeface="微软雅黑" panose="020B0503020204020204" pitchFamily="34" charset="-122"/>
                <a:sym typeface="+mn-lt"/>
              </a:rPr>
              <a:t>；</a:t>
            </a:r>
            <a:endParaRPr lang="en-US" altLang="zh-CN" sz="1600" dirty="0">
              <a:solidFill>
                <a:srgbClr val="1F1F1F">
                  <a:lumMod val="75000"/>
                  <a:lumOff val="25000"/>
                </a:srgbClr>
              </a:solidFill>
              <a:latin typeface="微软雅黑" panose="020B0503020204020204" pitchFamily="34" charset="-122"/>
              <a:ea typeface="微软雅黑" panose="020B0503020204020204" pitchFamily="34" charset="-122"/>
              <a:sym typeface="+mn-lt"/>
            </a:endParaRPr>
          </a:p>
          <a:p>
            <a:pPr algn="l">
              <a:lnSpc>
                <a:spcPct val="150000"/>
              </a:lnSpc>
            </a:pPr>
            <a:r>
              <a:rPr lang="zh-CN" altLang="en-US" sz="1600" dirty="0">
                <a:solidFill>
                  <a:srgbClr val="1F1F1F">
                    <a:lumMod val="75000"/>
                    <a:lumOff val="25000"/>
                  </a:srgbClr>
                </a:solidFill>
                <a:latin typeface="微软雅黑" panose="020B0503020204020204" pitchFamily="34" charset="-122"/>
                <a:ea typeface="微软雅黑" panose="020B0503020204020204" pitchFamily="34" charset="-122"/>
                <a:sym typeface="+mn-lt"/>
              </a:rPr>
              <a:t>约翰斯霍普金斯大学金融学硕士。</a:t>
            </a:r>
          </a:p>
          <a:p>
            <a:pPr algn="l"/>
            <a:endParaRPr lang="en-US" altLang="zh-CN" dirty="0">
              <a:solidFill>
                <a:srgbClr val="1F1F1F">
                  <a:lumMod val="75000"/>
                  <a:lumOff val="25000"/>
                </a:srgbClr>
              </a:solidFill>
              <a:latin typeface="微软雅黑" panose="020B0503020204020204" pitchFamily="34" charset="-122"/>
              <a:ea typeface="微软雅黑" panose="020B0503020204020204" pitchFamily="34" charset="-122"/>
              <a:sym typeface="+mn-lt"/>
            </a:endParaRPr>
          </a:p>
        </p:txBody>
      </p:sp>
      <p:sp>
        <p:nvSpPr>
          <p:cNvPr id="128" name="矩形 127"/>
          <p:cNvSpPr/>
          <p:nvPr/>
        </p:nvSpPr>
        <p:spPr>
          <a:xfrm>
            <a:off x="5395508" y="1418853"/>
            <a:ext cx="1420118" cy="338554"/>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cs typeface="Microsoft YaHei" charset="-122"/>
              </a:rPr>
              <a:t>拟任基金经理 </a:t>
            </a:r>
            <a:endParaRPr lang="zh-CN" altLang="en-US" sz="1600" b="1" dirty="0">
              <a:latin typeface="微软雅黑" panose="020B0503020204020204" pitchFamily="34" charset="-122"/>
              <a:ea typeface="微软雅黑" panose="020B0503020204020204" pitchFamily="34" charset="-122"/>
            </a:endParaRPr>
          </a:p>
        </p:txBody>
      </p:sp>
      <p:cxnSp>
        <p:nvCxnSpPr>
          <p:cNvPr id="129" name="直线连接符 58"/>
          <p:cNvCxnSpPr/>
          <p:nvPr/>
        </p:nvCxnSpPr>
        <p:spPr>
          <a:xfrm flipV="1">
            <a:off x="3163247" y="1892465"/>
            <a:ext cx="1907389" cy="973821"/>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pic>
        <p:nvPicPr>
          <p:cNvPr id="130" name="图片 129"/>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81805" y="1339694"/>
            <a:ext cx="482543" cy="482543"/>
          </a:xfrm>
          <a:prstGeom prst="rect">
            <a:avLst/>
          </a:prstGeom>
        </p:spPr>
      </p:pic>
      <p:grpSp>
        <p:nvGrpSpPr>
          <p:cNvPr id="131" name="组 37"/>
          <p:cNvGrpSpPr/>
          <p:nvPr/>
        </p:nvGrpSpPr>
        <p:grpSpPr>
          <a:xfrm>
            <a:off x="4981805" y="2151562"/>
            <a:ext cx="328829" cy="187655"/>
            <a:chOff x="533400" y="1028700"/>
            <a:chExt cx="320548" cy="177800"/>
          </a:xfrm>
        </p:grpSpPr>
        <p:sp>
          <p:nvSpPr>
            <p:cNvPr id="132" name="燕尾形 131"/>
            <p:cNvSpPr/>
            <p:nvPr/>
          </p:nvSpPr>
          <p:spPr>
            <a:xfrm>
              <a:off x="533400" y="1028700"/>
              <a:ext cx="177800" cy="177800"/>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zh-CN" altLang="en-US" sz="2400">
                <a:solidFill>
                  <a:srgbClr val="1F1F1F"/>
                </a:solidFill>
                <a:latin typeface="微软雅黑" panose="020B0503020204020204" pitchFamily="34" charset="-122"/>
                <a:ea typeface="微软雅黑" panose="020B0503020204020204" pitchFamily="34" charset="-122"/>
              </a:endParaRPr>
            </a:p>
          </p:txBody>
        </p:sp>
        <p:sp>
          <p:nvSpPr>
            <p:cNvPr id="133" name="燕尾形 132"/>
            <p:cNvSpPr/>
            <p:nvPr/>
          </p:nvSpPr>
          <p:spPr>
            <a:xfrm>
              <a:off x="676148" y="1028700"/>
              <a:ext cx="177800" cy="177800"/>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zh-CN" altLang="en-US" sz="2400">
                <a:solidFill>
                  <a:srgbClr val="1F1F1F"/>
                </a:solidFill>
                <a:latin typeface="微软雅黑" panose="020B0503020204020204" pitchFamily="34" charset="-122"/>
                <a:ea typeface="微软雅黑" panose="020B0503020204020204" pitchFamily="34" charset="-122"/>
              </a:endParaRPr>
            </a:p>
          </p:txBody>
        </p:sp>
      </p:grpSp>
      <p:grpSp>
        <p:nvGrpSpPr>
          <p:cNvPr id="134" name="组 37"/>
          <p:cNvGrpSpPr/>
          <p:nvPr/>
        </p:nvGrpSpPr>
        <p:grpSpPr>
          <a:xfrm>
            <a:off x="4993391" y="2508924"/>
            <a:ext cx="328829" cy="187655"/>
            <a:chOff x="533400" y="1028700"/>
            <a:chExt cx="320548" cy="177800"/>
          </a:xfrm>
        </p:grpSpPr>
        <p:sp>
          <p:nvSpPr>
            <p:cNvPr id="135" name="燕尾形 134"/>
            <p:cNvSpPr/>
            <p:nvPr/>
          </p:nvSpPr>
          <p:spPr>
            <a:xfrm>
              <a:off x="533400" y="1028700"/>
              <a:ext cx="177800" cy="177800"/>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zh-CN" altLang="en-US" sz="2400">
                <a:solidFill>
                  <a:srgbClr val="1F1F1F"/>
                </a:solidFill>
                <a:latin typeface="微软雅黑" panose="020B0503020204020204" pitchFamily="34" charset="-122"/>
                <a:ea typeface="微软雅黑" panose="020B0503020204020204" pitchFamily="34" charset="-122"/>
              </a:endParaRPr>
            </a:p>
          </p:txBody>
        </p:sp>
        <p:sp>
          <p:nvSpPr>
            <p:cNvPr id="136" name="燕尾形 135"/>
            <p:cNvSpPr/>
            <p:nvPr/>
          </p:nvSpPr>
          <p:spPr>
            <a:xfrm>
              <a:off x="676148" y="1028700"/>
              <a:ext cx="177800" cy="177800"/>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zh-CN" altLang="en-US" sz="2400">
                <a:solidFill>
                  <a:srgbClr val="1F1F1F"/>
                </a:solidFill>
                <a:latin typeface="微软雅黑" panose="020B0503020204020204" pitchFamily="34" charset="-122"/>
                <a:ea typeface="微软雅黑" panose="020B0503020204020204" pitchFamily="34" charset="-122"/>
              </a:endParaRPr>
            </a:p>
          </p:txBody>
        </p:sp>
      </p:grpSp>
      <p:sp>
        <p:nvSpPr>
          <p:cNvPr id="137" name="矩形 136"/>
          <p:cNvSpPr/>
          <p:nvPr/>
        </p:nvSpPr>
        <p:spPr>
          <a:xfrm>
            <a:off x="5153289" y="3742807"/>
            <a:ext cx="349303" cy="318036"/>
          </a:xfrm>
          <a:prstGeom prst="rect">
            <a:avLst/>
          </a:prstGeom>
          <a:solidFill>
            <a:srgbClr val="C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endParaRPr lang="zh-CN" altLang="en-US" sz="1400">
              <a:solidFill>
                <a:srgbClr val="C00000"/>
              </a:solidFill>
              <a:latin typeface="微软雅黑" panose="020B0503020204020204" pitchFamily="34" charset="-122"/>
              <a:ea typeface="微软雅黑" panose="020B0503020204020204" pitchFamily="34" charset="-122"/>
              <a:cs typeface="Helvetica Neue Medium"/>
              <a:sym typeface="Helvetica Neue Medium"/>
            </a:endParaRPr>
          </a:p>
        </p:txBody>
      </p:sp>
      <p:pic>
        <p:nvPicPr>
          <p:cNvPr id="138" name="图片 137"/>
          <p:cNvPicPr>
            <a:picLocks noChangeAspect="1"/>
          </p:cNvPicPr>
          <p:nvPr/>
        </p:nvPicPr>
        <p:blipFill>
          <a:blip r:embed="rId4">
            <a:alphaModFix/>
            <a:biLevel thresh="25000"/>
          </a:blip>
          <a:stretch>
            <a:fillRect/>
          </a:stretch>
        </p:blipFill>
        <p:spPr>
          <a:xfrm>
            <a:off x="5203453" y="3787993"/>
            <a:ext cx="289217" cy="269429"/>
          </a:xfrm>
          <a:prstGeom prst="rect">
            <a:avLst/>
          </a:prstGeom>
        </p:spPr>
      </p:pic>
      <p:cxnSp>
        <p:nvCxnSpPr>
          <p:cNvPr id="139" name="直接连接符 138"/>
          <p:cNvCxnSpPr/>
          <p:nvPr/>
        </p:nvCxnSpPr>
        <p:spPr>
          <a:xfrm>
            <a:off x="3163247" y="3053941"/>
            <a:ext cx="1931909" cy="1092053"/>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5095156" y="4145994"/>
            <a:ext cx="2718039" cy="6958"/>
          </a:xfrm>
          <a:prstGeom prst="line">
            <a:avLst/>
          </a:prstGeom>
          <a:ln/>
        </p:spPr>
        <p:style>
          <a:lnRef idx="1">
            <a:schemeClr val="accent1"/>
          </a:lnRef>
          <a:fillRef idx="0">
            <a:schemeClr val="accent1"/>
          </a:fillRef>
          <a:effectRef idx="0">
            <a:schemeClr val="accent1"/>
          </a:effectRef>
          <a:fontRef idx="minor">
            <a:schemeClr val="tx1"/>
          </a:fontRef>
        </p:style>
      </p:cxnSp>
      <p:sp>
        <p:nvSpPr>
          <p:cNvPr id="141" name="矩形 140"/>
          <p:cNvSpPr/>
          <p:nvPr/>
        </p:nvSpPr>
        <p:spPr>
          <a:xfrm>
            <a:off x="5492670" y="3724900"/>
            <a:ext cx="999147" cy="338554"/>
          </a:xfrm>
          <a:prstGeom prst="rect">
            <a:avLst/>
          </a:prstGeom>
        </p:spPr>
        <p:txBody>
          <a:bodyPr wrap="square">
            <a:spAutoFit/>
          </a:bodyPr>
          <a:lstStyle/>
          <a:p>
            <a:r>
              <a:rPr lang="zh-CN" altLang="en-US" sz="1600" b="1" dirty="0" smtClean="0">
                <a:latin typeface="微软雅黑" panose="020B0503020204020204" pitchFamily="34" charset="-122"/>
                <a:ea typeface="微软雅黑" panose="020B0503020204020204" pitchFamily="34" charset="-122"/>
                <a:cs typeface="Microsoft YaHei" charset="-122"/>
              </a:rPr>
              <a:t>投资</a:t>
            </a:r>
            <a:r>
              <a:rPr lang="zh-CN" altLang="en-US" sz="1600" b="1" dirty="0">
                <a:latin typeface="微软雅黑" panose="020B0503020204020204" pitchFamily="34" charset="-122"/>
                <a:ea typeface="微软雅黑" panose="020B0503020204020204" pitchFamily="34" charset="-122"/>
                <a:cs typeface="Microsoft YaHei" charset="-122"/>
              </a:rPr>
              <a:t>体系</a:t>
            </a:r>
            <a:r>
              <a:rPr lang="zh-CN" altLang="en-US" sz="1600" b="1" dirty="0" smtClean="0">
                <a:latin typeface="微软雅黑" panose="020B0503020204020204" pitchFamily="34" charset="-122"/>
                <a:ea typeface="微软雅黑" panose="020B0503020204020204" pitchFamily="34" charset="-122"/>
                <a:cs typeface="Microsoft YaHei" charset="-122"/>
              </a:rPr>
              <a:t> </a:t>
            </a:r>
            <a:endParaRPr lang="zh-CN" altLang="en-US" sz="1600" b="1" dirty="0">
              <a:latin typeface="微软雅黑" panose="020B0503020204020204" pitchFamily="34" charset="-122"/>
              <a:ea typeface="微软雅黑" panose="020B0503020204020204" pitchFamily="34" charset="-122"/>
            </a:endParaRPr>
          </a:p>
        </p:txBody>
      </p:sp>
      <p:grpSp>
        <p:nvGrpSpPr>
          <p:cNvPr id="165" name="组 37"/>
          <p:cNvGrpSpPr/>
          <p:nvPr/>
        </p:nvGrpSpPr>
        <p:grpSpPr>
          <a:xfrm flipV="1">
            <a:off x="5095156" y="4306875"/>
            <a:ext cx="293109" cy="162580"/>
            <a:chOff x="533400" y="1028700"/>
            <a:chExt cx="320548" cy="177800"/>
          </a:xfrm>
        </p:grpSpPr>
        <p:sp>
          <p:nvSpPr>
            <p:cNvPr id="166" name="燕尾形 165"/>
            <p:cNvSpPr/>
            <p:nvPr/>
          </p:nvSpPr>
          <p:spPr>
            <a:xfrm>
              <a:off x="533400" y="1028700"/>
              <a:ext cx="177800" cy="177800"/>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zh-CN" altLang="en-US" sz="2800">
                <a:solidFill>
                  <a:srgbClr val="1F1F1F"/>
                </a:solidFill>
                <a:latin typeface="微软雅黑" panose="020B0503020204020204" pitchFamily="34" charset="-122"/>
                <a:ea typeface="微软雅黑" panose="020B0503020204020204" pitchFamily="34" charset="-122"/>
              </a:endParaRPr>
            </a:p>
          </p:txBody>
        </p:sp>
        <p:sp>
          <p:nvSpPr>
            <p:cNvPr id="167" name="燕尾形 166"/>
            <p:cNvSpPr/>
            <p:nvPr/>
          </p:nvSpPr>
          <p:spPr>
            <a:xfrm>
              <a:off x="676148" y="1028700"/>
              <a:ext cx="177800" cy="177800"/>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zh-CN" altLang="en-US" sz="2800">
                <a:solidFill>
                  <a:srgbClr val="1F1F1F"/>
                </a:solidFill>
                <a:latin typeface="微软雅黑" panose="020B0503020204020204" pitchFamily="34" charset="-122"/>
                <a:ea typeface="微软雅黑" panose="020B0503020204020204" pitchFamily="34" charset="-122"/>
              </a:endParaRPr>
            </a:p>
          </p:txBody>
        </p:sp>
      </p:grpSp>
      <p:grpSp>
        <p:nvGrpSpPr>
          <p:cNvPr id="171" name="组 37"/>
          <p:cNvGrpSpPr/>
          <p:nvPr/>
        </p:nvGrpSpPr>
        <p:grpSpPr>
          <a:xfrm flipV="1">
            <a:off x="5093382" y="5152812"/>
            <a:ext cx="293109" cy="162580"/>
            <a:chOff x="533400" y="1028700"/>
            <a:chExt cx="320548" cy="177800"/>
          </a:xfrm>
        </p:grpSpPr>
        <p:sp>
          <p:nvSpPr>
            <p:cNvPr id="172" name="燕尾形 171"/>
            <p:cNvSpPr/>
            <p:nvPr/>
          </p:nvSpPr>
          <p:spPr>
            <a:xfrm>
              <a:off x="533400" y="1028700"/>
              <a:ext cx="177800" cy="177800"/>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zh-CN" altLang="en-US" sz="2800">
                <a:solidFill>
                  <a:srgbClr val="1F1F1F"/>
                </a:solidFill>
                <a:latin typeface="微软雅黑" panose="020B0503020204020204" pitchFamily="34" charset="-122"/>
                <a:ea typeface="微软雅黑" panose="020B0503020204020204" pitchFamily="34" charset="-122"/>
              </a:endParaRPr>
            </a:p>
          </p:txBody>
        </p:sp>
        <p:sp>
          <p:nvSpPr>
            <p:cNvPr id="173" name="燕尾形 172"/>
            <p:cNvSpPr/>
            <p:nvPr/>
          </p:nvSpPr>
          <p:spPr>
            <a:xfrm>
              <a:off x="676148" y="1028700"/>
              <a:ext cx="177800" cy="177800"/>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zh-CN" altLang="en-US" sz="2800">
                <a:solidFill>
                  <a:srgbClr val="1F1F1F"/>
                </a:solidFill>
                <a:latin typeface="微软雅黑" panose="020B0503020204020204" pitchFamily="34" charset="-122"/>
                <a:ea typeface="微软雅黑" panose="020B0503020204020204" pitchFamily="34" charset="-122"/>
              </a:endParaRPr>
            </a:p>
          </p:txBody>
        </p:sp>
      </p:grpSp>
      <p:sp>
        <p:nvSpPr>
          <p:cNvPr id="174" name="矩形 173"/>
          <p:cNvSpPr/>
          <p:nvPr/>
        </p:nvSpPr>
        <p:spPr>
          <a:xfrm>
            <a:off x="5421442" y="4106029"/>
            <a:ext cx="5905319" cy="2603790"/>
          </a:xfrm>
          <a:prstGeom prst="rect">
            <a:avLst/>
          </a:prstGeom>
        </p:spPr>
        <p:txBody>
          <a:bodyPr wrap="square">
            <a:spAutoFit/>
          </a:bodyPr>
          <a:lstStyle/>
          <a:p>
            <a:pPr algn="l">
              <a:lnSpc>
                <a:spcPct val="170000"/>
              </a:lnSpc>
              <a:buClr>
                <a:srgbClr val="C00000"/>
              </a:buClr>
            </a:pPr>
            <a:r>
              <a:rPr lang="zh-CN" altLang="en-US" sz="1600" b="1" dirty="0" smtClean="0">
                <a:solidFill>
                  <a:srgbClr val="1F1F1F">
                    <a:lumMod val="75000"/>
                    <a:lumOff val="25000"/>
                  </a:srgbClr>
                </a:solidFill>
                <a:latin typeface="微软雅黑" panose="020B0503020204020204" pitchFamily="34" charset="-122"/>
                <a:ea typeface="微软雅黑" panose="020B0503020204020204" pitchFamily="34" charset="-122"/>
              </a:rPr>
              <a:t>时序分域</a:t>
            </a:r>
            <a:r>
              <a:rPr lang="zh-CN" altLang="en-US" sz="1600" dirty="0" smtClean="0">
                <a:solidFill>
                  <a:srgbClr val="1F1F1F">
                    <a:lumMod val="75000"/>
                    <a:lumOff val="25000"/>
                  </a:srgbClr>
                </a:solidFill>
                <a:latin typeface="微软雅黑" panose="020B0503020204020204" pitchFamily="34" charset="-122"/>
                <a:ea typeface="微软雅黑" panose="020B0503020204020204" pitchFamily="34" charset="-122"/>
              </a:rPr>
              <a:t>：在</a:t>
            </a:r>
            <a:r>
              <a:rPr lang="en-US" altLang="zh-CN" sz="1600" dirty="0" smtClean="0">
                <a:solidFill>
                  <a:srgbClr val="1F1F1F">
                    <a:lumMod val="75000"/>
                    <a:lumOff val="25000"/>
                  </a:srgbClr>
                </a:solidFill>
                <a:latin typeface="微软雅黑" panose="020B0503020204020204" pitchFamily="34" charset="-122"/>
                <a:ea typeface="微软雅黑" panose="020B0503020204020204" pitchFamily="34" charset="-122"/>
              </a:rPr>
              <a:t>A</a:t>
            </a:r>
            <a:r>
              <a:rPr lang="zh-CN" altLang="en-US" sz="1600" dirty="0" smtClean="0">
                <a:solidFill>
                  <a:srgbClr val="1F1F1F">
                    <a:lumMod val="75000"/>
                    <a:lumOff val="25000"/>
                  </a:srgbClr>
                </a:solidFill>
                <a:latin typeface="微软雅黑" panose="020B0503020204020204" pitchFamily="34" charset="-122"/>
                <a:ea typeface="微软雅黑" panose="020B0503020204020204" pitchFamily="34" charset="-122"/>
              </a:rPr>
              <a:t>股市场中，</a:t>
            </a:r>
            <a:r>
              <a:rPr lang="en-US" altLang="zh-CN" sz="1600" dirty="0" smtClean="0">
                <a:solidFill>
                  <a:srgbClr val="1F1F1F">
                    <a:lumMod val="75000"/>
                    <a:lumOff val="25000"/>
                  </a:srgbClr>
                </a:solidFill>
                <a:latin typeface="微软雅黑" panose="020B0503020204020204" pitchFamily="34" charset="-122"/>
                <a:ea typeface="微软雅黑" panose="020B0503020204020204" pitchFamily="34" charset="-122"/>
              </a:rPr>
              <a:t>95%</a:t>
            </a:r>
            <a:r>
              <a:rPr lang="zh-CN" altLang="en-US" sz="1600" dirty="0" smtClean="0">
                <a:solidFill>
                  <a:srgbClr val="1F1F1F">
                    <a:lumMod val="75000"/>
                    <a:lumOff val="25000"/>
                  </a:srgbClr>
                </a:solidFill>
                <a:latin typeface="微软雅黑" panose="020B0503020204020204" pitchFamily="34" charset="-122"/>
                <a:ea typeface="微软雅黑" panose="020B0503020204020204" pitchFamily="34" charset="-122"/>
              </a:rPr>
              <a:t>左右的时间适合做高抛低吸，</a:t>
            </a:r>
            <a:r>
              <a:rPr lang="en-US" altLang="zh-CN" sz="1600" dirty="0" smtClean="0">
                <a:solidFill>
                  <a:srgbClr val="1F1F1F">
                    <a:lumMod val="75000"/>
                    <a:lumOff val="25000"/>
                  </a:srgbClr>
                </a:solidFill>
                <a:latin typeface="微软雅黑" panose="020B0503020204020204" pitchFamily="34" charset="-122"/>
                <a:ea typeface="微软雅黑" panose="020B0503020204020204" pitchFamily="34" charset="-122"/>
              </a:rPr>
              <a:t>5%</a:t>
            </a:r>
            <a:r>
              <a:rPr lang="zh-CN" altLang="en-US" sz="1600" dirty="0" smtClean="0">
                <a:solidFill>
                  <a:srgbClr val="1F1F1F">
                    <a:lumMod val="75000"/>
                    <a:lumOff val="25000"/>
                  </a:srgbClr>
                </a:solidFill>
                <a:latin typeface="微软雅黑" panose="020B0503020204020204" pitchFamily="34" charset="-122"/>
                <a:ea typeface="微软雅黑" panose="020B0503020204020204" pitchFamily="34" charset="-122"/>
              </a:rPr>
              <a:t>左右的时间适合做追涨杀跌；</a:t>
            </a:r>
            <a:endParaRPr lang="en-US" altLang="zh-CN" sz="1600" dirty="0">
              <a:solidFill>
                <a:srgbClr val="1F1F1F">
                  <a:lumMod val="75000"/>
                  <a:lumOff val="25000"/>
                </a:srgbClr>
              </a:solidFill>
              <a:latin typeface="微软雅黑" panose="020B0503020204020204" pitchFamily="34" charset="-122"/>
              <a:ea typeface="微软雅黑" panose="020B0503020204020204" pitchFamily="34" charset="-122"/>
            </a:endParaRPr>
          </a:p>
          <a:p>
            <a:pPr algn="l">
              <a:lnSpc>
                <a:spcPct val="170000"/>
              </a:lnSpc>
              <a:buClr>
                <a:srgbClr val="C00000"/>
              </a:buClr>
            </a:pPr>
            <a:r>
              <a:rPr lang="zh-CN" altLang="en-US" sz="1600" b="1" dirty="0">
                <a:solidFill>
                  <a:srgbClr val="1F1F1F">
                    <a:lumMod val="75000"/>
                    <a:lumOff val="25000"/>
                  </a:srgbClr>
                </a:solidFill>
                <a:latin typeface="微软雅黑" panose="020B0503020204020204" pitchFamily="34" charset="-122"/>
                <a:ea typeface="微软雅黑" panose="020B0503020204020204" pitchFamily="34" charset="-122"/>
              </a:rPr>
              <a:t>审慎</a:t>
            </a:r>
            <a:r>
              <a:rPr lang="zh-CN" altLang="en-US" sz="1600" b="1" dirty="0" smtClean="0">
                <a:solidFill>
                  <a:srgbClr val="1F1F1F">
                    <a:lumMod val="75000"/>
                    <a:lumOff val="25000"/>
                  </a:srgbClr>
                </a:solidFill>
                <a:latin typeface="微软雅黑" panose="020B0503020204020204" pitchFamily="34" charset="-122"/>
                <a:ea typeface="微软雅黑" panose="020B0503020204020204" pitchFamily="34" charset="-122"/>
              </a:rPr>
              <a:t>配置</a:t>
            </a:r>
            <a:r>
              <a:rPr lang="zh-CN" altLang="en-US" sz="1600" dirty="0" smtClean="0">
                <a:solidFill>
                  <a:srgbClr val="1F1F1F">
                    <a:lumMod val="75000"/>
                    <a:lumOff val="25000"/>
                  </a:srgbClr>
                </a:solidFill>
                <a:latin typeface="微软雅黑" panose="020B0503020204020204" pitchFamily="34" charset="-122"/>
                <a:ea typeface="微软雅黑" panose="020B0503020204020204" pitchFamily="34" charset="-122"/>
              </a:rPr>
              <a:t>：以“高抛低吸类”因子为底仓，</a:t>
            </a:r>
            <a:r>
              <a:rPr lang="zh-CN" altLang="en-US" sz="1600" dirty="0">
                <a:solidFill>
                  <a:srgbClr val="1F1F1F">
                    <a:lumMod val="75000"/>
                    <a:lumOff val="25000"/>
                  </a:srgbClr>
                </a:solidFill>
                <a:latin typeface="微软雅黑" panose="020B0503020204020204" pitchFamily="34" charset="-122"/>
                <a:ea typeface="微软雅黑" panose="020B0503020204020204" pitchFamily="34" charset="-122"/>
              </a:rPr>
              <a:t>逐步</a:t>
            </a:r>
            <a:r>
              <a:rPr lang="zh-CN" altLang="en-US" sz="1600" dirty="0" smtClean="0">
                <a:solidFill>
                  <a:srgbClr val="1F1F1F">
                    <a:lumMod val="75000"/>
                    <a:lumOff val="25000"/>
                  </a:srgbClr>
                </a:solidFill>
                <a:latin typeface="微软雅黑" panose="020B0503020204020204" pitchFamily="34" charset="-122"/>
                <a:ea typeface="微软雅黑" panose="020B0503020204020204" pitchFamily="34" charset="-122"/>
              </a:rPr>
              <a:t>积累超额收益；</a:t>
            </a:r>
            <a:endParaRPr lang="zh-CN" altLang="en-US" sz="1600" dirty="0">
              <a:solidFill>
                <a:srgbClr val="1F1F1F">
                  <a:lumMod val="75000"/>
                  <a:lumOff val="25000"/>
                </a:srgbClr>
              </a:solidFill>
              <a:latin typeface="微软雅黑" panose="020B0503020204020204" pitchFamily="34" charset="-122"/>
              <a:ea typeface="微软雅黑" panose="020B0503020204020204" pitchFamily="34" charset="-122"/>
            </a:endParaRPr>
          </a:p>
          <a:p>
            <a:pPr algn="l">
              <a:lnSpc>
                <a:spcPct val="170000"/>
              </a:lnSpc>
              <a:buClr>
                <a:srgbClr val="C00000"/>
              </a:buClr>
            </a:pPr>
            <a:r>
              <a:rPr lang="zh-CN" altLang="en-US" sz="1600" b="1" dirty="0" smtClean="0">
                <a:solidFill>
                  <a:srgbClr val="1F1F1F">
                    <a:lumMod val="75000"/>
                    <a:lumOff val="25000"/>
                  </a:srgbClr>
                </a:solidFill>
                <a:latin typeface="微软雅黑" panose="020B0503020204020204" pitchFamily="34" charset="-122"/>
                <a:ea typeface="微软雅黑" panose="020B0503020204020204" pitchFamily="34" charset="-122"/>
              </a:rPr>
              <a:t>锐度补充</a:t>
            </a:r>
            <a:r>
              <a:rPr lang="zh-CN" altLang="en-US" sz="1600" dirty="0" smtClean="0">
                <a:solidFill>
                  <a:srgbClr val="1F1F1F">
                    <a:lumMod val="75000"/>
                    <a:lumOff val="25000"/>
                  </a:srgbClr>
                </a:solidFill>
                <a:latin typeface="微软雅黑" panose="020B0503020204020204" pitchFamily="34" charset="-122"/>
                <a:ea typeface="微软雅黑" panose="020B0503020204020204" pitchFamily="34" charset="-122"/>
              </a:rPr>
              <a:t>：在少数极端行情下，部分切换成“追涨杀跌类”因子，紧跟市场节奏；</a:t>
            </a:r>
            <a:endParaRPr lang="en-US" altLang="zh-CN" sz="1600" dirty="0">
              <a:solidFill>
                <a:srgbClr val="1F1F1F">
                  <a:lumMod val="75000"/>
                  <a:lumOff val="25000"/>
                </a:srgbClr>
              </a:solidFill>
              <a:latin typeface="微软雅黑" panose="020B0503020204020204" pitchFamily="34" charset="-122"/>
              <a:ea typeface="微软雅黑" panose="020B0503020204020204" pitchFamily="34" charset="-122"/>
            </a:endParaRPr>
          </a:p>
          <a:p>
            <a:pPr algn="l">
              <a:lnSpc>
                <a:spcPct val="170000"/>
              </a:lnSpc>
              <a:buClr>
                <a:srgbClr val="C00000"/>
              </a:buClr>
            </a:pPr>
            <a:endParaRPr lang="zh-CN" altLang="en-US" sz="1600" dirty="0">
              <a:solidFill>
                <a:srgbClr val="1F1F1F">
                  <a:lumMod val="75000"/>
                  <a:lumOff val="25000"/>
                </a:srgbClr>
              </a:solidFill>
              <a:latin typeface="微软雅黑" panose="020B0503020204020204" pitchFamily="34" charset="-122"/>
              <a:ea typeface="微软雅黑" panose="020B0503020204020204" pitchFamily="34" charset="-122"/>
            </a:endParaRPr>
          </a:p>
        </p:txBody>
      </p:sp>
      <p:grpSp>
        <p:nvGrpSpPr>
          <p:cNvPr id="175" name="组 37"/>
          <p:cNvGrpSpPr/>
          <p:nvPr/>
        </p:nvGrpSpPr>
        <p:grpSpPr>
          <a:xfrm flipV="1">
            <a:off x="5097203" y="5577220"/>
            <a:ext cx="293109" cy="162580"/>
            <a:chOff x="533400" y="1028700"/>
            <a:chExt cx="320548" cy="177800"/>
          </a:xfrm>
        </p:grpSpPr>
        <p:sp>
          <p:nvSpPr>
            <p:cNvPr id="176" name="燕尾形 175"/>
            <p:cNvSpPr/>
            <p:nvPr/>
          </p:nvSpPr>
          <p:spPr>
            <a:xfrm>
              <a:off x="533400" y="1028700"/>
              <a:ext cx="177800" cy="177800"/>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zh-CN" altLang="en-US" sz="2800">
                <a:solidFill>
                  <a:srgbClr val="1F1F1F"/>
                </a:solidFill>
                <a:latin typeface="微软雅黑" panose="020B0503020204020204" pitchFamily="34" charset="-122"/>
                <a:ea typeface="微软雅黑" panose="020B0503020204020204" pitchFamily="34" charset="-122"/>
              </a:endParaRPr>
            </a:p>
          </p:txBody>
        </p:sp>
        <p:sp>
          <p:nvSpPr>
            <p:cNvPr id="177" name="燕尾形 176"/>
            <p:cNvSpPr/>
            <p:nvPr/>
          </p:nvSpPr>
          <p:spPr>
            <a:xfrm>
              <a:off x="676148" y="1028700"/>
              <a:ext cx="177800" cy="177800"/>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zh-CN" altLang="en-US" sz="2800">
                <a:solidFill>
                  <a:srgbClr val="1F1F1F"/>
                </a:solidFill>
                <a:latin typeface="微软雅黑" panose="020B0503020204020204" pitchFamily="34" charset="-122"/>
                <a:ea typeface="微软雅黑" panose="020B0503020204020204" pitchFamily="34" charset="-122"/>
              </a:endParaRPr>
            </a:p>
          </p:txBody>
        </p:sp>
      </p:grpSp>
      <p:pic>
        <p:nvPicPr>
          <p:cNvPr id="54" name="图片 5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2775" y="1704818"/>
            <a:ext cx="2390314" cy="3350425"/>
          </a:xfrm>
          <a:prstGeom prst="rect">
            <a:avLst/>
          </a:prstGeom>
          <a:ln>
            <a:noFill/>
          </a:ln>
          <a:effectLst>
            <a:softEdge rad="112500"/>
          </a:effectLst>
        </p:spPr>
      </p:pic>
    </p:spTree>
    <p:extLst>
      <p:ext uri="{BB962C8B-B14F-4D97-AF65-F5344CB8AC3E}">
        <p14:creationId xmlns:p14="http://schemas.microsoft.com/office/powerpoint/2010/main" val="2677578270"/>
      </p:ext>
    </p:extLst>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ctr" defTabSz="1218183" rtl="0" eaLnBrk="1" fontAlgn="auto" latinLnBrk="0" hangingPunct="0">
              <a:lnSpc>
                <a:spcPct val="100000"/>
              </a:lnSpc>
              <a:spcBef>
                <a:spcPts val="0"/>
              </a:spcBef>
              <a:spcAft>
                <a:spcPts val="0"/>
              </a:spcAft>
              <a:buClrTx/>
              <a:buSzTx/>
              <a:buFontTx/>
              <a:buNone/>
              <a:tabLst/>
              <a:defRPr/>
            </a:pPr>
            <a:fld id="{86CB4B4D-7CA3-9044-876B-883B54F8677D}" type="slidenum">
              <a:rPr kumimoji="0" lang="en-US" altLang="zh-CN" sz="1200" b="0" i="0" u="none" strike="noStrike" kern="0" cap="none" spc="0" normalizeH="0" baseline="0" noProof="0">
                <a:ln>
                  <a:noFill/>
                </a:ln>
                <a:solidFill>
                  <a:prstClr val="black"/>
                </a:solidFill>
                <a:effectLst/>
                <a:uLnTx/>
                <a:uFillTx/>
                <a:latin typeface="Times New Roman"/>
                <a:ea typeface="微软雅黑"/>
                <a:cs typeface="+mn-cs"/>
                <a:sym typeface="Helvetica Neue" panose="02000503000000020004"/>
              </a:rPr>
              <a:pPr marL="0" marR="0" lvl="0" indent="0" algn="ctr" defTabSz="1218183" rtl="0" eaLnBrk="1" fontAlgn="auto" latinLnBrk="0" hangingPunct="0">
                <a:lnSpc>
                  <a:spcPct val="100000"/>
                </a:lnSpc>
                <a:spcBef>
                  <a:spcPts val="0"/>
                </a:spcBef>
                <a:spcAft>
                  <a:spcPts val="0"/>
                </a:spcAft>
                <a:buClrTx/>
                <a:buSzTx/>
                <a:buFontTx/>
                <a:buNone/>
                <a:tabLst/>
                <a:defRPr/>
              </a:pPr>
              <a:t>23</a:t>
            </a:fld>
            <a:endParaRPr kumimoji="0" lang="zh-CN" altLang="en-US" sz="1200" b="0" i="0" u="none" strike="noStrike" kern="0" cap="none" spc="0" normalizeH="0" baseline="0" noProof="0" dirty="0">
              <a:ln>
                <a:noFill/>
              </a:ln>
              <a:solidFill>
                <a:prstClr val="black"/>
              </a:solidFill>
              <a:effectLst/>
              <a:uLnTx/>
              <a:uFillTx/>
              <a:latin typeface="Times New Roman"/>
              <a:ea typeface="微软雅黑"/>
              <a:cs typeface="+mn-cs"/>
              <a:sym typeface="Helvetica Neue" panose="02000503000000020004"/>
            </a:endParaRPr>
          </a:p>
        </p:txBody>
      </p:sp>
      <p:sp>
        <p:nvSpPr>
          <p:cNvPr id="3" name="标题 2"/>
          <p:cNvSpPr>
            <a:spLocks noGrp="1"/>
          </p:cNvSpPr>
          <p:nvPr>
            <p:ph type="title"/>
          </p:nvPr>
        </p:nvSpPr>
        <p:spPr/>
        <p:txBody>
          <a:bodyPr>
            <a:normAutofit fontScale="90000"/>
          </a:bodyPr>
          <a:lstStyle/>
          <a:p>
            <a:pPr hangingPunct="1"/>
            <a:r>
              <a:rPr lang="zh-CN" altLang="en-US" dirty="0" smtClean="0"/>
              <a:t>鑫元致远量化选股：</a:t>
            </a:r>
            <a:r>
              <a:rPr lang="zh-CN" altLang="en-US" dirty="0"/>
              <a:t>产品要素表</a:t>
            </a:r>
          </a:p>
        </p:txBody>
      </p:sp>
      <p:graphicFrame>
        <p:nvGraphicFramePr>
          <p:cNvPr id="5" name="表格 4"/>
          <p:cNvGraphicFramePr>
            <a:graphicFrameLocks noGrp="1"/>
          </p:cNvGraphicFramePr>
          <p:nvPr>
            <p:extLst>
              <p:ext uri="{D42A27DB-BD31-4B8C-83A1-F6EECF244321}">
                <p14:modId xmlns:p14="http://schemas.microsoft.com/office/powerpoint/2010/main" val="2860474231"/>
              </p:ext>
            </p:extLst>
          </p:nvPr>
        </p:nvGraphicFramePr>
        <p:xfrm>
          <a:off x="449397" y="1373313"/>
          <a:ext cx="11185890" cy="4522963"/>
        </p:xfrm>
        <a:graphic>
          <a:graphicData uri="http://schemas.openxmlformats.org/drawingml/2006/table">
            <a:tbl>
              <a:tblPr firstRow="1" bandRow="1">
                <a:tableStyleId>{5C22544A-7EE6-4342-B048-85BDC9FD1C3A}</a:tableStyleId>
              </a:tblPr>
              <a:tblGrid>
                <a:gridCol w="1756693">
                  <a:extLst>
                    <a:ext uri="{9D8B030D-6E8A-4147-A177-3AD203B41FA5}">
                      <a16:colId xmlns="" xmlns:a16="http://schemas.microsoft.com/office/drawing/2014/main" val="20000"/>
                    </a:ext>
                  </a:extLst>
                </a:gridCol>
                <a:gridCol w="9429197">
                  <a:extLst>
                    <a:ext uri="{9D8B030D-6E8A-4147-A177-3AD203B41FA5}">
                      <a16:colId xmlns="" xmlns:a16="http://schemas.microsoft.com/office/drawing/2014/main" val="20001"/>
                    </a:ext>
                  </a:extLst>
                </a:gridCol>
              </a:tblGrid>
              <a:tr h="566308">
                <a:tc>
                  <a:txBody>
                    <a:bodyPr/>
                    <a:lstStyle/>
                    <a:p>
                      <a:r>
                        <a:rPr lang="zh-CN" altLang="en-US" sz="1400" dirty="0" smtClean="0"/>
                        <a:t>产品名称</a:t>
                      </a:r>
                      <a:endParaRPr lang="zh-CN" altLang="en-US" sz="1400" dirty="0"/>
                    </a:p>
                  </a:txBody>
                  <a:tcPr anchor="ctr"/>
                </a:tc>
                <a:tc>
                  <a:txBody>
                    <a:bodyPr/>
                    <a:lstStyle/>
                    <a:p>
                      <a:r>
                        <a:rPr lang="zh-CN" altLang="en-US" sz="1800" dirty="0" smtClean="0"/>
                        <a:t>鑫元致远量化选股</a:t>
                      </a:r>
                      <a:endParaRPr lang="zh-CN" altLang="en-US" sz="1800" dirty="0"/>
                    </a:p>
                  </a:txBody>
                  <a:tcPr anchor="ctr"/>
                </a:tc>
                <a:extLst>
                  <a:ext uri="{0D108BD9-81ED-4DB2-BD59-A6C34878D82A}">
                    <a16:rowId xmlns="" xmlns:a16="http://schemas.microsoft.com/office/drawing/2014/main" val="10000"/>
                  </a:ext>
                </a:extLst>
              </a:tr>
              <a:tr h="566308">
                <a:tc>
                  <a:txBody>
                    <a:bodyPr/>
                    <a:lstStyle/>
                    <a:p>
                      <a:r>
                        <a:rPr lang="zh-CN" altLang="en-US" sz="1400" dirty="0" smtClean="0"/>
                        <a:t>投资策略</a:t>
                      </a:r>
                      <a:endParaRPr lang="zh-CN" altLang="en-US" sz="1400" dirty="0"/>
                    </a:p>
                  </a:txBody>
                  <a:tcPr anchor="ctr"/>
                </a:tc>
                <a:tc>
                  <a:txBody>
                    <a:bodyPr/>
                    <a:lstStyle/>
                    <a:p>
                      <a:pPr algn="l"/>
                      <a:r>
                        <a:rPr lang="zh-CN" altLang="en-US" sz="1200" b="0" i="0" u="none" strike="noStrike" cap="none" spc="0" baseline="0" dirty="0" smtClean="0">
                          <a:solidFill>
                            <a:schemeClr val="dk1"/>
                          </a:solidFill>
                          <a:effectLst/>
                          <a:uFillTx/>
                          <a:latin typeface="+mn-lt"/>
                          <a:ea typeface="+mn-ea"/>
                          <a:cs typeface="+mn-cs"/>
                          <a:sym typeface="Helvetica Neue" panose="02000503000000020004"/>
                        </a:rPr>
                        <a:t>本基金采用“自下而上”的数量化选股策略，通过定性和定量分析相结合的方法对上市公司基本面、估值、成长性等进行深入分析，精选成长性良好且估值合理的上市公司股票构建投资组合，并根据市场状况及变化，不定期对模型进行调整，改进模型有效性，从而取得更高的收益。</a:t>
                      </a:r>
                      <a:endParaRPr lang="en-US" altLang="zh-CN" sz="1200" b="0" i="0" u="none" strike="noStrike" cap="none" spc="0" baseline="0" dirty="0" smtClean="0">
                        <a:solidFill>
                          <a:schemeClr val="dk1"/>
                        </a:solidFill>
                        <a:effectLst/>
                        <a:uFillTx/>
                        <a:latin typeface="+mn-lt"/>
                        <a:ea typeface="+mn-ea"/>
                        <a:cs typeface="+mn-cs"/>
                        <a:sym typeface="Helvetica Neue" panose="02000503000000020004"/>
                      </a:endParaRPr>
                    </a:p>
                    <a:p>
                      <a:pPr algn="l"/>
                      <a:r>
                        <a:rPr lang="zh-CN" altLang="en-US" sz="1200" b="0" i="0" u="none" strike="noStrike" cap="none" spc="0" baseline="0" dirty="0" smtClean="0">
                          <a:solidFill>
                            <a:schemeClr val="dk1"/>
                          </a:solidFill>
                          <a:effectLst/>
                          <a:uFillTx/>
                          <a:latin typeface="+mn-lt"/>
                          <a:ea typeface="+mn-ea"/>
                          <a:cs typeface="+mn-cs"/>
                          <a:sym typeface="Helvetica Neue" panose="02000503000000020004"/>
                        </a:rPr>
                        <a:t>本基金将采用量化选股模型，选取并持有具备估值水平合理、成长能力较强、盈利质量较高等特征的上市公司股票。对于价值型股票，本基金将关注股息收益率、每股净资产与价格比率、每股净现金流与价格比率、每股收益与价格比率等指标；对于成长型股票，本基金将对净资产收益率</a:t>
                      </a:r>
                      <a:r>
                        <a:rPr lang="en-US" altLang="zh-CN" sz="1200" b="0" i="0" u="none" strike="noStrike" cap="none" spc="0" baseline="0" dirty="0" smtClean="0">
                          <a:solidFill>
                            <a:schemeClr val="dk1"/>
                          </a:solidFill>
                          <a:effectLst/>
                          <a:uFillTx/>
                          <a:latin typeface="+mn-lt"/>
                          <a:ea typeface="+mn-ea"/>
                          <a:cs typeface="+mn-cs"/>
                          <a:sym typeface="Helvetica Neue" panose="02000503000000020004"/>
                        </a:rPr>
                        <a:t>ROE</a:t>
                      </a:r>
                      <a:r>
                        <a:rPr lang="zh-CN" altLang="en-US" sz="1200" b="0" i="0" u="none" strike="noStrike" cap="none" spc="0" baseline="0" dirty="0" smtClean="0">
                          <a:solidFill>
                            <a:schemeClr val="dk1"/>
                          </a:solidFill>
                          <a:effectLst/>
                          <a:uFillTx/>
                          <a:latin typeface="+mn-lt"/>
                          <a:ea typeface="+mn-ea"/>
                          <a:cs typeface="+mn-cs"/>
                          <a:sym typeface="Helvetica Neue" panose="02000503000000020004"/>
                        </a:rPr>
                        <a:t>、主营业务收入增长率、净利润增长率、内部增长率等指标进行重点考量并打分，同时综合评估，并选择综合评分高于行业或市场平均水平的上市公司。</a:t>
                      </a:r>
                    </a:p>
                  </a:txBody>
                  <a:tcPr anchor="ctr"/>
                </a:tc>
                <a:extLst>
                  <a:ext uri="{0D108BD9-81ED-4DB2-BD59-A6C34878D82A}">
                    <a16:rowId xmlns="" xmlns:a16="http://schemas.microsoft.com/office/drawing/2014/main" val="10001"/>
                  </a:ext>
                </a:extLst>
              </a:tr>
              <a:tr h="566308">
                <a:tc>
                  <a:txBody>
                    <a:bodyPr/>
                    <a:lstStyle/>
                    <a:p>
                      <a:r>
                        <a:rPr lang="zh-CN" altLang="en-US" sz="1400" dirty="0" smtClean="0"/>
                        <a:t>投资范围</a:t>
                      </a:r>
                      <a:endParaRPr lang="zh-CN" altLang="en-US" sz="1400" dirty="0"/>
                    </a:p>
                  </a:txBody>
                  <a:tcPr anchor="ctr"/>
                </a:tc>
                <a:tc>
                  <a:txBody>
                    <a:bodyPr/>
                    <a:lstStyle/>
                    <a:p>
                      <a:pPr algn="l"/>
                      <a:r>
                        <a:rPr lang="zh-CN" altLang="en-US" sz="1200" b="0" i="0" u="none" strike="noStrike" cap="none" spc="0" baseline="0" dirty="0" smtClean="0">
                          <a:solidFill>
                            <a:schemeClr val="dk1"/>
                          </a:solidFill>
                          <a:effectLst/>
                          <a:uFillTx/>
                          <a:latin typeface="+mn-lt"/>
                          <a:ea typeface="+mn-ea"/>
                          <a:cs typeface="+mn-cs"/>
                          <a:sym typeface="Helvetica Neue" panose="02000503000000020004"/>
                        </a:rPr>
                        <a:t>本基金的投资范围为具有良好流动性的金融工具，包括国内依法发行或上市的股票（包括主板、创业板以及其他经中国证监会核准或注册上市的股票）、存托凭证、债券（包括国债、金融债、央行票据、企业债、公司债、中期票据、地方政府债、政府支持债券、政府支持机构债券、次级债、可转换债券（含交易分离可转债）、可交换债券、短期融资券、超短期融资券等）、资产支持证券、债券回购、同业存单、银行存款（包括协议存款、定期存款及其他银行存款等）、货币市场工具、股指期货、国债期货、股票期权以及法律法规或中国证监会允许基金投资的其他金融工具（但须符合中国证监会相关规定）。</a:t>
                      </a:r>
                      <a:endParaRPr lang="en-US" altLang="zh-CN" sz="1200" b="0" i="0" u="none" strike="noStrike" cap="none" spc="0" baseline="0" dirty="0" smtClean="0">
                        <a:solidFill>
                          <a:schemeClr val="dk1"/>
                        </a:solidFill>
                        <a:effectLst/>
                        <a:uFillTx/>
                        <a:latin typeface="+mn-lt"/>
                        <a:ea typeface="+mn-ea"/>
                        <a:cs typeface="+mn-cs"/>
                        <a:sym typeface="Helvetica Neue" panose="02000503000000020004"/>
                      </a:endParaRPr>
                    </a:p>
                    <a:p>
                      <a:pPr algn="l"/>
                      <a:r>
                        <a:rPr lang="zh-CN" altLang="en-US" sz="1200" b="0" i="0" u="none" strike="noStrike" cap="none" spc="0" baseline="0" dirty="0" smtClean="0">
                          <a:solidFill>
                            <a:schemeClr val="dk1"/>
                          </a:solidFill>
                          <a:effectLst/>
                          <a:uFillTx/>
                          <a:latin typeface="+mn-lt"/>
                          <a:ea typeface="+mn-ea"/>
                          <a:cs typeface="+mn-cs"/>
                          <a:sym typeface="Helvetica Neue" panose="02000503000000020004"/>
                        </a:rPr>
                        <a:t>本基金可根据法律法规的规定参与融资业务。</a:t>
                      </a:r>
                      <a:endParaRPr lang="en-US" altLang="zh-CN" sz="1200" b="0" i="0" u="none" strike="noStrike" cap="none" spc="0" baseline="0" dirty="0" smtClean="0">
                        <a:solidFill>
                          <a:schemeClr val="dk1"/>
                        </a:solidFill>
                        <a:effectLst/>
                        <a:uFillTx/>
                        <a:latin typeface="+mn-lt"/>
                        <a:ea typeface="+mn-ea"/>
                        <a:cs typeface="+mn-cs"/>
                        <a:sym typeface="Helvetica Neue" panose="02000503000000020004"/>
                      </a:endParaRPr>
                    </a:p>
                  </a:txBody>
                  <a:tcPr anchor="ctr"/>
                </a:tc>
                <a:extLst>
                  <a:ext uri="{0D108BD9-81ED-4DB2-BD59-A6C34878D82A}">
                    <a16:rowId xmlns="" xmlns:a16="http://schemas.microsoft.com/office/drawing/2014/main" val="10002"/>
                  </a:ext>
                </a:extLst>
              </a:tr>
              <a:tr h="310485">
                <a:tc>
                  <a:txBody>
                    <a:bodyPr/>
                    <a:lstStyle/>
                    <a:p>
                      <a:r>
                        <a:rPr lang="zh-CN" altLang="en-US" sz="1400" dirty="0" smtClean="0"/>
                        <a:t>基金类型</a:t>
                      </a:r>
                      <a:endParaRPr lang="zh-CN" altLang="en-US" sz="1400" dirty="0"/>
                    </a:p>
                  </a:txBody>
                  <a:tcPr anchor="ctr"/>
                </a:tc>
                <a:tc>
                  <a:txBody>
                    <a:bodyPr/>
                    <a:lstStyle/>
                    <a:p>
                      <a:r>
                        <a:rPr lang="zh-CN" altLang="en-US" sz="1100" dirty="0" smtClean="0"/>
                        <a:t>混合型</a:t>
                      </a:r>
                      <a:endParaRPr lang="zh-CN" altLang="en-US" sz="1100" dirty="0"/>
                    </a:p>
                  </a:txBody>
                  <a:tcPr anchor="ctr"/>
                </a:tc>
                <a:extLst>
                  <a:ext uri="{0D108BD9-81ED-4DB2-BD59-A6C34878D82A}">
                    <a16:rowId xmlns="" xmlns:a16="http://schemas.microsoft.com/office/drawing/2014/main" val="10003"/>
                  </a:ext>
                </a:extLst>
              </a:tr>
              <a:tr h="342900">
                <a:tc>
                  <a:txBody>
                    <a:bodyPr/>
                    <a:lstStyle/>
                    <a:p>
                      <a:r>
                        <a:rPr lang="zh-CN" altLang="en-US" sz="1400" dirty="0" smtClean="0"/>
                        <a:t>费率</a:t>
                      </a:r>
                      <a:endParaRPr lang="zh-CN" altLang="en-US" sz="1400" dirty="0"/>
                    </a:p>
                  </a:txBody>
                  <a:tcPr anchor="ctr"/>
                </a:tc>
                <a:tc>
                  <a:txBody>
                    <a:bodyPr/>
                    <a:lstStyle/>
                    <a:p>
                      <a:r>
                        <a:rPr lang="zh-CN" altLang="en-US" sz="1600" b="1" dirty="0" smtClean="0"/>
                        <a:t>管理费：</a:t>
                      </a:r>
                      <a:r>
                        <a:rPr lang="en-US" altLang="zh-CN" sz="1600" b="1" dirty="0" smtClean="0"/>
                        <a:t>1.2%/</a:t>
                      </a:r>
                      <a:r>
                        <a:rPr lang="zh-CN" altLang="en-US" sz="1600" b="1" dirty="0" smtClean="0"/>
                        <a:t>年</a:t>
                      </a:r>
                      <a:r>
                        <a:rPr lang="zh-CN" altLang="en-US" sz="1600" dirty="0" smtClean="0"/>
                        <a:t>、</a:t>
                      </a:r>
                      <a:r>
                        <a:rPr lang="zh-CN" altLang="en-US" sz="1600" b="1" dirty="0" smtClean="0"/>
                        <a:t>托管费：</a:t>
                      </a:r>
                      <a:r>
                        <a:rPr lang="en-US" altLang="zh-CN" sz="1600" b="1" dirty="0" smtClean="0"/>
                        <a:t>0.2%/</a:t>
                      </a:r>
                      <a:r>
                        <a:rPr lang="zh-CN" altLang="en-US" sz="1600" b="1" dirty="0" smtClean="0"/>
                        <a:t>年</a:t>
                      </a:r>
                      <a:r>
                        <a:rPr lang="zh-CN" altLang="en-US" sz="1600" dirty="0" smtClean="0"/>
                        <a:t>、</a:t>
                      </a:r>
                      <a:r>
                        <a:rPr lang="zh-CN" altLang="en-US" sz="1600" b="1" dirty="0" smtClean="0"/>
                        <a:t>销售服务费：</a:t>
                      </a:r>
                      <a:r>
                        <a:rPr lang="en-US" altLang="zh-CN" sz="1600" b="1" dirty="0" smtClean="0"/>
                        <a:t>0.4%/</a:t>
                      </a:r>
                      <a:r>
                        <a:rPr lang="zh-CN" altLang="en-US" sz="1600" b="1" dirty="0" smtClean="0"/>
                        <a:t>年</a:t>
                      </a:r>
                      <a:r>
                        <a:rPr lang="zh-CN" altLang="en-US" sz="1600" dirty="0" smtClean="0"/>
                        <a:t>（可根据渠道需求调整）；</a:t>
                      </a:r>
                      <a:endParaRPr lang="zh-CN" altLang="en-US" sz="1600" dirty="0"/>
                    </a:p>
                  </a:txBody>
                  <a:tcPr anchor="ctr"/>
                </a:tc>
                <a:extLst>
                  <a:ext uri="{0D108BD9-81ED-4DB2-BD59-A6C34878D82A}">
                    <a16:rowId xmlns="" xmlns:a16="http://schemas.microsoft.com/office/drawing/2014/main" val="10004"/>
                  </a:ext>
                </a:extLst>
              </a:tr>
              <a:tr h="438150">
                <a:tc>
                  <a:txBody>
                    <a:bodyPr/>
                    <a:lstStyle/>
                    <a:p>
                      <a:r>
                        <a:rPr lang="zh-CN" altLang="en-US" sz="1400" dirty="0" smtClean="0"/>
                        <a:t>业绩比较基准</a:t>
                      </a:r>
                      <a:endParaRPr lang="zh-CN" altLang="en-US" sz="1400" dirty="0"/>
                    </a:p>
                  </a:txBody>
                  <a:tcPr anchor="ctr"/>
                </a:tc>
                <a:tc>
                  <a:txBody>
                    <a:bodyPr/>
                    <a:lstStyle/>
                    <a:p>
                      <a:r>
                        <a:rPr lang="zh-CN" altLang="zh-CN" sz="1200" b="0" i="0" u="none" strike="noStrike" cap="none" spc="0" baseline="0" dirty="0" smtClean="0">
                          <a:solidFill>
                            <a:schemeClr val="dk1"/>
                          </a:solidFill>
                          <a:effectLst/>
                          <a:uFillTx/>
                          <a:latin typeface="+mn-lt"/>
                          <a:ea typeface="+mn-ea"/>
                          <a:cs typeface="+mn-cs"/>
                          <a:sym typeface="Helvetica Neue" panose="02000503000000020004"/>
                        </a:rPr>
                        <a:t>本基金的业绩比较基准为：</a:t>
                      </a:r>
                      <a:r>
                        <a:rPr lang="zh-CN" altLang="en-US" sz="1200" b="1" i="0" u="none" strike="noStrike" cap="none" spc="0" baseline="0" dirty="0" smtClean="0">
                          <a:solidFill>
                            <a:schemeClr val="accent1"/>
                          </a:solidFill>
                          <a:effectLst/>
                          <a:uFillTx/>
                          <a:latin typeface="+mn-lt"/>
                          <a:ea typeface="+mn-ea"/>
                          <a:cs typeface="+mn-cs"/>
                          <a:sym typeface="Helvetica Neue" panose="02000503000000020004"/>
                        </a:rPr>
                        <a:t>中证</a:t>
                      </a:r>
                      <a:r>
                        <a:rPr lang="en-US" altLang="zh-CN" sz="1200" b="1" i="0" u="none" strike="noStrike" cap="none" spc="0" baseline="0" dirty="0" smtClean="0">
                          <a:solidFill>
                            <a:schemeClr val="accent1"/>
                          </a:solidFill>
                          <a:effectLst/>
                          <a:uFillTx/>
                          <a:latin typeface="+mn-lt"/>
                          <a:ea typeface="+mn-ea"/>
                          <a:cs typeface="+mn-cs"/>
                          <a:sym typeface="Helvetica Neue" panose="02000503000000020004"/>
                        </a:rPr>
                        <a:t>800</a:t>
                      </a:r>
                      <a:r>
                        <a:rPr lang="zh-CN" altLang="en-US" sz="1200" b="1" i="0" u="none" strike="noStrike" cap="none" spc="0" baseline="0" dirty="0" smtClean="0">
                          <a:solidFill>
                            <a:schemeClr val="accent1"/>
                          </a:solidFill>
                          <a:effectLst/>
                          <a:uFillTx/>
                          <a:latin typeface="+mn-lt"/>
                          <a:ea typeface="+mn-ea"/>
                          <a:cs typeface="+mn-cs"/>
                          <a:sym typeface="Helvetica Neue" panose="02000503000000020004"/>
                        </a:rPr>
                        <a:t>指数</a:t>
                      </a:r>
                      <a:r>
                        <a:rPr lang="zh-CN" altLang="en-US" sz="1200" b="0" i="0" u="none" strike="noStrike" cap="none" spc="0" baseline="0" dirty="0" smtClean="0">
                          <a:solidFill>
                            <a:schemeClr val="dk1"/>
                          </a:solidFill>
                          <a:effectLst/>
                          <a:uFillTx/>
                          <a:latin typeface="+mn-lt"/>
                          <a:ea typeface="+mn-ea"/>
                          <a:cs typeface="+mn-cs"/>
                          <a:sym typeface="Helvetica Neue" panose="02000503000000020004"/>
                        </a:rPr>
                        <a:t>收益率*</a:t>
                      </a:r>
                      <a:r>
                        <a:rPr lang="en-US" altLang="zh-CN" sz="1200" b="0" i="0" u="none" strike="noStrike" cap="none" spc="0" baseline="0" dirty="0" smtClean="0">
                          <a:solidFill>
                            <a:schemeClr val="dk1"/>
                          </a:solidFill>
                          <a:effectLst/>
                          <a:uFillTx/>
                          <a:latin typeface="+mn-lt"/>
                          <a:ea typeface="+mn-ea"/>
                          <a:cs typeface="+mn-cs"/>
                          <a:sym typeface="Helvetica Neue" panose="02000503000000020004"/>
                        </a:rPr>
                        <a:t>70%+</a:t>
                      </a:r>
                      <a:r>
                        <a:rPr lang="zh-CN" altLang="en-US" sz="1200" b="0" i="0" u="none" strike="noStrike" cap="none" spc="0" baseline="0" dirty="0" smtClean="0">
                          <a:solidFill>
                            <a:schemeClr val="dk1"/>
                          </a:solidFill>
                          <a:effectLst/>
                          <a:uFillTx/>
                          <a:latin typeface="+mn-lt"/>
                          <a:ea typeface="+mn-ea"/>
                          <a:cs typeface="+mn-cs"/>
                          <a:sym typeface="Helvetica Neue" panose="02000503000000020004"/>
                        </a:rPr>
                        <a:t>中债综合（全价）指数收益率*</a:t>
                      </a:r>
                      <a:r>
                        <a:rPr lang="en-US" altLang="zh-CN" sz="1200" b="0" i="0" u="none" strike="noStrike" cap="none" spc="0" baseline="0" dirty="0" smtClean="0">
                          <a:solidFill>
                            <a:schemeClr val="dk1"/>
                          </a:solidFill>
                          <a:effectLst/>
                          <a:uFillTx/>
                          <a:latin typeface="+mn-lt"/>
                          <a:ea typeface="+mn-ea"/>
                          <a:cs typeface="+mn-cs"/>
                          <a:sym typeface="Helvetica Neue" panose="02000503000000020004"/>
                        </a:rPr>
                        <a:t>15%+</a:t>
                      </a:r>
                      <a:r>
                        <a:rPr lang="zh-CN" altLang="en-US" sz="1200" b="0" i="0" u="none" strike="noStrike" cap="none" spc="0" baseline="0" dirty="0" smtClean="0">
                          <a:solidFill>
                            <a:schemeClr val="dk1"/>
                          </a:solidFill>
                          <a:effectLst/>
                          <a:uFillTx/>
                          <a:latin typeface="+mn-lt"/>
                          <a:ea typeface="+mn-ea"/>
                          <a:cs typeface="+mn-cs"/>
                          <a:sym typeface="Helvetica Neue" panose="02000503000000020004"/>
                        </a:rPr>
                        <a:t>银行活期存款基准利率（税后）*</a:t>
                      </a:r>
                      <a:r>
                        <a:rPr lang="en-US" altLang="zh-CN" sz="1200" b="0" i="0" u="none" strike="noStrike" cap="none" spc="0" baseline="0" dirty="0" smtClean="0">
                          <a:solidFill>
                            <a:schemeClr val="dk1"/>
                          </a:solidFill>
                          <a:effectLst/>
                          <a:uFillTx/>
                          <a:latin typeface="+mn-lt"/>
                          <a:ea typeface="+mn-ea"/>
                          <a:cs typeface="+mn-cs"/>
                          <a:sym typeface="Helvetica Neue" panose="02000503000000020004"/>
                        </a:rPr>
                        <a:t>5%</a:t>
                      </a:r>
                      <a:endParaRPr lang="zh-CN" altLang="zh-CN" sz="1200" b="0" i="0" u="none" strike="noStrike" cap="none" spc="0" baseline="0" dirty="0">
                        <a:solidFill>
                          <a:schemeClr val="dk1"/>
                        </a:solidFill>
                        <a:effectLst/>
                        <a:uFillTx/>
                        <a:latin typeface="+mn-lt"/>
                        <a:ea typeface="+mn-ea"/>
                        <a:cs typeface="+mn-cs"/>
                        <a:sym typeface="Helvetica Neue" panose="02000503000000020004"/>
                      </a:endParaRPr>
                    </a:p>
                  </a:txBody>
                  <a:tcPr anchor="ctr"/>
                </a:tc>
                <a:extLst>
                  <a:ext uri="{0D108BD9-81ED-4DB2-BD59-A6C34878D82A}">
                    <a16:rowId xmlns="" xmlns:a16="http://schemas.microsoft.com/office/drawing/2014/main" val="10005"/>
                  </a:ext>
                </a:extLst>
              </a:tr>
              <a:tr h="219075">
                <a:tc>
                  <a:txBody>
                    <a:bodyPr/>
                    <a:lstStyle/>
                    <a:p>
                      <a:r>
                        <a:rPr lang="zh-CN" altLang="en-US" sz="1400" dirty="0" smtClean="0"/>
                        <a:t>拟任基金经理</a:t>
                      </a:r>
                      <a:endParaRPr lang="zh-CN" altLang="en-US" sz="1400" dirty="0"/>
                    </a:p>
                  </a:txBody>
                  <a:tcPr anchor="ctr"/>
                </a:tc>
                <a:tc>
                  <a:txBody>
                    <a:bodyPr/>
                    <a:lstStyle/>
                    <a:p>
                      <a:r>
                        <a:rPr lang="zh-CN" altLang="en-US" sz="1100" b="0" i="0" u="none" strike="noStrike" cap="none" spc="0" baseline="0" dirty="0" smtClean="0">
                          <a:solidFill>
                            <a:schemeClr val="dk1"/>
                          </a:solidFill>
                          <a:uFillTx/>
                          <a:latin typeface="+mn-lt"/>
                          <a:ea typeface="+mn-ea"/>
                          <a:cs typeface="+mn-cs"/>
                          <a:sym typeface="Helvetica Neue" panose="02000503000000020004"/>
                        </a:rPr>
                        <a:t>肖涵</a:t>
                      </a:r>
                      <a:endParaRPr lang="zh-CN" altLang="en-US" sz="1100" b="0" i="0" u="none" strike="noStrike" cap="none" spc="0" baseline="0" dirty="0">
                        <a:solidFill>
                          <a:schemeClr val="dk1"/>
                        </a:solidFill>
                        <a:uFillTx/>
                        <a:latin typeface="+mn-lt"/>
                        <a:ea typeface="+mn-ea"/>
                        <a:cs typeface="+mn-cs"/>
                        <a:sym typeface="Helvetica Neue" panose="02000503000000020004"/>
                      </a:endParaRPr>
                    </a:p>
                  </a:txBody>
                  <a:tcPr anchor="ctr"/>
                </a:tc>
                <a:extLst>
                  <a:ext uri="{0D108BD9-81ED-4DB2-BD59-A6C34878D82A}">
                    <a16:rowId xmlns="" xmlns:a16="http://schemas.microsoft.com/office/drawing/2014/main" val="10006"/>
                  </a:ext>
                </a:extLst>
              </a:tr>
            </a:tbl>
          </a:graphicData>
        </a:graphic>
      </p:graphicFrame>
    </p:spTree>
    <p:extLst>
      <p:ext uri="{BB962C8B-B14F-4D97-AF65-F5344CB8AC3E}">
        <p14:creationId xmlns:p14="http://schemas.microsoft.com/office/powerpoint/2010/main" val="1070930923"/>
      </p:ext>
    </p:extLst>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矩形"/>
          <p:cNvSpPr/>
          <p:nvPr/>
        </p:nvSpPr>
        <p:spPr>
          <a:xfrm>
            <a:off x="-6385" y="-1544"/>
            <a:ext cx="12204769" cy="1263599"/>
          </a:xfrm>
          <a:prstGeom prst="rect">
            <a:avLst/>
          </a:prstGeom>
          <a:solidFill>
            <a:srgbClr val="CD1132"/>
          </a:solidFill>
          <a:ln w="12700">
            <a:miter lim="400000"/>
          </a:ln>
        </p:spPr>
        <p:txBody>
          <a:bodyPr lIns="0" tIns="0" rIns="0" bIns="0" anchor="ctr"/>
          <a:lstStyle/>
          <a:p>
            <a:pPr algn="l" defTabSz="914400">
              <a:defRPr>
                <a:solidFill>
                  <a:srgbClr val="123668"/>
                </a:solidFill>
                <a:latin typeface="Arial Black" panose="020B0A04020102020204"/>
                <a:ea typeface="Arial Black" panose="020B0A04020102020204"/>
                <a:cs typeface="Arial Black" panose="020B0A04020102020204"/>
                <a:sym typeface="Arial Black" panose="020B0A04020102020204"/>
              </a:defRPr>
            </a:pPr>
            <a:endParaRPr>
              <a:solidFill>
                <a:srgbClr val="123668"/>
              </a:solidFill>
              <a:latin typeface="Arial Black" panose="020B0A04020102020204"/>
              <a:ea typeface="Arial Black" panose="020B0A04020102020204"/>
              <a:cs typeface="Arial Black" panose="020B0A04020102020204"/>
              <a:sym typeface="Arial Black" panose="020B0A04020102020204"/>
            </a:endParaRPr>
          </a:p>
        </p:txBody>
      </p:sp>
      <p:sp>
        <p:nvSpPr>
          <p:cNvPr id="193" name="线条"/>
          <p:cNvSpPr/>
          <p:nvPr/>
        </p:nvSpPr>
        <p:spPr>
          <a:xfrm>
            <a:off x="198946" y="6345463"/>
            <a:ext cx="11794109" cy="1"/>
          </a:xfrm>
          <a:prstGeom prst="line">
            <a:avLst/>
          </a:prstGeom>
          <a:ln w="50800">
            <a:solidFill>
              <a:srgbClr val="5E5E5E"/>
            </a:solidFill>
            <a:miter lim="400000"/>
          </a:ln>
        </p:spPr>
        <p:txBody>
          <a:bodyPr lIns="22859" tIns="22859" rIns="22859" bIns="22859"/>
          <a:lstStyle/>
          <a:p>
            <a:pPr algn="l" defTabSz="914400">
              <a:defRPr sz="1800">
                <a:solidFill>
                  <a:srgbClr val="000000"/>
                </a:solidFill>
                <a:latin typeface="Arial" panose="020B0604020202020204"/>
                <a:ea typeface="Arial" panose="020B0604020202020204"/>
                <a:cs typeface="Arial" panose="020B0604020202020204"/>
                <a:sym typeface="Arial" panose="020B0604020202020204"/>
              </a:defRPr>
            </a:pPr>
            <a:endParaRPr sz="900">
              <a:solidFill>
                <a:srgbClr val="000000"/>
              </a:solidFill>
              <a:latin typeface="Arial" panose="020B0604020202020204"/>
              <a:ea typeface="Arial" panose="020B0604020202020204"/>
              <a:cs typeface="Arial" panose="020B0604020202020204"/>
              <a:sym typeface="Arial" panose="020B0604020202020204"/>
            </a:endParaRPr>
          </a:p>
        </p:txBody>
      </p:sp>
      <p:sp>
        <p:nvSpPr>
          <p:cNvPr id="194" name="1.1 基本情况"/>
          <p:cNvSpPr txBox="1"/>
          <p:nvPr/>
        </p:nvSpPr>
        <p:spPr>
          <a:xfrm>
            <a:off x="441947" y="393397"/>
            <a:ext cx="1615827" cy="473719"/>
          </a:xfrm>
          <a:prstGeom prst="rect">
            <a:avLst/>
          </a:prstGeom>
          <a:ln w="12700">
            <a:miter lim="400000"/>
          </a:ln>
        </p:spPr>
        <p:txBody>
          <a:bodyPr wrap="none" lIns="25400" tIns="25400" rIns="25400" bIns="25400" anchor="ctr">
            <a:spAutoFit/>
          </a:bodyPr>
          <a:lstStyle/>
          <a:p>
            <a:pPr algn="l" defTabSz="6350">
              <a:lnSpc>
                <a:spcPct val="90000"/>
              </a:lnSpc>
              <a:defRPr sz="6100" b="1">
                <a:solidFill>
                  <a:srgbClr val="FFFFFF"/>
                </a:solidFill>
                <a:latin typeface="微软雅黑"/>
                <a:ea typeface="微软雅黑"/>
                <a:cs typeface="微软雅黑"/>
                <a:sym typeface="微软雅黑"/>
              </a:defRPr>
            </a:pPr>
            <a:r>
              <a:rPr lang="zh-CN" altLang="en-US" sz="3050" b="1" dirty="0">
                <a:solidFill>
                  <a:srgbClr val="FFFFFF"/>
                </a:solidFill>
                <a:latin typeface="微软雅黑"/>
                <a:ea typeface="微软雅黑"/>
                <a:cs typeface="微软雅黑"/>
                <a:sym typeface="微软雅黑"/>
              </a:rPr>
              <a:t>风险提示</a:t>
            </a:r>
          </a:p>
        </p:txBody>
      </p:sp>
      <p:sp>
        <p:nvSpPr>
          <p:cNvPr id="197" name="线条"/>
          <p:cNvSpPr/>
          <p:nvPr/>
        </p:nvSpPr>
        <p:spPr>
          <a:xfrm>
            <a:off x="198946" y="6393088"/>
            <a:ext cx="11794109" cy="1"/>
          </a:xfrm>
          <a:prstGeom prst="line">
            <a:avLst/>
          </a:prstGeom>
          <a:ln w="12700">
            <a:solidFill>
              <a:srgbClr val="5E5E5E"/>
            </a:solidFill>
            <a:miter lim="400000"/>
          </a:ln>
        </p:spPr>
        <p:txBody>
          <a:bodyPr lIns="22859" tIns="22859" rIns="22859" bIns="22859"/>
          <a:lstStyle/>
          <a:p>
            <a:pPr algn="l" defTabSz="914400">
              <a:defRPr sz="1800">
                <a:solidFill>
                  <a:srgbClr val="000000"/>
                </a:solidFill>
                <a:latin typeface="Arial" panose="020B0604020202020204"/>
                <a:ea typeface="Arial" panose="020B0604020202020204"/>
                <a:cs typeface="Arial" panose="020B0604020202020204"/>
                <a:sym typeface="Arial" panose="020B0604020202020204"/>
              </a:defRPr>
            </a:pPr>
            <a:endParaRPr sz="900">
              <a:solidFill>
                <a:srgbClr val="000000"/>
              </a:solidFill>
              <a:latin typeface="Arial" panose="020B0604020202020204"/>
              <a:ea typeface="Arial" panose="020B0604020202020204"/>
              <a:cs typeface="Arial" panose="020B0604020202020204"/>
              <a:sym typeface="Arial" panose="020B0604020202020204"/>
            </a:endParaRPr>
          </a:p>
        </p:txBody>
      </p:sp>
      <p:pic>
        <p:nvPicPr>
          <p:cNvPr id="211" name="图像" descr="图像"/>
          <p:cNvPicPr>
            <a:picLocks noChangeAspect="1"/>
          </p:cNvPicPr>
          <p:nvPr/>
        </p:nvPicPr>
        <p:blipFill>
          <a:blip r:embed="rId3" cstate="screen"/>
          <a:stretch>
            <a:fillRect/>
          </a:stretch>
        </p:blipFill>
        <p:spPr>
          <a:xfrm>
            <a:off x="10139146" y="421076"/>
            <a:ext cx="1570815" cy="418361"/>
          </a:xfrm>
          <a:prstGeom prst="rect">
            <a:avLst/>
          </a:prstGeom>
          <a:ln w="12700">
            <a:miter lim="400000"/>
            <a:headEnd/>
            <a:tailEnd/>
          </a:ln>
        </p:spPr>
      </p:pic>
      <p:pic>
        <p:nvPicPr>
          <p:cNvPr id="212" name="图像" descr="图像"/>
          <p:cNvPicPr>
            <a:picLocks noChangeAspect="1"/>
          </p:cNvPicPr>
          <p:nvPr/>
        </p:nvPicPr>
        <p:blipFill>
          <a:blip r:embed="rId4" cstate="screen"/>
          <a:stretch>
            <a:fillRect/>
          </a:stretch>
        </p:blipFill>
        <p:spPr>
          <a:xfrm>
            <a:off x="530847" y="6517944"/>
            <a:ext cx="1040662" cy="175740"/>
          </a:xfrm>
          <a:prstGeom prst="rect">
            <a:avLst/>
          </a:prstGeom>
          <a:ln w="12700">
            <a:miter lim="400000"/>
            <a:headEnd/>
            <a:tailEnd/>
          </a:ln>
        </p:spPr>
      </p:pic>
      <p:sp>
        <p:nvSpPr>
          <p:cNvPr id="20" name="矩形: 圆角 6"/>
          <p:cNvSpPr/>
          <p:nvPr/>
        </p:nvSpPr>
        <p:spPr>
          <a:xfrm>
            <a:off x="546927" y="1342100"/>
            <a:ext cx="11098144" cy="4926133"/>
          </a:xfrm>
          <a:prstGeom prst="roundRect">
            <a:avLst>
              <a:gd name="adj" fmla="val 6870"/>
            </a:avLst>
          </a:prstGeom>
          <a:solidFill>
            <a:srgbClr val="FFFFFF"/>
          </a:solidFill>
          <a:ln w="12700" cap="flat" cmpd="sng" algn="ctr">
            <a:solidFill>
              <a:srgbClr val="454751">
                <a:lumMod val="75000"/>
              </a:srgbClr>
            </a:solidFill>
            <a:prstDash val="dash"/>
            <a:miter lim="800000"/>
          </a:ln>
          <a:effectLst/>
        </p:spPr>
        <p:txBody>
          <a:bodyPr rot="0" spcFirstLastPara="0" vert="horz" wrap="square" lIns="91440" tIns="45720" rIns="91440" bIns="45720" numCol="1" spcCol="0" rtlCol="0" fromWordArt="0" anchor="ctr" anchorCtr="0" forceAA="0" compatLnSpc="1">
            <a:noAutofit/>
          </a:bodyPr>
          <a:lstStyle/>
          <a:p>
            <a:pPr defTabSz="913130" hangingPunct="1">
              <a:defRPr/>
            </a:pPr>
            <a:endParaRPr lang="zh-CN" altLang="en-US" sz="1400" kern="100" dirty="0">
              <a:solidFill>
                <a:srgbClr val="1F1F1F">
                  <a:lumMod val="75000"/>
                  <a:lumOff val="25000"/>
                </a:srgbClr>
              </a:solidFill>
              <a:latin typeface="Arial" panose="020B0604020202020204"/>
              <a:ea typeface="微软雅黑"/>
              <a:cs typeface="+mn-ea"/>
              <a:sym typeface="+mn-lt"/>
            </a:endParaRPr>
          </a:p>
        </p:txBody>
      </p:sp>
      <p:sp>
        <p:nvSpPr>
          <p:cNvPr id="21" name="内容占位符 2"/>
          <p:cNvSpPr txBox="1">
            <a:spLocks noChangeArrowheads="1"/>
          </p:cNvSpPr>
          <p:nvPr/>
        </p:nvSpPr>
        <p:spPr>
          <a:xfrm>
            <a:off x="693592" y="1505248"/>
            <a:ext cx="10804814" cy="46418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buNone/>
            </a:pPr>
            <a:r>
              <a:rPr lang="zh-CN" altLang="zh-CN" sz="1000" dirty="0">
                <a:latin typeface="微软雅黑" panose="020B0503020204020204" pitchFamily="34" charset="-122"/>
                <a:ea typeface="微软雅黑" panose="020B0503020204020204" pitchFamily="34" charset="-122"/>
              </a:rPr>
              <a:t>尊敬的投资者：</a:t>
            </a:r>
            <a:r>
              <a:rPr lang="en-US" altLang="zh-CN" sz="1000" dirty="0">
                <a:latin typeface="微软雅黑" panose="020B0503020204020204" pitchFamily="34" charset="-122"/>
                <a:ea typeface="微软雅黑" panose="020B0503020204020204" pitchFamily="34" charset="-122"/>
              </a:rPr>
              <a:t>  </a:t>
            </a:r>
            <a:endParaRPr lang="zh-CN" altLang="zh-CN" sz="1000" dirty="0">
              <a:latin typeface="微软雅黑" panose="020B0503020204020204" pitchFamily="34" charset="-122"/>
              <a:ea typeface="微软雅黑" panose="020B0503020204020204" pitchFamily="34" charset="-122"/>
            </a:endParaRPr>
          </a:p>
          <a:p>
            <a:pPr marL="0" indent="0">
              <a:lnSpc>
                <a:spcPct val="110000"/>
              </a:lnSpc>
              <a:spcBef>
                <a:spcPts val="0"/>
              </a:spcBef>
              <a:buNone/>
            </a:pPr>
            <a:r>
              <a:rPr lang="zh-CN" altLang="zh-CN" sz="1000" dirty="0">
                <a:latin typeface="微软雅黑" panose="020B0503020204020204" pitchFamily="34" charset="-122"/>
                <a:ea typeface="微软雅黑" panose="020B0503020204020204" pitchFamily="34" charset="-122"/>
              </a:rPr>
              <a:t>投资有风险，投资须谨慎。公开募集证券投资基金（以下简称“基金”）是一种长期投资工具，其主要功能是分散投资，降低投资单一证券所带来的个别风险。基金不同于银行储蓄等能够提供固定收益预期的金融工具，当您购买基金产品时，既可能按持有份额分享基金投资所产生的收益，也可能承担基金投资所带来的损失。 </a:t>
            </a:r>
          </a:p>
          <a:p>
            <a:pPr marL="0" indent="0">
              <a:lnSpc>
                <a:spcPct val="110000"/>
              </a:lnSpc>
              <a:spcBef>
                <a:spcPts val="0"/>
              </a:spcBef>
              <a:buNone/>
            </a:pPr>
            <a:r>
              <a:rPr lang="zh-CN" altLang="zh-CN" sz="1000" dirty="0">
                <a:latin typeface="微软雅黑" panose="020B0503020204020204" pitchFamily="34" charset="-122"/>
                <a:ea typeface="微软雅黑" panose="020B0503020204020204" pitchFamily="34" charset="-122"/>
              </a:rPr>
              <a:t>您在做出投资决策之前，请仔细阅读基金合同、基金招募说明书和基金产品资料概要等产品法律文件和本风险揭示书，充分认识本基金的风险收益特征和产品特性，认真考虑本基金存在的各项风险因素，并根据自身的投资目的、投资期限、投资经验、资产状况等因素充分考虑自身的风险承受能力，在了解产品情况及销售适当性意见的基础上，理性判断并谨慎做出投资决策。 </a:t>
            </a:r>
          </a:p>
          <a:p>
            <a:pPr marL="0" indent="0">
              <a:lnSpc>
                <a:spcPct val="110000"/>
              </a:lnSpc>
              <a:spcBef>
                <a:spcPts val="0"/>
              </a:spcBef>
              <a:buNone/>
            </a:pPr>
            <a:r>
              <a:rPr lang="zh-CN" altLang="zh-CN" sz="1000" dirty="0">
                <a:latin typeface="微软雅黑" panose="020B0503020204020204" pitchFamily="34" charset="-122"/>
                <a:ea typeface="微软雅黑" panose="020B0503020204020204" pitchFamily="34" charset="-122"/>
              </a:rPr>
              <a:t>根据有关法律法规，鑫元基金管理有限公司做出如下风险揭示： </a:t>
            </a:r>
          </a:p>
          <a:p>
            <a:pPr marL="0" indent="0">
              <a:lnSpc>
                <a:spcPct val="110000"/>
              </a:lnSpc>
              <a:spcBef>
                <a:spcPts val="0"/>
              </a:spcBef>
              <a:buNone/>
            </a:pPr>
            <a:r>
              <a:rPr lang="zh-CN" altLang="zh-CN" sz="1000" dirty="0">
                <a:latin typeface="微软雅黑" panose="020B0503020204020204" pitchFamily="34" charset="-122"/>
                <a:ea typeface="微软雅黑" panose="020B0503020204020204" pitchFamily="34" charset="-122"/>
              </a:rPr>
              <a:t>一、依据投资对象的不同，基金分为股票基金、混合基金、债券基金、货币市场基金、基金中基金、商品基金等不同类型，您投资不同类型的基金将获得不同的收益预期，也将承担不同程度的风险。一般来说，基金的收益预期越高，您承担的风险也越大。</a:t>
            </a:r>
          </a:p>
          <a:p>
            <a:pPr marL="0" indent="0">
              <a:lnSpc>
                <a:spcPct val="110000"/>
              </a:lnSpc>
              <a:spcBef>
                <a:spcPts val="0"/>
              </a:spcBef>
              <a:buNone/>
            </a:pPr>
            <a:r>
              <a:rPr lang="zh-CN" altLang="zh-CN" sz="1000" dirty="0">
                <a:latin typeface="微软雅黑" panose="020B0503020204020204" pitchFamily="34" charset="-122"/>
                <a:ea typeface="微软雅黑" panose="020B0503020204020204" pitchFamily="34" charset="-122"/>
              </a:rPr>
              <a:t>二、基金在投资运作过程中可能面临各种风险，既包括市场风险，也包括基金自身的管理风险、技术风险和合规风险等。巨额赎回风险是开放式基金所特有的一种风险，即当单个开放日基金的净赎回申请超过基金总份额的一定比例（开放式基金为百分之十，定期开放基金为百分之二十，中国证监会规定的特殊产品除外）时，您将可能无法及时赎回申请的全部基金份额，或您赎回的款项可能延缓支付。 </a:t>
            </a:r>
          </a:p>
          <a:p>
            <a:pPr marL="0" indent="0">
              <a:lnSpc>
                <a:spcPct val="110000"/>
              </a:lnSpc>
              <a:spcBef>
                <a:spcPts val="0"/>
              </a:spcBef>
              <a:buNone/>
            </a:pPr>
            <a:r>
              <a:rPr lang="zh-CN" altLang="zh-CN" sz="1000" dirty="0">
                <a:latin typeface="微软雅黑" panose="020B0503020204020204" pitchFamily="34" charset="-122"/>
                <a:ea typeface="微软雅黑" panose="020B0503020204020204" pitchFamily="34" charset="-122"/>
              </a:rPr>
              <a:t>三、您应当充分了解基金定期定额投资和零存整取等储蓄方式的区别。定期定额投资是引导投资者进行长期投资、平均投资成本的一种简单易行的投资方式，但并不能规避基金投资所固有的风险，不能保证投资者获得收益，也不是替代储蓄的等效理财方式。 </a:t>
            </a:r>
          </a:p>
          <a:p>
            <a:pPr marL="0" indent="0">
              <a:lnSpc>
                <a:spcPct val="110000"/>
              </a:lnSpc>
              <a:spcBef>
                <a:spcPts val="0"/>
              </a:spcBef>
              <a:buNone/>
            </a:pPr>
            <a:r>
              <a:rPr lang="zh-CN" altLang="zh-CN" sz="1000" dirty="0">
                <a:latin typeface="微软雅黑" panose="020B0503020204020204" pitchFamily="34" charset="-122"/>
                <a:ea typeface="微软雅黑" panose="020B0503020204020204" pitchFamily="34" charset="-122"/>
              </a:rPr>
              <a:t>四、特殊类型产品风险揭示： </a:t>
            </a:r>
          </a:p>
          <a:p>
            <a:pPr marL="0" indent="0">
              <a:lnSpc>
                <a:spcPct val="110000"/>
              </a:lnSpc>
              <a:spcBef>
                <a:spcPts val="0"/>
              </a:spcBef>
              <a:buNone/>
            </a:pPr>
            <a:r>
              <a:rPr lang="zh-CN" altLang="zh-CN" sz="1000" dirty="0">
                <a:latin typeface="微软雅黑" panose="020B0503020204020204" pitchFamily="34" charset="-122"/>
                <a:ea typeface="微软雅黑" panose="020B0503020204020204" pitchFamily="34" charset="-122"/>
              </a:rPr>
              <a:t>本产品可投资于境外证券，除了需要承担与境内证券投资基金类似的市场波动风险等一般投资风险之外，本基金还面临汇率风险等境外证券市场投资所面临的特别投资风险。 </a:t>
            </a:r>
          </a:p>
          <a:p>
            <a:pPr marL="0" indent="0">
              <a:lnSpc>
                <a:spcPct val="110000"/>
              </a:lnSpc>
              <a:spcBef>
                <a:spcPts val="0"/>
              </a:spcBef>
              <a:buNone/>
            </a:pPr>
            <a:r>
              <a:rPr lang="zh-CN" altLang="zh-CN" sz="1000" dirty="0">
                <a:latin typeface="微软雅黑" panose="020B0503020204020204" pitchFamily="34" charset="-122"/>
                <a:ea typeface="微软雅黑" panose="020B0503020204020204" pitchFamily="34" charset="-122"/>
              </a:rPr>
              <a:t>五、基金管理人承诺以诚实信用、勤勉尽责的原则管理和运用基金资产，但不保证本基金一定盈利，也不保证最低收益。本基金的过往业绩及其净值高低并不预示其未来业绩表现，基金管理人管理的其他基金的业绩并不构成对本基金业绩表现的保证。鑫元基金管理有限公司提醒您基金投资的“买者自负”原则，在做出投资决策后，基金运营状况与基金净值变化引致的投资风险，由您自行负担。基金管理人、基金托管人、基金销售机构及相关机构不对基金投资收益做出任何承诺或保证。 </a:t>
            </a:r>
          </a:p>
          <a:p>
            <a:pPr marL="0" indent="0">
              <a:lnSpc>
                <a:spcPct val="110000"/>
              </a:lnSpc>
              <a:spcBef>
                <a:spcPts val="0"/>
              </a:spcBef>
              <a:buNone/>
            </a:pPr>
            <a:r>
              <a:rPr lang="zh-CN" altLang="zh-CN" sz="1000" dirty="0">
                <a:latin typeface="微软雅黑" panose="020B0503020204020204" pitchFamily="34" charset="-122"/>
                <a:ea typeface="微软雅黑" panose="020B0503020204020204" pitchFamily="34" charset="-122"/>
              </a:rPr>
              <a:t>六、鑫元华证沪深港红利</a:t>
            </a:r>
            <a:r>
              <a:rPr lang="en-US" altLang="zh-CN" sz="1000" dirty="0">
                <a:latin typeface="微软雅黑" panose="020B0503020204020204" pitchFamily="34" charset="-122"/>
                <a:ea typeface="微软雅黑" panose="020B0503020204020204" pitchFamily="34" charset="-122"/>
              </a:rPr>
              <a:t>50</a:t>
            </a:r>
            <a:r>
              <a:rPr lang="zh-CN" altLang="zh-CN" sz="1000" dirty="0">
                <a:latin typeface="微软雅黑" panose="020B0503020204020204" pitchFamily="34" charset="-122"/>
                <a:ea typeface="微软雅黑" panose="020B0503020204020204" pitchFamily="34" charset="-122"/>
              </a:rPr>
              <a:t>指数型证券投资基金（以下简称“本基金”）由鑫元基金管理有限公司（以下简称“基金管理人”）依照有关法律法规及约定申请募集，并经中国证券监督管理委员会（以下简称“中国证监会”）许可注册。本基金的基金合同、基金招募说明书和基金产品资料概要已通过中国证监会基金电子披露网站</a:t>
            </a:r>
            <a:r>
              <a:rPr lang="en-US" altLang="zh-CN" sz="1000" dirty="0">
                <a:latin typeface="微软雅黑" panose="020B0503020204020204" pitchFamily="34" charset="-122"/>
                <a:ea typeface="微软雅黑" panose="020B0503020204020204" pitchFamily="34" charset="-122"/>
              </a:rPr>
              <a:t>http://eid.csrc.gov.cn/fund</a:t>
            </a:r>
            <a:r>
              <a:rPr lang="zh-CN" altLang="zh-CN" sz="1000" dirty="0">
                <a:latin typeface="微软雅黑" panose="020B0503020204020204" pitchFamily="34" charset="-122"/>
                <a:ea typeface="微软雅黑" panose="020B0503020204020204" pitchFamily="34" charset="-122"/>
              </a:rPr>
              <a:t>和基金管理人网站</a:t>
            </a:r>
            <a:r>
              <a:rPr lang="en-US" altLang="zh-CN" sz="1000" dirty="0">
                <a:latin typeface="微软雅黑" panose="020B0503020204020204" pitchFamily="34" charset="-122"/>
                <a:ea typeface="微软雅黑" panose="020B0503020204020204" pitchFamily="34" charset="-122"/>
              </a:rPr>
              <a:t>www.xyamc.com</a:t>
            </a:r>
            <a:r>
              <a:rPr lang="zh-CN" altLang="zh-CN" sz="1000" dirty="0">
                <a:latin typeface="微软雅黑" panose="020B0503020204020204" pitchFamily="34" charset="-122"/>
                <a:ea typeface="微软雅黑" panose="020B0503020204020204" pitchFamily="34" charset="-122"/>
              </a:rPr>
              <a:t>进行了公开披露。中国证监会对本基金的注册，并不表明其对本基金的投资价值、市场前景和收益作出实质性判断或保证，也不表明投资于本基金没有风险。</a:t>
            </a:r>
          </a:p>
          <a:p>
            <a:pPr marL="0" indent="0">
              <a:lnSpc>
                <a:spcPct val="110000"/>
              </a:lnSpc>
              <a:spcBef>
                <a:spcPts val="0"/>
              </a:spcBef>
              <a:buNone/>
            </a:pPr>
            <a:r>
              <a:rPr lang="zh-CN" altLang="zh-CN" sz="1000" dirty="0">
                <a:latin typeface="微软雅黑" panose="020B0503020204020204" pitchFamily="34" charset="-122"/>
                <a:ea typeface="微软雅黑" panose="020B0503020204020204" pitchFamily="34" charset="-122"/>
              </a:rPr>
              <a:t>七、投资人应当通过基金管理人或具有基金销售业务资格的其他机构购买和赎回基金，基金销售机构名单详见《招募说明书》及相关公告。投资者在选择产品前应进行风险承受能力测评，选择与自身风险承受能力相匹配的产品。</a:t>
            </a:r>
          </a:p>
          <a:p>
            <a:pPr marL="0" indent="0">
              <a:lnSpc>
                <a:spcPct val="110000"/>
              </a:lnSpc>
              <a:spcBef>
                <a:spcPts val="0"/>
              </a:spcBef>
              <a:buNone/>
            </a:pPr>
            <a:r>
              <a:rPr lang="zh-CN" altLang="zh-CN" sz="1000" dirty="0">
                <a:latin typeface="微软雅黑" panose="020B0503020204020204" pitchFamily="34" charset="-122"/>
                <a:ea typeface="微软雅黑" panose="020B0503020204020204" pitchFamily="34" charset="-122"/>
              </a:rPr>
              <a:t>基金销售机构销售的产品或提供的服务将以投资者的风险承受能力等级和投资品种、期限为基础，若投资者提供的信息发生任何重大变化，应当及时以书面方式通知基金销售机构。投资者应审慎评判自身风险承受能力、结合自身投资行为，做出审慎的投资判断。对于不属于最低风险承受能力的普通投资者</a:t>
            </a:r>
            <a:r>
              <a:rPr lang="en-US" altLang="zh-CN" sz="1000" dirty="0">
                <a:latin typeface="微软雅黑" panose="020B0503020204020204" pitchFamily="34" charset="-122"/>
                <a:ea typeface="微软雅黑" panose="020B0503020204020204" pitchFamily="34" charset="-122"/>
              </a:rPr>
              <a:t>,</a:t>
            </a:r>
            <a:r>
              <a:rPr lang="zh-CN" altLang="zh-CN" sz="1000" dirty="0">
                <a:latin typeface="微软雅黑" panose="020B0503020204020204" pitchFamily="34" charset="-122"/>
                <a:ea typeface="微软雅黑" panose="020B0503020204020204" pitchFamily="34" charset="-122"/>
              </a:rPr>
              <a:t>如购买高于其风险承受能力的产品或服务，可能导致其承担超出自身承受能力的损失以及不利后果。请投资者认真考虑相应风险，审慎决定购买的产品或服务。鑫元华证沪深港红利</a:t>
            </a:r>
            <a:r>
              <a:rPr lang="en-US" altLang="zh-CN" sz="1000" dirty="0">
                <a:latin typeface="微软雅黑" panose="020B0503020204020204" pitchFamily="34" charset="-122"/>
                <a:ea typeface="微软雅黑" panose="020B0503020204020204" pitchFamily="34" charset="-122"/>
              </a:rPr>
              <a:t>50</a:t>
            </a:r>
            <a:r>
              <a:rPr lang="zh-CN" altLang="zh-CN" sz="1000" dirty="0">
                <a:latin typeface="微软雅黑" panose="020B0503020204020204" pitchFamily="34" charset="-122"/>
                <a:ea typeface="微软雅黑" panose="020B0503020204020204" pitchFamily="34" charset="-122"/>
              </a:rPr>
              <a:t>的风险等级为中风险，适合平衡型、成长型和积极型投资者。投资者从代销机构购买本产品的，产品风险等级和投资者风险承受能力的评定结果以及匹配规则，以代销机构为准。</a:t>
            </a:r>
          </a:p>
          <a:p>
            <a:pPr marL="0" indent="0" algn="just">
              <a:lnSpc>
                <a:spcPct val="110000"/>
              </a:lnSpc>
              <a:spcBef>
                <a:spcPts val="0"/>
              </a:spcBef>
              <a:buNone/>
            </a:pPr>
            <a:endParaRPr lang="zh-CN" altLang="zh-CN" sz="1000" dirty="0">
              <a:latin typeface="微软雅黑" panose="020B0503020204020204" pitchFamily="34" charset="-122"/>
              <a:ea typeface="微软雅黑" panose="020B0503020204020204" pitchFamily="34" charset="-122"/>
            </a:endParaRPr>
          </a:p>
          <a:p>
            <a:pPr marL="0" indent="0" algn="just">
              <a:lnSpc>
                <a:spcPct val="110000"/>
              </a:lnSpc>
              <a:spcBef>
                <a:spcPts val="0"/>
              </a:spcBef>
              <a:buNone/>
            </a:pPr>
            <a:endParaRPr lang="en-US" altLang="zh-CN" sz="1000" dirty="0">
              <a:solidFill>
                <a:srgbClr val="000000">
                  <a:lumMod val="75000"/>
                  <a:lumOff val="25000"/>
                </a:srgbClr>
              </a:solidFill>
              <a:latin typeface="微软雅黑" panose="020B0503020204020204" pitchFamily="34" charset="-122"/>
              <a:ea typeface="微软雅黑" panose="020B0503020204020204" pitchFamily="34" charset="-122"/>
              <a:cs typeface="+mn-ea"/>
            </a:endParaRPr>
          </a:p>
          <a:p>
            <a:pPr marL="0" indent="0" algn="just">
              <a:lnSpc>
                <a:spcPct val="110000"/>
              </a:lnSpc>
              <a:spcBef>
                <a:spcPts val="0"/>
              </a:spcBef>
              <a:buNone/>
            </a:pPr>
            <a:endParaRPr lang="en-US" altLang="zh-CN" sz="1000" dirty="0">
              <a:solidFill>
                <a:srgbClr val="000000">
                  <a:lumMod val="75000"/>
                  <a:lumOff val="25000"/>
                </a:srgbClr>
              </a:solidFill>
              <a:latin typeface="微软雅黑" panose="020B0503020204020204" pitchFamily="34" charset="-122"/>
              <a:ea typeface="微软雅黑" panose="020B0503020204020204" pitchFamily="34" charset="-122"/>
              <a:cs typeface="+mn-ea"/>
            </a:endParaRPr>
          </a:p>
        </p:txBody>
      </p:sp>
      <p:sp>
        <p:nvSpPr>
          <p:cNvPr id="11" name="文本框 10"/>
          <p:cNvSpPr txBox="1"/>
          <p:nvPr/>
        </p:nvSpPr>
        <p:spPr>
          <a:xfrm>
            <a:off x="7940925" y="6588541"/>
            <a:ext cx="1425390" cy="207749"/>
          </a:xfrm>
          <a:prstGeom prst="rect">
            <a:avLst/>
          </a:prstGeom>
          <a:noFill/>
        </p:spPr>
        <p:txBody>
          <a:bodyPr wrap="none" rtlCol="0">
            <a:spAutoFit/>
          </a:bodyPr>
          <a:lstStyle/>
          <a:p>
            <a:pPr defTabSz="1219200"/>
            <a:r>
              <a:rPr lang="zh-CN" altLang="en-US" sz="750" dirty="0">
                <a:solidFill>
                  <a:srgbClr val="FFFFFF"/>
                </a:solidFill>
                <a:latin typeface="微软雅黑" panose="020B0503020204020204" pitchFamily="34" charset="-122"/>
                <a:ea typeface="微软雅黑" panose="020B0503020204020204" pitchFamily="34" charset="-122"/>
              </a:rPr>
              <a:t>**基金有风险，投资需谨慎。</a:t>
            </a:r>
            <a:endParaRPr kumimoji="1" lang="zh-CN" altLang="en-US" sz="750" dirty="0">
              <a:solidFill>
                <a:srgbClr val="FFFFFF"/>
              </a:solidFill>
            </a:endParaRPr>
          </a:p>
        </p:txBody>
      </p:sp>
      <p:sp>
        <p:nvSpPr>
          <p:cNvPr id="12" name="文本框 11"/>
          <p:cNvSpPr txBox="1"/>
          <p:nvPr/>
        </p:nvSpPr>
        <p:spPr>
          <a:xfrm>
            <a:off x="8752866" y="6451162"/>
            <a:ext cx="1675460" cy="230832"/>
          </a:xfrm>
          <a:prstGeom prst="rect">
            <a:avLst/>
          </a:prstGeom>
          <a:noFill/>
        </p:spPr>
        <p:txBody>
          <a:bodyPr wrap="none" rtlCol="0">
            <a:spAutoFit/>
          </a:bodyPr>
          <a:lstStyle/>
          <a:p>
            <a:pPr defTabSz="1219200"/>
            <a:r>
              <a:rPr lang="zh-CN" altLang="en-US" sz="900" dirty="0">
                <a:solidFill>
                  <a:srgbClr val="1F1F1F">
                    <a:lumMod val="40000"/>
                    <a:lumOff val="60000"/>
                  </a:srgbClr>
                </a:solidFill>
                <a:latin typeface="微软雅黑" panose="020B0503020204020204" pitchFamily="34" charset="-122"/>
                <a:ea typeface="微软雅黑" panose="020B0503020204020204" pitchFamily="34" charset="-122"/>
              </a:rPr>
              <a:t>**基金有风险，投资须谨慎。</a:t>
            </a:r>
            <a:endParaRPr kumimoji="1" lang="zh-CN" altLang="en-US" sz="2000" dirty="0">
              <a:solidFill>
                <a:srgbClr val="1F1F1F">
                  <a:lumMod val="40000"/>
                  <a:lumOff val="60000"/>
                </a:srgbClr>
              </a:solidFill>
            </a:endParaRPr>
          </a:p>
        </p:txBody>
      </p:sp>
    </p:spTree>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heme/theme1.xml><?xml version="1.0" encoding="utf-8"?>
<a:theme xmlns:a="http://schemas.openxmlformats.org/drawingml/2006/main" name="封面底色">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产品部主题字体">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产品部主题字体">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1_BasicWhite">
  <a:themeElements>
    <a:clrScheme name="自定义 2">
      <a:dk1>
        <a:srgbClr val="1F1F1F"/>
      </a:dk1>
      <a:lt1>
        <a:srgbClr val="FFFFFF"/>
      </a:lt1>
      <a:dk2>
        <a:srgbClr val="454545"/>
      </a:dk2>
      <a:lt2>
        <a:srgbClr val="D8D8D8"/>
      </a:lt2>
      <a:accent1>
        <a:srgbClr val="C00000"/>
      </a:accent1>
      <a:accent2>
        <a:srgbClr val="736666"/>
      </a:accent2>
      <a:accent3>
        <a:srgbClr val="C1D842"/>
      </a:accent3>
      <a:accent4>
        <a:srgbClr val="4BACC6"/>
      </a:accent4>
      <a:accent5>
        <a:srgbClr val="F4CE3F"/>
      </a:accent5>
      <a:accent6>
        <a:srgbClr val="3F3F3F"/>
      </a:accent6>
      <a:hlink>
        <a:srgbClr val="222A35"/>
      </a:hlink>
      <a:folHlink>
        <a:srgbClr val="7F6000"/>
      </a:folHlink>
    </a:clrScheme>
    <a:fontScheme name="产品部主题字体">
      <a:majorFont>
        <a:latin typeface="Times New Roman"/>
        <a:ea typeface="微软雅黑"/>
        <a:cs typeface=""/>
      </a:majorFont>
      <a:minorFont>
        <a:latin typeface="Times New Roman"/>
        <a:ea typeface="微软雅黑"/>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2437765"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母版">
  <a:themeElements>
    <a:clrScheme name="PPT-红黄CP">
      <a:dk1>
        <a:srgbClr val="000000"/>
      </a:dk1>
      <a:lt1>
        <a:srgbClr val="FFFFFF"/>
      </a:lt1>
      <a:dk2>
        <a:srgbClr val="5E5E5E"/>
      </a:dk2>
      <a:lt2>
        <a:srgbClr val="D5D5D5"/>
      </a:lt2>
      <a:accent1>
        <a:srgbClr val="CE0E19"/>
      </a:accent1>
      <a:accent2>
        <a:srgbClr val="D9A85A"/>
      </a:accent2>
      <a:accent3>
        <a:srgbClr val="9A8878"/>
      </a:accent3>
      <a:accent4>
        <a:srgbClr val="FFD932"/>
      </a:accent4>
      <a:accent5>
        <a:srgbClr val="FF644E"/>
      </a:accent5>
      <a:accent6>
        <a:srgbClr val="5D3D21"/>
      </a:accent6>
      <a:hlink>
        <a:srgbClr val="0000FF"/>
      </a:hlink>
      <a:folHlink>
        <a:srgbClr val="FF00FF"/>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内容页母版">
  <a:themeElements>
    <a:clrScheme name="PPT-红蓝CP">
      <a:dk1>
        <a:sysClr val="windowText" lastClr="000000"/>
      </a:dk1>
      <a:lt1>
        <a:sysClr val="window" lastClr="FFFFFF"/>
      </a:lt1>
      <a:dk2>
        <a:srgbClr val="373660"/>
      </a:dk2>
      <a:lt2>
        <a:srgbClr val="E7E6E6"/>
      </a:lt2>
      <a:accent1>
        <a:srgbClr val="E53E38"/>
      </a:accent1>
      <a:accent2>
        <a:srgbClr val="2A5D8F"/>
      </a:accent2>
      <a:accent3>
        <a:srgbClr val="ABABAB"/>
      </a:accent3>
      <a:accent4>
        <a:srgbClr val="FFC967"/>
      </a:accent4>
      <a:accent5>
        <a:srgbClr val="FF6D60"/>
      </a:accent5>
      <a:accent6>
        <a:srgbClr val="3499E9"/>
      </a:accent6>
      <a:hlink>
        <a:srgbClr val="0563C1"/>
      </a:hlink>
      <a:folHlink>
        <a:srgbClr val="800080"/>
      </a:folHlink>
    </a:clrScheme>
    <a:fontScheme name="PPT字体">
      <a:majorFont>
        <a:latin typeface="Arial Black"/>
        <a:ea typeface="微软雅黑"/>
        <a:cs typeface=""/>
      </a:majorFont>
      <a:minorFont>
        <a:latin typeface="Arial"/>
        <a:ea typeface="微软雅黑"/>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内容页母版">
  <a:themeElements>
    <a:clrScheme name="PPT-红黄CP">
      <a:dk1>
        <a:srgbClr val="000000"/>
      </a:dk1>
      <a:lt1>
        <a:srgbClr val="FFFFFF"/>
      </a:lt1>
      <a:dk2>
        <a:srgbClr val="5E5E5E"/>
      </a:dk2>
      <a:lt2>
        <a:srgbClr val="D5D5D5"/>
      </a:lt2>
      <a:accent1>
        <a:srgbClr val="CE0E19"/>
      </a:accent1>
      <a:accent2>
        <a:srgbClr val="D9A85A"/>
      </a:accent2>
      <a:accent3>
        <a:srgbClr val="9A8878"/>
      </a:accent3>
      <a:accent4>
        <a:srgbClr val="FFD932"/>
      </a:accent4>
      <a:accent5>
        <a:srgbClr val="FF644E"/>
      </a:accent5>
      <a:accent6>
        <a:srgbClr val="5D3D21"/>
      </a:accent6>
      <a:hlink>
        <a:srgbClr val="0000FF"/>
      </a:hlink>
      <a:folHlink>
        <a:srgbClr val="FF00FF"/>
      </a:folHlink>
    </a:clrScheme>
    <a:fontScheme name="PPT字体">
      <a:majorFont>
        <a:latin typeface="Arial Black"/>
        <a:ea typeface="微软雅黑"/>
        <a:cs typeface=""/>
      </a:majorFont>
      <a:minorFont>
        <a:latin typeface="Arial"/>
        <a:ea typeface="微软雅黑"/>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23_BasicWhite">
  <a:themeElements>
    <a:clrScheme name="自定义 2">
      <a:dk1>
        <a:srgbClr val="1F1F1F"/>
      </a:dk1>
      <a:lt1>
        <a:srgbClr val="FFFFFF"/>
      </a:lt1>
      <a:dk2>
        <a:srgbClr val="454545"/>
      </a:dk2>
      <a:lt2>
        <a:srgbClr val="D8D8D8"/>
      </a:lt2>
      <a:accent1>
        <a:srgbClr val="C00000"/>
      </a:accent1>
      <a:accent2>
        <a:srgbClr val="736666"/>
      </a:accent2>
      <a:accent3>
        <a:srgbClr val="C1D842"/>
      </a:accent3>
      <a:accent4>
        <a:srgbClr val="4BACC6"/>
      </a:accent4>
      <a:accent5>
        <a:srgbClr val="F4CE3F"/>
      </a:accent5>
      <a:accent6>
        <a:srgbClr val="3F3F3F"/>
      </a:accent6>
      <a:hlink>
        <a:srgbClr val="222A35"/>
      </a:hlink>
      <a:folHlink>
        <a:srgbClr val="7F6000"/>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2437765"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482</TotalTime>
  <Words>2918</Words>
  <Application>Microsoft Office PowerPoint</Application>
  <PresentationFormat>宽屏</PresentationFormat>
  <Paragraphs>275</Paragraphs>
  <Slides>25</Slides>
  <Notes>20</Notes>
  <HiddenSlides>0</HiddenSlides>
  <MMClips>0</MMClips>
  <ScaleCrop>false</ScaleCrop>
  <HeadingPairs>
    <vt:vector size="6" baseType="variant">
      <vt:variant>
        <vt:lpstr>已用的字体</vt:lpstr>
      </vt:variant>
      <vt:variant>
        <vt:i4>15</vt:i4>
      </vt:variant>
      <vt:variant>
        <vt:lpstr>主题</vt:lpstr>
      </vt:variant>
      <vt:variant>
        <vt:i4>8</vt:i4>
      </vt:variant>
      <vt:variant>
        <vt:lpstr>幻灯片标题</vt:lpstr>
      </vt:variant>
      <vt:variant>
        <vt:i4>25</vt:i4>
      </vt:variant>
    </vt:vector>
  </HeadingPairs>
  <TitlesOfParts>
    <vt:vector size="48" baseType="lpstr">
      <vt:lpstr>Arial Unicode MS</vt:lpstr>
      <vt:lpstr>Helvetica Neue</vt:lpstr>
      <vt:lpstr>Helvetica Neue Medium</vt:lpstr>
      <vt:lpstr>Inter</vt:lpstr>
      <vt:lpstr>MiSans</vt:lpstr>
      <vt:lpstr>楷体</vt:lpstr>
      <vt:lpstr>宋体</vt:lpstr>
      <vt:lpstr>Microsoft YaHei</vt:lpstr>
      <vt:lpstr>Microsoft YaHei</vt:lpstr>
      <vt:lpstr>Arial</vt:lpstr>
      <vt:lpstr>Arial Black</vt:lpstr>
      <vt:lpstr>Calibri</vt:lpstr>
      <vt:lpstr>Helvetica</vt:lpstr>
      <vt:lpstr>Times New Roman</vt:lpstr>
      <vt:lpstr>Wingdings</vt:lpstr>
      <vt:lpstr>封面底色</vt:lpstr>
      <vt:lpstr>1_自定义设计方案</vt:lpstr>
      <vt:lpstr>21_BasicWhite</vt:lpstr>
      <vt:lpstr>3_自定义设计方案</vt:lpstr>
      <vt:lpstr>章节页母版</vt:lpstr>
      <vt:lpstr>1_内容页母版</vt:lpstr>
      <vt:lpstr>2_内容页母版</vt:lpstr>
      <vt:lpstr>23_BasicWhite</vt:lpstr>
      <vt:lpstr>PowerPoint 演示文稿</vt:lpstr>
      <vt:lpstr>PowerPoint 演示文稿</vt:lpstr>
      <vt:lpstr>第一部分</vt:lpstr>
      <vt:lpstr>A股市场里，什么因子的长期表现最好？</vt:lpstr>
      <vt:lpstr>原因之一：重组并购的壳资源效应</vt:lpstr>
      <vt:lpstr>原因之一：重组并购的壳资源效应</vt:lpstr>
      <vt:lpstr>原因之二：定期调仓的高抛低吸效应</vt:lpstr>
      <vt:lpstr>原因之三：量化资金的正反馈效应</vt:lpstr>
      <vt:lpstr>第二部分</vt:lpstr>
      <vt:lpstr>鑫元微盘多因子策略</vt:lpstr>
      <vt:lpstr>案例：普通微盘成份股 VS 微盘多因子成份股</vt:lpstr>
      <vt:lpstr>净值对比：鑫元微盘多因子策略 VS 万得微盘股指数</vt:lpstr>
      <vt:lpstr>业绩对比：鑫元微盘多因子策略 VS 万得微盘股指数</vt:lpstr>
      <vt:lpstr>实盘业绩：致远量化选股</vt:lpstr>
      <vt:lpstr>第三部分</vt:lpstr>
      <vt:lpstr>PowerPoint 演示文稿</vt:lpstr>
      <vt:lpstr>PowerPoint 演示文稿</vt:lpstr>
      <vt:lpstr>PowerPoint 演示文稿</vt:lpstr>
      <vt:lpstr>PowerPoint 演示文稿</vt:lpstr>
      <vt:lpstr>PowerPoint 演示文稿</vt:lpstr>
      <vt:lpstr>PowerPoint 演示文稿</vt:lpstr>
      <vt:lpstr>基金经理：肖涵</vt:lpstr>
      <vt:lpstr>鑫元致远量化选股：产品要素表</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携手同鑫 共赢未来</dc:title>
  <dc:creator>吴乐其</dc:creator>
  <cp:lastModifiedBy>肖涵</cp:lastModifiedBy>
  <cp:revision>201</cp:revision>
  <cp:lastPrinted>2025-09-17T16:08:34Z</cp:lastPrinted>
  <dcterms:created xsi:type="dcterms:W3CDTF">2025-09-17T16:08:34Z</dcterms:created>
  <dcterms:modified xsi:type="dcterms:W3CDTF">2026-06-30T09:19:20Z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2052-12.9.0.22637</vt:lpwstr>
  </property>
  <property fmtid="{D5CDD505-2E9C-101B-9397-08002B2CF9AE}" pid="3" name="ICV">
    <vt:lpwstr>45A33B59AE4B87A196DCCA68C5AC84F2_42</vt:lpwstr>
  </property>
</Properties>
</file>